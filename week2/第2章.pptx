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03"/>
  </p:notesMasterIdLst>
  <p:sldIdLst>
    <p:sldId id="843" r:id="rId2"/>
    <p:sldId id="584" r:id="rId3"/>
    <p:sldId id="423" r:id="rId4"/>
    <p:sldId id="442" r:id="rId5"/>
    <p:sldId id="448" r:id="rId6"/>
    <p:sldId id="424" r:id="rId7"/>
    <p:sldId id="440" r:id="rId8"/>
    <p:sldId id="439" r:id="rId9"/>
    <p:sldId id="851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550" r:id="rId20"/>
    <p:sldId id="495" r:id="rId21"/>
    <p:sldId id="458" r:id="rId22"/>
    <p:sldId id="459" r:id="rId23"/>
    <p:sldId id="461" r:id="rId24"/>
    <p:sldId id="464" r:id="rId25"/>
    <p:sldId id="465" r:id="rId26"/>
    <p:sldId id="466" r:id="rId27"/>
    <p:sldId id="467" r:id="rId28"/>
    <p:sldId id="469" r:id="rId29"/>
    <p:sldId id="470" r:id="rId30"/>
    <p:sldId id="472" r:id="rId31"/>
    <p:sldId id="473" r:id="rId32"/>
    <p:sldId id="474" r:id="rId33"/>
    <p:sldId id="476" r:id="rId34"/>
    <p:sldId id="479" r:id="rId35"/>
    <p:sldId id="853" r:id="rId36"/>
    <p:sldId id="482" r:id="rId37"/>
    <p:sldId id="483" r:id="rId38"/>
    <p:sldId id="484" r:id="rId39"/>
    <p:sldId id="854" r:id="rId40"/>
    <p:sldId id="855" r:id="rId41"/>
    <p:sldId id="568" r:id="rId42"/>
    <p:sldId id="490" r:id="rId43"/>
    <p:sldId id="491" r:id="rId44"/>
    <p:sldId id="492" r:id="rId45"/>
    <p:sldId id="493" r:id="rId46"/>
    <p:sldId id="451" r:id="rId47"/>
    <p:sldId id="583" r:id="rId48"/>
    <p:sldId id="497" r:id="rId49"/>
    <p:sldId id="498" r:id="rId50"/>
    <p:sldId id="499" r:id="rId51"/>
    <p:sldId id="501" r:id="rId52"/>
    <p:sldId id="503" r:id="rId53"/>
    <p:sldId id="504" r:id="rId54"/>
    <p:sldId id="505" r:id="rId55"/>
    <p:sldId id="507" r:id="rId56"/>
    <p:sldId id="508" r:id="rId57"/>
    <p:sldId id="509" r:id="rId58"/>
    <p:sldId id="512" r:id="rId59"/>
    <p:sldId id="513" r:id="rId60"/>
    <p:sldId id="514" r:id="rId61"/>
    <p:sldId id="856" r:id="rId62"/>
    <p:sldId id="521" r:id="rId63"/>
    <p:sldId id="522" r:id="rId64"/>
    <p:sldId id="847" r:id="rId65"/>
    <p:sldId id="523" r:id="rId66"/>
    <p:sldId id="524" r:id="rId67"/>
    <p:sldId id="528" r:id="rId68"/>
    <p:sldId id="529" r:id="rId69"/>
    <p:sldId id="566" r:id="rId70"/>
    <p:sldId id="570" r:id="rId71"/>
    <p:sldId id="585" r:id="rId72"/>
    <p:sldId id="572" r:id="rId73"/>
    <p:sldId id="574" r:id="rId74"/>
    <p:sldId id="534" r:id="rId75"/>
    <p:sldId id="535" r:id="rId76"/>
    <p:sldId id="575" r:id="rId77"/>
    <p:sldId id="848" r:id="rId78"/>
    <p:sldId id="849" r:id="rId79"/>
    <p:sldId id="850" r:id="rId80"/>
    <p:sldId id="536" r:id="rId81"/>
    <p:sldId id="537" r:id="rId82"/>
    <p:sldId id="538" r:id="rId83"/>
    <p:sldId id="539" r:id="rId84"/>
    <p:sldId id="540" r:id="rId85"/>
    <p:sldId id="541" r:id="rId86"/>
    <p:sldId id="542" r:id="rId87"/>
    <p:sldId id="543" r:id="rId88"/>
    <p:sldId id="544" r:id="rId89"/>
    <p:sldId id="547" r:id="rId90"/>
    <p:sldId id="586" r:id="rId91"/>
    <p:sldId id="576" r:id="rId92"/>
    <p:sldId id="555" r:id="rId93"/>
    <p:sldId id="556" r:id="rId94"/>
    <p:sldId id="587" r:id="rId95"/>
    <p:sldId id="558" r:id="rId96"/>
    <p:sldId id="559" r:id="rId97"/>
    <p:sldId id="857" r:id="rId98"/>
    <p:sldId id="560" r:id="rId99"/>
    <p:sldId id="454" r:id="rId100"/>
    <p:sldId id="778" r:id="rId101"/>
    <p:sldId id="840" r:id="rId10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C3300"/>
    <a:srgbClr val="0000CC"/>
    <a:srgbClr val="990099"/>
    <a:srgbClr val="66FF33"/>
    <a:srgbClr val="0000FF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2" autoAdjust="0"/>
    <p:restoredTop sz="85982" autoAdjust="0"/>
  </p:normalViewPr>
  <p:slideViewPr>
    <p:cSldViewPr>
      <p:cViewPr varScale="1">
        <p:scale>
          <a:sx n="69" d="100"/>
          <a:sy n="69" d="100"/>
        </p:scale>
        <p:origin x="15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9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5D7793D8-7885-3810-B563-F10AF8008D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D6F82905-2565-AA76-299E-2C32DDB8A6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B4A61CF-7CCD-CF64-FD56-E7442076A43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9797" name="Rectangle 5">
            <a:extLst>
              <a:ext uri="{FF2B5EF4-FFF2-40B4-BE49-F238E27FC236}">
                <a16:creationId xmlns:a16="http://schemas.microsoft.com/office/drawing/2014/main" id="{A0EE6624-9B55-B004-6665-7F68F81EAFF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89798" name="Rectangle 6">
            <a:extLst>
              <a:ext uri="{FF2B5EF4-FFF2-40B4-BE49-F238E27FC236}">
                <a16:creationId xmlns:a16="http://schemas.microsoft.com/office/drawing/2014/main" id="{E5C71A05-4783-10AF-6E68-479824415D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9799" name="Rectangle 7">
            <a:extLst>
              <a:ext uri="{FF2B5EF4-FFF2-40B4-BE49-F238E27FC236}">
                <a16:creationId xmlns:a16="http://schemas.microsoft.com/office/drawing/2014/main" id="{57805F72-1E41-C94C-73AC-B65B515CD4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D006F4F-15AE-48CC-AC8E-A94C1A750E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D7BEAADA-C067-A547-BC19-3EED7ABF7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D88BEE8D-6217-F4D3-9D17-D0102FE6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C3A2FF7C-4484-8C35-50F2-BE77BDC54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777188D-FB74-40AD-8A08-8E6E009E6BC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复制构造函数：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template &lt;class T&gt;	</a:t>
            </a:r>
          </a:p>
          <a:p>
            <a:pPr marL="0" indent="0">
              <a:buNone/>
            </a:pPr>
            <a:r>
              <a:rPr lang="en-US" altLang="zh-CN" dirty="0" err="1"/>
              <a:t>SeqList</a:t>
            </a:r>
            <a:r>
              <a:rPr lang="en-US" altLang="zh-CN" dirty="0"/>
              <a:t>&lt;T&gt; :: </a:t>
            </a:r>
            <a:r>
              <a:rPr lang="en-US" altLang="zh-CN" dirty="0" err="1"/>
              <a:t>SeqList</a:t>
            </a:r>
            <a:r>
              <a:rPr lang="en-US" altLang="zh-CN" dirty="0"/>
              <a:t> (</a:t>
            </a:r>
            <a:r>
              <a:rPr lang="en-US" altLang="zh-CN" dirty="0" err="1"/>
              <a:t>SeqList</a:t>
            </a:r>
            <a:r>
              <a:rPr lang="en-US" altLang="zh-CN" dirty="0"/>
              <a:t>&lt;T&gt;&amp; L ) {     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maxSize</a:t>
            </a:r>
            <a:r>
              <a:rPr lang="en-US" altLang="zh-CN" dirty="0"/>
              <a:t> = </a:t>
            </a:r>
            <a:r>
              <a:rPr lang="en-US" altLang="zh-CN" dirty="0" err="1"/>
              <a:t>L.Size</a:t>
            </a:r>
            <a:r>
              <a:rPr lang="en-US" altLang="zh-CN" dirty="0"/>
              <a:t>( );       last = </a:t>
            </a:r>
            <a:r>
              <a:rPr lang="en-US" altLang="zh-CN" dirty="0" err="1"/>
              <a:t>L.Length</a:t>
            </a:r>
            <a:r>
              <a:rPr lang="en-US" altLang="zh-CN" dirty="0"/>
              <a:t>( ) -1;	               </a:t>
            </a:r>
          </a:p>
          <a:p>
            <a:pPr marL="0" indent="0">
              <a:buNone/>
            </a:pPr>
            <a:r>
              <a:rPr lang="en-US" altLang="zh-CN" dirty="0"/>
              <a:t>     data = new T[</a:t>
            </a:r>
            <a:r>
              <a:rPr lang="en-US" altLang="zh-CN" dirty="0" err="1"/>
              <a:t>maxSize</a:t>
            </a:r>
            <a:r>
              <a:rPr lang="en-US" altLang="zh-CN" dirty="0"/>
              <a:t>];</a:t>
            </a:r>
          </a:p>
          <a:p>
            <a:pPr marL="0" indent="0">
              <a:buNone/>
            </a:pPr>
            <a:r>
              <a:rPr lang="en-US" altLang="zh-CN" dirty="0"/>
              <a:t>     if ( data == NULL ) </a:t>
            </a:r>
          </a:p>
          <a:p>
            <a:pPr marL="0" indent="0">
              <a:buNone/>
            </a:pPr>
            <a:r>
              <a:rPr lang="en-US" altLang="zh-CN" dirty="0"/>
              <a:t>     {    </a:t>
            </a:r>
            <a:r>
              <a:rPr lang="en-US" altLang="zh-CN" dirty="0" err="1"/>
              <a:t>cerr</a:t>
            </a:r>
            <a:r>
              <a:rPr lang="en-US" altLang="zh-CN" dirty="0"/>
              <a:t> &lt;&lt;"</a:t>
            </a:r>
            <a:r>
              <a:rPr lang="zh-CN" altLang="en-US" dirty="0"/>
              <a:t>存储分配错误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     exit (1);     }</a:t>
            </a:r>
          </a:p>
          <a:p>
            <a:pPr marL="0" indent="0">
              <a:buNone/>
            </a:pPr>
            <a:r>
              <a:rPr lang="en-US" altLang="zh-CN" dirty="0"/>
              <a:t>     T  x;	</a:t>
            </a:r>
          </a:p>
          <a:p>
            <a:pPr marL="0" indent="0">
              <a:buNone/>
            </a:pPr>
            <a:r>
              <a:rPr lang="en-US" altLang="zh-CN" dirty="0"/>
              <a:t>     for (int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&lt;= last + 1;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</a:p>
          <a:p>
            <a:pPr marL="0" indent="0">
              <a:buNone/>
            </a:pPr>
            <a:r>
              <a:rPr lang="en-US" altLang="zh-CN" dirty="0"/>
              <a:t>     {    </a:t>
            </a:r>
            <a:r>
              <a:rPr lang="en-US" altLang="zh-CN" dirty="0" err="1"/>
              <a:t>L.getData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x);   data[i-1] = x; 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24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集合的“并”运算</a:t>
            </a:r>
            <a:endParaRPr lang="en-US" altLang="zh-CN" sz="1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void Union ( </a:t>
            </a:r>
            <a:r>
              <a:rPr lang="en-US" altLang="zh-CN" dirty="0" err="1"/>
              <a:t>SeqList</a:t>
            </a:r>
            <a:r>
              <a:rPr lang="en-US" altLang="zh-CN" dirty="0"/>
              <a:t>&lt;int&gt; &amp; LA, </a:t>
            </a:r>
            <a:r>
              <a:rPr lang="en-US" altLang="zh-CN" dirty="0" err="1"/>
              <a:t>SeqList</a:t>
            </a:r>
            <a:r>
              <a:rPr lang="en-US" altLang="zh-CN" dirty="0"/>
              <a:t>&lt;int&gt; &amp; LB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n = </a:t>
            </a:r>
            <a:r>
              <a:rPr lang="en-US" altLang="zh-CN" dirty="0" err="1"/>
              <a:t>LA.Length</a:t>
            </a:r>
            <a:r>
              <a:rPr lang="en-US" altLang="zh-CN" dirty="0"/>
              <a:t> ( ), m = </a:t>
            </a:r>
            <a:r>
              <a:rPr lang="en-US" altLang="zh-CN" dirty="0" err="1"/>
              <a:t>LB.Length</a:t>
            </a:r>
            <a:r>
              <a:rPr lang="en-US" altLang="zh-CN" dirty="0"/>
              <a:t> (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</a:t>
            </a:r>
            <a:r>
              <a:rPr lang="en-US" altLang="zh-CN" dirty="0" err="1"/>
              <a:t>i</a:t>
            </a:r>
            <a:r>
              <a:rPr lang="en-US" altLang="zh-CN" dirty="0"/>
              <a:t>, k, x;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for (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&lt;= m; </a:t>
            </a:r>
            <a:r>
              <a:rPr lang="en-US" altLang="zh-CN" dirty="0" err="1"/>
              <a:t>i</a:t>
            </a:r>
            <a:r>
              <a:rPr lang="en-US" altLang="zh-CN" dirty="0"/>
              <a:t>++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LB.getData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x);        //</a:t>
            </a:r>
            <a:r>
              <a:rPr lang="zh-CN" altLang="en-US" dirty="0"/>
              <a:t>在</a:t>
            </a:r>
            <a:r>
              <a:rPr lang="en-US" altLang="zh-CN" dirty="0"/>
              <a:t>LB</a:t>
            </a:r>
            <a:r>
              <a:rPr lang="zh-CN" altLang="en-US" dirty="0"/>
              <a:t>中取一元素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k = </a:t>
            </a:r>
            <a:r>
              <a:rPr lang="en-US" altLang="zh-CN" dirty="0" err="1"/>
              <a:t>LA.Search</a:t>
            </a:r>
            <a:r>
              <a:rPr lang="en-US" altLang="zh-CN" dirty="0"/>
              <a:t> (x);     //</a:t>
            </a:r>
            <a:r>
              <a:rPr lang="zh-CN" altLang="en-US" dirty="0"/>
              <a:t>在</a:t>
            </a:r>
            <a:r>
              <a:rPr lang="en-US" altLang="zh-CN" dirty="0"/>
              <a:t>LA</a:t>
            </a:r>
            <a:r>
              <a:rPr lang="zh-CN" altLang="en-US" dirty="0"/>
              <a:t>中搜索它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if ( k == 0 )              //</a:t>
            </a:r>
            <a:r>
              <a:rPr lang="zh-CN" altLang="en-US" dirty="0"/>
              <a:t>若未找到插入它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     </a:t>
            </a:r>
            <a:r>
              <a:rPr lang="en-US" altLang="zh-CN" dirty="0"/>
              <a:t>{ </a:t>
            </a:r>
            <a:r>
              <a:rPr lang="en-US" altLang="zh-CN" dirty="0" err="1"/>
              <a:t>LA.Insert</a:t>
            </a:r>
            <a:r>
              <a:rPr lang="en-US" altLang="zh-CN" dirty="0"/>
              <a:t> (n , x);  n++;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时间复杂度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O(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n+m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zh-CN" altLang="en-US" dirty="0"/>
          </a:p>
          <a:p>
            <a:r>
              <a:rPr lang="en-US" altLang="zh-CN" dirty="0"/>
              <a:t>======================================</a:t>
            </a:r>
          </a:p>
          <a:p>
            <a:pPr marL="0" indent="0">
              <a:buNone/>
              <a:defRPr/>
            </a:pPr>
            <a:r>
              <a:rPr lang="zh-CN" altLang="en-US" dirty="0"/>
              <a:t>集合的“交”运算：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void Intersection ( </a:t>
            </a:r>
            <a:r>
              <a:rPr lang="en-US" altLang="zh-CN" dirty="0" err="1"/>
              <a:t>SeqList</a:t>
            </a:r>
            <a:r>
              <a:rPr lang="en-US" altLang="zh-CN" dirty="0"/>
              <a:t>&lt;int&gt; &amp; LA,  </a:t>
            </a:r>
            <a:r>
              <a:rPr lang="en-US" altLang="zh-CN" dirty="0" err="1"/>
              <a:t>SeqList</a:t>
            </a:r>
            <a:r>
              <a:rPr lang="en-US" altLang="zh-CN" dirty="0"/>
              <a:t>&lt;int&gt; &amp; LB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int n = </a:t>
            </a:r>
            <a:r>
              <a:rPr lang="en-US" altLang="zh-CN" dirty="0" err="1"/>
              <a:t>LA.Length</a:t>
            </a:r>
            <a:r>
              <a:rPr lang="en-US" altLang="zh-CN" dirty="0"/>
              <a:t> ( ), m = </a:t>
            </a:r>
            <a:r>
              <a:rPr lang="en-US" altLang="zh-CN" dirty="0" err="1"/>
              <a:t>LB.Length</a:t>
            </a:r>
            <a:r>
              <a:rPr lang="en-US" altLang="zh-CN" dirty="0"/>
              <a:t> (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int </a:t>
            </a:r>
            <a:r>
              <a:rPr lang="en-US" altLang="zh-CN" dirty="0" err="1"/>
              <a:t>i</a:t>
            </a:r>
            <a:r>
              <a:rPr lang="en-US" altLang="zh-CN" dirty="0"/>
              <a:t> = 1, k, x;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while ( </a:t>
            </a:r>
            <a:r>
              <a:rPr lang="en-US" altLang="zh-CN" dirty="0" err="1"/>
              <a:t>i</a:t>
            </a:r>
            <a:r>
              <a:rPr lang="en-US" altLang="zh-CN" dirty="0"/>
              <a:t> &lt;= n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  </a:t>
            </a:r>
            <a:r>
              <a:rPr lang="en-US" altLang="zh-CN" dirty="0" err="1"/>
              <a:t>LA.getData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x);    //</a:t>
            </a:r>
            <a:r>
              <a:rPr lang="zh-CN" altLang="en-US" dirty="0"/>
              <a:t>在</a:t>
            </a:r>
            <a:r>
              <a:rPr lang="en-US" altLang="zh-CN" dirty="0"/>
              <a:t>LA</a:t>
            </a:r>
            <a:r>
              <a:rPr lang="zh-CN" altLang="en-US" dirty="0"/>
              <a:t>中取一元素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    </a:t>
            </a:r>
            <a:r>
              <a:rPr lang="en-US" altLang="zh-CN" dirty="0"/>
              <a:t>k = </a:t>
            </a:r>
            <a:r>
              <a:rPr lang="en-US" altLang="zh-CN" dirty="0" err="1"/>
              <a:t>LB.Search</a:t>
            </a:r>
            <a:r>
              <a:rPr lang="en-US" altLang="zh-CN" dirty="0"/>
              <a:t> (x);  //</a:t>
            </a:r>
            <a:r>
              <a:rPr lang="zh-CN" altLang="en-US" dirty="0"/>
              <a:t>在</a:t>
            </a:r>
            <a:r>
              <a:rPr lang="en-US" altLang="zh-CN" dirty="0"/>
              <a:t>LB</a:t>
            </a:r>
            <a:r>
              <a:rPr lang="zh-CN" altLang="en-US" dirty="0"/>
              <a:t>中搜索它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    </a:t>
            </a:r>
            <a:r>
              <a:rPr lang="en-US" altLang="zh-CN" dirty="0"/>
              <a:t>if ( k == 0 ) {</a:t>
            </a:r>
            <a:r>
              <a:rPr lang="en-US" altLang="zh-CN" dirty="0" err="1"/>
              <a:t>LA.Remove</a:t>
            </a:r>
            <a:r>
              <a:rPr lang="en-US" altLang="zh-CN" dirty="0"/>
              <a:t> (</a:t>
            </a:r>
            <a:r>
              <a:rPr lang="en-US" altLang="zh-CN" dirty="0" err="1"/>
              <a:t>i</a:t>
            </a:r>
            <a:r>
              <a:rPr lang="en-US" altLang="zh-CN" dirty="0"/>
              <a:t>, x);  n--;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  else </a:t>
            </a:r>
            <a:r>
              <a:rPr lang="en-US" altLang="zh-CN" dirty="0" err="1"/>
              <a:t>i</a:t>
            </a:r>
            <a:r>
              <a:rPr lang="en-US" altLang="zh-CN" dirty="0"/>
              <a:t>++;                 //</a:t>
            </a:r>
            <a:r>
              <a:rPr lang="zh-CN" altLang="en-US" dirty="0"/>
              <a:t>未找到在</a:t>
            </a:r>
            <a:r>
              <a:rPr lang="en-US" altLang="zh-CN" dirty="0"/>
              <a:t>A</a:t>
            </a:r>
            <a:r>
              <a:rPr lang="zh-CN" altLang="en-US" dirty="0"/>
              <a:t>中删除它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}</a:t>
            </a:r>
          </a:p>
          <a:p>
            <a:endParaRPr lang="en-US" altLang="zh-CN" dirty="0"/>
          </a:p>
          <a:p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时间复杂度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O(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n+m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2825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094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392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搜索链表中值为</a:t>
            </a:r>
            <a:r>
              <a:rPr lang="en-US" altLang="zh-CN" dirty="0"/>
              <a:t>x</a:t>
            </a:r>
            <a:r>
              <a:rPr lang="zh-CN" altLang="en-US" dirty="0"/>
              <a:t>的结点：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  <a:r>
              <a:rPr lang="en-US" altLang="zh-CN" dirty="0" err="1"/>
              <a:t>LinkNode</a:t>
            </a:r>
            <a:r>
              <a:rPr lang="en-US" altLang="zh-CN" dirty="0"/>
              <a:t>&lt;T&gt; *List &lt;T&gt; :: Search ( T x ) const {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 current = first-&gt;link;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while ( current != NULL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if ( current-&gt;data == x ) break;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else current = current-&gt;link;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current;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   //</a:t>
            </a:r>
            <a:r>
              <a:rPr lang="zh-CN" altLang="en-US" dirty="0"/>
              <a:t>搜索失败时</a:t>
            </a:r>
            <a:r>
              <a:rPr lang="en-US" altLang="zh-CN" dirty="0"/>
              <a:t>current = NULL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  <a:p>
            <a:r>
              <a:rPr lang="en-US" altLang="zh-CN" dirty="0"/>
              <a:t>=====================================</a:t>
            </a:r>
          </a:p>
          <a:p>
            <a:pPr marL="0" indent="0">
              <a:buNone/>
              <a:defRPr/>
            </a:pPr>
            <a:r>
              <a:rPr lang="zh-CN" altLang="en-US" dirty="0"/>
              <a:t>定位函数：返回表中第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号元素的地址</a:t>
            </a:r>
            <a:r>
              <a:rPr lang="en-US" altLang="zh-CN" dirty="0"/>
              <a:t>, </a:t>
            </a:r>
          </a:p>
          <a:p>
            <a:pPr marL="0" indent="0">
              <a:buNone/>
              <a:defRPr/>
            </a:pPr>
            <a:r>
              <a:rPr lang="en-US" altLang="zh-CN" dirty="0"/>
              <a:t>//</a:t>
            </a:r>
            <a:r>
              <a:rPr lang="en-US" altLang="zh-CN" dirty="0" err="1"/>
              <a:t>i</a:t>
            </a:r>
            <a:r>
              <a:rPr lang="en-US" altLang="zh-CN" dirty="0"/>
              <a:t> = 0</a:t>
            </a:r>
            <a:r>
              <a:rPr lang="zh-CN" altLang="en-US" dirty="0"/>
              <a:t>为寻找表头结点的地址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定位失败时</a:t>
            </a:r>
            <a:r>
              <a:rPr lang="en-US" altLang="zh-CN" dirty="0"/>
              <a:t>current = NULL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 err="1"/>
              <a:t>LinkNode</a:t>
            </a:r>
            <a:r>
              <a:rPr lang="en-US" altLang="zh-CN" dirty="0"/>
              <a:t>&lt;T&gt;* List&lt;T&gt; :: Locate ( int </a:t>
            </a:r>
            <a:r>
              <a:rPr lang="en-US" altLang="zh-CN" dirty="0" err="1"/>
              <a:t>i</a:t>
            </a:r>
            <a:r>
              <a:rPr lang="en-US" altLang="zh-CN" dirty="0"/>
              <a:t> ) const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 </a:t>
            </a:r>
            <a:r>
              <a:rPr lang="en-US" altLang="zh-CN" dirty="0" err="1"/>
              <a:t>i</a:t>
            </a:r>
            <a:r>
              <a:rPr lang="en-US" altLang="zh-CN" dirty="0"/>
              <a:t> &lt; 0 ) return NULL;   //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值不合理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 current = first;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k = 0; </a:t>
            </a:r>
          </a:p>
          <a:p>
            <a:pPr marL="0" indent="0">
              <a:buNone/>
              <a:defRPr/>
            </a:pPr>
            <a:r>
              <a:rPr lang="en-US" altLang="zh-CN" dirty="0"/>
              <a:t>    while ( current != NULL &amp;&amp; k &lt; </a:t>
            </a:r>
            <a:r>
              <a:rPr lang="en-US" altLang="zh-CN" dirty="0" err="1"/>
              <a:t>i</a:t>
            </a:r>
            <a:r>
              <a:rPr lang="en-US" altLang="zh-CN" dirty="0"/>
              <a:t>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current = current-&gt;link;  k++;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}  //</a:t>
            </a:r>
            <a:r>
              <a:rPr lang="zh-CN" altLang="en-US" dirty="0"/>
              <a:t>找第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号结点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return current;  //</a:t>
            </a:r>
            <a:r>
              <a:rPr lang="zh-CN" altLang="en-US" dirty="0"/>
              <a:t>返回第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号结点地址或</a:t>
            </a:r>
            <a:r>
              <a:rPr lang="en-US" altLang="zh-CN" dirty="0"/>
              <a:t>NULL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=====================================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取得链表中第</a:t>
            </a:r>
            <a:r>
              <a:rPr lang="en-US" altLang="zh-CN" dirty="0" err="1"/>
              <a:t>i</a:t>
            </a:r>
            <a:r>
              <a:rPr lang="zh-CN" altLang="en-US" dirty="0"/>
              <a:t>个元素的值：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List&lt;T&gt; :: </a:t>
            </a:r>
            <a:r>
              <a:rPr lang="en-US" altLang="zh-CN" dirty="0" err="1"/>
              <a:t>getData</a:t>
            </a:r>
            <a:r>
              <a:rPr lang="en-US" altLang="zh-CN" dirty="0"/>
              <a:t> ( int </a:t>
            </a:r>
            <a:r>
              <a:rPr lang="en-US" altLang="zh-CN" dirty="0" err="1"/>
              <a:t>i</a:t>
            </a:r>
            <a:r>
              <a:rPr lang="en-US" altLang="zh-CN" dirty="0"/>
              <a:t> , T &amp;x ) const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if ( </a:t>
            </a:r>
            <a:r>
              <a:rPr lang="en-US" altLang="zh-CN" dirty="0" err="1"/>
              <a:t>i</a:t>
            </a:r>
            <a:r>
              <a:rPr lang="en-US" altLang="zh-CN" dirty="0"/>
              <a:t> &lt;= 0 ) return false;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 current = Locate( </a:t>
            </a:r>
            <a:r>
              <a:rPr lang="en-US" altLang="zh-CN" dirty="0" err="1"/>
              <a:t>i</a:t>
            </a:r>
            <a:r>
              <a:rPr lang="en-US" altLang="zh-CN" dirty="0"/>
              <a:t>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if ( current == NULL )  return false; 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x = current-&gt;data;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true;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  <a:p>
            <a:r>
              <a:rPr lang="en-US" altLang="zh-CN" dirty="0"/>
              <a:t>=====================================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在链表第</a:t>
            </a:r>
            <a:r>
              <a:rPr lang="en-US" altLang="zh-CN" dirty="0" err="1"/>
              <a:t>i</a:t>
            </a:r>
            <a:r>
              <a:rPr lang="zh-CN" altLang="en-US" dirty="0"/>
              <a:t>个结点后插入值为</a:t>
            </a:r>
            <a:r>
              <a:rPr lang="en-US" altLang="zh-CN" dirty="0"/>
              <a:t>x</a:t>
            </a:r>
            <a:r>
              <a:rPr lang="zh-CN" altLang="en-US" dirty="0"/>
              <a:t>的新结点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List&lt;T&gt; :: Insert ( int </a:t>
            </a:r>
            <a:r>
              <a:rPr lang="en-US" altLang="zh-CN" dirty="0" err="1"/>
              <a:t>i</a:t>
            </a:r>
            <a:r>
              <a:rPr lang="en-US" altLang="zh-CN" dirty="0"/>
              <a:t>, T 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*current = Locate(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 current == NULL ) return false;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newNode</a:t>
            </a:r>
            <a:r>
              <a:rPr lang="en-US" altLang="zh-CN" dirty="0"/>
              <a:t>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 ( x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</a:t>
            </a:r>
            <a:r>
              <a:rPr lang="en-US" altLang="zh-CN" dirty="0" err="1"/>
              <a:t>newNode</a:t>
            </a:r>
            <a:r>
              <a:rPr lang="en-US" altLang="zh-CN" dirty="0"/>
              <a:t> == NULL)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 err="1"/>
              <a:t>cerr</a:t>
            </a:r>
            <a:r>
              <a:rPr lang="en-US" altLang="zh-CN" dirty="0"/>
              <a:t> &lt;&lt;"</a:t>
            </a:r>
            <a:r>
              <a:rPr lang="zh-CN" altLang="en-US" dirty="0"/>
              <a:t>存储分配错误！</a:t>
            </a:r>
            <a:r>
              <a:rPr lang="en-US" altLang="zh-CN" dirty="0"/>
              <a:t>"&lt;&lt; </a:t>
            </a:r>
            <a:r>
              <a:rPr lang="en-US" altLang="zh-CN" dirty="0" err="1"/>
              <a:t>endl</a:t>
            </a:r>
            <a:r>
              <a:rPr lang="en-US" altLang="zh-CN" dirty="0"/>
              <a:t>; exit(1);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newNode</a:t>
            </a:r>
            <a:r>
              <a:rPr lang="en-US" altLang="zh-CN" dirty="0"/>
              <a:t>-&gt;link = current-&gt;link;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current-&gt;link = </a:t>
            </a:r>
            <a:r>
              <a:rPr lang="en-US" altLang="zh-CN" dirty="0" err="1"/>
              <a:t>newNode</a:t>
            </a:r>
            <a:r>
              <a:rPr lang="en-US" altLang="zh-CN" dirty="0"/>
              <a:t>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return true;   	      //</a:t>
            </a:r>
            <a:r>
              <a:rPr lang="zh-CN" altLang="en-US" dirty="0"/>
              <a:t>插入成功，函数返回</a:t>
            </a:r>
            <a:r>
              <a:rPr lang="en-US" altLang="zh-CN" dirty="0"/>
              <a:t>1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比之前没有专门表头结点的单链表的</a:t>
            </a:r>
            <a:r>
              <a:rPr lang="en-US" altLang="zh-CN" dirty="0"/>
              <a:t>Insert</a:t>
            </a:r>
            <a:r>
              <a:rPr lang="zh-CN" altLang="en-US" dirty="0"/>
              <a:t>方法的优点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Wingdings" panose="05000000000000000000" pitchFamily="2" charset="2"/>
              </a:rPr>
              <a:t>--</a:t>
            </a:r>
            <a:r>
              <a:rPr lang="zh-CN" altLang="en-US" dirty="0">
                <a:sym typeface="Wingdings" panose="05000000000000000000" pitchFamily="2" charset="2"/>
              </a:rPr>
              <a:t>不要区分是否在表头插入；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Wingdings" panose="05000000000000000000" pitchFamily="2" charset="2"/>
              </a:rPr>
              <a:t>--</a:t>
            </a:r>
            <a:r>
              <a:rPr lang="zh-CN" altLang="en-US" dirty="0">
                <a:sym typeface="Wingdings" panose="05000000000000000000" pitchFamily="2" charset="2"/>
              </a:rPr>
              <a:t>把定位插入点的代码包装在</a:t>
            </a:r>
            <a:r>
              <a:rPr lang="en-US" altLang="zh-CN" dirty="0">
                <a:sym typeface="Wingdings" panose="05000000000000000000" pitchFamily="2" charset="2"/>
              </a:rPr>
              <a:t>Locate</a:t>
            </a:r>
            <a:r>
              <a:rPr lang="zh-CN" altLang="en-US" dirty="0">
                <a:sym typeface="Wingdings" panose="05000000000000000000" pitchFamily="2" charset="2"/>
              </a:rPr>
              <a:t>方法中。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>
                <a:sym typeface="Wingdings" panose="05000000000000000000" pitchFamily="2" charset="2"/>
              </a:rPr>
              <a:t>后面的</a:t>
            </a:r>
            <a:r>
              <a:rPr lang="en-US" altLang="zh-CN" dirty="0"/>
              <a:t>Remove</a:t>
            </a:r>
            <a:r>
              <a:rPr lang="zh-CN" altLang="en-US" dirty="0"/>
              <a:t>方法也有类似的优点。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=========================================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删除链表第</a:t>
            </a:r>
            <a:r>
              <a:rPr lang="en-US" altLang="zh-CN" dirty="0" err="1"/>
              <a:t>i</a:t>
            </a:r>
            <a:r>
              <a:rPr lang="zh-CN" altLang="en-US" dirty="0"/>
              <a:t>个结点：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List&lt;T&gt; :: Remove (int </a:t>
            </a:r>
            <a:r>
              <a:rPr lang="en-US" altLang="zh-CN" dirty="0" err="1"/>
              <a:t>i</a:t>
            </a:r>
            <a:r>
              <a:rPr lang="en-US" altLang="zh-CN" dirty="0"/>
              <a:t>, T&amp; x)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*current = Locate( </a:t>
            </a:r>
            <a:r>
              <a:rPr lang="en-US" altLang="zh-CN" dirty="0" err="1"/>
              <a:t>i</a:t>
            </a:r>
            <a:r>
              <a:rPr lang="en-US" altLang="zh-CN" dirty="0"/>
              <a:t> - 1);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if ( current == NULL || current-&gt;link == NULL )  return false;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*del = current-&gt;link;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current-&gt;link = del-&gt;link;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x = del-&gt;data;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delete del;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true;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54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int </a:t>
            </a:r>
            <a:r>
              <a:rPr lang="en-US" altLang="zh-CN" dirty="0" err="1"/>
              <a:t>DblList</a:t>
            </a:r>
            <a:r>
              <a:rPr lang="en-US" altLang="zh-CN" dirty="0"/>
              <a:t>&lt;T&gt; :: Length ( ) const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计算带表头结点的双向循环链表的长度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 current = first-&gt;</a:t>
            </a:r>
            <a:r>
              <a:rPr lang="en-US" altLang="zh-CN" dirty="0" err="1"/>
              <a:t>rLink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count = 0;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while ( current != first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current = current-&gt;</a:t>
            </a:r>
            <a:r>
              <a:rPr lang="en-US" altLang="zh-CN" dirty="0" err="1"/>
              <a:t>rLink</a:t>
            </a:r>
            <a:r>
              <a:rPr lang="en-US" altLang="zh-CN" dirty="0"/>
              <a:t>;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count++;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return count;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799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800080"/>
              </a:buClr>
              <a:buSzPct val="55000"/>
              <a:buFontTx/>
              <a:buNone/>
              <a:tabLst/>
              <a:defRPr/>
            </a:pPr>
            <a:r>
              <a:rPr lang="en-US" altLang="zh-CN" sz="1600" b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计算</a:t>
            </a:r>
            <a:r>
              <a:rPr lang="en-US" altLang="zh-CN" sz="16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zh-CN" altLang="en-US" sz="16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的</a:t>
            </a:r>
            <a:r>
              <a:rPr lang="en-US" altLang="zh-CN" sz="16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zh-CN" altLang="en-US" sz="16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次幂</a:t>
            </a:r>
            <a:r>
              <a:rPr lang="zh-CN" altLang="en-US" sz="1600" dirty="0"/>
              <a:t>：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float </a:t>
            </a:r>
            <a:r>
              <a:rPr lang="en-US" altLang="zh-CN" sz="12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Polynomial</a:t>
            </a:r>
            <a:r>
              <a:rPr lang="en-US" altLang="zh-CN" sz="12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::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Power(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float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x, 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n) 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float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res = 1.0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endParaRPr lang="en-US" altLang="zh-CN" sz="12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if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(x &lt; 0.0 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|| 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 &lt; 0) 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return 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res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//</a:t>
            </a:r>
            <a:r>
              <a:rPr lang="zh-CN" altLang="en-US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实际应该报错</a:t>
            </a:r>
            <a:endParaRPr lang="en-US" altLang="zh-CN" sz="12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for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(int </a:t>
            </a:r>
            <a:r>
              <a:rPr lang="en-US" altLang="zh-CN" sz="1200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= 1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1200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&lt;= n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1200" dirty="0" err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++) res = res*x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	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return</a:t>
            </a:r>
            <a:r>
              <a:rPr lang="en-US" altLang="zh-CN" sz="12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res</a:t>
            </a: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5670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在静态链表中查找具有给定值的结点：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int </a:t>
            </a:r>
            <a:r>
              <a:rPr lang="en-US" altLang="zh-CN" dirty="0" err="1"/>
              <a:t>StaticList</a:t>
            </a:r>
            <a:r>
              <a:rPr lang="en-US" altLang="zh-CN" dirty="0"/>
              <a:t>&lt;T&gt; :: Search ( T 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int p = </a:t>
            </a:r>
            <a:r>
              <a:rPr lang="en-US" altLang="zh-CN" dirty="0" err="1"/>
              <a:t>elem</a:t>
            </a:r>
            <a:r>
              <a:rPr lang="en-US" altLang="zh-CN" dirty="0"/>
              <a:t>[0].link;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//</a:t>
            </a:r>
            <a:r>
              <a:rPr lang="zh-CN" altLang="en-US" dirty="0"/>
              <a:t>指针 </a:t>
            </a:r>
            <a:r>
              <a:rPr lang="en-US" altLang="zh-CN" dirty="0"/>
              <a:t>p </a:t>
            </a:r>
            <a:r>
              <a:rPr lang="zh-CN" altLang="en-US" dirty="0"/>
              <a:t>指向链表第一个结点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while ( p != -1 )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if ( </a:t>
            </a:r>
            <a:r>
              <a:rPr lang="en-US" altLang="zh-CN" dirty="0" err="1"/>
              <a:t>elem</a:t>
            </a:r>
            <a:r>
              <a:rPr lang="en-US" altLang="zh-CN" dirty="0"/>
              <a:t>[p].data == x) break;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else p = </a:t>
            </a:r>
            <a:r>
              <a:rPr lang="en-US" altLang="zh-CN" dirty="0" err="1"/>
              <a:t>elem</a:t>
            </a:r>
            <a:r>
              <a:rPr lang="en-US" altLang="zh-CN" dirty="0"/>
              <a:t>[p].link;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//</a:t>
            </a:r>
            <a:r>
              <a:rPr lang="zh-CN" altLang="en-US" dirty="0"/>
              <a:t>逐个结点检测查找具有给定值的结点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return p;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647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zh-CN" altLang="en-US" dirty="0"/>
              <a:t>在静态链表的表尾追加一个新结点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</a:t>
            </a:r>
            <a:r>
              <a:rPr lang="en-US" altLang="zh-CN" dirty="0" err="1"/>
              <a:t>StaticList</a:t>
            </a:r>
            <a:r>
              <a:rPr lang="en-US" altLang="zh-CN" dirty="0"/>
              <a:t>&lt;T&gt; :: Append ( T 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if ( </a:t>
            </a:r>
            <a:r>
              <a:rPr lang="en-US" altLang="zh-CN" dirty="0" err="1"/>
              <a:t>avil</a:t>
            </a:r>
            <a:r>
              <a:rPr lang="en-US" altLang="zh-CN" dirty="0"/>
              <a:t> == -1 ) return false;   //</a:t>
            </a:r>
            <a:r>
              <a:rPr lang="zh-CN" altLang="en-US" dirty="0"/>
              <a:t>追加失败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int q = </a:t>
            </a:r>
            <a:r>
              <a:rPr lang="en-US" altLang="zh-CN" dirty="0" err="1"/>
              <a:t>avil</a:t>
            </a:r>
            <a:r>
              <a:rPr lang="en-US" altLang="zh-CN" dirty="0"/>
              <a:t>;                              //</a:t>
            </a:r>
            <a:r>
              <a:rPr lang="zh-CN" altLang="en-US" dirty="0"/>
              <a:t>分配结点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avil</a:t>
            </a:r>
            <a:r>
              <a:rPr lang="en-US" altLang="zh-CN" dirty="0"/>
              <a:t> = </a:t>
            </a:r>
            <a:r>
              <a:rPr lang="en-US" altLang="zh-CN" dirty="0" err="1"/>
              <a:t>elem</a:t>
            </a:r>
            <a:r>
              <a:rPr lang="en-US" altLang="zh-CN" dirty="0"/>
              <a:t>[</a:t>
            </a:r>
            <a:r>
              <a:rPr lang="en-US" altLang="zh-CN" dirty="0" err="1"/>
              <a:t>avil</a:t>
            </a:r>
            <a:r>
              <a:rPr lang="en-US" altLang="zh-CN" dirty="0"/>
              <a:t>].link;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[q].data = x;   </a:t>
            </a:r>
            <a:r>
              <a:rPr lang="en-US" altLang="zh-CN" dirty="0" err="1"/>
              <a:t>elem</a:t>
            </a:r>
            <a:r>
              <a:rPr lang="en-US" altLang="zh-CN" dirty="0"/>
              <a:t>[q].link = -1;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int p = 0;                                    //</a:t>
            </a:r>
            <a:r>
              <a:rPr lang="zh-CN" altLang="en-US" dirty="0"/>
              <a:t>查找表尾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while (</a:t>
            </a:r>
            <a:r>
              <a:rPr lang="en-US" altLang="zh-CN" dirty="0" err="1"/>
              <a:t>elem</a:t>
            </a:r>
            <a:r>
              <a:rPr lang="en-US" altLang="zh-CN" dirty="0"/>
              <a:t>[p].link != -1) p = </a:t>
            </a:r>
            <a:r>
              <a:rPr lang="en-US" altLang="zh-CN" dirty="0" err="1"/>
              <a:t>elem</a:t>
            </a:r>
            <a:r>
              <a:rPr lang="en-US" altLang="zh-CN" dirty="0"/>
              <a:t>[p].link;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[p].link = q;                       //</a:t>
            </a:r>
            <a:r>
              <a:rPr lang="zh-CN" altLang="en-US" dirty="0"/>
              <a:t>追加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return true;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 </a:t>
            </a:r>
          </a:p>
          <a:p>
            <a:endParaRPr lang="en-US" altLang="zh-CN" b="1" dirty="0"/>
          </a:p>
          <a:p>
            <a:r>
              <a:rPr lang="en-US" altLang="zh-CN" b="1" dirty="0"/>
              <a:t>=========================================</a:t>
            </a:r>
          </a:p>
          <a:p>
            <a:pPr marL="0" indent="0">
              <a:buNone/>
              <a:defRPr/>
            </a:pPr>
            <a:r>
              <a:rPr lang="zh-CN" altLang="en-US" dirty="0"/>
              <a:t>在静态链表第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个结点处插入新结点：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</a:t>
            </a:r>
            <a:r>
              <a:rPr lang="en-US" altLang="zh-CN" dirty="0" err="1"/>
              <a:t>StaticList</a:t>
            </a:r>
            <a:r>
              <a:rPr lang="en-US" altLang="zh-CN" dirty="0"/>
              <a:t>&lt;T&gt; :: Insert ( int </a:t>
            </a:r>
            <a:r>
              <a:rPr lang="en-US" altLang="zh-CN" dirty="0" err="1"/>
              <a:t>i</a:t>
            </a:r>
            <a:r>
              <a:rPr lang="en-US" altLang="zh-CN" dirty="0"/>
              <a:t>, T 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int p = Locate (</a:t>
            </a:r>
            <a:r>
              <a:rPr lang="en-US" altLang="zh-CN" dirty="0" err="1"/>
              <a:t>i</a:t>
            </a:r>
            <a:r>
              <a:rPr lang="en-US" altLang="zh-CN" dirty="0"/>
              <a:t>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if ( p == -1 ) return false;       //</a:t>
            </a:r>
            <a:r>
              <a:rPr lang="zh-CN" altLang="en-US" dirty="0"/>
              <a:t>找不到结点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int q = </a:t>
            </a:r>
            <a:r>
              <a:rPr lang="en-US" altLang="zh-CN" dirty="0" err="1"/>
              <a:t>avil</a:t>
            </a:r>
            <a:r>
              <a:rPr lang="en-US" altLang="zh-CN" dirty="0"/>
              <a:t>;                              //</a:t>
            </a:r>
            <a:r>
              <a:rPr lang="zh-CN" altLang="en-US" dirty="0"/>
              <a:t>分配结点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avil</a:t>
            </a:r>
            <a:r>
              <a:rPr lang="en-US" altLang="zh-CN" dirty="0"/>
              <a:t> = </a:t>
            </a:r>
            <a:r>
              <a:rPr lang="en-US" altLang="zh-CN" dirty="0" err="1"/>
              <a:t>elem</a:t>
            </a:r>
            <a:r>
              <a:rPr lang="en-US" altLang="zh-CN" dirty="0"/>
              <a:t>[</a:t>
            </a:r>
            <a:r>
              <a:rPr lang="en-US" altLang="zh-CN" dirty="0" err="1"/>
              <a:t>avil</a:t>
            </a:r>
            <a:r>
              <a:rPr lang="en-US" altLang="zh-CN" dirty="0"/>
              <a:t>].link;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[q].data = x;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[q].link = </a:t>
            </a:r>
            <a:r>
              <a:rPr lang="en-US" altLang="zh-CN" dirty="0" err="1"/>
              <a:t>elem</a:t>
            </a:r>
            <a:r>
              <a:rPr lang="en-US" altLang="zh-CN" dirty="0"/>
              <a:t>[p].link;    //</a:t>
            </a:r>
            <a:r>
              <a:rPr lang="zh-CN" altLang="en-US" dirty="0"/>
              <a:t>链入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[p].link = q;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true;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endParaRPr lang="en-US" altLang="zh-CN" b="1" dirty="0"/>
          </a:p>
          <a:p>
            <a:r>
              <a:rPr lang="en-US" altLang="zh-CN" b="1" dirty="0"/>
              <a:t>=========================================</a:t>
            </a:r>
          </a:p>
          <a:p>
            <a:pPr marL="0" indent="0">
              <a:buNone/>
              <a:defRPr/>
            </a:pPr>
            <a:r>
              <a:rPr lang="zh-CN" altLang="en-US" dirty="0"/>
              <a:t>在静态链表中释放第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个结点：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</a:t>
            </a:r>
            <a:r>
              <a:rPr lang="en-US" altLang="zh-CN" dirty="0" err="1"/>
              <a:t>StaticList</a:t>
            </a:r>
            <a:r>
              <a:rPr lang="en-US" altLang="zh-CN" dirty="0"/>
              <a:t>&lt;T&gt; :: Remove ( int </a:t>
            </a:r>
            <a:r>
              <a:rPr lang="en-US" altLang="zh-CN" dirty="0" err="1"/>
              <a:t>i</a:t>
            </a:r>
            <a:r>
              <a:rPr lang="en-US" altLang="zh-CN" dirty="0"/>
              <a:t>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int p = Locate (i-1);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if ( p == -1 ) return false;     //</a:t>
            </a:r>
            <a:r>
              <a:rPr lang="zh-CN" altLang="en-US" dirty="0"/>
              <a:t>找不到结点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int q = </a:t>
            </a:r>
            <a:r>
              <a:rPr lang="en-US" altLang="zh-CN" dirty="0" err="1"/>
              <a:t>elem</a:t>
            </a:r>
            <a:r>
              <a:rPr lang="en-US" altLang="zh-CN" dirty="0"/>
              <a:t>[p].link;               //</a:t>
            </a:r>
            <a:r>
              <a:rPr lang="zh-CN" altLang="en-US" dirty="0"/>
              <a:t>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[p].link = </a:t>
            </a:r>
            <a:r>
              <a:rPr lang="en-US" altLang="zh-CN" dirty="0" err="1"/>
              <a:t>elem</a:t>
            </a:r>
            <a:r>
              <a:rPr lang="en-US" altLang="zh-CN" dirty="0"/>
              <a:t>[q].link;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elem</a:t>
            </a:r>
            <a:r>
              <a:rPr lang="en-US" altLang="zh-CN" dirty="0"/>
              <a:t>[q].link = </a:t>
            </a:r>
            <a:r>
              <a:rPr lang="en-US" altLang="zh-CN" dirty="0" err="1"/>
              <a:t>avil</a:t>
            </a:r>
            <a:r>
              <a:rPr lang="en-US" altLang="zh-CN" dirty="0"/>
              <a:t>;                 //</a:t>
            </a:r>
            <a:r>
              <a:rPr lang="zh-CN" altLang="en-US" dirty="0"/>
              <a:t>释放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avil</a:t>
            </a:r>
            <a:r>
              <a:rPr lang="en-US" altLang="zh-CN" dirty="0"/>
              <a:t> = q;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true;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endParaRPr lang="en-US" altLang="zh-CN" b="1" dirty="0"/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006F4F-15AE-48CC-AC8E-A94C1A750EDA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9058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E6BD8-910F-4459-BEB3-45946A596297}" type="slidenum">
              <a:rPr lang="en-US" altLang="zh-CN" smtClean="0"/>
              <a:pPr/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484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C862C-E266-EA5D-7AA7-8FB35AFB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60D677-A06D-AB13-CE32-75C32E1D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487C64-DE0B-0AC4-9BCC-67E0CA2F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2D848-DD65-49F2-B943-41CFD1C0EF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798242"/>
      </p:ext>
    </p:extLst>
  </p:cSld>
  <p:clrMapOvr>
    <a:masterClrMapping/>
  </p:clrMapOvr>
  <p:transition>
    <p:spli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  <a:lvl2pPr>
              <a:lnSpc>
                <a:spcPct val="100000"/>
              </a:lnSpc>
              <a:defRPr sz="3200"/>
            </a:lvl2pPr>
            <a:lvl3pPr>
              <a:lnSpc>
                <a:spcPct val="100000"/>
              </a:lnSpc>
              <a:defRPr sz="2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9FC21-519B-5916-7428-B222DBCD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9523C4-F1BB-2010-8030-EE5CE660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C82E84-1AB7-5001-20AD-3A739CB3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0A454-672B-4648-95F0-3F19F16C23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693035"/>
      </p:ext>
    </p:extLst>
  </p:cSld>
  <p:clrMapOvr>
    <a:masterClrMapping/>
  </p:clrMapOvr>
  <p:transition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9C6F3-0EF1-4DF8-ECE0-67950814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3AD33-F441-72DF-520C-A7F30E3D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34DF0-A1F0-7A37-37AB-6FDADB3B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528A3-A982-453A-AA10-4506ED8F25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2324781"/>
      </p:ext>
    </p:extLst>
  </p:cSld>
  <p:clrMapOvr>
    <a:masterClrMapping/>
  </p:clrMapOvr>
  <p:transition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9186CC5-51B9-1F4F-D4B1-49389C41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3E2F0B8-913E-9F2B-C5D2-88C6C55A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DDB6F94-D0C9-0664-35E9-4AC8C711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9DCEF-DF55-4DC2-B1A2-007713CF54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0747546"/>
      </p:ext>
    </p:extLst>
  </p:cSld>
  <p:clrMapOvr>
    <a:masterClrMapping/>
  </p:clrMapOvr>
  <p:transition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913DB5F-AC30-EE4B-03D2-1D951BB0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4B1C605-CD8C-B207-3FD4-D224B9C7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0D62009-8721-B3BE-FAD6-49AA920A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914F2-BA83-4492-B5A9-BC4A58F916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274462"/>
      </p:ext>
    </p:extLst>
  </p:cSld>
  <p:clrMapOvr>
    <a:masterClrMapping/>
  </p:clrMapOvr>
  <p:transition>
    <p:spli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9102D24-DAD8-C051-AA8A-40D6E58D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2987EAD-7966-AF22-FAE9-A3ECB18A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96E4F58-CF3A-8157-645D-0521C003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77477-857A-412E-875C-63A0817C1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8202831"/>
      </p:ext>
    </p:extLst>
  </p:cSld>
  <p:clrMapOvr>
    <a:masterClrMapping/>
  </p:clrMapOvr>
  <p:transition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9665A60-335C-BAE1-45E6-FF1E6EE2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0110CF9-1660-62A0-05AB-DDB569B2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9D7D162-4BB3-CBE9-0B31-20324E5D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27B48-7DA3-49E8-AEB1-E1AE69056C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2170241"/>
      </p:ext>
    </p:extLst>
  </p:cSld>
  <p:clrMapOvr>
    <a:masterClrMapping/>
  </p:clrMapOvr>
  <p:transition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70D7984-A49E-EB40-4541-1089C130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4E84133-5E53-C21A-1167-BBD3199C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D334BBB-0731-D77F-AA69-900FE464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4C8F9-633C-4113-821B-50655183A9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430663"/>
      </p:ext>
    </p:extLst>
  </p:cSld>
  <p:clrMapOvr>
    <a:masterClrMapping/>
  </p:clrMapOvr>
  <p:transition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82D71DA-0BD9-A8E4-E383-AC376F21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C659BBE-2F75-2D1B-00D7-6A44DA76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017D217-0C86-F287-FE35-1C9BA4AA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74728-8DE3-4F94-973D-886166E312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29801"/>
      </p:ext>
    </p:extLst>
  </p:cSld>
  <p:clrMapOvr>
    <a:masterClrMapping/>
  </p:clrMapOvr>
  <p:transition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60DE1-D1CF-6A76-8A93-B3499FFF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C1928-EED8-3A77-15AD-041AA717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49007-5317-B477-EF57-CF210A46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1526E-E158-4155-9014-6BA4AAD2E3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807274"/>
      </p:ext>
    </p:extLst>
  </p:cSld>
  <p:clrMapOvr>
    <a:masterClrMapping/>
  </p:clrMapOvr>
  <p:transition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5AFE66-4765-2E0D-7A9C-B606A152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C971F-A55F-3238-3DA3-724CD202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5F3890-506B-2546-BC5D-E0C59C2B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C72C8-AF72-44C2-B584-4DE1770C68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304884"/>
      </p:ext>
    </p:extLst>
  </p:cSld>
  <p:clrMapOvr>
    <a:masterClrMapping/>
  </p:clrMapOvr>
  <p:transition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8FF2A-67CD-45D5-2E52-AC3DF0DD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EF410-CE64-B373-6386-1C4D4BFD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4BCB4-ADC3-C275-F163-8BE9E6AA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E56D9-CA3F-46C3-9BB7-727447FB70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6058196"/>
      </p:ext>
    </p:extLst>
  </p:cSld>
  <p:clrMapOvr>
    <a:masterClrMapping/>
  </p:clrMapOvr>
  <p:transition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523006-2842-C566-47A2-5FB6F132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7A7183-B6C1-5DED-FF9F-F33BCCB2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8E7A4-31A6-30A7-AF6E-189B8395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DD5AD-72F3-403D-B12E-6E9BF25AEB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571056"/>
      </p:ext>
    </p:extLst>
  </p:cSld>
  <p:clrMapOvr>
    <a:masterClrMapping/>
  </p:clrMapOvr>
  <p:transition>
    <p:spli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1310D-52DB-C3E9-3E56-51C7517F4C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F21E4-1412-8DB6-ABB5-79DCA4726A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013A4-F7D5-8BF3-01D9-5243636B9A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20D42-AF1C-4720-B765-8B418A00BD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09055"/>
      </p:ext>
    </p:extLst>
  </p:cSld>
  <p:clrMapOvr>
    <a:masterClrMapping/>
  </p:clrMapOvr>
  <p:transition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98CE25-1C52-E04B-E500-77DF975F840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0CEFB2-3574-9909-0682-7DEF9AB2A9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B4727-66B0-4D63-BF83-C6CD2D0B89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D3DC52D-53A5-A9FE-0452-12BB3FB05A1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960697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5168B6-24B3-BFB7-FAA5-D70D423FEF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6C80E45-F862-FED0-40AD-4C1ECEF39B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5B221-2C8F-4124-82C6-272D514DAD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5305176B-E976-6460-DB20-62C3226BE0B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72722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3D30DDE-FD96-5AAB-6F11-0CB5B4FDA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10154C5A-AF3B-7CC0-A42E-8B9A89386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35174-C1D5-5927-6EAE-7134D0DAD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A5A99-103F-81A3-61E4-9D86F3601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177CA-7327-9AF2-22EE-1AA67B058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10C871-2DB2-4175-9A1E-AFE5246054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</p:sldLayoutIdLst>
  <p:transition>
    <p:split/>
  </p:transition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4.xml"/><Relationship Id="rId4" Type="http://schemas.openxmlformats.org/officeDocument/2006/relationships/slide" Target="slide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5DAA3-8C73-248B-59AD-52185FBF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线性表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567FD-DDEC-DB1D-B2BD-E4B00F729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线性表</a:t>
            </a:r>
          </a:p>
          <a:p>
            <a:pPr lvl="1"/>
            <a:r>
              <a:rPr lang="zh-CN" altLang="en-US" dirty="0"/>
              <a:t>顺序表 </a:t>
            </a:r>
          </a:p>
          <a:p>
            <a:pPr lvl="1"/>
            <a:r>
              <a:rPr lang="zh-CN" altLang="en-US" dirty="0"/>
              <a:t>线性链表</a:t>
            </a:r>
            <a:endParaRPr lang="en-US" altLang="zh-CN" dirty="0"/>
          </a:p>
          <a:p>
            <a:pPr lvl="2"/>
            <a:r>
              <a:rPr lang="zh-CN" altLang="en-US" dirty="0"/>
              <a:t>单链表</a:t>
            </a:r>
          </a:p>
          <a:p>
            <a:pPr lvl="2"/>
            <a:r>
              <a:rPr lang="zh-CN" altLang="en-US" dirty="0"/>
              <a:t>循环链表、双向链表</a:t>
            </a:r>
          </a:p>
          <a:p>
            <a:pPr lvl="2"/>
            <a:r>
              <a:rPr lang="zh-CN" altLang="en-US" dirty="0"/>
              <a:t>静态链表</a:t>
            </a:r>
          </a:p>
          <a:p>
            <a:r>
              <a:rPr lang="zh-CN" altLang="en-US" dirty="0"/>
              <a:t>线性表的应用：多项式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5A53F-3728-3EA6-05CD-73982968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B5E0A454-672B-4648-95F0-3F19F16C23BB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8049336"/>
      </p:ext>
    </p:extLst>
  </p:cSld>
  <p:clrMapOvr>
    <a:masterClrMapping/>
  </p:clrMapOvr>
  <p:transition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B73A151B-A7EE-D1F2-E04B-A9A8D6709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2.1 </a:t>
            </a:r>
            <a:r>
              <a:rPr lang="zh-CN" altLang="en-US" dirty="0"/>
              <a:t>线性表的概念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21D54-2283-3CE2-52D4-119C1BA5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线性结构是常用的简单数据结构。线性表是最基础的线性结构</a:t>
            </a:r>
          </a:p>
          <a:p>
            <a:pPr>
              <a:defRPr/>
            </a:pPr>
            <a:r>
              <a:rPr lang="zh-CN" altLang="en-US" dirty="0"/>
              <a:t>线性表的定义：  </a:t>
            </a:r>
            <a:r>
              <a:rPr lang="en-US" altLang="zh-CN" dirty="0"/>
              <a:t>n</a:t>
            </a:r>
            <a:r>
              <a:rPr lang="zh-CN" altLang="en-US" dirty="0"/>
              <a:t>（ </a:t>
            </a:r>
            <a:r>
              <a:rPr lang="zh-CN" altLang="en-US" dirty="0">
                <a:sym typeface="Symbol" pitchFamily="18" charset="2"/>
              </a:rPr>
              <a:t>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）个数据元素的有限序列，记作</a:t>
            </a:r>
            <a:r>
              <a:rPr lang="en-US" altLang="zh-CN" dirty="0"/>
              <a:t>L =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…, a</a:t>
            </a:r>
            <a:r>
              <a:rPr lang="en-US" altLang="zh-CN" baseline="-25000" dirty="0"/>
              <a:t>n</a:t>
            </a:r>
            <a:r>
              <a:rPr lang="zh-CN" altLang="en-US" dirty="0"/>
              <a:t>）</a:t>
            </a:r>
          </a:p>
          <a:p>
            <a:pPr lvl="1">
              <a:defRPr/>
            </a:pP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是表中数据元素，</a:t>
            </a:r>
            <a:r>
              <a:rPr lang="en-US" altLang="zh-CN" dirty="0"/>
              <a:t>n </a:t>
            </a:r>
            <a:r>
              <a:rPr lang="zh-CN" altLang="en-US" dirty="0"/>
              <a:t>是表长，</a:t>
            </a:r>
            <a:r>
              <a:rPr lang="en-US" altLang="zh-CN" dirty="0"/>
              <a:t>L</a:t>
            </a:r>
            <a:r>
              <a:rPr lang="zh-CN" altLang="en-US" dirty="0"/>
              <a:t>是表名。</a:t>
            </a:r>
          </a:p>
          <a:p>
            <a:pPr>
              <a:defRPr/>
            </a:pPr>
            <a:r>
              <a:rPr lang="zh-CN" altLang="en-US" dirty="0"/>
              <a:t>线性表中元素的数据类型可以不相同。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为讨论简单，本章假设同一个表中的元素具有相同的类型。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A5C8FC-69D6-6F5F-D3A3-5F65D10F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FD7E60-E3D0-4C2C-8A20-2FF5D845F825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  <p:transition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1028">
            <a:extLst>
              <a:ext uri="{FF2B5EF4-FFF2-40B4-BE49-F238E27FC236}">
                <a16:creationId xmlns:a16="http://schemas.microsoft.com/office/drawing/2014/main" id="{29B06335-33E7-1C15-572E-5B5DCDE95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72000"/>
            <a:ext cx="609600" cy="6096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lin ang="2700000" scaled="1"/>
          </a:gradFill>
          <a:ln w="9525">
            <a:solidFill>
              <a:schemeClr val="accent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1" name="AutoShape 1029">
            <a:extLst>
              <a:ext uri="{FF2B5EF4-FFF2-40B4-BE49-F238E27FC236}">
                <a16:creationId xmlns:a16="http://schemas.microsoft.com/office/drawing/2014/main" id="{BF8A7674-98EA-47E1-6B9C-BB581956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800600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7C8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7C80"/>
              </a:solidFill>
            </a:endParaRPr>
          </a:p>
        </p:txBody>
      </p:sp>
      <p:sp>
        <p:nvSpPr>
          <p:cNvPr id="7172" name="Oval 1030">
            <a:extLst>
              <a:ext uri="{FF2B5EF4-FFF2-40B4-BE49-F238E27FC236}">
                <a16:creationId xmlns:a16="http://schemas.microsoft.com/office/drawing/2014/main" id="{4FBA80D7-0E12-98B5-0DDF-DEFD25E0A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572000"/>
            <a:ext cx="609600" cy="6096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lin ang="2700000" scaled="1"/>
          </a:gradFill>
          <a:ln w="9525">
            <a:solidFill>
              <a:schemeClr val="accent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3" name="AutoShape 1031">
            <a:extLst>
              <a:ext uri="{FF2B5EF4-FFF2-40B4-BE49-F238E27FC236}">
                <a16:creationId xmlns:a16="http://schemas.microsoft.com/office/drawing/2014/main" id="{9F2F9E70-93B6-FA5C-2495-8761463B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00600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7C8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7C80"/>
              </a:solidFill>
            </a:endParaRPr>
          </a:p>
        </p:txBody>
      </p:sp>
      <p:sp>
        <p:nvSpPr>
          <p:cNvPr id="7174" name="Oval 1032">
            <a:extLst>
              <a:ext uri="{FF2B5EF4-FFF2-40B4-BE49-F238E27FC236}">
                <a16:creationId xmlns:a16="http://schemas.microsoft.com/office/drawing/2014/main" id="{58936C33-54F5-EC90-411F-DA6133E66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572000"/>
            <a:ext cx="609600" cy="6096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lin ang="2700000" scaled="1"/>
          </a:gradFill>
          <a:ln w="9525">
            <a:solidFill>
              <a:schemeClr val="accent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5" name="AutoShape 1033">
            <a:extLst>
              <a:ext uri="{FF2B5EF4-FFF2-40B4-BE49-F238E27FC236}">
                <a16:creationId xmlns:a16="http://schemas.microsoft.com/office/drawing/2014/main" id="{42120FCF-739C-EB46-FFB3-9A78F1D57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800600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7C8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7C80"/>
              </a:solidFill>
            </a:endParaRPr>
          </a:p>
        </p:txBody>
      </p:sp>
      <p:sp>
        <p:nvSpPr>
          <p:cNvPr id="7176" name="Oval 1034">
            <a:extLst>
              <a:ext uri="{FF2B5EF4-FFF2-40B4-BE49-F238E27FC236}">
                <a16:creationId xmlns:a16="http://schemas.microsoft.com/office/drawing/2014/main" id="{AB73AB90-89C7-87D6-93FA-A4AC6E57C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72000"/>
            <a:ext cx="609600" cy="6096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lin ang="2700000" scaled="1"/>
          </a:gradFill>
          <a:ln w="9525">
            <a:solidFill>
              <a:schemeClr val="accent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" name="AutoShape 1035">
            <a:extLst>
              <a:ext uri="{FF2B5EF4-FFF2-40B4-BE49-F238E27FC236}">
                <a16:creationId xmlns:a16="http://schemas.microsoft.com/office/drawing/2014/main" id="{DADE6EDB-8BF0-284A-7418-9C0C3A387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800600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7C8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7C80"/>
              </a:solidFill>
            </a:endParaRPr>
          </a:p>
        </p:txBody>
      </p:sp>
      <p:sp>
        <p:nvSpPr>
          <p:cNvPr id="7178" name="Oval 1036">
            <a:extLst>
              <a:ext uri="{FF2B5EF4-FFF2-40B4-BE49-F238E27FC236}">
                <a16:creationId xmlns:a16="http://schemas.microsoft.com/office/drawing/2014/main" id="{D2DEAF0A-BFCA-CB77-BCE0-CCB6026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572000"/>
            <a:ext cx="609600" cy="6096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lin ang="2700000" scaled="1"/>
          </a:gradFill>
          <a:ln w="9525">
            <a:solidFill>
              <a:schemeClr val="accent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9" name="AutoShape 1037">
            <a:extLst>
              <a:ext uri="{FF2B5EF4-FFF2-40B4-BE49-F238E27FC236}">
                <a16:creationId xmlns:a16="http://schemas.microsoft.com/office/drawing/2014/main" id="{84851126-1E2B-65E2-0FF1-279AA2A7E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800600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7C8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7C80"/>
              </a:solidFill>
            </a:endParaRPr>
          </a:p>
        </p:txBody>
      </p:sp>
      <p:sp>
        <p:nvSpPr>
          <p:cNvPr id="7180" name="Oval 1038">
            <a:extLst>
              <a:ext uri="{FF2B5EF4-FFF2-40B4-BE49-F238E27FC236}">
                <a16:creationId xmlns:a16="http://schemas.microsoft.com/office/drawing/2014/main" id="{31BA4287-A108-1F8C-34A2-90F77B1A5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609600" cy="6096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lin ang="2700000" scaled="1"/>
          </a:gradFill>
          <a:ln w="9525">
            <a:solidFill>
              <a:schemeClr val="accent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1" name="Text Box 1039">
            <a:extLst>
              <a:ext uri="{FF2B5EF4-FFF2-40B4-BE49-F238E27FC236}">
                <a16:creationId xmlns:a16="http://schemas.microsoft.com/office/drawing/2014/main" id="{13624A79-0D39-1DFE-AFF8-DA3F56DDE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46405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600" b="1" baseline="-2500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2" name="Text Box 1040">
            <a:extLst>
              <a:ext uri="{FF2B5EF4-FFF2-40B4-BE49-F238E27FC236}">
                <a16:creationId xmlns:a16="http://schemas.microsoft.com/office/drawing/2014/main" id="{1E3CC6F6-CC54-8D01-CEDE-29BE7456E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6405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600" b="1" baseline="-2500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3" name="Text Box 1041">
            <a:extLst>
              <a:ext uri="{FF2B5EF4-FFF2-40B4-BE49-F238E27FC236}">
                <a16:creationId xmlns:a16="http://schemas.microsoft.com/office/drawing/2014/main" id="{D21F77A3-F045-80B9-EA15-4703347F5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5850" y="446405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600" b="1" baseline="-2500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4" name="Text Box 1042">
            <a:extLst>
              <a:ext uri="{FF2B5EF4-FFF2-40B4-BE49-F238E27FC236}">
                <a16:creationId xmlns:a16="http://schemas.microsoft.com/office/drawing/2014/main" id="{1B908F4A-37E2-404F-17AB-7D08493E7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46405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600" b="1" baseline="-2500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5" name="Text Box 1043">
            <a:extLst>
              <a:ext uri="{FF2B5EF4-FFF2-40B4-BE49-F238E27FC236}">
                <a16:creationId xmlns:a16="http://schemas.microsoft.com/office/drawing/2014/main" id="{760E26AB-5A0C-0755-B424-16A1E1E79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6405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600" b="1" baseline="-2500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6" name="Text Box 1044">
            <a:extLst>
              <a:ext uri="{FF2B5EF4-FFF2-40B4-BE49-F238E27FC236}">
                <a16:creationId xmlns:a16="http://schemas.microsoft.com/office/drawing/2014/main" id="{089F84FE-C082-0198-B840-27BD59907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46405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600" b="1" baseline="-2500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8" name="Rectangle 1046">
            <a:extLst>
              <a:ext uri="{FF2B5EF4-FFF2-40B4-BE49-F238E27FC236}">
                <a16:creationId xmlns:a16="http://schemas.microsoft.com/office/drawing/2014/main" id="{D9FA8E2A-C29A-93DA-2CC6-2F5A5383B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线性表的特点</a:t>
            </a:r>
          </a:p>
        </p:txBody>
      </p:sp>
      <p:sp>
        <p:nvSpPr>
          <p:cNvPr id="7189" name="内容占位符 2">
            <a:extLst>
              <a:ext uri="{FF2B5EF4-FFF2-40B4-BE49-F238E27FC236}">
                <a16:creationId xmlns:a16="http://schemas.microsoft.com/office/drawing/2014/main" id="{95FD9E7F-1F9B-A33A-904F-03AC33FD0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96225" cy="4351338"/>
          </a:xfrm>
        </p:spPr>
        <p:txBody>
          <a:bodyPr/>
          <a:lstStyle/>
          <a:p>
            <a:r>
              <a:rPr lang="zh-CN" altLang="en-US" dirty="0"/>
              <a:t>除第一个元素外，其他每一个元素有且仅有一个直接前驱。</a:t>
            </a:r>
          </a:p>
          <a:p>
            <a:r>
              <a:rPr lang="zh-CN" altLang="en-US" dirty="0"/>
              <a:t>除最后一个元素外，其他每一个元素有且仅有一个直接后继。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26493-3197-E3D4-1931-4D36DF7C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4D48A4-6C58-46CB-9A05-E534F0211BE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597E3AB-F78D-9255-A936-FC49EE166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线性表的类定义</a:t>
            </a:r>
            <a:r>
              <a:rPr lang="en-US" altLang="zh-CN" dirty="0"/>
              <a:t>(</a:t>
            </a:r>
            <a:r>
              <a:rPr lang="zh-CN" altLang="en-US" dirty="0"/>
              <a:t>程序</a:t>
            </a:r>
            <a:r>
              <a:rPr lang="en-US" altLang="zh-CN" dirty="0"/>
              <a:t>2.2)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0ECA7E-0AD7-44C9-94DB-FAE01EB95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5900" y="1825625"/>
            <a:ext cx="4298950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template &lt;class T&gt;</a:t>
            </a:r>
          </a:p>
          <a:p>
            <a:pPr marL="0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LinearList</a:t>
            </a:r>
            <a:r>
              <a:rPr lang="en-US" altLang="zh-CN" dirty="0"/>
              <a:t> {</a:t>
            </a:r>
          </a:p>
          <a:p>
            <a:pPr marL="0" indent="0">
              <a:buNone/>
            </a:pPr>
            <a:r>
              <a:rPr lang="en-US" altLang="zh-CN" dirty="0"/>
              <a:t>public: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LinearList</a:t>
            </a:r>
            <a:r>
              <a:rPr lang="en-US" altLang="zh-CN" dirty="0"/>
              <a:t> ( );</a:t>
            </a:r>
          </a:p>
          <a:p>
            <a:pPr marL="0" indent="0">
              <a:buNone/>
            </a:pPr>
            <a:r>
              <a:rPr lang="en-US" altLang="zh-CN" dirty="0"/>
              <a:t>     ~</a:t>
            </a:r>
            <a:r>
              <a:rPr lang="en-US" altLang="zh-CN" dirty="0" err="1"/>
              <a:t>LinearList</a:t>
            </a:r>
            <a:r>
              <a:rPr lang="en-US" altLang="zh-CN" dirty="0"/>
              <a:t> ( ); </a:t>
            </a:r>
          </a:p>
          <a:p>
            <a:pPr marL="0" indent="0">
              <a:buNone/>
            </a:pPr>
            <a:r>
              <a:rPr lang="en-US" altLang="zh-CN" dirty="0"/>
              <a:t>     virtual int Size ( ) const = 0; 	       </a:t>
            </a:r>
          </a:p>
          <a:p>
            <a:pPr marL="0" indent="0">
              <a:buNone/>
            </a:pPr>
            <a:r>
              <a:rPr lang="en-US" altLang="zh-CN" dirty="0"/>
              <a:t>     virtual int Length ( ) const = 0; </a:t>
            </a:r>
          </a:p>
          <a:p>
            <a:pPr marL="0" indent="0">
              <a:buNone/>
            </a:pPr>
            <a:r>
              <a:rPr lang="en-US" altLang="zh-CN" dirty="0"/>
              <a:t>     virtual bool </a:t>
            </a:r>
            <a:r>
              <a:rPr lang="en-US" altLang="zh-CN" dirty="0" err="1"/>
              <a:t>getData</a:t>
            </a:r>
            <a:r>
              <a:rPr lang="en-US" altLang="zh-CN" dirty="0"/>
              <a:t> ( int I, T &amp;x ) const = 0;     //</a:t>
            </a:r>
            <a:r>
              <a:rPr lang="zh-CN" altLang="en-US" dirty="0"/>
              <a:t>取第</a:t>
            </a:r>
            <a:r>
              <a:rPr lang="en-US" altLang="zh-CN" dirty="0" err="1"/>
              <a:t>i</a:t>
            </a:r>
            <a:r>
              <a:rPr lang="zh-CN" altLang="en-US" dirty="0"/>
              <a:t>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virtual  bool </a:t>
            </a:r>
            <a:r>
              <a:rPr lang="en-US" altLang="zh-CN" dirty="0" err="1"/>
              <a:t>setData</a:t>
            </a:r>
            <a:r>
              <a:rPr lang="en-US" altLang="zh-CN" dirty="0"/>
              <a:t> ( int </a:t>
            </a:r>
            <a:r>
              <a:rPr lang="en-US" altLang="zh-CN" dirty="0" err="1"/>
              <a:t>i</a:t>
            </a:r>
            <a:r>
              <a:rPr lang="en-US" altLang="zh-CN" dirty="0"/>
              <a:t>, T x ) = 0;              //</a:t>
            </a:r>
            <a:r>
              <a:rPr lang="zh-CN" altLang="en-US" dirty="0"/>
              <a:t>设第</a:t>
            </a:r>
            <a:r>
              <a:rPr lang="en-US" altLang="zh-CN" dirty="0" err="1"/>
              <a:t>i</a:t>
            </a:r>
            <a:r>
              <a:rPr lang="zh-CN" altLang="en-US" dirty="0"/>
              <a:t>项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virtual bool Insert ( int </a:t>
            </a:r>
            <a:r>
              <a:rPr lang="en-US" altLang="zh-CN" dirty="0" err="1"/>
              <a:t>i</a:t>
            </a:r>
            <a:r>
              <a:rPr lang="en-US" altLang="zh-CN" dirty="0"/>
              <a:t>, T x ) = 0;     </a:t>
            </a:r>
          </a:p>
          <a:p>
            <a:pPr marL="0" indent="0">
              <a:buNone/>
            </a:pPr>
            <a:r>
              <a:rPr lang="en-US" altLang="zh-CN" dirty="0"/>
              <a:t>          //</a:t>
            </a:r>
            <a:r>
              <a:rPr lang="zh-CN" altLang="en-US" dirty="0"/>
              <a:t>插入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F605DAB-9E30-443C-885E-76AF1A207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407346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virtual bool Remove ( int </a:t>
            </a:r>
            <a:r>
              <a:rPr lang="en-US" altLang="zh-CN" dirty="0" err="1"/>
              <a:t>i</a:t>
            </a:r>
            <a:r>
              <a:rPr lang="en-US" altLang="zh-CN" dirty="0"/>
              <a:t>, T&amp; x ) = 0;	//</a:t>
            </a:r>
            <a:r>
              <a:rPr lang="zh-CN" altLang="en-US" dirty="0"/>
              <a:t>删除</a:t>
            </a:r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virtual bool </a:t>
            </a:r>
            <a:r>
              <a:rPr lang="en-US" altLang="zh-CN" dirty="0" err="1"/>
              <a:t>IsEmpty</a:t>
            </a:r>
            <a:r>
              <a:rPr lang="en-US" altLang="zh-CN" dirty="0"/>
              <a:t> ( ) const = 0; </a:t>
            </a:r>
          </a:p>
          <a:p>
            <a:pPr marL="0" indent="0">
              <a:buNone/>
            </a:pPr>
            <a:r>
              <a:rPr lang="en-US" altLang="zh-CN" dirty="0"/>
              <a:t>     virtual bool </a:t>
            </a:r>
            <a:r>
              <a:rPr lang="en-US" altLang="zh-CN" dirty="0" err="1"/>
              <a:t>IsFull</a:t>
            </a:r>
            <a:r>
              <a:rPr lang="en-US" altLang="zh-CN" dirty="0"/>
              <a:t> ( ) const = 0; </a:t>
            </a:r>
          </a:p>
          <a:p>
            <a:pPr marL="0" indent="0">
              <a:buNone/>
            </a:pPr>
            <a:r>
              <a:rPr lang="en-US" altLang="zh-CN" dirty="0"/>
              <a:t>     virtual void Sort ( ) = 0;</a:t>
            </a:r>
          </a:p>
          <a:p>
            <a:pPr marL="0" indent="0">
              <a:buNone/>
            </a:pPr>
            <a:r>
              <a:rPr lang="en-US" altLang="zh-CN" dirty="0"/>
              <a:t>     virtual void input ( ) = 0 ;</a:t>
            </a:r>
          </a:p>
          <a:p>
            <a:pPr marL="0" indent="0">
              <a:buNone/>
            </a:pPr>
            <a:r>
              <a:rPr lang="en-US" altLang="zh-CN" dirty="0"/>
              <a:t>     virtual void output ( ) =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zh-CN" altLang="en-US" dirty="0"/>
              <a:t>说明：</a:t>
            </a:r>
            <a:r>
              <a:rPr lang="en-US" altLang="zh-CN" dirty="0"/>
              <a:t>	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virtual</a:t>
            </a:r>
            <a:r>
              <a:rPr lang="zh-CN" altLang="en-US" dirty="0"/>
              <a:t>修饰的成员函数是虚函数，后面用 “</a:t>
            </a:r>
            <a:r>
              <a:rPr lang="en-US" altLang="zh-CN" dirty="0"/>
              <a:t>= 0” </a:t>
            </a:r>
            <a:r>
              <a:rPr lang="zh-CN" altLang="en-US" dirty="0"/>
              <a:t>标示的是纯虚函数，需要由派生类根据需要进一步定义其具体实现。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成员函数后面使用</a:t>
            </a:r>
            <a:r>
              <a:rPr lang="en-US" altLang="zh-CN" dirty="0"/>
              <a:t>const</a:t>
            </a:r>
            <a:r>
              <a:rPr lang="zh-CN" altLang="en-US" dirty="0"/>
              <a:t>修饰，表示该成员函数不修改对象的属性值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虚函数主要起到定义接口的作用。被调用时根据对象类型调用相应子类的实现代码。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3BDDAB-9FCB-7B4A-36B0-01F66AD8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3494-58D7-4755-BC23-AC26710F69F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BA653F24-AE47-E8E6-7992-ED43BDBBF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线性表的存储方式</a:t>
            </a:r>
          </a:p>
        </p:txBody>
      </p:sp>
      <p:sp>
        <p:nvSpPr>
          <p:cNvPr id="10243" name="Rectangle 1027">
            <a:extLst>
              <a:ext uri="{FF2B5EF4-FFF2-40B4-BE49-F238E27FC236}">
                <a16:creationId xmlns:a16="http://schemas.microsoft.com/office/drawing/2014/main" id="{5D0F51AB-561E-E4BE-4FA9-A4D55A3785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线性表的存储方式</a:t>
            </a:r>
            <a:endParaRPr lang="en-US" altLang="zh-CN" dirty="0"/>
          </a:p>
          <a:p>
            <a:pPr lvl="1"/>
            <a:r>
              <a:rPr lang="zh-CN" altLang="en-US" dirty="0"/>
              <a:t>顺序存储方式  基于一维数组的存储表示</a:t>
            </a:r>
          </a:p>
          <a:p>
            <a:pPr lvl="1"/>
            <a:r>
              <a:rPr lang="zh-CN" altLang="en-US" dirty="0"/>
              <a:t>链表存储方式  基于一维链表的存储表示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D7C8E7-F0A5-6304-7E6F-C465339A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297705-E04A-4082-85B7-3727E84B3B3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213B0DEC-1075-D9BC-1A02-72FBB782B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90" y="5651988"/>
            <a:ext cx="41148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7" name="Text Box 5">
            <a:extLst>
              <a:ext uri="{FF2B5EF4-FFF2-40B4-BE49-F238E27FC236}">
                <a16:creationId xmlns:a16="http://schemas.microsoft.com/office/drawing/2014/main" id="{9D0A6D8F-5A20-2F4B-77F3-D315AEF48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8413" y="5590765"/>
            <a:ext cx="4257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25  34  57  16  48  09</a:t>
            </a:r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 dirty="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268" name="Line 6">
            <a:extLst>
              <a:ext uri="{FF2B5EF4-FFF2-40B4-BE49-F238E27FC236}">
                <a16:creationId xmlns:a16="http://schemas.microsoft.com/office/drawing/2014/main" id="{6EF577CF-D77E-CF12-24F9-568ACF669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1" y="5557122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Line 7">
            <a:extLst>
              <a:ext uri="{FF2B5EF4-FFF2-40B4-BE49-F238E27FC236}">
                <a16:creationId xmlns:a16="http://schemas.microsoft.com/office/drawing/2014/main" id="{5794329E-A93C-A11B-9FB8-2193D85BD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1" y="5557122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Line 8">
            <a:extLst>
              <a:ext uri="{FF2B5EF4-FFF2-40B4-BE49-F238E27FC236}">
                <a16:creationId xmlns:a16="http://schemas.microsoft.com/office/drawing/2014/main" id="{99B2F76C-F880-BBCA-38BF-D366FE6FD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1" y="5557122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486FD97E-0433-B109-EF0B-B12AD2D28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1" y="5557122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2" name="Text Box 10">
            <a:extLst>
              <a:ext uri="{FF2B5EF4-FFF2-40B4-BE49-F238E27FC236}">
                <a16:creationId xmlns:a16="http://schemas.microsoft.com/office/drawing/2014/main" id="{D556D34C-5D76-EE93-FC3A-AA3840215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4" y="5184829"/>
            <a:ext cx="3917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0     1      2      3      4      5 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3" name="Text Box 11">
            <a:extLst>
              <a:ext uri="{FF2B5EF4-FFF2-40B4-BE49-F238E27FC236}">
                <a16:creationId xmlns:a16="http://schemas.microsoft.com/office/drawing/2014/main" id="{B4CE8717-3915-ADF0-805E-B98E796D6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225" y="5572662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1274" name="Line 12">
            <a:extLst>
              <a:ext uri="{FF2B5EF4-FFF2-40B4-BE49-F238E27FC236}">
                <a16:creationId xmlns:a16="http://schemas.microsoft.com/office/drawing/2014/main" id="{249B3112-E820-86DC-18EE-81F766D22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1" y="5571409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5" name="标题 2">
            <a:extLst>
              <a:ext uri="{FF2B5EF4-FFF2-40B4-BE49-F238E27FC236}">
                <a16:creationId xmlns:a16="http://schemas.microsoft.com/office/drawing/2014/main" id="{F3F356D3-C4E0-6202-EB01-DD8AEBFDE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顺序表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F7C638-C908-2B8C-B9F8-A359D7502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94063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/>
              <a:t>定义  将线性表中的元素相继存放在一个连续的存储空间中。           </a:t>
            </a:r>
          </a:p>
          <a:p>
            <a:pPr>
              <a:defRPr/>
            </a:pPr>
            <a:r>
              <a:rPr lang="zh-CN" altLang="en-US" dirty="0"/>
              <a:t>特点</a:t>
            </a:r>
          </a:p>
          <a:p>
            <a:pPr lvl="1">
              <a:defRPr/>
            </a:pPr>
            <a:r>
              <a:rPr lang="zh-CN" altLang="en-US" dirty="0"/>
              <a:t>表元素的逻辑顺序与其存放的物理顺序一致。</a:t>
            </a:r>
          </a:p>
          <a:p>
            <a:pPr>
              <a:defRPr/>
            </a:pPr>
            <a:r>
              <a:rPr lang="zh-CN" altLang="en-US" dirty="0"/>
              <a:t>可用</a:t>
            </a:r>
            <a:r>
              <a:rPr lang="en-US" altLang="zh-CN" dirty="0"/>
              <a:t>C++</a:t>
            </a:r>
            <a:r>
              <a:rPr lang="zh-CN" altLang="en-US" dirty="0"/>
              <a:t>的一维数组描述存储结构。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顺序表与数组的区别：数组元素按数组下标定位，因此数组元素可以在数组中不连续存储。而顺序表中的表元素必须依次存放在一个连续的空间中。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1B94D7-160C-416D-CB46-1B1B419E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113676-DFA7-4AA7-9BA2-092B9C3033D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8DAA8EA-AEC9-43C9-B7BE-5E72E7180D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顺序表的类定义及其操作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F6459F9-7691-EF75-B048-B366030B5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顺序表的存储空间分配可以有静态和动态两种方式。</a:t>
            </a:r>
          </a:p>
          <a:p>
            <a:pPr lvl="1"/>
            <a:r>
              <a:rPr lang="zh-CN" altLang="en-US" dirty="0"/>
              <a:t>静态方式：类定义中指定了数组大小，程序运行中无法扩充表容量。</a:t>
            </a:r>
            <a:endParaRPr lang="en-US" altLang="zh-CN" dirty="0"/>
          </a:p>
          <a:p>
            <a:pPr lvl="1"/>
            <a:r>
              <a:rPr lang="zh-CN" altLang="en-US" dirty="0"/>
              <a:t>动态方式：类定义中未指定数组大小，根据需要确定好大小后再动态分配。</a:t>
            </a:r>
            <a:endParaRPr lang="en-US" altLang="zh-CN" dirty="0"/>
          </a:p>
          <a:p>
            <a:pPr lvl="2"/>
            <a:r>
              <a:rPr lang="zh-CN" altLang="en-US" dirty="0"/>
              <a:t>相对较为灵活，以下采用这种方式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9F6D9F-D527-452E-EE03-46966E4D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F3C063-B8C1-43AF-8E75-72024D856A3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8C361DA-5BF3-4721-B0B9-73AE7F64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</a:t>
            </a:r>
            <a:r>
              <a:rPr lang="en-US" altLang="zh-CN" dirty="0"/>
              <a:t>2.5 </a:t>
            </a:r>
            <a:r>
              <a:rPr lang="zh-CN" altLang="en-US" dirty="0"/>
              <a:t>顺序表的类声明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D307710-8440-4972-8EBB-EC0398075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5900" y="1825625"/>
            <a:ext cx="4298950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#include "</a:t>
            </a:r>
            <a:r>
              <a:rPr lang="en-US" altLang="zh-CN" dirty="0" err="1"/>
              <a:t>linearList.h</a:t>
            </a:r>
            <a:r>
              <a:rPr lang="en-US" altLang="zh-CN" dirty="0"/>
              <a:t>“</a:t>
            </a:r>
          </a:p>
          <a:p>
            <a:pPr marL="0" indent="0">
              <a:buNone/>
            </a:pPr>
            <a:r>
              <a:rPr lang="en-US" altLang="zh-CN" dirty="0"/>
              <a:t>const int </a:t>
            </a:r>
            <a:r>
              <a:rPr lang="en-US" altLang="zh-CN" dirty="0" err="1"/>
              <a:t>defaultSize</a:t>
            </a:r>
            <a:r>
              <a:rPr lang="en-US" altLang="zh-CN" dirty="0"/>
              <a:t> = 100;</a:t>
            </a:r>
          </a:p>
          <a:p>
            <a:pPr marL="0" indent="0">
              <a:buNone/>
            </a:pPr>
            <a:r>
              <a:rPr lang="en-US" altLang="zh-CN" dirty="0"/>
              <a:t>template &lt;class T&gt;   class </a:t>
            </a:r>
            <a:r>
              <a:rPr lang="en-US" altLang="zh-CN" dirty="0" err="1"/>
              <a:t>SeqList</a:t>
            </a:r>
            <a:r>
              <a:rPr lang="en-US" altLang="zh-CN" dirty="0"/>
              <a:t>: public </a:t>
            </a:r>
            <a:r>
              <a:rPr lang="en-US" altLang="zh-CN" dirty="0" err="1"/>
              <a:t>LinearList</a:t>
            </a:r>
            <a:r>
              <a:rPr lang="en-US" altLang="zh-CN" dirty="0"/>
              <a:t>&lt;T&gt; {</a:t>
            </a:r>
          </a:p>
          <a:p>
            <a:pPr marL="0" indent="0">
              <a:buNone/>
            </a:pPr>
            <a:r>
              <a:rPr lang="en-US" altLang="zh-CN" dirty="0"/>
              <a:t>protected:</a:t>
            </a:r>
          </a:p>
          <a:p>
            <a:pPr marL="0" indent="0">
              <a:buNone/>
            </a:pPr>
            <a:r>
              <a:rPr lang="en-US" altLang="zh-CN" dirty="0"/>
              <a:t>      T *data;                               //</a:t>
            </a:r>
            <a:r>
              <a:rPr lang="zh-CN" altLang="en-US" dirty="0"/>
              <a:t>顺序表存储数组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int </a:t>
            </a:r>
            <a:r>
              <a:rPr lang="en-US" altLang="zh-CN" dirty="0" err="1"/>
              <a:t>maxSize</a:t>
            </a:r>
            <a:r>
              <a:rPr lang="en-US" altLang="zh-CN" dirty="0"/>
              <a:t>;                         //</a:t>
            </a:r>
            <a:r>
              <a:rPr lang="zh-CN" altLang="en-US" dirty="0"/>
              <a:t>最大允许长度	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int last; 	                   //</a:t>
            </a:r>
            <a:r>
              <a:rPr lang="zh-CN" altLang="en-US" dirty="0"/>
              <a:t>当前最后元素下标</a:t>
            </a:r>
          </a:p>
          <a:p>
            <a:pPr marL="0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void </a:t>
            </a:r>
            <a:r>
              <a:rPr lang="en-US" altLang="zh-CN" dirty="0" err="1"/>
              <a:t>reSize</a:t>
            </a:r>
            <a:r>
              <a:rPr lang="en-US" altLang="zh-CN" dirty="0"/>
              <a:t>(int </a:t>
            </a:r>
            <a:r>
              <a:rPr lang="en-US" altLang="zh-CN" dirty="0" err="1"/>
              <a:t>newSize</a:t>
            </a:r>
            <a:r>
              <a:rPr lang="en-US" altLang="zh-CN" dirty="0"/>
              <a:t>);      //</a:t>
            </a:r>
            <a:r>
              <a:rPr lang="zh-CN" altLang="en-US" dirty="0"/>
              <a:t>调整空间大小</a:t>
            </a:r>
          </a:p>
          <a:p>
            <a:pPr marL="0" indent="0">
              <a:buNone/>
            </a:pPr>
            <a:r>
              <a:rPr lang="en-US" altLang="zh-CN" dirty="0"/>
              <a:t>public: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SeqList</a:t>
            </a:r>
            <a:r>
              <a:rPr lang="en-US" altLang="zh-CN" dirty="0"/>
              <a:t> ( int </a:t>
            </a:r>
            <a:r>
              <a:rPr lang="en-US" altLang="zh-CN" dirty="0" err="1"/>
              <a:t>sz</a:t>
            </a:r>
            <a:r>
              <a:rPr lang="en-US" altLang="zh-CN" dirty="0"/>
              <a:t> = </a:t>
            </a:r>
            <a:r>
              <a:rPr lang="en-US" altLang="zh-CN" dirty="0" err="1"/>
              <a:t>defaultSize</a:t>
            </a:r>
            <a:r>
              <a:rPr lang="en-US" altLang="zh-CN" dirty="0"/>
              <a:t> );</a:t>
            </a:r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SeqList</a:t>
            </a:r>
            <a:r>
              <a:rPr lang="en-US" altLang="zh-CN" dirty="0"/>
              <a:t> (</a:t>
            </a:r>
            <a:r>
              <a:rPr lang="en-US" altLang="zh-CN" dirty="0" err="1"/>
              <a:t>SeqList</a:t>
            </a:r>
            <a:r>
              <a:rPr lang="en-US" altLang="zh-CN" dirty="0"/>
              <a:t>&lt;T&gt;&amp; L );</a:t>
            </a:r>
          </a:p>
          <a:p>
            <a:pPr marL="0" indent="0">
              <a:buNone/>
            </a:pPr>
            <a:r>
              <a:rPr lang="en-US" altLang="zh-CN" dirty="0"/>
              <a:t>      ~</a:t>
            </a:r>
            <a:r>
              <a:rPr lang="en-US" altLang="zh-CN" dirty="0" err="1"/>
              <a:t>SeqList</a:t>
            </a:r>
            <a:r>
              <a:rPr lang="en-US" altLang="zh-CN" dirty="0"/>
              <a:t> ( ) { delete[ ] data; }</a:t>
            </a:r>
          </a:p>
          <a:p>
            <a:pPr marL="0" indent="0">
              <a:buNone/>
            </a:pPr>
            <a:r>
              <a:rPr lang="en-US" altLang="zh-CN" dirty="0"/>
              <a:t>      int Size( ) const { return </a:t>
            </a:r>
            <a:r>
              <a:rPr lang="en-US" altLang="zh-CN" dirty="0" err="1"/>
              <a:t>maxSize</a:t>
            </a:r>
            <a:r>
              <a:rPr lang="en-US" altLang="zh-CN" dirty="0"/>
              <a:t>; }</a:t>
            </a:r>
          </a:p>
          <a:p>
            <a:pPr marL="0" indent="0">
              <a:buNone/>
            </a:pPr>
            <a:r>
              <a:rPr lang="en-US" altLang="zh-CN" dirty="0"/>
              <a:t>      int Length( ) const { return last+1; }					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8954AF-7374-44E3-9FBC-52C40171C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298950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int Search ( T x ) const;        //</a:t>
            </a:r>
            <a:r>
              <a:rPr lang="zh-CN" altLang="en-US" dirty="0"/>
              <a:t>查找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int Locate ( int </a:t>
            </a:r>
            <a:r>
              <a:rPr lang="en-US" altLang="zh-CN" dirty="0" err="1"/>
              <a:t>i</a:t>
            </a:r>
            <a:r>
              <a:rPr lang="en-US" altLang="zh-CN" dirty="0"/>
              <a:t> ) const;	     //</a:t>
            </a:r>
            <a:r>
              <a:rPr lang="zh-CN" altLang="en-US" dirty="0"/>
              <a:t>定位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{ return (</a:t>
            </a:r>
            <a:r>
              <a:rPr lang="en-US" altLang="zh-CN" dirty="0" err="1"/>
              <a:t>i</a:t>
            </a:r>
            <a:r>
              <a:rPr lang="en-US" altLang="zh-CN" dirty="0"/>
              <a:t> &lt; 1 || </a:t>
            </a:r>
            <a:r>
              <a:rPr lang="en-US" altLang="zh-CN" dirty="0" err="1"/>
              <a:t>i</a:t>
            </a:r>
            <a:r>
              <a:rPr lang="en-US" altLang="zh-CN" dirty="0"/>
              <a:t> &gt; last+1) ? 0 : i-1; }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bool </a:t>
            </a:r>
            <a:r>
              <a:rPr lang="en-US" altLang="zh-CN" dirty="0" err="1"/>
              <a:t>getData</a:t>
            </a:r>
            <a:r>
              <a:rPr lang="en-US" altLang="zh-CN" dirty="0"/>
              <a:t> ( int 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  <a:r>
              <a:rPr lang="en-US" altLang="zh-CN" dirty="0" err="1"/>
              <a:t>T&amp;x</a:t>
            </a:r>
            <a:r>
              <a:rPr lang="en-US" altLang="zh-CN" dirty="0"/>
              <a:t>) const     //</a:t>
            </a:r>
            <a:r>
              <a:rPr lang="zh-CN" altLang="en-US" dirty="0"/>
              <a:t>取第</a:t>
            </a:r>
            <a:r>
              <a:rPr lang="en-US" altLang="zh-CN" dirty="0" err="1"/>
              <a:t>i</a:t>
            </a:r>
            <a:r>
              <a:rPr lang="zh-CN" altLang="en-US" dirty="0"/>
              <a:t>项值</a:t>
            </a:r>
          </a:p>
          <a:p>
            <a:pPr marL="0" indent="0"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{ if(</a:t>
            </a:r>
            <a:r>
              <a:rPr lang="en-US" altLang="zh-CN" dirty="0" err="1"/>
              <a:t>i</a:t>
            </a:r>
            <a:r>
              <a:rPr lang="en-US" altLang="zh-CN" dirty="0"/>
              <a:t> &gt; 0 &amp;&amp; </a:t>
            </a:r>
            <a:r>
              <a:rPr lang="en-US" altLang="zh-CN" dirty="0" err="1"/>
              <a:t>i</a:t>
            </a:r>
            <a:r>
              <a:rPr lang="en-US" altLang="zh-CN" dirty="0"/>
              <a:t> &lt;= last + 1)  {x = data[</a:t>
            </a:r>
            <a:r>
              <a:rPr lang="en-US" altLang="zh-CN" dirty="0" err="1"/>
              <a:t>i</a:t>
            </a:r>
            <a:r>
              <a:rPr lang="en-US" altLang="zh-CN" dirty="0"/>
              <a:t>- 1];  return true; } else return false; }</a:t>
            </a:r>
          </a:p>
          <a:p>
            <a:pPr marL="0" indent="0">
              <a:buNone/>
            </a:pPr>
            <a:r>
              <a:rPr lang="en-US" altLang="zh-CN" dirty="0"/>
              <a:t>        bool </a:t>
            </a:r>
            <a:r>
              <a:rPr lang="en-US" altLang="zh-CN" dirty="0" err="1"/>
              <a:t>setData</a:t>
            </a:r>
            <a:r>
              <a:rPr lang="en-US" altLang="zh-CN" dirty="0"/>
              <a:t> ( int </a:t>
            </a:r>
            <a:r>
              <a:rPr lang="en-US" altLang="zh-CN" dirty="0" err="1"/>
              <a:t>i</a:t>
            </a:r>
            <a:r>
              <a:rPr lang="en-US" altLang="zh-CN" dirty="0"/>
              <a:t>, T x )   //</a:t>
            </a:r>
            <a:r>
              <a:rPr lang="zh-CN" altLang="en-US" dirty="0"/>
              <a:t>设第</a:t>
            </a:r>
            <a:r>
              <a:rPr lang="en-US" altLang="zh-CN" dirty="0" err="1"/>
              <a:t>i</a:t>
            </a:r>
            <a:r>
              <a:rPr lang="zh-CN" altLang="en-US" dirty="0"/>
              <a:t>项值</a:t>
            </a:r>
          </a:p>
          <a:p>
            <a:pPr marL="0" indent="0"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{if (</a:t>
            </a:r>
            <a:r>
              <a:rPr lang="en-US" altLang="zh-CN" dirty="0" err="1"/>
              <a:t>i</a:t>
            </a:r>
            <a:r>
              <a:rPr lang="en-US" altLang="zh-CN" dirty="0"/>
              <a:t> &gt; 0 &amp;&amp; </a:t>
            </a:r>
            <a:r>
              <a:rPr lang="en-US" altLang="zh-CN" dirty="0" err="1"/>
              <a:t>i</a:t>
            </a:r>
            <a:r>
              <a:rPr lang="en-US" altLang="zh-CN" dirty="0"/>
              <a:t> &lt;= last + 1) {data[</a:t>
            </a:r>
            <a:r>
              <a:rPr lang="en-US" altLang="zh-CN" dirty="0" err="1"/>
              <a:t>i</a:t>
            </a:r>
            <a:r>
              <a:rPr lang="en-US" altLang="zh-CN" dirty="0"/>
              <a:t>- 1] = x;  return true;}  else return false; }</a:t>
            </a:r>
          </a:p>
          <a:p>
            <a:pPr marL="0" indent="0">
              <a:buNone/>
            </a:pPr>
            <a:r>
              <a:rPr lang="en-US" altLang="zh-CN" dirty="0"/>
              <a:t>        bool Insert ( int </a:t>
            </a:r>
            <a:r>
              <a:rPr lang="en-US" altLang="zh-CN" dirty="0" err="1"/>
              <a:t>i</a:t>
            </a:r>
            <a:r>
              <a:rPr lang="en-US" altLang="zh-CN" dirty="0"/>
              <a:t>, T x);           //</a:t>
            </a:r>
            <a:r>
              <a:rPr lang="zh-CN" altLang="en-US" dirty="0"/>
              <a:t>插入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bool Remove ( int </a:t>
            </a:r>
            <a:r>
              <a:rPr lang="en-US" altLang="zh-CN" dirty="0" err="1"/>
              <a:t>i</a:t>
            </a:r>
            <a:r>
              <a:rPr lang="en-US" altLang="zh-CN" dirty="0"/>
              <a:t>, T&amp; x);    //</a:t>
            </a:r>
            <a:r>
              <a:rPr lang="zh-CN" altLang="en-US" dirty="0"/>
              <a:t>删除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bool </a:t>
            </a:r>
            <a:r>
              <a:rPr lang="en-US" altLang="zh-CN" dirty="0" err="1"/>
              <a:t>IsEmpty</a:t>
            </a:r>
            <a:r>
              <a:rPr lang="en-US" altLang="zh-CN" dirty="0"/>
              <a:t> ( ) { return (last ==-1) ; }</a:t>
            </a:r>
          </a:p>
          <a:p>
            <a:pPr marL="0" indent="0">
              <a:buNone/>
            </a:pPr>
            <a:r>
              <a:rPr lang="en-US" altLang="zh-CN" dirty="0"/>
              <a:t>        bool </a:t>
            </a:r>
            <a:r>
              <a:rPr lang="en-US" altLang="zh-CN" dirty="0" err="1"/>
              <a:t>IsFull</a:t>
            </a:r>
            <a:r>
              <a:rPr lang="en-US" altLang="zh-CN" dirty="0"/>
              <a:t> ( ) const { return (last == maxSize-1) ; }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SeqList</a:t>
            </a:r>
            <a:r>
              <a:rPr lang="en-US" altLang="zh-CN" dirty="0"/>
              <a:t>&lt;T&gt; operator = (</a:t>
            </a:r>
            <a:r>
              <a:rPr lang="en-US" altLang="zh-CN" dirty="0" err="1"/>
              <a:t>SeqList</a:t>
            </a:r>
            <a:r>
              <a:rPr lang="en-US" altLang="zh-CN" dirty="0"/>
              <a:t>&lt;T&gt;&amp; L );</a:t>
            </a:r>
          </a:p>
          <a:p>
            <a:pPr marL="0" indent="0">
              <a:buNone/>
            </a:pPr>
            <a:r>
              <a:rPr lang="en-US" altLang="zh-CN" dirty="0"/>
              <a:t>                    //</a:t>
            </a:r>
            <a:r>
              <a:rPr lang="zh-CN" altLang="en-US" dirty="0"/>
              <a:t>表整体赋值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…//Sort</a:t>
            </a:r>
            <a:r>
              <a:rPr lang="zh-CN" altLang="en-US" dirty="0"/>
              <a:t>、</a:t>
            </a:r>
            <a:r>
              <a:rPr lang="en-US" altLang="zh-CN" dirty="0"/>
              <a:t>input</a:t>
            </a:r>
            <a:r>
              <a:rPr lang="zh-CN" altLang="en-US" dirty="0"/>
              <a:t>、</a:t>
            </a:r>
            <a:r>
              <a:rPr lang="en-US" altLang="zh-CN" dirty="0"/>
              <a:t>output</a:t>
            </a:r>
            <a:r>
              <a:rPr lang="zh-CN" altLang="en-US" dirty="0"/>
              <a:t>、</a:t>
            </a:r>
            <a:r>
              <a:rPr lang="en-US" altLang="zh-CN" dirty="0"/>
              <a:t>Union</a:t>
            </a:r>
            <a:r>
              <a:rPr lang="zh-CN" altLang="en-US" dirty="0"/>
              <a:t>、</a:t>
            </a:r>
            <a:r>
              <a:rPr lang="en-US" altLang="zh-CN" dirty="0"/>
              <a:t>Intersection</a:t>
            </a:r>
            <a:r>
              <a:rPr lang="zh-CN" altLang="en-US" dirty="0"/>
              <a:t>等</a:t>
            </a:r>
          </a:p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}	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563BC3-C60B-6226-7270-DC6966A0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A9B920-30A2-49FD-8D8B-1F3F08BFB56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14DA7D0-E86A-D98E-AB1B-272031220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顺序表的构造函数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F8CCCC-A63C-43A6-BF0E-768085219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30725"/>
          </a:xfrm>
        </p:spPr>
        <p:txBody>
          <a:bodyPr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      //</a:t>
            </a:r>
            <a:r>
              <a:rPr lang="zh-CN" altLang="en-US" dirty="0"/>
              <a:t>操作“</a:t>
            </a:r>
            <a:r>
              <a:rPr lang="en-US" altLang="zh-CN" dirty="0"/>
              <a:t>exit”</a:t>
            </a:r>
            <a:r>
              <a:rPr lang="zh-CN" altLang="en-US" dirty="0"/>
              <a:t>在此定义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#include  “</a:t>
            </a:r>
            <a:r>
              <a:rPr lang="en-US" altLang="zh-CN" dirty="0" err="1"/>
              <a:t>seqList.h</a:t>
            </a:r>
            <a:r>
              <a:rPr lang="en-US" altLang="zh-CN" dirty="0"/>
              <a:t>”   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template &lt;class T&gt;  </a:t>
            </a:r>
            <a:r>
              <a:rPr lang="en-US" altLang="zh-CN" dirty="0" err="1"/>
              <a:t>SeqList</a:t>
            </a:r>
            <a:r>
              <a:rPr lang="en-US" altLang="zh-CN" dirty="0"/>
              <a:t>&lt;T&gt; :: </a:t>
            </a:r>
            <a:r>
              <a:rPr lang="en-US" altLang="zh-CN" dirty="0" err="1"/>
              <a:t>SeqList</a:t>
            </a:r>
            <a:r>
              <a:rPr lang="en-US" altLang="zh-CN" dirty="0"/>
              <a:t> ( int </a:t>
            </a:r>
            <a:r>
              <a:rPr lang="en-US" altLang="zh-CN" dirty="0" err="1"/>
              <a:t>sz</a:t>
            </a:r>
            <a:r>
              <a:rPr lang="en-US" altLang="zh-CN" dirty="0"/>
              <a:t> ) {     //</a:t>
            </a:r>
            <a:r>
              <a:rPr lang="zh-CN" altLang="en-US" dirty="0"/>
              <a:t>构造函数</a:t>
            </a:r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if ( </a:t>
            </a:r>
            <a:r>
              <a:rPr lang="en-US" altLang="zh-CN" dirty="0" err="1"/>
              <a:t>sz</a:t>
            </a:r>
            <a:r>
              <a:rPr lang="en-US" altLang="zh-CN" dirty="0"/>
              <a:t> &gt; 0 ) {</a:t>
            </a:r>
          </a:p>
          <a:p>
            <a:pPr marL="0" indent="0">
              <a:buNone/>
            </a:pPr>
            <a:r>
              <a:rPr lang="en-US" altLang="zh-CN" dirty="0"/>
              <a:t>          </a:t>
            </a:r>
            <a:r>
              <a:rPr lang="en-US" altLang="zh-CN" dirty="0" err="1"/>
              <a:t>maxSize</a:t>
            </a:r>
            <a:r>
              <a:rPr lang="en-US" altLang="zh-CN" dirty="0"/>
              <a:t> = </a:t>
            </a:r>
            <a:r>
              <a:rPr lang="en-US" altLang="zh-CN" dirty="0" err="1"/>
              <a:t>sz</a:t>
            </a:r>
            <a:r>
              <a:rPr lang="en-US" altLang="zh-CN" dirty="0"/>
              <a:t>;       last = -1;			</a:t>
            </a:r>
          </a:p>
          <a:p>
            <a:pPr marL="0" indent="0">
              <a:buNone/>
            </a:pPr>
            <a:r>
              <a:rPr lang="en-US" altLang="zh-CN" dirty="0"/>
              <a:t>          data = new T[</a:t>
            </a:r>
            <a:r>
              <a:rPr lang="en-US" altLang="zh-CN" dirty="0" err="1"/>
              <a:t>maxSize</a:t>
            </a:r>
            <a:r>
              <a:rPr lang="en-US" altLang="zh-CN" dirty="0"/>
              <a:t>];</a:t>
            </a:r>
          </a:p>
          <a:p>
            <a:pPr marL="0" indent="0">
              <a:buNone/>
            </a:pPr>
            <a:r>
              <a:rPr lang="en-US" altLang="zh-CN" dirty="0"/>
              <a:t>          if ( data == NULL ) {</a:t>
            </a:r>
          </a:p>
          <a:p>
            <a:pPr marL="0" indent="0">
              <a:buNone/>
            </a:pPr>
            <a:r>
              <a:rPr lang="en-US" altLang="zh-CN" dirty="0"/>
              <a:t>              </a:t>
            </a:r>
            <a:r>
              <a:rPr lang="en-US" altLang="zh-CN" dirty="0" err="1"/>
              <a:t>cerr</a:t>
            </a:r>
            <a:r>
              <a:rPr lang="en-US" altLang="zh-CN" dirty="0"/>
              <a:t> &lt;&lt;"</a:t>
            </a:r>
            <a:r>
              <a:rPr lang="zh-CN" altLang="en-US" dirty="0"/>
              <a:t>存储分配错误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      exit (1);</a:t>
            </a:r>
          </a:p>
          <a:p>
            <a:pPr marL="0" indent="0">
              <a:buNone/>
            </a:pPr>
            <a:r>
              <a:rPr lang="en-US" altLang="zh-CN" dirty="0"/>
              <a:t>          }		</a:t>
            </a:r>
          </a:p>
          <a:p>
            <a:pPr marL="0" indent="0">
              <a:buNone/>
            </a:pPr>
            <a:r>
              <a:rPr lang="en-US" altLang="zh-CN" dirty="0"/>
              <a:t>     }</a:t>
            </a:r>
          </a:p>
          <a:p>
            <a:pPr marL="0" indent="0">
              <a:buNone/>
            </a:pPr>
            <a:r>
              <a:rPr lang="en-US" altLang="zh-CN" dirty="0"/>
              <a:t> 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类似方法：复制构造函数（代码见备注）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354897-2C90-0692-EFBA-79AD54B3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2817B-484D-466C-834D-F4F4EF0E76BA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F0F8D9-7800-746F-ACB4-823B3282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顺序表的搜索算法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06919D-B391-8AD8-71E6-12C2615CB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int </a:t>
            </a:r>
            <a:r>
              <a:rPr lang="en-US" altLang="zh-CN" dirty="0" err="1"/>
              <a:t>SeqList</a:t>
            </a:r>
            <a:r>
              <a:rPr lang="en-US" altLang="zh-CN" dirty="0"/>
              <a:t>&lt;T&gt; :: Search ( T x ) const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//</a:t>
            </a:r>
            <a:r>
              <a:rPr lang="zh-CN" altLang="en-US" dirty="0"/>
              <a:t>搜索函数：在顺序表中从头查找结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//</a:t>
            </a:r>
            <a:r>
              <a:rPr lang="zh-CN" altLang="en-US" dirty="0"/>
              <a:t>点值等于给定值</a:t>
            </a:r>
            <a:r>
              <a:rPr lang="en-US" altLang="zh-CN" dirty="0"/>
              <a:t>x</a:t>
            </a:r>
            <a:r>
              <a:rPr lang="zh-CN" altLang="en-US" dirty="0"/>
              <a:t>的结点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/>
              <a:t>for ( int </a:t>
            </a:r>
            <a:r>
              <a:rPr lang="en-US" altLang="zh-CN" dirty="0" err="1"/>
              <a:t>i</a:t>
            </a:r>
            <a:r>
              <a:rPr lang="en-US" altLang="zh-CN" dirty="0"/>
              <a:t> =0; </a:t>
            </a:r>
            <a:r>
              <a:rPr lang="en-US" altLang="zh-CN" dirty="0" err="1"/>
              <a:t>i</a:t>
            </a:r>
            <a:r>
              <a:rPr lang="en-US" altLang="zh-CN" dirty="0"/>
              <a:t> &lt;= last; </a:t>
            </a:r>
            <a:r>
              <a:rPr lang="en-US" altLang="zh-CN" dirty="0" err="1"/>
              <a:t>i</a:t>
            </a:r>
            <a:r>
              <a:rPr lang="en-US" altLang="zh-CN" dirty="0"/>
              <a:t>++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if (data[</a:t>
            </a:r>
            <a:r>
              <a:rPr lang="en-US" altLang="zh-CN" dirty="0" err="1"/>
              <a:t>i</a:t>
            </a:r>
            <a:r>
              <a:rPr lang="en-US" altLang="zh-CN" dirty="0"/>
              <a:t>] == x) return </a:t>
            </a:r>
            <a:r>
              <a:rPr lang="en-US" altLang="zh-CN" dirty="0" err="1"/>
              <a:t>i</a:t>
            </a:r>
            <a:r>
              <a:rPr lang="en-US" altLang="zh-CN" dirty="0"/>
              <a:t> + 1;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return 0;		 //</a:t>
            </a:r>
            <a:r>
              <a:rPr lang="zh-CN" altLang="en-US" dirty="0"/>
              <a:t>搜索失败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F4C211-F8B1-127F-3C1C-07BA1A75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DE5270-682B-475A-9E8F-F72FE0B35CB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3">
            <a:extLst>
              <a:ext uri="{FF2B5EF4-FFF2-40B4-BE49-F238E27FC236}">
                <a16:creationId xmlns:a16="http://schemas.microsoft.com/office/drawing/2014/main" id="{7B3FB113-055A-0AEE-8747-FBDFED4FF6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2613025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623EC5A7-07AA-2817-4026-6BBAC1734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2003425"/>
            <a:ext cx="41148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6" name="Text Box 5">
            <a:extLst>
              <a:ext uri="{FF2B5EF4-FFF2-40B4-BE49-F238E27FC236}">
                <a16:creationId xmlns:a16="http://schemas.microsoft.com/office/drawing/2014/main" id="{8A9E67AB-4D38-D7C2-1834-FB5929B55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2003425"/>
            <a:ext cx="4105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25  34  57  16  48  09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8D13E628-6975-EA58-AF47-6C61A64CD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1375" y="20034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Line 7">
            <a:extLst>
              <a:ext uri="{FF2B5EF4-FFF2-40B4-BE49-F238E27FC236}">
                <a16:creationId xmlns:a16="http://schemas.microsoft.com/office/drawing/2014/main" id="{6F7FEAD7-D4FC-4EF3-C557-C60785BE4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20034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Line 8">
            <a:extLst>
              <a:ext uri="{FF2B5EF4-FFF2-40B4-BE49-F238E27FC236}">
                <a16:creationId xmlns:a16="http://schemas.microsoft.com/office/drawing/2014/main" id="{61E41A76-1482-4F3A-CB9D-24008ED96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20034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Line 9">
            <a:extLst>
              <a:ext uri="{FF2B5EF4-FFF2-40B4-BE49-F238E27FC236}">
                <a16:creationId xmlns:a16="http://schemas.microsoft.com/office/drawing/2014/main" id="{34507ED7-04D4-DD55-5170-EACBDCEAE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8775" y="20034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Line 10">
            <a:extLst>
              <a:ext uri="{FF2B5EF4-FFF2-40B4-BE49-F238E27FC236}">
                <a16:creationId xmlns:a16="http://schemas.microsoft.com/office/drawing/2014/main" id="{1BA739F5-727C-13B1-8B72-8C1AA4DAD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4575" y="20034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Text Box 11">
            <a:extLst>
              <a:ext uri="{FF2B5EF4-FFF2-40B4-BE49-F238E27FC236}">
                <a16:creationId xmlns:a16="http://schemas.microsoft.com/office/drawing/2014/main" id="{0FA2906D-7FC5-2E67-F1C4-E46F628FD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484313"/>
            <a:ext cx="3917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0     1      2      3      4      5 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3" name="Text Box 12">
            <a:extLst>
              <a:ext uri="{FF2B5EF4-FFF2-40B4-BE49-F238E27FC236}">
                <a16:creationId xmlns:a16="http://schemas.microsoft.com/office/drawing/2014/main" id="{E6539EF1-458A-260B-5653-DA437A20D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2003425"/>
            <a:ext cx="862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8444" name="Text Box 13">
            <a:extLst>
              <a:ext uri="{FF2B5EF4-FFF2-40B4-BE49-F238E27FC236}">
                <a16:creationId xmlns:a16="http://schemas.microsoft.com/office/drawing/2014/main" id="{FA3136F4-2338-60B3-98BC-9D87993B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481263"/>
            <a:ext cx="165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</a:t>
            </a:r>
            <a:r>
              <a:rPr kumimoji="1" lang="zh-CN" altLang="en-US" sz="3200">
                <a:solidFill>
                  <a:srgbClr val="FF5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3200" b="1">
                <a:solidFill>
                  <a:srgbClr val="FF505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16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5" name="Text Box 14">
            <a:extLst>
              <a:ext uri="{FF2B5EF4-FFF2-40B4-BE49-F238E27FC236}">
                <a16:creationId xmlns:a16="http://schemas.microsoft.com/office/drawing/2014/main" id="{A1739EB9-7B6F-BB60-6052-C26ECC24C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2566988"/>
            <a:ext cx="296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6" name="Line 15">
            <a:extLst>
              <a:ext uri="{FF2B5EF4-FFF2-40B4-BE49-F238E27FC236}">
                <a16:creationId xmlns:a16="http://schemas.microsoft.com/office/drawing/2014/main" id="{9EDC407F-808F-2E6B-5C3F-AA5D48C740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9975" y="3709988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Rectangle 16">
            <a:extLst>
              <a:ext uri="{FF2B5EF4-FFF2-40B4-BE49-F238E27FC236}">
                <a16:creationId xmlns:a16="http://schemas.microsoft.com/office/drawing/2014/main" id="{7A2AD50D-BAFA-C7CC-3AF9-D98945D54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3100388"/>
            <a:ext cx="41148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8" name="Text Box 17">
            <a:extLst>
              <a:ext uri="{FF2B5EF4-FFF2-40B4-BE49-F238E27FC236}">
                <a16:creationId xmlns:a16="http://schemas.microsoft.com/office/drawing/2014/main" id="{8B9EA27F-0B92-47FE-9115-0022525A5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100388"/>
            <a:ext cx="4105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25  34  57  16  48  09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49" name="Line 18">
            <a:extLst>
              <a:ext uri="{FF2B5EF4-FFF2-40B4-BE49-F238E27FC236}">
                <a16:creationId xmlns:a16="http://schemas.microsoft.com/office/drawing/2014/main" id="{51582047-0134-5907-73DF-CA8B93EC7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1375" y="31003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0" name="Line 19">
            <a:extLst>
              <a:ext uri="{FF2B5EF4-FFF2-40B4-BE49-F238E27FC236}">
                <a16:creationId xmlns:a16="http://schemas.microsoft.com/office/drawing/2014/main" id="{36C37D54-76D4-C0A6-814A-5A1C64588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31003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1" name="Line 20">
            <a:extLst>
              <a:ext uri="{FF2B5EF4-FFF2-40B4-BE49-F238E27FC236}">
                <a16:creationId xmlns:a16="http://schemas.microsoft.com/office/drawing/2014/main" id="{59CD325D-CBCE-ADA1-6073-27E79F08A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31003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2" name="Line 21">
            <a:extLst>
              <a:ext uri="{FF2B5EF4-FFF2-40B4-BE49-F238E27FC236}">
                <a16:creationId xmlns:a16="http://schemas.microsoft.com/office/drawing/2014/main" id="{BA5BF9D1-B44E-6049-6E33-BD4CD24A8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8775" y="31003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3" name="Line 22">
            <a:extLst>
              <a:ext uri="{FF2B5EF4-FFF2-40B4-BE49-F238E27FC236}">
                <a16:creationId xmlns:a16="http://schemas.microsoft.com/office/drawing/2014/main" id="{907CCD35-1E1A-3095-71BE-2D1825BDB9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4575" y="31003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" name="Text Box 23">
            <a:extLst>
              <a:ext uri="{FF2B5EF4-FFF2-40B4-BE49-F238E27FC236}">
                <a16:creationId xmlns:a16="http://schemas.microsoft.com/office/drawing/2014/main" id="{46E69C7C-E016-1E93-F43F-1CBDD8CEA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3633788"/>
            <a:ext cx="296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55" name="Line 24">
            <a:extLst>
              <a:ext uri="{FF2B5EF4-FFF2-40B4-BE49-F238E27FC236}">
                <a16:creationId xmlns:a16="http://schemas.microsoft.com/office/drawing/2014/main" id="{87F26693-452C-56D7-B8B6-DD4114B89E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5775" y="4822825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6" name="Rectangle 25">
            <a:extLst>
              <a:ext uri="{FF2B5EF4-FFF2-40B4-BE49-F238E27FC236}">
                <a16:creationId xmlns:a16="http://schemas.microsoft.com/office/drawing/2014/main" id="{E1979E93-EE91-58DE-B283-054B6F69A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4213225"/>
            <a:ext cx="41148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7" name="Text Box 26">
            <a:extLst>
              <a:ext uri="{FF2B5EF4-FFF2-40B4-BE49-F238E27FC236}">
                <a16:creationId xmlns:a16="http://schemas.microsoft.com/office/drawing/2014/main" id="{7EE92592-63B1-12B9-EC23-48AC3DBC2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4213225"/>
            <a:ext cx="4105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25  34  57  16  48  09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58" name="Line 27">
            <a:extLst>
              <a:ext uri="{FF2B5EF4-FFF2-40B4-BE49-F238E27FC236}">
                <a16:creationId xmlns:a16="http://schemas.microsoft.com/office/drawing/2014/main" id="{C973C932-1C50-FFCF-04E1-764B8CEC6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1375" y="42132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9" name="Line 28">
            <a:extLst>
              <a:ext uri="{FF2B5EF4-FFF2-40B4-BE49-F238E27FC236}">
                <a16:creationId xmlns:a16="http://schemas.microsoft.com/office/drawing/2014/main" id="{172576B2-8E4C-47F3-0B89-D32DF08C0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42132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0" name="Line 29">
            <a:extLst>
              <a:ext uri="{FF2B5EF4-FFF2-40B4-BE49-F238E27FC236}">
                <a16:creationId xmlns:a16="http://schemas.microsoft.com/office/drawing/2014/main" id="{A529D363-D303-8707-7D8B-6ABD20C5B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42132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1" name="Line 30">
            <a:extLst>
              <a:ext uri="{FF2B5EF4-FFF2-40B4-BE49-F238E27FC236}">
                <a16:creationId xmlns:a16="http://schemas.microsoft.com/office/drawing/2014/main" id="{40233F18-5428-EAA2-E08C-D6A6A5444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8775" y="42132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2" name="Line 31">
            <a:extLst>
              <a:ext uri="{FF2B5EF4-FFF2-40B4-BE49-F238E27FC236}">
                <a16:creationId xmlns:a16="http://schemas.microsoft.com/office/drawing/2014/main" id="{84CAB1F1-4329-8A10-C7F0-9A1433C8B6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4575" y="4213225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3" name="Text Box 32">
            <a:extLst>
              <a:ext uri="{FF2B5EF4-FFF2-40B4-BE49-F238E27FC236}">
                <a16:creationId xmlns:a16="http://schemas.microsoft.com/office/drawing/2014/main" id="{7DBE79D6-1BCB-1BBF-E84C-14440C5AB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4746625"/>
            <a:ext cx="296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64" name="Line 33">
            <a:extLst>
              <a:ext uri="{FF2B5EF4-FFF2-40B4-BE49-F238E27FC236}">
                <a16:creationId xmlns:a16="http://schemas.microsoft.com/office/drawing/2014/main" id="{302520AD-2D82-812D-8784-EB5C696351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7775" y="5919788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5" name="Rectangle 34">
            <a:extLst>
              <a:ext uri="{FF2B5EF4-FFF2-40B4-BE49-F238E27FC236}">
                <a16:creationId xmlns:a16="http://schemas.microsoft.com/office/drawing/2014/main" id="{B016C789-1E3E-EA15-97E0-3B2B548E6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310188"/>
            <a:ext cx="41148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6" name="Text Box 35">
            <a:extLst>
              <a:ext uri="{FF2B5EF4-FFF2-40B4-BE49-F238E27FC236}">
                <a16:creationId xmlns:a16="http://schemas.microsoft.com/office/drawing/2014/main" id="{CF36767E-F24A-6DC8-D333-EB0946AC9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5310188"/>
            <a:ext cx="4105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25  34  57  16  48  09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67" name="Line 36">
            <a:extLst>
              <a:ext uri="{FF2B5EF4-FFF2-40B4-BE49-F238E27FC236}">
                <a16:creationId xmlns:a16="http://schemas.microsoft.com/office/drawing/2014/main" id="{3CE3F917-6F0C-BB57-17BA-D4435418E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0900" y="53101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8" name="Line 37">
            <a:extLst>
              <a:ext uri="{FF2B5EF4-FFF2-40B4-BE49-F238E27FC236}">
                <a16:creationId xmlns:a16="http://schemas.microsoft.com/office/drawing/2014/main" id="{820E0204-3A46-9FFF-3939-87414F58E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6700" y="53101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9" name="Line 38">
            <a:extLst>
              <a:ext uri="{FF2B5EF4-FFF2-40B4-BE49-F238E27FC236}">
                <a16:creationId xmlns:a16="http://schemas.microsoft.com/office/drawing/2014/main" id="{8FC6F34B-4977-72EC-BFF9-9124788C4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53101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0" name="Line 39">
            <a:extLst>
              <a:ext uri="{FF2B5EF4-FFF2-40B4-BE49-F238E27FC236}">
                <a16:creationId xmlns:a16="http://schemas.microsoft.com/office/drawing/2014/main" id="{0EE642D9-2985-DECA-7DAE-C9808E8EA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53101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1" name="Line 40">
            <a:extLst>
              <a:ext uri="{FF2B5EF4-FFF2-40B4-BE49-F238E27FC236}">
                <a16:creationId xmlns:a16="http://schemas.microsoft.com/office/drawing/2014/main" id="{484D3B7C-0B31-3CAC-7083-5F5F406885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4100" y="5310188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2" name="Text Box 41">
            <a:extLst>
              <a:ext uri="{FF2B5EF4-FFF2-40B4-BE49-F238E27FC236}">
                <a16:creationId xmlns:a16="http://schemas.microsoft.com/office/drawing/2014/main" id="{40C1BF60-EFD6-C219-AE4F-53CA2A6A2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5843588"/>
            <a:ext cx="296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73" name="AutoShape 42">
            <a:extLst>
              <a:ext uri="{FF2B5EF4-FFF2-40B4-BE49-F238E27FC236}">
                <a16:creationId xmlns:a16="http://schemas.microsoft.com/office/drawing/2014/main" id="{B18E01EF-17A6-C266-6A65-039724EA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689225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74" name="AutoShape 43">
            <a:extLst>
              <a:ext uri="{FF2B5EF4-FFF2-40B4-BE49-F238E27FC236}">
                <a16:creationId xmlns:a16="http://schemas.microsoft.com/office/drawing/2014/main" id="{616FA41C-CDE4-61B8-AAA5-A0C94BFBE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3756025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75" name="AutoShape 44">
            <a:extLst>
              <a:ext uri="{FF2B5EF4-FFF2-40B4-BE49-F238E27FC236}">
                <a16:creationId xmlns:a16="http://schemas.microsoft.com/office/drawing/2014/main" id="{D4B42EE3-36E5-D894-0FA0-3F5654099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5" y="4899025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76" name="Text Box 45">
            <a:extLst>
              <a:ext uri="{FF2B5EF4-FFF2-40B4-BE49-F238E27FC236}">
                <a16:creationId xmlns:a16="http://schemas.microsoft.com/office/drawing/2014/main" id="{B754EE1A-32BC-DF0E-2D2D-166D02363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5829300"/>
            <a:ext cx="202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搜索成功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77" name="标题 2">
            <a:extLst>
              <a:ext uri="{FF2B5EF4-FFF2-40B4-BE49-F238E27FC236}">
                <a16:creationId xmlns:a16="http://schemas.microsoft.com/office/drawing/2014/main" id="{542F27F9-6F6D-0618-45D8-B3F9F19A2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顺序搜索图示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146355-E0A7-85BA-9EE3-4A20E198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2137CB-922A-4C1C-B3E7-17587608149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>
            <a:extLst>
              <a:ext uri="{FF2B5EF4-FFF2-40B4-BE49-F238E27FC236}">
                <a16:creationId xmlns:a16="http://schemas.microsoft.com/office/drawing/2014/main" id="{5A7A0F77-A5FB-C4DB-93DC-B413C7FF98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1463" y="1371600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D88DDFA-9EE3-96A9-4CF5-8CA60DF39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762000"/>
            <a:ext cx="3429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F4BBCFED-A80E-6E94-A6AF-DA8F2C239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762000"/>
            <a:ext cx="342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8DF8BEC6-6C4D-6297-6681-803B7F085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7620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47495A42-8D4E-A9EC-FB69-DB0131573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7620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2E62F18A-A4DF-8567-8794-AD8888EAD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7620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1AA1FF43-7F57-DCA1-35EF-AF5C0F192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7620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57BC788F-2CD6-4745-45C3-B692AA659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19088"/>
            <a:ext cx="3117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0     1      2      3      4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6" name="Text Box 10">
            <a:extLst>
              <a:ext uri="{FF2B5EF4-FFF2-40B4-BE49-F238E27FC236}">
                <a16:creationId xmlns:a16="http://schemas.microsoft.com/office/drawing/2014/main" id="{240B6C07-3642-E093-B467-426E58EB8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762000"/>
            <a:ext cx="862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9467" name="Text Box 11">
            <a:extLst>
              <a:ext uri="{FF2B5EF4-FFF2-40B4-BE49-F238E27FC236}">
                <a16:creationId xmlns:a16="http://schemas.microsoft.com/office/drawing/2014/main" id="{47A91519-813A-E371-05A6-801BA9307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295400"/>
            <a:ext cx="154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 </a:t>
            </a:r>
            <a:r>
              <a:rPr kumimoji="1" lang="en-US" altLang="zh-CN" sz="3200" b="1">
                <a:solidFill>
                  <a:schemeClr val="hlink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50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8" name="Text Box 12">
            <a:extLst>
              <a:ext uri="{FF2B5EF4-FFF2-40B4-BE49-F238E27FC236}">
                <a16:creationId xmlns:a16="http://schemas.microsoft.com/office/drawing/2014/main" id="{C91659E4-FF1D-5E4A-1CB7-368525284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295400"/>
            <a:ext cx="296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9" name="Line 13">
            <a:extLst>
              <a:ext uri="{FF2B5EF4-FFF2-40B4-BE49-F238E27FC236}">
                <a16:creationId xmlns:a16="http://schemas.microsoft.com/office/drawing/2014/main" id="{EF5382C4-2EA8-BF75-C42C-594BA648E9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1063" y="2438400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0" name="Rectangle 14">
            <a:extLst>
              <a:ext uri="{FF2B5EF4-FFF2-40B4-BE49-F238E27FC236}">
                <a16:creationId xmlns:a16="http://schemas.microsoft.com/office/drawing/2014/main" id="{AB10700A-C66F-ED06-1D83-738FEE9E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828800"/>
            <a:ext cx="3429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71" name="Text Box 15">
            <a:extLst>
              <a:ext uri="{FF2B5EF4-FFF2-40B4-BE49-F238E27FC236}">
                <a16:creationId xmlns:a16="http://schemas.microsoft.com/office/drawing/2014/main" id="{D8AF3F11-A7A7-F591-34D5-A69BE5DA7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72" name="Line 16">
            <a:extLst>
              <a:ext uri="{FF2B5EF4-FFF2-40B4-BE49-F238E27FC236}">
                <a16:creationId xmlns:a16="http://schemas.microsoft.com/office/drawing/2014/main" id="{27D32AC4-948C-A65F-C2F9-A1F3CFCFB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8288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3" name="Line 17">
            <a:extLst>
              <a:ext uri="{FF2B5EF4-FFF2-40B4-BE49-F238E27FC236}">
                <a16:creationId xmlns:a16="http://schemas.microsoft.com/office/drawing/2014/main" id="{B668BEB3-3AC2-558A-67F3-15C63AFA5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8288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4" name="Line 18">
            <a:extLst>
              <a:ext uri="{FF2B5EF4-FFF2-40B4-BE49-F238E27FC236}">
                <a16:creationId xmlns:a16="http://schemas.microsoft.com/office/drawing/2014/main" id="{7D92069C-5F5D-94B1-25FC-30DA66AFB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8288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Line 19">
            <a:extLst>
              <a:ext uri="{FF2B5EF4-FFF2-40B4-BE49-F238E27FC236}">
                <a16:creationId xmlns:a16="http://schemas.microsoft.com/office/drawing/2014/main" id="{928A4A91-2794-F33D-DEF5-78D86846E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8288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6" name="Text Box 20">
            <a:extLst>
              <a:ext uri="{FF2B5EF4-FFF2-40B4-BE49-F238E27FC236}">
                <a16:creationId xmlns:a16="http://schemas.microsoft.com/office/drawing/2014/main" id="{CBDC797B-3492-A860-2DAF-38C930FC1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362200"/>
            <a:ext cx="296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7" name="Line 21">
            <a:extLst>
              <a:ext uri="{FF2B5EF4-FFF2-40B4-BE49-F238E27FC236}">
                <a16:creationId xmlns:a16="http://schemas.microsoft.com/office/drawing/2014/main" id="{7EA7902D-3ACE-492C-D4E1-07D436D7B3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3505200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8" name="Rectangle 22">
            <a:extLst>
              <a:ext uri="{FF2B5EF4-FFF2-40B4-BE49-F238E27FC236}">
                <a16:creationId xmlns:a16="http://schemas.microsoft.com/office/drawing/2014/main" id="{18D1E30C-2BFB-5685-22F2-BE999C3F0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895600"/>
            <a:ext cx="3429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79" name="Text Box 23">
            <a:extLst>
              <a:ext uri="{FF2B5EF4-FFF2-40B4-BE49-F238E27FC236}">
                <a16:creationId xmlns:a16="http://schemas.microsoft.com/office/drawing/2014/main" id="{2A7132C6-3BE6-4916-260A-1AE55B1D5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895600"/>
            <a:ext cx="4105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80" name="Line 24">
            <a:extLst>
              <a:ext uri="{FF2B5EF4-FFF2-40B4-BE49-F238E27FC236}">
                <a16:creationId xmlns:a16="http://schemas.microsoft.com/office/drawing/2014/main" id="{F6B5C3EC-B2AE-4E0B-5DEF-B1E2D51F3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8956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1" name="Line 25">
            <a:extLst>
              <a:ext uri="{FF2B5EF4-FFF2-40B4-BE49-F238E27FC236}">
                <a16:creationId xmlns:a16="http://schemas.microsoft.com/office/drawing/2014/main" id="{C71C43AA-2B81-36E3-4EC8-04208B0F0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8956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2" name="Line 26">
            <a:extLst>
              <a:ext uri="{FF2B5EF4-FFF2-40B4-BE49-F238E27FC236}">
                <a16:creationId xmlns:a16="http://schemas.microsoft.com/office/drawing/2014/main" id="{38C4C379-0A00-32C1-FF67-DEF65642C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8956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3" name="Line 27">
            <a:extLst>
              <a:ext uri="{FF2B5EF4-FFF2-40B4-BE49-F238E27FC236}">
                <a16:creationId xmlns:a16="http://schemas.microsoft.com/office/drawing/2014/main" id="{E9A32F5A-7DF1-6D0B-2716-EFDA28218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8956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4" name="Text Box 28">
            <a:extLst>
              <a:ext uri="{FF2B5EF4-FFF2-40B4-BE49-F238E27FC236}">
                <a16:creationId xmlns:a16="http://schemas.microsoft.com/office/drawing/2014/main" id="{DE648962-12E0-860A-A3AD-AD37BFE06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8" y="3429000"/>
            <a:ext cx="296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85" name="Line 29">
            <a:extLst>
              <a:ext uri="{FF2B5EF4-FFF2-40B4-BE49-F238E27FC236}">
                <a16:creationId xmlns:a16="http://schemas.microsoft.com/office/drawing/2014/main" id="{021F3FA9-F407-1503-8A70-534F364FF6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572000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6" name="Rectangle 30">
            <a:extLst>
              <a:ext uri="{FF2B5EF4-FFF2-40B4-BE49-F238E27FC236}">
                <a16:creationId xmlns:a16="http://schemas.microsoft.com/office/drawing/2014/main" id="{C9543226-1563-803D-4727-34C9F3B1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962400"/>
            <a:ext cx="3419475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7" name="Text Box 31">
            <a:extLst>
              <a:ext uri="{FF2B5EF4-FFF2-40B4-BE49-F238E27FC236}">
                <a16:creationId xmlns:a16="http://schemas.microsoft.com/office/drawing/2014/main" id="{EA3B7E21-E390-66EA-A987-C6B6E615F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5" y="3962400"/>
            <a:ext cx="4105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88" name="Line 32">
            <a:extLst>
              <a:ext uri="{FF2B5EF4-FFF2-40B4-BE49-F238E27FC236}">
                <a16:creationId xmlns:a16="http://schemas.microsoft.com/office/drawing/2014/main" id="{A037E6AF-6D7F-EDE5-E618-ACE98BAC5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9925" y="39624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9" name="Line 33">
            <a:extLst>
              <a:ext uri="{FF2B5EF4-FFF2-40B4-BE49-F238E27FC236}">
                <a16:creationId xmlns:a16="http://schemas.microsoft.com/office/drawing/2014/main" id="{4E6A2465-58A2-E039-53A5-0E5996134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5725" y="39624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0" name="Line 34">
            <a:extLst>
              <a:ext uri="{FF2B5EF4-FFF2-40B4-BE49-F238E27FC236}">
                <a16:creationId xmlns:a16="http://schemas.microsoft.com/office/drawing/2014/main" id="{3102C5F1-FF0E-B169-BA22-98F273E32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39624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1" name="Line 35">
            <a:extLst>
              <a:ext uri="{FF2B5EF4-FFF2-40B4-BE49-F238E27FC236}">
                <a16:creationId xmlns:a16="http://schemas.microsoft.com/office/drawing/2014/main" id="{2E4A5E9B-6B9A-A558-0725-062DE4076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39624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2" name="Text Box 36">
            <a:extLst>
              <a:ext uri="{FF2B5EF4-FFF2-40B4-BE49-F238E27FC236}">
                <a16:creationId xmlns:a16="http://schemas.microsoft.com/office/drawing/2014/main" id="{CE89EEA2-3F26-6DDC-CF9E-CA8B107EC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296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93" name="Line 37">
            <a:extLst>
              <a:ext uri="{FF2B5EF4-FFF2-40B4-BE49-F238E27FC236}">
                <a16:creationId xmlns:a16="http://schemas.microsoft.com/office/drawing/2014/main" id="{3840290E-14CD-B0AF-F6BC-24B88EA9D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5638800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4" name="Rectangle 38">
            <a:extLst>
              <a:ext uri="{FF2B5EF4-FFF2-40B4-BE49-F238E27FC236}">
                <a16:creationId xmlns:a16="http://schemas.microsoft.com/office/drawing/2014/main" id="{500E6C90-FAC8-8EC9-9A89-4A7B88930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5029200"/>
            <a:ext cx="3419475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95" name="Text Box 39">
            <a:extLst>
              <a:ext uri="{FF2B5EF4-FFF2-40B4-BE49-F238E27FC236}">
                <a16:creationId xmlns:a16="http://schemas.microsoft.com/office/drawing/2014/main" id="{14D6F7B5-BE1B-A59C-DF02-11E6A96C6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5" y="5029200"/>
            <a:ext cx="4105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25  34  57  16  48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96" name="Line 40">
            <a:extLst>
              <a:ext uri="{FF2B5EF4-FFF2-40B4-BE49-F238E27FC236}">
                <a16:creationId xmlns:a16="http://schemas.microsoft.com/office/drawing/2014/main" id="{D62EB60C-A619-3998-2B3F-474182B46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9925" y="50292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7" name="Line 41">
            <a:extLst>
              <a:ext uri="{FF2B5EF4-FFF2-40B4-BE49-F238E27FC236}">
                <a16:creationId xmlns:a16="http://schemas.microsoft.com/office/drawing/2014/main" id="{16CD6128-8169-DC02-2345-9C313022A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5725" y="50292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8" name="Line 42">
            <a:extLst>
              <a:ext uri="{FF2B5EF4-FFF2-40B4-BE49-F238E27FC236}">
                <a16:creationId xmlns:a16="http://schemas.microsoft.com/office/drawing/2014/main" id="{F69F666B-49F6-8D00-E104-2028FE503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50292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9" name="Line 43">
            <a:extLst>
              <a:ext uri="{FF2B5EF4-FFF2-40B4-BE49-F238E27FC236}">
                <a16:creationId xmlns:a16="http://schemas.microsoft.com/office/drawing/2014/main" id="{92EDAF64-05D8-C764-18A8-A09DE196A9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5029200"/>
            <a:ext cx="0" cy="533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00" name="Text Box 44">
            <a:extLst>
              <a:ext uri="{FF2B5EF4-FFF2-40B4-BE49-F238E27FC236}">
                <a16:creationId xmlns:a16="http://schemas.microsoft.com/office/drawing/2014/main" id="{4D3E819D-74D1-1512-652E-626CF5309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538" y="5562600"/>
            <a:ext cx="296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1" name="AutoShape 45">
            <a:extLst>
              <a:ext uri="{FF2B5EF4-FFF2-40B4-BE49-F238E27FC236}">
                <a16:creationId xmlns:a16="http://schemas.microsoft.com/office/drawing/2014/main" id="{1D37C5D7-4B35-A88F-F646-06EC7EB05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447800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2" name="AutoShape 46">
            <a:extLst>
              <a:ext uri="{FF2B5EF4-FFF2-40B4-BE49-F238E27FC236}">
                <a16:creationId xmlns:a16="http://schemas.microsoft.com/office/drawing/2014/main" id="{B1723EDA-DD5F-1585-64AF-1E3F0AF95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514600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3" name="AutoShape 47">
            <a:extLst>
              <a:ext uri="{FF2B5EF4-FFF2-40B4-BE49-F238E27FC236}">
                <a16:creationId xmlns:a16="http://schemas.microsoft.com/office/drawing/2014/main" id="{6C3F0D35-0A42-6349-60D0-25CEF3968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581400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4" name="AutoShape 48">
            <a:extLst>
              <a:ext uri="{FF2B5EF4-FFF2-40B4-BE49-F238E27FC236}">
                <a16:creationId xmlns:a16="http://schemas.microsoft.com/office/drawing/2014/main" id="{4FF1FC4F-8294-6DFF-DF5D-0C4A7221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5" name="AutoShape 49">
            <a:extLst>
              <a:ext uri="{FF2B5EF4-FFF2-40B4-BE49-F238E27FC236}">
                <a16:creationId xmlns:a16="http://schemas.microsoft.com/office/drawing/2014/main" id="{8D86D040-CF24-F117-A4A3-0802B2D87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715000"/>
            <a:ext cx="533400" cy="152400"/>
          </a:xfrm>
          <a:prstGeom prst="curvedUpArrow">
            <a:avLst>
              <a:gd name="adj1" fmla="val 70000"/>
              <a:gd name="adj2" fmla="val 140000"/>
              <a:gd name="adj3" fmla="val 33333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6" name="Text Box 50">
            <a:extLst>
              <a:ext uri="{FF2B5EF4-FFF2-40B4-BE49-F238E27FC236}">
                <a16:creationId xmlns:a16="http://schemas.microsoft.com/office/drawing/2014/main" id="{7ADDADE9-2E29-50F5-D56B-46B91141F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440363"/>
            <a:ext cx="182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搜索失败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EABB13-2C1C-6336-3802-F8E22E83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880BA7-549C-48C3-8F19-7E378E8FF146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ransition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3">
            <a:extLst>
              <a:ext uri="{FF2B5EF4-FFF2-40B4-BE49-F238E27FC236}">
                <a16:creationId xmlns:a16="http://schemas.microsoft.com/office/drawing/2014/main" id="{41341C94-F437-3DCB-436C-23C6C6D7E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642921"/>
              </p:ext>
            </p:extLst>
          </p:nvPr>
        </p:nvGraphicFramePr>
        <p:xfrm>
          <a:off x="1081066" y="2189164"/>
          <a:ext cx="2914870" cy="895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3" imgW="1054100" imgH="431800" progId="Equation.3">
                  <p:embed/>
                </p:oleObj>
              </mc:Choice>
              <mc:Fallback>
                <p:oleObj name="公式" r:id="rId3" imgW="10541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66" y="2189164"/>
                        <a:ext cx="2914870" cy="895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A1BD3033-9B45-D3E8-3A6E-D7A906338F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145200"/>
              </p:ext>
            </p:extLst>
          </p:nvPr>
        </p:nvGraphicFramePr>
        <p:xfrm>
          <a:off x="971600" y="3590544"/>
          <a:ext cx="5400600" cy="1692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5" imgW="2463800" imgH="838200" progId="Equation.3">
                  <p:embed/>
                </p:oleObj>
              </mc:Choice>
              <mc:Fallback>
                <p:oleObj name="公式" r:id="rId5" imgW="2463800" imgH="83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590544"/>
                        <a:ext cx="5400600" cy="1692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B59D71C5-D86B-297C-B2CE-7E0A9001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搜索性能分析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36867E-71E4-7E12-DB0C-E165D2F9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搜索成功的平均比较次数</a:t>
            </a:r>
            <a:br>
              <a:rPr lang="zh-CN" altLang="en-US" dirty="0"/>
            </a:br>
            <a:r>
              <a:rPr lang="zh-CN" altLang="en-US" dirty="0"/>
              <a:t>    </a:t>
            </a:r>
            <a:br>
              <a:rPr lang="zh-CN" altLang="en-US" dirty="0"/>
            </a:br>
            <a:br>
              <a:rPr lang="zh-CN" altLang="en-US" dirty="0"/>
            </a:b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假设搜索概率相等，则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搜索不成功，数据比较 </a:t>
            </a:r>
            <a:r>
              <a:rPr lang="en-US" altLang="zh-CN" dirty="0"/>
              <a:t>n </a:t>
            </a:r>
            <a:r>
              <a:rPr lang="zh-CN" altLang="en-US" dirty="0"/>
              <a:t>次。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5A060D-3325-6851-D985-7BB8299A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30F3BC-B243-4880-BCB4-363E7036AFF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>
            <a:extLst>
              <a:ext uri="{FF2B5EF4-FFF2-40B4-BE49-F238E27FC236}">
                <a16:creationId xmlns:a16="http://schemas.microsoft.com/office/drawing/2014/main" id="{D7F31D0B-D6C8-FC13-195B-78D6269D0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187" y="2404513"/>
            <a:ext cx="4572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667C85B-4CF9-9688-5E1B-6E0E06646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387" y="3776113"/>
            <a:ext cx="6248400" cy="609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08" name="Line 4">
            <a:extLst>
              <a:ext uri="{FF2B5EF4-FFF2-40B4-BE49-F238E27FC236}">
                <a16:creationId xmlns:a16="http://schemas.microsoft.com/office/drawing/2014/main" id="{4C6D6660-602B-EE10-62A0-492CAAE09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7987" y="2328313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A289E6EA-A80F-38BF-671B-1E08D9ECD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787" y="864638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1" name="Rectangle 8">
            <a:extLst>
              <a:ext uri="{FF2B5EF4-FFF2-40B4-BE49-F238E27FC236}">
                <a16:creationId xmlns:a16="http://schemas.microsoft.com/office/drawing/2014/main" id="{731F8287-869E-C769-824C-64764E57B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387" y="1642513"/>
            <a:ext cx="6248400" cy="609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2" name="Text Box 9">
            <a:extLst>
              <a:ext uri="{FF2B5EF4-FFF2-40B4-BE49-F238E27FC236}">
                <a16:creationId xmlns:a16="http://schemas.microsoft.com/office/drawing/2014/main" id="{0C653E65-9E94-46E2-CEA7-11C96ABD4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387" y="1672676"/>
            <a:ext cx="6162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25   34   57  16   48  09   63          </a:t>
            </a:r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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513" name="Line 10">
            <a:extLst>
              <a:ext uri="{FF2B5EF4-FFF2-40B4-BE49-F238E27FC236}">
                <a16:creationId xmlns:a16="http://schemas.microsoft.com/office/drawing/2014/main" id="{A7760E41-173E-E7D4-4E80-76FC7CBB5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39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4" name="Line 11">
            <a:extLst>
              <a:ext uri="{FF2B5EF4-FFF2-40B4-BE49-F238E27FC236}">
                <a16:creationId xmlns:a16="http://schemas.microsoft.com/office/drawing/2014/main" id="{0E7CC20C-995F-AA87-8C6E-B1D7222C8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5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" name="Line 12">
            <a:extLst>
              <a:ext uri="{FF2B5EF4-FFF2-40B4-BE49-F238E27FC236}">
                <a16:creationId xmlns:a16="http://schemas.microsoft.com/office/drawing/2014/main" id="{4C7938B0-3172-7137-6A73-B7CA300BC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1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" name="Line 13">
            <a:extLst>
              <a:ext uri="{FF2B5EF4-FFF2-40B4-BE49-F238E27FC236}">
                <a16:creationId xmlns:a16="http://schemas.microsoft.com/office/drawing/2014/main" id="{EDD6DF94-00DA-7691-7769-D145A3500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7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" name="Line 14">
            <a:extLst>
              <a:ext uri="{FF2B5EF4-FFF2-40B4-BE49-F238E27FC236}">
                <a16:creationId xmlns:a16="http://schemas.microsoft.com/office/drawing/2014/main" id="{E089412B-1BCA-AC47-AA34-F3DFCAC7F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3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8" name="Line 15">
            <a:extLst>
              <a:ext uri="{FF2B5EF4-FFF2-40B4-BE49-F238E27FC236}">
                <a16:creationId xmlns:a16="http://schemas.microsoft.com/office/drawing/2014/main" id="{2F12A097-7DA1-ACC2-3564-E9E6BF750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19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" name="Line 16">
            <a:extLst>
              <a:ext uri="{FF2B5EF4-FFF2-40B4-BE49-F238E27FC236}">
                <a16:creationId xmlns:a16="http://schemas.microsoft.com/office/drawing/2014/main" id="{70D5E453-05E4-FAC6-EA29-EF9A213DF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15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" name="Line 17">
            <a:extLst>
              <a:ext uri="{FF2B5EF4-FFF2-40B4-BE49-F238E27FC236}">
                <a16:creationId xmlns:a16="http://schemas.microsoft.com/office/drawing/2014/main" id="{737946FF-C963-CE09-B9A0-8275456B7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1187" y="16425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" name="Text Box 18">
            <a:extLst>
              <a:ext uri="{FF2B5EF4-FFF2-40B4-BE49-F238E27FC236}">
                <a16:creationId xmlns:a16="http://schemas.microsoft.com/office/drawing/2014/main" id="{AFA53A76-E138-AB98-254F-92B8C04E4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337" y="1109113"/>
            <a:ext cx="454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0    1     2    3     4     5     6     7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22" name="Text Box 19">
            <a:extLst>
              <a:ext uri="{FF2B5EF4-FFF2-40B4-BE49-F238E27FC236}">
                <a16:creationId xmlns:a16="http://schemas.microsoft.com/office/drawing/2014/main" id="{8798F8A4-907B-CDF9-7352-C1F6B4B68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312" y="1642513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21523" name="Rectangle 20">
            <a:extLst>
              <a:ext uri="{FF2B5EF4-FFF2-40B4-BE49-F238E27FC236}">
                <a16:creationId xmlns:a16="http://schemas.microsoft.com/office/drawing/2014/main" id="{8118087F-CBD6-5307-05B6-74ABF5801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387" y="2709313"/>
            <a:ext cx="533400" cy="533400"/>
          </a:xfrm>
          <a:prstGeom prst="rect">
            <a:avLst/>
          </a:prstGeom>
          <a:solidFill>
            <a:srgbClr val="008080"/>
          </a:solidFill>
          <a:ln w="38100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24" name="Text Box 21">
            <a:extLst>
              <a:ext uri="{FF2B5EF4-FFF2-40B4-BE49-F238E27FC236}">
                <a16:creationId xmlns:a16="http://schemas.microsoft.com/office/drawing/2014/main" id="{D4681A62-1456-0F16-5D23-08A710A85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387" y="2647401"/>
            <a:ext cx="555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25" name="Text Box 22">
            <a:extLst>
              <a:ext uri="{FF2B5EF4-FFF2-40B4-BE49-F238E27FC236}">
                <a16:creationId xmlns:a16="http://schemas.microsoft.com/office/drawing/2014/main" id="{A200F759-5248-B194-7EE2-9F7801E6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787" y="2633113"/>
            <a:ext cx="130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FF5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插入 </a:t>
            </a:r>
            <a:r>
              <a:rPr kumimoji="1" lang="en-US" altLang="zh-CN" sz="32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26" name="Text Box 23">
            <a:extLst>
              <a:ext uri="{FF2B5EF4-FFF2-40B4-BE49-F238E27FC236}">
                <a16:creationId xmlns:a16="http://schemas.microsoft.com/office/drawing/2014/main" id="{EDA1BB49-1666-523A-3348-4F86BCA32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912" y="3806276"/>
            <a:ext cx="6162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25   34   57  50   16   48  09  63    </a:t>
            </a:r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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527" name="Line 24">
            <a:extLst>
              <a:ext uri="{FF2B5EF4-FFF2-40B4-BE49-F238E27FC236}">
                <a16:creationId xmlns:a16="http://schemas.microsoft.com/office/drawing/2014/main" id="{2F7ABC8A-68B0-4C92-234E-AB19D3AAC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39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8" name="Line 25">
            <a:extLst>
              <a:ext uri="{FF2B5EF4-FFF2-40B4-BE49-F238E27FC236}">
                <a16:creationId xmlns:a16="http://schemas.microsoft.com/office/drawing/2014/main" id="{0AFA0D32-7A90-4B22-5C28-9BC30B33B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5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9" name="Line 26">
            <a:extLst>
              <a:ext uri="{FF2B5EF4-FFF2-40B4-BE49-F238E27FC236}">
                <a16:creationId xmlns:a16="http://schemas.microsoft.com/office/drawing/2014/main" id="{38C70D52-EACA-9CA7-CB4E-92414FE4D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1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0" name="Line 27">
            <a:extLst>
              <a:ext uri="{FF2B5EF4-FFF2-40B4-BE49-F238E27FC236}">
                <a16:creationId xmlns:a16="http://schemas.microsoft.com/office/drawing/2014/main" id="{13765F4B-5062-23F9-E8C9-00A2E5B39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7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1" name="Line 28">
            <a:extLst>
              <a:ext uri="{FF2B5EF4-FFF2-40B4-BE49-F238E27FC236}">
                <a16:creationId xmlns:a16="http://schemas.microsoft.com/office/drawing/2014/main" id="{74A7083D-A198-4585-1BBC-52C0588E4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3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2" name="Line 29">
            <a:extLst>
              <a:ext uri="{FF2B5EF4-FFF2-40B4-BE49-F238E27FC236}">
                <a16:creationId xmlns:a16="http://schemas.microsoft.com/office/drawing/2014/main" id="{FB024FD9-C24B-57F5-502B-E6A5A5D50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19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3" name="Line 30">
            <a:extLst>
              <a:ext uri="{FF2B5EF4-FFF2-40B4-BE49-F238E27FC236}">
                <a16:creationId xmlns:a16="http://schemas.microsoft.com/office/drawing/2014/main" id="{AD781723-F310-CF05-31C1-7360D7D4D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15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4" name="Line 31">
            <a:extLst>
              <a:ext uri="{FF2B5EF4-FFF2-40B4-BE49-F238E27FC236}">
                <a16:creationId xmlns:a16="http://schemas.microsoft.com/office/drawing/2014/main" id="{79B95CE9-10FC-C37F-22DA-8042A5D3C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1187" y="3776113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5" name="Text Box 32">
            <a:extLst>
              <a:ext uri="{FF2B5EF4-FFF2-40B4-BE49-F238E27FC236}">
                <a16:creationId xmlns:a16="http://schemas.microsoft.com/office/drawing/2014/main" id="{1FBD548C-C257-CAA8-2899-4492DFC9C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337" y="3242713"/>
            <a:ext cx="454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0    1     2    3     4     5     6     7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36" name="Text Box 33">
            <a:extLst>
              <a:ext uri="{FF2B5EF4-FFF2-40B4-BE49-F238E27FC236}">
                <a16:creationId xmlns:a16="http://schemas.microsoft.com/office/drawing/2014/main" id="{8495366F-0D59-4F81-52DF-28267FC7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312" y="3776113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21537" name="Rectangle 34">
            <a:extLst>
              <a:ext uri="{FF2B5EF4-FFF2-40B4-BE49-F238E27FC236}">
                <a16:creationId xmlns:a16="http://schemas.microsoft.com/office/drawing/2014/main" id="{DC783773-8CD2-94B9-4CB0-A786C88FD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187" y="3776113"/>
            <a:ext cx="609600" cy="609600"/>
          </a:xfrm>
          <a:prstGeom prst="rect">
            <a:avLst/>
          </a:prstGeom>
          <a:solidFill>
            <a:srgbClr val="008080"/>
          </a:solidFill>
          <a:ln w="38100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38" name="Text Box 35">
            <a:extLst>
              <a:ext uri="{FF2B5EF4-FFF2-40B4-BE49-F238E27FC236}">
                <a16:creationId xmlns:a16="http://schemas.microsoft.com/office/drawing/2014/main" id="{4044AC87-7C20-0CCE-80EA-A42E78B64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162" y="3776113"/>
            <a:ext cx="555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39" name="Line 36">
            <a:extLst>
              <a:ext uri="{FF2B5EF4-FFF2-40B4-BE49-F238E27FC236}">
                <a16:creationId xmlns:a16="http://schemas.microsoft.com/office/drawing/2014/main" id="{C0D0EB23-D9AC-317F-04EE-447400103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2987" y="2404513"/>
            <a:ext cx="4572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0" name="Line 37">
            <a:extLst>
              <a:ext uri="{FF2B5EF4-FFF2-40B4-BE49-F238E27FC236}">
                <a16:creationId xmlns:a16="http://schemas.microsoft.com/office/drawing/2014/main" id="{664B98DB-D1C1-DAC1-4DE5-FBFEE20B1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387" y="2404513"/>
            <a:ext cx="4572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1" name="Line 38">
            <a:extLst>
              <a:ext uri="{FF2B5EF4-FFF2-40B4-BE49-F238E27FC236}">
                <a16:creationId xmlns:a16="http://schemas.microsoft.com/office/drawing/2014/main" id="{4AF129FA-CFF7-F7A9-7031-5692B362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3787" y="2404513"/>
            <a:ext cx="4572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2" name="Text Box 39">
            <a:extLst>
              <a:ext uri="{FF2B5EF4-FFF2-40B4-BE49-F238E27FC236}">
                <a16:creationId xmlns:a16="http://schemas.microsoft.com/office/drawing/2014/main" id="{88812656-DB41-400E-B1FF-E8A1E3963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525" y="2252113"/>
            <a:ext cx="296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43" name="标题 2">
            <a:extLst>
              <a:ext uri="{FF2B5EF4-FFF2-40B4-BE49-F238E27FC236}">
                <a16:creationId xmlns:a16="http://schemas.microsoft.com/office/drawing/2014/main" id="{C5C440B7-CBE8-1682-A807-56C5CBC25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74580"/>
            <a:ext cx="7886700" cy="1325563"/>
          </a:xfrm>
        </p:spPr>
        <p:txBody>
          <a:bodyPr/>
          <a:lstStyle/>
          <a:p>
            <a:r>
              <a:rPr lang="zh-CN" altLang="en-US" dirty="0"/>
              <a:t>表项的插入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0668D6-B807-6F20-FF70-16EB9E77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3DAB96-E6A7-4C31-93C2-71AA8FEF304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837541BD-B4B0-FD45-7AE3-5A0AE7F3A0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250829"/>
              </p:ext>
            </p:extLst>
          </p:nvPr>
        </p:nvGraphicFramePr>
        <p:xfrm>
          <a:off x="1822337" y="4562062"/>
          <a:ext cx="5995988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公式" r:id="rId3" imgW="2964357" imgH="853235" progId="Equation.3">
                  <p:embed/>
                </p:oleObj>
              </mc:Choice>
              <mc:Fallback>
                <p:oleObj name="公式" r:id="rId3" imgW="2964357" imgH="853235" progId="Equation.3">
                  <p:embed/>
                  <p:pic>
                    <p:nvPicPr>
                      <p:cNvPr id="26629" name="Object 8">
                        <a:extLst>
                          <a:ext uri="{FF2B5EF4-FFF2-40B4-BE49-F238E27FC236}">
                            <a16:creationId xmlns:a16="http://schemas.microsoft.com/office/drawing/2014/main" id="{5619932C-841B-236F-6424-DFF0C97FCA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337" y="4562062"/>
                        <a:ext cx="5995988" cy="191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A45B7B-FA5E-01E7-504D-F3245DCE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表项的插入算法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C974B-DACE-3F6C-7201-5615A3FCE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</a:t>
            </a:r>
            <a:r>
              <a:rPr lang="en-US" altLang="zh-CN" dirty="0" err="1"/>
              <a:t>SeqList</a:t>
            </a:r>
            <a:r>
              <a:rPr lang="en-US" altLang="zh-CN" dirty="0"/>
              <a:t>&lt;T&gt; :: Insert (int </a:t>
            </a:r>
            <a:r>
              <a:rPr lang="en-US" altLang="zh-CN" dirty="0" err="1"/>
              <a:t>i</a:t>
            </a:r>
            <a:r>
              <a:rPr lang="en-US" altLang="zh-CN" dirty="0"/>
              <a:t> , T x)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在表中第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个位置插入新元素 </a:t>
            </a:r>
            <a:r>
              <a:rPr lang="en-US" altLang="zh-CN" dirty="0"/>
              <a:t>x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(last == maxSize-1 )  return false;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 </a:t>
            </a:r>
            <a:r>
              <a:rPr lang="en-US" altLang="zh-CN" dirty="0" err="1"/>
              <a:t>i</a:t>
            </a:r>
            <a:r>
              <a:rPr lang="en-US" altLang="zh-CN" dirty="0"/>
              <a:t> &lt; 1 || </a:t>
            </a:r>
            <a:r>
              <a:rPr lang="en-US" altLang="zh-CN" sz="3700" dirty="0" err="1"/>
              <a:t>i</a:t>
            </a:r>
            <a:r>
              <a:rPr lang="en-US" altLang="zh-CN" sz="3700" dirty="0"/>
              <a:t> &gt; last+1 </a:t>
            </a:r>
            <a:r>
              <a:rPr lang="en-US" altLang="zh-CN" dirty="0"/>
              <a:t>)  return false; 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for ( int j = last; j &gt;= i-1; j--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 data[j+1] = data[j];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data[i-1] = x;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last++;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true;    //</a:t>
            </a:r>
            <a:r>
              <a:rPr lang="zh-CN" altLang="en-US" dirty="0"/>
              <a:t>插入成功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0C2BE0-937E-B268-DF73-CF7E8FB9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74975D-F18E-40C3-8774-3EF1AE3E6BA1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077EB2D1-5BBA-0006-0F9F-6CC7AA8C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237" y="2014538"/>
            <a:ext cx="6248400" cy="609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6" name="Text Box 5">
            <a:extLst>
              <a:ext uri="{FF2B5EF4-FFF2-40B4-BE49-F238E27FC236}">
                <a16:creationId xmlns:a16="http://schemas.microsoft.com/office/drawing/2014/main" id="{DFAF07DC-66B0-6D5C-92E9-41A0ED72F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5762" y="2044701"/>
            <a:ext cx="6162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25   34   57  50  16   48   09  63    </a:t>
            </a:r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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557" name="Line 6">
            <a:extLst>
              <a:ext uri="{FF2B5EF4-FFF2-40B4-BE49-F238E27FC236}">
                <a16:creationId xmlns:a16="http://schemas.microsoft.com/office/drawing/2014/main" id="{FCFA5479-7D00-61B5-5B1C-C9C97DE86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58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Line 7">
            <a:extLst>
              <a:ext uri="{FF2B5EF4-FFF2-40B4-BE49-F238E27FC236}">
                <a16:creationId xmlns:a16="http://schemas.microsoft.com/office/drawing/2014/main" id="{4BFDB2CB-FE10-E11B-FABB-A4443C3F6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4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" name="Line 8">
            <a:extLst>
              <a:ext uri="{FF2B5EF4-FFF2-40B4-BE49-F238E27FC236}">
                <a16:creationId xmlns:a16="http://schemas.microsoft.com/office/drawing/2014/main" id="{C5CC78A0-64CE-A165-6223-0AC7FA34F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42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Line 9">
            <a:extLst>
              <a:ext uri="{FF2B5EF4-FFF2-40B4-BE49-F238E27FC236}">
                <a16:creationId xmlns:a16="http://schemas.microsoft.com/office/drawing/2014/main" id="{6E129685-CE65-EF25-96B7-921FC5032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38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Line 10">
            <a:extLst>
              <a:ext uri="{FF2B5EF4-FFF2-40B4-BE49-F238E27FC236}">
                <a16:creationId xmlns:a16="http://schemas.microsoft.com/office/drawing/2014/main" id="{8AEB866C-9E03-F4FA-056A-6EFD7DE12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34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Line 11">
            <a:extLst>
              <a:ext uri="{FF2B5EF4-FFF2-40B4-BE49-F238E27FC236}">
                <a16:creationId xmlns:a16="http://schemas.microsoft.com/office/drawing/2014/main" id="{6891D2A6-544D-F226-10B4-B54759677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30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3" name="Text Box 12">
            <a:extLst>
              <a:ext uri="{FF2B5EF4-FFF2-40B4-BE49-F238E27FC236}">
                <a16:creationId xmlns:a16="http://schemas.microsoft.com/office/drawing/2014/main" id="{6A0690CC-B2FB-2870-330D-434605FB0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187" y="1495426"/>
            <a:ext cx="4540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0    1     2    3     4     5     6     7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4" name="Text Box 13">
            <a:extLst>
              <a:ext uri="{FF2B5EF4-FFF2-40B4-BE49-F238E27FC236}">
                <a16:creationId xmlns:a16="http://schemas.microsoft.com/office/drawing/2014/main" id="{0ADA2594-720B-1DE4-8112-0585D7B6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162" y="2014538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23565" name="Line 14">
            <a:extLst>
              <a:ext uri="{FF2B5EF4-FFF2-40B4-BE49-F238E27FC236}">
                <a16:creationId xmlns:a16="http://schemas.microsoft.com/office/drawing/2014/main" id="{4E9E1A69-ADA3-A47C-C111-43FC057BE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6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Line 15">
            <a:extLst>
              <a:ext uri="{FF2B5EF4-FFF2-40B4-BE49-F238E27FC236}">
                <a16:creationId xmlns:a16="http://schemas.microsoft.com/office/drawing/2014/main" id="{606A099B-AA75-046F-4AE5-293E5039D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037" y="20145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" name="Rectangle 16">
            <a:extLst>
              <a:ext uri="{FF2B5EF4-FFF2-40B4-BE49-F238E27FC236}">
                <a16:creationId xmlns:a16="http://schemas.microsoft.com/office/drawing/2014/main" id="{AF870740-7871-60FC-5C44-DB496B29C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637" y="2014538"/>
            <a:ext cx="609600" cy="609600"/>
          </a:xfrm>
          <a:prstGeom prst="rect">
            <a:avLst/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8" name="Text Box 17">
            <a:extLst>
              <a:ext uri="{FF2B5EF4-FFF2-40B4-BE49-F238E27FC236}">
                <a16:creationId xmlns:a16="http://schemas.microsoft.com/office/drawing/2014/main" id="{5D2DE121-72C1-3BC9-22FC-3E2A6D6F3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637" y="2044701"/>
            <a:ext cx="555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bg1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9" name="Line 18">
            <a:extLst>
              <a:ext uri="{FF2B5EF4-FFF2-40B4-BE49-F238E27FC236}">
                <a16:creationId xmlns:a16="http://schemas.microsoft.com/office/drawing/2014/main" id="{CB20E776-CD85-340F-8E52-D5B04A832A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9437" y="2700338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" name="Text Box 19">
            <a:extLst>
              <a:ext uri="{FF2B5EF4-FFF2-40B4-BE49-F238E27FC236}">
                <a16:creationId xmlns:a16="http://schemas.microsoft.com/office/drawing/2014/main" id="{9FCFEFC0-C062-A37A-E94D-85C5E9470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7837" y="2700338"/>
            <a:ext cx="130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删除</a:t>
            </a:r>
            <a:r>
              <a:rPr kumimoji="1"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1" name="Rectangle 20">
            <a:extLst>
              <a:ext uri="{FF2B5EF4-FFF2-40B4-BE49-F238E27FC236}">
                <a16:creationId xmlns:a16="http://schemas.microsoft.com/office/drawing/2014/main" id="{B7E71F33-B87C-F060-E618-7056C24C0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112" y="3690938"/>
            <a:ext cx="6248400" cy="609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72" name="Text Box 21">
            <a:extLst>
              <a:ext uri="{FF2B5EF4-FFF2-40B4-BE49-F238E27FC236}">
                <a16:creationId xmlns:a16="http://schemas.microsoft.com/office/drawing/2014/main" id="{94C9894A-5357-96CF-40F0-F0401426C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637" y="3721101"/>
            <a:ext cx="6162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25   34   57  50   48   09  63          </a:t>
            </a:r>
            <a:r>
              <a:rPr kumimoji="1" lang="en-US" altLang="zh-CN" sz="320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</a:t>
            </a:r>
            <a:endParaRPr kumimoji="1" lang="en-US" altLang="zh-CN" sz="3200">
              <a:latin typeface="Arial Narrow" panose="020B0606020202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573" name="Line 22">
            <a:extLst>
              <a:ext uri="{FF2B5EF4-FFF2-40B4-BE49-F238E27FC236}">
                <a16:creationId xmlns:a16="http://schemas.microsoft.com/office/drawing/2014/main" id="{A8FF3A8B-5AB4-9437-B58F-D4179B335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1712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4" name="Line 23">
            <a:extLst>
              <a:ext uri="{FF2B5EF4-FFF2-40B4-BE49-F238E27FC236}">
                <a16:creationId xmlns:a16="http://schemas.microsoft.com/office/drawing/2014/main" id="{6E70D943-2CFD-98CE-35C9-8DE1A3649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1312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5" name="Line 24">
            <a:extLst>
              <a:ext uri="{FF2B5EF4-FFF2-40B4-BE49-F238E27FC236}">
                <a16:creationId xmlns:a16="http://schemas.microsoft.com/office/drawing/2014/main" id="{1EB7BE10-CDB4-67C6-AADE-EC1F5CFCE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9712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6" name="Line 25">
            <a:extLst>
              <a:ext uri="{FF2B5EF4-FFF2-40B4-BE49-F238E27FC236}">
                <a16:creationId xmlns:a16="http://schemas.microsoft.com/office/drawing/2014/main" id="{88F4BF50-B479-6AEE-8F6D-34BC015E0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9312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7" name="Line 26">
            <a:extLst>
              <a:ext uri="{FF2B5EF4-FFF2-40B4-BE49-F238E27FC236}">
                <a16:creationId xmlns:a16="http://schemas.microsoft.com/office/drawing/2014/main" id="{EA72928C-AF23-CA15-9439-00ACF7CA3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8912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8" name="Text Box 27">
            <a:extLst>
              <a:ext uri="{FF2B5EF4-FFF2-40B4-BE49-F238E27FC236}">
                <a16:creationId xmlns:a16="http://schemas.microsoft.com/office/drawing/2014/main" id="{FC4FA51A-7ED2-993C-A663-B2E78DDE1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062" y="3171826"/>
            <a:ext cx="4540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0    1     2    3     4     5     6     7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9" name="Text Box 28">
            <a:extLst>
              <a:ext uri="{FF2B5EF4-FFF2-40B4-BE49-F238E27FC236}">
                <a16:creationId xmlns:a16="http://schemas.microsoft.com/office/drawing/2014/main" id="{4500DA16-5E9A-A8C0-5822-004409779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37" y="3690938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23580" name="Line 29">
            <a:extLst>
              <a:ext uri="{FF2B5EF4-FFF2-40B4-BE49-F238E27FC236}">
                <a16:creationId xmlns:a16="http://schemas.microsoft.com/office/drawing/2014/main" id="{1C53D2DB-4BD7-80C8-EC7A-A575FD074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0912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1" name="Line 30">
            <a:extLst>
              <a:ext uri="{FF2B5EF4-FFF2-40B4-BE49-F238E27FC236}">
                <a16:creationId xmlns:a16="http://schemas.microsoft.com/office/drawing/2014/main" id="{57CB79F8-8DE9-EBD2-5A6E-193C86D4E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637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2" name="Line 31">
            <a:extLst>
              <a:ext uri="{FF2B5EF4-FFF2-40B4-BE49-F238E27FC236}">
                <a16:creationId xmlns:a16="http://schemas.microsoft.com/office/drawing/2014/main" id="{7F0C83F6-3F92-CAFC-7BEC-56B2050FF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0437" y="3690938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3" name="Line 32">
            <a:extLst>
              <a:ext uri="{FF2B5EF4-FFF2-40B4-BE49-F238E27FC236}">
                <a16:creationId xmlns:a16="http://schemas.microsoft.com/office/drawing/2014/main" id="{B7DE623B-54A1-2DA2-A673-47923693AE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5637" y="2700338"/>
            <a:ext cx="457200" cy="685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4" name="Line 33">
            <a:extLst>
              <a:ext uri="{FF2B5EF4-FFF2-40B4-BE49-F238E27FC236}">
                <a16:creationId xmlns:a16="http://schemas.microsoft.com/office/drawing/2014/main" id="{7B061198-A7DC-E80E-A31F-153EFC1E81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5237" y="2700338"/>
            <a:ext cx="457200" cy="685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5" name="Line 34">
            <a:extLst>
              <a:ext uri="{FF2B5EF4-FFF2-40B4-BE49-F238E27FC236}">
                <a16:creationId xmlns:a16="http://schemas.microsoft.com/office/drawing/2014/main" id="{F0EC9903-9000-F021-AACA-08DACF3894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4837" y="2700338"/>
            <a:ext cx="457200" cy="685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6" name="标题 2">
            <a:extLst>
              <a:ext uri="{FF2B5EF4-FFF2-40B4-BE49-F238E27FC236}">
                <a16:creationId xmlns:a16="http://schemas.microsoft.com/office/drawing/2014/main" id="{C55581AC-63A5-A460-C6B1-ACFA50A32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表项的删除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0A5492-CBBB-496A-DB6F-AED213C4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5EBEE5-9972-4DA6-BDB0-4DB8D5A429E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563B796A-8B30-A6F0-45B6-E8ACC8A95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992427"/>
              </p:ext>
            </p:extLst>
          </p:nvPr>
        </p:nvGraphicFramePr>
        <p:xfrm>
          <a:off x="1069637" y="5074072"/>
          <a:ext cx="55181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3" imgW="2484191" imgH="426831" progId="Equation.3">
                  <p:embed/>
                </p:oleObj>
              </mc:Choice>
              <mc:Fallback>
                <p:oleObj name="公式" r:id="rId3" imgW="2484191" imgH="426831" progId="Equation.3">
                  <p:embed/>
                  <p:pic>
                    <p:nvPicPr>
                      <p:cNvPr id="29701" name="Object 4">
                        <a:extLst>
                          <a:ext uri="{FF2B5EF4-FFF2-40B4-BE49-F238E27FC236}">
                            <a16:creationId xmlns:a16="http://schemas.microsoft.com/office/drawing/2014/main" id="{602E4EB9-0639-FF3E-2C51-6C283DEC0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37" y="5074072"/>
                        <a:ext cx="55181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14F18DD-3A9F-4959-DFB5-2051D940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表项的删除算法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D9F9F3-DF52-D396-3B5F-5CB19BEF5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bool </a:t>
            </a:r>
            <a:r>
              <a:rPr lang="en-US" altLang="zh-CN" dirty="0" err="1"/>
              <a:t>SeqList</a:t>
            </a:r>
            <a:r>
              <a:rPr lang="en-US" altLang="zh-CN" dirty="0"/>
              <a:t>&lt;T&gt; :: Remove ( int </a:t>
            </a:r>
            <a:r>
              <a:rPr lang="en-US" altLang="zh-CN" dirty="0" err="1"/>
              <a:t>i</a:t>
            </a:r>
            <a:r>
              <a:rPr lang="en-US" altLang="zh-CN" dirty="0"/>
              <a:t>, T&amp; 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//</a:t>
            </a:r>
            <a:r>
              <a:rPr lang="zh-CN" altLang="en-US" dirty="0"/>
              <a:t>在表中删除第</a:t>
            </a:r>
            <a:r>
              <a:rPr lang="en-US" altLang="zh-CN" dirty="0"/>
              <a:t>I</a:t>
            </a:r>
            <a:r>
              <a:rPr lang="zh-CN" altLang="en-US" dirty="0"/>
              <a:t>个元素，把其值通过</a:t>
            </a:r>
            <a:r>
              <a:rPr lang="en-US" altLang="zh-CN" dirty="0"/>
              <a:t>x</a:t>
            </a:r>
            <a:r>
              <a:rPr lang="zh-CN" altLang="en-US" dirty="0"/>
              <a:t>返回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/>
              <a:t>if ( last == -1) return false;   //</a:t>
            </a:r>
            <a:r>
              <a:rPr lang="zh-CN" altLang="en-US" dirty="0"/>
              <a:t>表空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if ( </a:t>
            </a:r>
            <a:r>
              <a:rPr lang="en-US" altLang="zh-CN" dirty="0" err="1"/>
              <a:t>i</a:t>
            </a:r>
            <a:r>
              <a:rPr lang="en-US" altLang="zh-CN" dirty="0"/>
              <a:t> &lt; 1 || </a:t>
            </a:r>
            <a:r>
              <a:rPr lang="en-US" altLang="zh-CN" dirty="0" err="1"/>
              <a:t>i</a:t>
            </a:r>
            <a:r>
              <a:rPr lang="en-US" altLang="zh-CN" dirty="0"/>
              <a:t> &gt; last+1 ) return false;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x = data[</a:t>
            </a:r>
            <a:r>
              <a:rPr lang="en-US" altLang="zh-CN" dirty="0" err="1"/>
              <a:t>i</a:t>
            </a:r>
            <a:r>
              <a:rPr lang="en-US" altLang="zh-CN" dirty="0"/>
              <a:t> - 1];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for ( int j = </a:t>
            </a:r>
            <a:r>
              <a:rPr lang="en-US" altLang="zh-CN" dirty="0" err="1"/>
              <a:t>i</a:t>
            </a:r>
            <a:r>
              <a:rPr lang="en-US" altLang="zh-CN" dirty="0"/>
              <a:t>; j &lt;= last; </a:t>
            </a:r>
            <a:r>
              <a:rPr lang="en-US" altLang="zh-CN" dirty="0" err="1"/>
              <a:t>j++</a:t>
            </a:r>
            <a:r>
              <a:rPr lang="en-US" altLang="zh-CN" dirty="0"/>
              <a:t>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data[j -1] = data[j];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last-- 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return true;	               //</a:t>
            </a:r>
            <a:r>
              <a:rPr lang="zh-CN" altLang="en-US" dirty="0"/>
              <a:t>成功删除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4FBA52-78C6-C5D7-F305-2BF3BEE9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318AEF-9DE2-4357-8BEA-B277065D5849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">
            <a:extLst>
              <a:ext uri="{FF2B5EF4-FFF2-40B4-BE49-F238E27FC236}">
                <a16:creationId xmlns:a16="http://schemas.microsoft.com/office/drawing/2014/main" id="{6AE02725-0098-19CE-8036-D34989371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插入删除操作的应用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79DBE8-0495-F72D-3E7D-0011B5285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代码见备注</a:t>
            </a:r>
            <a:endParaRPr lang="en-US" altLang="zh-CN" dirty="0"/>
          </a:p>
          <a:p>
            <a:pPr lvl="1"/>
            <a:r>
              <a:rPr lang="zh-CN" altLang="en-US" dirty="0"/>
              <a:t>集合的“并”运算</a:t>
            </a:r>
            <a:endParaRPr lang="en-US" altLang="zh-CN" dirty="0"/>
          </a:p>
          <a:p>
            <a:pPr lvl="2"/>
            <a:r>
              <a:rPr lang="zh-CN" altLang="zh-CN" dirty="0"/>
              <a:t>时间复杂度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集合的“交”运算</a:t>
            </a:r>
            <a:endParaRPr lang="en-US" altLang="zh-CN" dirty="0"/>
          </a:p>
          <a:p>
            <a:pPr lvl="2"/>
            <a:r>
              <a:rPr lang="zh-CN" altLang="zh-CN" dirty="0"/>
              <a:t>时间复杂度</a:t>
            </a:r>
            <a:r>
              <a:rPr lang="zh-CN" altLang="en-US" dirty="0"/>
              <a:t>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D42332-38C1-525A-930C-83F39670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B3AD7CCD-429E-4260-ADEA-6119291CAEA5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6B8EFF9B-480C-6B03-AF64-FD145D11E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线性链表（</a:t>
            </a:r>
            <a:r>
              <a:rPr lang="en-US" altLang="zh-CN" dirty="0"/>
              <a:t>Linked List</a:t>
            </a:r>
            <a:r>
              <a:rPr lang="zh-CN" altLang="en-US" dirty="0"/>
              <a:t>）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7BB6F24-1B15-1033-4E93-AD26EBD1E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zh-CN" altLang="en-US" dirty="0"/>
              <a:t>线性链表是线性表的链接存储表示。元素之间的逻辑顺序是通过各结点中的链接指针来指示的。</a:t>
            </a:r>
          </a:p>
          <a:p>
            <a:r>
              <a:rPr lang="zh-CN" altLang="en-US" dirty="0"/>
              <a:t>线性链表分类：</a:t>
            </a:r>
            <a:endParaRPr lang="zh-CN" altLang="en-US" dirty="0">
              <a:hlinkClick r:id="rId2" action="ppaction://hlinksldjump"/>
            </a:endParaRPr>
          </a:p>
          <a:p>
            <a:pPr lvl="1"/>
            <a:r>
              <a:rPr lang="zh-CN" altLang="en-US" dirty="0">
                <a:hlinkClick r:id="rId3" action="ppaction://hlinksldjump"/>
              </a:rPr>
              <a:t>单链表</a:t>
            </a:r>
            <a:endParaRPr lang="zh-CN" altLang="en-US" dirty="0"/>
          </a:p>
          <a:p>
            <a:pPr lvl="1"/>
            <a:r>
              <a:rPr lang="zh-CN" altLang="en-US" dirty="0">
                <a:hlinkClick r:id="rId4" action="ppaction://hlinksldjump"/>
              </a:rPr>
              <a:t>循环链表</a:t>
            </a:r>
            <a:endParaRPr lang="zh-CN" altLang="en-US" dirty="0"/>
          </a:p>
          <a:p>
            <a:pPr lvl="1"/>
            <a:r>
              <a:rPr lang="zh-CN" altLang="en-US" dirty="0">
                <a:hlinkClick r:id="rId5" action="ppaction://hlinksldjump"/>
              </a:rPr>
              <a:t>双向链表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4818" name="灯片编号占位符 4">
            <a:extLst>
              <a:ext uri="{FF2B5EF4-FFF2-40B4-BE49-F238E27FC236}">
                <a16:creationId xmlns:a16="http://schemas.microsoft.com/office/drawing/2014/main" id="{953FE079-1156-ACA8-3395-32AA0420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FEAF23-D6C9-463C-AFB7-EF79553A22C4}" type="slidenum">
              <a:rPr lang="en-US" altLang="zh-CN"/>
              <a:pPr/>
              <a:t>19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FE233C2-B89C-22C9-E067-34B07A9E2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25438"/>
            <a:ext cx="7886700" cy="1325562"/>
          </a:xfrm>
        </p:spPr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单链表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259132F-4268-7446-D789-DCCACE8401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顺序表的优缺点</a:t>
            </a:r>
          </a:p>
          <a:p>
            <a:pPr lvl="1"/>
            <a:r>
              <a:rPr lang="zh-CN" altLang="en-US" dirty="0"/>
              <a:t>优点</a:t>
            </a:r>
          </a:p>
          <a:p>
            <a:pPr lvl="2"/>
            <a:r>
              <a:rPr lang="zh-CN" altLang="en-US" dirty="0"/>
              <a:t>不需要额外的空间表示结点间的逻辑关系，存储效率高</a:t>
            </a:r>
          </a:p>
          <a:p>
            <a:pPr lvl="2"/>
            <a:r>
              <a:rPr lang="zh-CN" altLang="en-US" dirty="0"/>
              <a:t>支持随机访问，访问效率高</a:t>
            </a:r>
          </a:p>
          <a:p>
            <a:pPr lvl="1"/>
            <a:r>
              <a:rPr lang="zh-CN" altLang="en-US" dirty="0"/>
              <a:t>缺点</a:t>
            </a:r>
          </a:p>
          <a:p>
            <a:pPr lvl="2"/>
            <a:r>
              <a:rPr lang="zh-CN" altLang="en-US" dirty="0"/>
              <a:t>增、删操作效率低，平均需要移动一半元素</a:t>
            </a:r>
          </a:p>
          <a:p>
            <a:pPr lvl="2"/>
            <a:r>
              <a:rPr lang="zh-CN" altLang="en-US" dirty="0"/>
              <a:t>不容易事先确定分配空间大小</a:t>
            </a:r>
          </a:p>
          <a:p>
            <a:r>
              <a:rPr lang="zh-CN" altLang="en-US" dirty="0"/>
              <a:t>线性链表的优缺点恰好相反</a:t>
            </a:r>
            <a:endParaRPr lang="en-US" altLang="zh-CN" dirty="0"/>
          </a:p>
          <a:p>
            <a:pPr lvl="1"/>
            <a:r>
              <a:rPr lang="zh-CN" altLang="en-US" dirty="0"/>
              <a:t>有的时候用链表效果更好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79B37B-E16E-7145-9F97-14870DB4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9BD6D-F586-4A5D-9176-AA5527447EF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4">
            <a:extLst>
              <a:ext uri="{FF2B5EF4-FFF2-40B4-BE49-F238E27FC236}">
                <a16:creationId xmlns:a16="http://schemas.microsoft.com/office/drawing/2014/main" id="{E48E87FB-ED8D-EF30-1AE7-BB271112A9F4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433638"/>
            <a:ext cx="2895600" cy="614362"/>
            <a:chOff x="1536" y="1533"/>
            <a:chExt cx="1824" cy="387"/>
          </a:xfrm>
        </p:grpSpPr>
        <p:sp>
          <p:nvSpPr>
            <p:cNvPr id="28701" name="Rectangle 5">
              <a:extLst>
                <a:ext uri="{FF2B5EF4-FFF2-40B4-BE49-F238E27FC236}">
                  <a16:creationId xmlns:a16="http://schemas.microsoft.com/office/drawing/2014/main" id="{3F0E87C1-B532-AC80-672B-8D7D0ACC6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36"/>
              <a:ext cx="1824" cy="38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808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2" name="Text Box 6">
              <a:extLst>
                <a:ext uri="{FF2B5EF4-FFF2-40B4-BE49-F238E27FC236}">
                  <a16:creationId xmlns:a16="http://schemas.microsoft.com/office/drawing/2014/main" id="{0C4E36CA-FC5B-A804-A8DC-CA867F519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1533"/>
              <a:ext cx="142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4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    link</a:t>
              </a:r>
              <a:endParaRPr kumimoji="1" lang="en-US" altLang="zh-CN" sz="3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3" name="Line 7">
              <a:extLst>
                <a:ext uri="{FF2B5EF4-FFF2-40B4-BE49-F238E27FC236}">
                  <a16:creationId xmlns:a16="http://schemas.microsoft.com/office/drawing/2014/main" id="{8040BA9E-6BF5-4441-8E0B-9E6F58D27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536"/>
              <a:ext cx="0" cy="38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675" name="Group 8">
            <a:extLst>
              <a:ext uri="{FF2B5EF4-FFF2-40B4-BE49-F238E27FC236}">
                <a16:creationId xmlns:a16="http://schemas.microsoft.com/office/drawing/2014/main" id="{20BD7E26-B17F-F7CC-B67C-14D4BB0B2FCE}"/>
              </a:ext>
            </a:extLst>
          </p:cNvPr>
          <p:cNvGrpSpPr>
            <a:grpSpLocks/>
          </p:cNvGrpSpPr>
          <p:nvPr/>
        </p:nvGrpSpPr>
        <p:grpSpPr bwMode="auto">
          <a:xfrm>
            <a:off x="1455738" y="3916363"/>
            <a:ext cx="6896100" cy="655637"/>
            <a:chOff x="437" y="2400"/>
            <a:chExt cx="4344" cy="413"/>
          </a:xfrm>
        </p:grpSpPr>
        <p:sp>
          <p:nvSpPr>
            <p:cNvPr id="28679" name="Rectangle 9">
              <a:extLst>
                <a:ext uri="{FF2B5EF4-FFF2-40B4-BE49-F238E27FC236}">
                  <a16:creationId xmlns:a16="http://schemas.microsoft.com/office/drawing/2014/main" id="{E2128081-474A-494B-3091-BB0492C96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48"/>
              <a:ext cx="5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0" name="Line 10">
              <a:extLst>
                <a:ext uri="{FF2B5EF4-FFF2-40B4-BE49-F238E27FC236}">
                  <a16:creationId xmlns:a16="http://schemas.microsoft.com/office/drawing/2014/main" id="{4847B9FE-BD0F-668E-5022-5D0E5CDA6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1" name="Line 11">
              <a:extLst>
                <a:ext uri="{FF2B5EF4-FFF2-40B4-BE49-F238E27FC236}">
                  <a16:creationId xmlns:a16="http://schemas.microsoft.com/office/drawing/2014/main" id="{4E754257-ACB7-300D-1859-12C4F36F8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640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2" name="Rectangle 12">
              <a:extLst>
                <a:ext uri="{FF2B5EF4-FFF2-40B4-BE49-F238E27FC236}">
                  <a16:creationId xmlns:a16="http://schemas.microsoft.com/office/drawing/2014/main" id="{E4617F90-AE16-E8AA-6B13-AB97468BE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48"/>
              <a:ext cx="5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3" name="Line 13">
              <a:extLst>
                <a:ext uri="{FF2B5EF4-FFF2-40B4-BE49-F238E27FC236}">
                  <a16:creationId xmlns:a16="http://schemas.microsoft.com/office/drawing/2014/main" id="{F1715A86-F7F1-FC8A-78A5-5F76E4208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48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4" name="Line 14">
              <a:extLst>
                <a:ext uri="{FF2B5EF4-FFF2-40B4-BE49-F238E27FC236}">
                  <a16:creationId xmlns:a16="http://schemas.microsoft.com/office/drawing/2014/main" id="{7A3F36BB-9E61-BD93-231E-1502441B3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640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5" name="Rectangle 15">
              <a:extLst>
                <a:ext uri="{FF2B5EF4-FFF2-40B4-BE49-F238E27FC236}">
                  <a16:creationId xmlns:a16="http://schemas.microsoft.com/office/drawing/2014/main" id="{FA4B57C0-20B9-36F2-D959-E4AFDB1E9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448"/>
              <a:ext cx="5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6" name="Line 16">
              <a:extLst>
                <a:ext uri="{FF2B5EF4-FFF2-40B4-BE49-F238E27FC236}">
                  <a16:creationId xmlns:a16="http://schemas.microsoft.com/office/drawing/2014/main" id="{9490E773-35AA-30C5-3A56-7D078A9B6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448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7" name="Line 17">
              <a:extLst>
                <a:ext uri="{FF2B5EF4-FFF2-40B4-BE49-F238E27FC236}">
                  <a16:creationId xmlns:a16="http://schemas.microsoft.com/office/drawing/2014/main" id="{7DDA315E-3171-748E-DBE1-CF4291861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640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Rectangle 18">
              <a:extLst>
                <a:ext uri="{FF2B5EF4-FFF2-40B4-BE49-F238E27FC236}">
                  <a16:creationId xmlns:a16="http://schemas.microsoft.com/office/drawing/2014/main" id="{090F5EDF-5079-44C0-75F4-AF49DC9B8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448"/>
              <a:ext cx="5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9" name="Line 19">
              <a:extLst>
                <a:ext uri="{FF2B5EF4-FFF2-40B4-BE49-F238E27FC236}">
                  <a16:creationId xmlns:a16="http://schemas.microsoft.com/office/drawing/2014/main" id="{4E1C8AFD-7D6A-5A9E-7C22-1FE692BF5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48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Line 20">
              <a:extLst>
                <a:ext uri="{FF2B5EF4-FFF2-40B4-BE49-F238E27FC236}">
                  <a16:creationId xmlns:a16="http://schemas.microsoft.com/office/drawing/2014/main" id="{C486BDD7-0CDF-B32D-9CFC-2260F953C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40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1" name="Rectangle 21">
              <a:extLst>
                <a:ext uri="{FF2B5EF4-FFF2-40B4-BE49-F238E27FC236}">
                  <a16:creationId xmlns:a16="http://schemas.microsoft.com/office/drawing/2014/main" id="{7F8E6F28-B0BF-1822-6DDC-A5E641DF3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448"/>
              <a:ext cx="528" cy="33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2" name="Line 22">
              <a:extLst>
                <a:ext uri="{FF2B5EF4-FFF2-40B4-BE49-F238E27FC236}">
                  <a16:creationId xmlns:a16="http://schemas.microsoft.com/office/drawing/2014/main" id="{1D32C605-66DF-0601-A049-4875D9C31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448"/>
              <a:ext cx="1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3" name="Line 23">
              <a:extLst>
                <a:ext uri="{FF2B5EF4-FFF2-40B4-BE49-F238E27FC236}">
                  <a16:creationId xmlns:a16="http://schemas.microsoft.com/office/drawing/2014/main" id="{F1BE2609-3252-7BBA-B077-D01C5B7AB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40"/>
              <a:ext cx="314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Text Box 24">
              <a:extLst>
                <a:ext uri="{FF2B5EF4-FFF2-40B4-BE49-F238E27FC236}">
                  <a16:creationId xmlns:a16="http://schemas.microsoft.com/office/drawing/2014/main" id="{29CA9B0F-E3A1-7243-BB43-9406B2402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400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Text Box 25">
              <a:extLst>
                <a:ext uri="{FF2B5EF4-FFF2-40B4-BE49-F238E27FC236}">
                  <a16:creationId xmlns:a16="http://schemas.microsoft.com/office/drawing/2014/main" id="{205CCC09-ADE4-9934-6B03-36792B162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400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Text Box 26">
              <a:extLst>
                <a:ext uri="{FF2B5EF4-FFF2-40B4-BE49-F238E27FC236}">
                  <a16:creationId xmlns:a16="http://schemas.microsoft.com/office/drawing/2014/main" id="{015B312A-7D57-CA9D-453F-EF13085D3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6" y="2400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Text Box 27">
              <a:extLst>
                <a:ext uri="{FF2B5EF4-FFF2-40B4-BE49-F238E27FC236}">
                  <a16:creationId xmlns:a16="http://schemas.microsoft.com/office/drawing/2014/main" id="{5FAE8BFF-5283-E609-9FC2-73E2F6B455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2400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Text Box 28">
              <a:extLst>
                <a:ext uri="{FF2B5EF4-FFF2-40B4-BE49-F238E27FC236}">
                  <a16:creationId xmlns:a16="http://schemas.microsoft.com/office/drawing/2014/main" id="{F334B773-B754-FA33-6689-3E25B7ED3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400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Text Box 29">
              <a:extLst>
                <a:ext uri="{FF2B5EF4-FFF2-40B4-BE49-F238E27FC236}">
                  <a16:creationId xmlns:a16="http://schemas.microsoft.com/office/drawing/2014/main" id="{72521997-CB74-D947-78DA-88E72FC49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2" y="2500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Λ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700" name="Text Box 30">
              <a:extLst>
                <a:ext uri="{FF2B5EF4-FFF2-40B4-BE49-F238E27FC236}">
                  <a16:creationId xmlns:a16="http://schemas.microsoft.com/office/drawing/2014/main" id="{25FF1E67-7C1D-61E4-6318-57CC3FB58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" y="2448"/>
              <a:ext cx="5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676" name="标题 2">
            <a:extLst>
              <a:ext uri="{FF2B5EF4-FFF2-40B4-BE49-F238E27FC236}">
                <a16:creationId xmlns:a16="http://schemas.microsoft.com/office/drawing/2014/main" id="{4605DC22-2285-713A-3F92-6273326BC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单链表的概念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EE8700-0BE8-6C10-445F-C12192DD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/>
              <a:t> 每个元素</a:t>
            </a:r>
            <a:r>
              <a:rPr lang="en-US" altLang="zh-CN" dirty="0"/>
              <a:t>(</a:t>
            </a:r>
            <a:r>
              <a:rPr lang="zh-CN" altLang="en-US" dirty="0"/>
              <a:t>表项</a:t>
            </a:r>
            <a:r>
              <a:rPr lang="en-US" altLang="zh-CN" dirty="0"/>
              <a:t>)</a:t>
            </a:r>
            <a:r>
              <a:rPr lang="zh-CN" altLang="en-US" dirty="0"/>
              <a:t>由结点</a:t>
            </a:r>
            <a:r>
              <a:rPr lang="en-US" altLang="zh-CN" dirty="0"/>
              <a:t>(Node)</a:t>
            </a:r>
            <a:r>
              <a:rPr lang="zh-CN" altLang="en-US" dirty="0"/>
              <a:t>构成。</a:t>
            </a:r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线性结构。</a:t>
            </a:r>
            <a:br>
              <a:rPr lang="zh-CN" altLang="en-US" dirty="0"/>
            </a:b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dirty="0"/>
              <a:t>结点之间可以连续，也可以不连续存储</a:t>
            </a:r>
            <a:r>
              <a:rPr lang="en-US" altLang="zh-CN" dirty="0"/>
              <a:t>;</a:t>
            </a:r>
          </a:p>
          <a:p>
            <a:pPr>
              <a:defRPr/>
            </a:pPr>
            <a:r>
              <a:rPr lang="zh-CN" altLang="en-US" dirty="0"/>
              <a:t>结点的逻辑顺序与物理顺序可以不一致</a:t>
            </a:r>
            <a:r>
              <a:rPr lang="en-US" altLang="zh-CN" dirty="0"/>
              <a:t>;</a:t>
            </a:r>
          </a:p>
          <a:p>
            <a:pPr>
              <a:defRPr/>
            </a:pPr>
            <a:r>
              <a:rPr lang="zh-CN" altLang="en-US" dirty="0"/>
              <a:t>表可扩充。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FD474B-C94C-21AA-8096-F0BCE113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9BB0E5-CA5E-4DCE-9A0A-E6CE6950A8E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E7E43A77-E9C2-EBB8-8E22-75F09A904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76400"/>
            <a:ext cx="75438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9" name="Line 4">
            <a:extLst>
              <a:ext uri="{FF2B5EF4-FFF2-40B4-BE49-F238E27FC236}">
                <a16:creationId xmlns:a16="http://schemas.microsoft.com/office/drawing/2014/main" id="{980390CC-5B8B-BF2C-8918-0700D78801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2438400"/>
            <a:ext cx="0" cy="381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Text Box 5">
            <a:extLst>
              <a:ext uri="{FF2B5EF4-FFF2-40B4-BE49-F238E27FC236}">
                <a16:creationId xmlns:a16="http://schemas.microsoft.com/office/drawing/2014/main" id="{D1494F36-BC61-4060-CDB4-406A60B7D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2743200"/>
            <a:ext cx="862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free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1" name="Text Box 6">
            <a:extLst>
              <a:ext uri="{FF2B5EF4-FFF2-40B4-BE49-F238E27FC236}">
                <a16:creationId xmlns:a16="http://schemas.microsoft.com/office/drawing/2014/main" id="{AD1F966D-BEED-F9D5-3DAA-11680D288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550" y="2468563"/>
            <a:ext cx="36147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(a) </a:t>
            </a:r>
            <a:r>
              <a:rPr kumimoji="1" lang="zh-CN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可利用存储空间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2" name="Rectangle 7">
            <a:extLst>
              <a:ext uri="{FF2B5EF4-FFF2-40B4-BE49-F238E27FC236}">
                <a16:creationId xmlns:a16="http://schemas.microsoft.com/office/drawing/2014/main" id="{34B22575-E7A1-D82C-7116-D1322818F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2800"/>
            <a:ext cx="75438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3" name="Rectangle 8">
            <a:extLst>
              <a:ext uri="{FF2B5EF4-FFF2-40B4-BE49-F238E27FC236}">
                <a16:creationId xmlns:a16="http://schemas.microsoft.com/office/drawing/2014/main" id="{55D40252-229B-2CB2-D81B-967DA3452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52800"/>
            <a:ext cx="685800" cy="6096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4" name="Rectangle 9">
            <a:extLst>
              <a:ext uri="{FF2B5EF4-FFF2-40B4-BE49-F238E27FC236}">
                <a16:creationId xmlns:a16="http://schemas.microsoft.com/office/drawing/2014/main" id="{6E8951A0-0D1A-C6A0-E95B-E7C95A43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352800"/>
            <a:ext cx="685800" cy="6096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5" name="Rectangle 10">
            <a:extLst>
              <a:ext uri="{FF2B5EF4-FFF2-40B4-BE49-F238E27FC236}">
                <a16:creationId xmlns:a16="http://schemas.microsoft.com/office/drawing/2014/main" id="{D926F02C-9BD1-32B8-7632-79B4A5B25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352800"/>
            <a:ext cx="685800" cy="6096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6" name="Rectangle 11">
            <a:extLst>
              <a:ext uri="{FF2B5EF4-FFF2-40B4-BE49-F238E27FC236}">
                <a16:creationId xmlns:a16="http://schemas.microsoft.com/office/drawing/2014/main" id="{FB403849-E713-5AA6-D709-08839A9F5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352800"/>
            <a:ext cx="685800" cy="6096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7" name="Line 12">
            <a:extLst>
              <a:ext uri="{FF2B5EF4-FFF2-40B4-BE49-F238E27FC236}">
                <a16:creationId xmlns:a16="http://schemas.microsoft.com/office/drawing/2014/main" id="{A6BF3D88-99A7-1CA0-4DF7-4ED6B44BF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8" name="Text Box 13">
            <a:extLst>
              <a:ext uri="{FF2B5EF4-FFF2-40B4-BE49-F238E27FC236}">
                <a16:creationId xmlns:a16="http://schemas.microsoft.com/office/drawing/2014/main" id="{7AB6462F-A967-B2E8-F331-3650707C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24225"/>
            <a:ext cx="48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baseline="-250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9" name="Text Box 14">
            <a:extLst>
              <a:ext uri="{FF2B5EF4-FFF2-40B4-BE49-F238E27FC236}">
                <a16:creationId xmlns:a16="http://schemas.microsoft.com/office/drawing/2014/main" id="{85EBF0E1-A522-003C-EB56-7F8A672F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48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baseline="-250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0" name="Text Box 15">
            <a:extLst>
              <a:ext uri="{FF2B5EF4-FFF2-40B4-BE49-F238E27FC236}">
                <a16:creationId xmlns:a16="http://schemas.microsoft.com/office/drawing/2014/main" id="{1E42B10F-05E9-FB2A-629F-290483A46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600" y="3352800"/>
            <a:ext cx="48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baseline="-250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1" name="Text Box 16">
            <a:extLst>
              <a:ext uri="{FF2B5EF4-FFF2-40B4-BE49-F238E27FC236}">
                <a16:creationId xmlns:a16="http://schemas.microsoft.com/office/drawing/2014/main" id="{D3AE13CE-3D2C-8038-CDE9-B300FBD7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0" y="3352800"/>
            <a:ext cx="48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baseline="-250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2" name="Line 17">
            <a:extLst>
              <a:ext uri="{FF2B5EF4-FFF2-40B4-BE49-F238E27FC236}">
                <a16:creationId xmlns:a16="http://schemas.microsoft.com/office/drawing/2014/main" id="{FD1DEC10-AFC9-CE3E-0E6A-97B1376F6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3" name="Line 18">
            <a:extLst>
              <a:ext uri="{FF2B5EF4-FFF2-40B4-BE49-F238E27FC236}">
                <a16:creationId xmlns:a16="http://schemas.microsoft.com/office/drawing/2014/main" id="{00ED4836-2308-4120-72AD-D296BA21A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4" name="Line 19">
            <a:extLst>
              <a:ext uri="{FF2B5EF4-FFF2-40B4-BE49-F238E27FC236}">
                <a16:creationId xmlns:a16="http://schemas.microsoft.com/office/drawing/2014/main" id="{6D4A39F6-41D3-EECA-617C-4082DFAC7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5" name="Text Box 20">
            <a:extLst>
              <a:ext uri="{FF2B5EF4-FFF2-40B4-BE49-F238E27FC236}">
                <a16:creationId xmlns:a16="http://schemas.microsoft.com/office/drawing/2014/main" id="{38A0EFD2-00F8-3C22-0DDD-63663D133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429000"/>
            <a:ext cx="36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6" name="Line 21">
            <a:extLst>
              <a:ext uri="{FF2B5EF4-FFF2-40B4-BE49-F238E27FC236}">
                <a16:creationId xmlns:a16="http://schemas.microsoft.com/office/drawing/2014/main" id="{007E2A59-39D4-B3F1-35F6-2795EEBADC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4038600"/>
            <a:ext cx="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7" name="Line 22">
            <a:extLst>
              <a:ext uri="{FF2B5EF4-FFF2-40B4-BE49-F238E27FC236}">
                <a16:creationId xmlns:a16="http://schemas.microsoft.com/office/drawing/2014/main" id="{8EA89502-3480-9F4A-9738-142ECAEEAA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4038600"/>
            <a:ext cx="0" cy="381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8" name="Text Box 23">
            <a:extLst>
              <a:ext uri="{FF2B5EF4-FFF2-40B4-BE49-F238E27FC236}">
                <a16:creationId xmlns:a16="http://schemas.microsoft.com/office/drawing/2014/main" id="{84CE6A66-44E4-CDBF-8F1A-AA1F556DD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4343400"/>
            <a:ext cx="862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free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9" name="Text Box 24">
            <a:extLst>
              <a:ext uri="{FF2B5EF4-FFF2-40B4-BE49-F238E27FC236}">
                <a16:creationId xmlns:a16="http://schemas.microsoft.com/office/drawing/2014/main" id="{D9CC61E8-6302-3C4A-2EB4-BDC6C681F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4495800"/>
            <a:ext cx="906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0" name="Line 25">
            <a:extLst>
              <a:ext uri="{FF2B5EF4-FFF2-40B4-BE49-F238E27FC236}">
                <a16:creationId xmlns:a16="http://schemas.microsoft.com/office/drawing/2014/main" id="{41BF365E-1299-ED6E-7E9C-48EF6A1BE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657600"/>
            <a:ext cx="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1" name="Line 26">
            <a:extLst>
              <a:ext uri="{FF2B5EF4-FFF2-40B4-BE49-F238E27FC236}">
                <a16:creationId xmlns:a16="http://schemas.microsoft.com/office/drawing/2014/main" id="{7E29F026-57DC-7B1D-C98F-6E9BED53C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4038600"/>
            <a:ext cx="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2" name="Line 27">
            <a:extLst>
              <a:ext uri="{FF2B5EF4-FFF2-40B4-BE49-F238E27FC236}">
                <a16:creationId xmlns:a16="http://schemas.microsoft.com/office/drawing/2014/main" id="{94EBAC90-C4AB-01FB-A7AD-E960A015D6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343400"/>
            <a:ext cx="2514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3" name="Line 28">
            <a:extLst>
              <a:ext uri="{FF2B5EF4-FFF2-40B4-BE49-F238E27FC236}">
                <a16:creationId xmlns:a16="http://schemas.microsoft.com/office/drawing/2014/main" id="{C98AB946-6B2E-A28C-EBC6-91C919358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657600"/>
            <a:ext cx="0" cy="914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4" name="Line 29">
            <a:extLst>
              <a:ext uri="{FF2B5EF4-FFF2-40B4-BE49-F238E27FC236}">
                <a16:creationId xmlns:a16="http://schemas.microsoft.com/office/drawing/2014/main" id="{49A3485E-2B23-682C-FA31-F640A54226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4572000"/>
            <a:ext cx="2286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5" name="Line 30">
            <a:extLst>
              <a:ext uri="{FF2B5EF4-FFF2-40B4-BE49-F238E27FC236}">
                <a16:creationId xmlns:a16="http://schemas.microsoft.com/office/drawing/2014/main" id="{09E0CFA6-03F6-DEFC-D9DA-5535CCF9C7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038600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6" name="Line 31">
            <a:extLst>
              <a:ext uri="{FF2B5EF4-FFF2-40B4-BE49-F238E27FC236}">
                <a16:creationId xmlns:a16="http://schemas.microsoft.com/office/drawing/2014/main" id="{AFFED843-1FC3-8D9D-BEF4-6A3EC0EB3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657600"/>
            <a:ext cx="0" cy="1143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7" name="Line 32">
            <a:extLst>
              <a:ext uri="{FF2B5EF4-FFF2-40B4-BE49-F238E27FC236}">
                <a16:creationId xmlns:a16="http://schemas.microsoft.com/office/drawing/2014/main" id="{6FDA7D64-2FBA-B023-5D75-FE264F4B2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51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8" name="Line 33">
            <a:extLst>
              <a:ext uri="{FF2B5EF4-FFF2-40B4-BE49-F238E27FC236}">
                <a16:creationId xmlns:a16="http://schemas.microsoft.com/office/drawing/2014/main" id="{F0443E93-731E-460D-2B81-5F174BD7F5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038600"/>
            <a:ext cx="0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9" name="Text Box 34">
            <a:extLst>
              <a:ext uri="{FF2B5EF4-FFF2-40B4-BE49-F238E27FC236}">
                <a16:creationId xmlns:a16="http://schemas.microsoft.com/office/drawing/2014/main" id="{A3434156-3615-31A8-5B2B-DF2482B47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6084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(b) </a:t>
            </a:r>
            <a:r>
              <a:rPr kumimoji="1" lang="zh-CN" altLang="zh-CN" sz="3200" b="1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经过一段运行后的单链表结构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0" name="标题 2">
            <a:extLst>
              <a:ext uri="{FF2B5EF4-FFF2-40B4-BE49-F238E27FC236}">
                <a16:creationId xmlns:a16="http://schemas.microsoft.com/office/drawing/2014/main" id="{5C981EE4-CD7E-D202-C5AB-FB5C86675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单链表的存储映像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192669-C2C2-C33B-948A-B73658D5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58FFE4-4A36-4008-8EF6-3D04EFD1C83A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947C308-F0F1-9250-9236-A9BB2FF5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单链表的类定义（复合方式）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377F7-8507-CDB4-D816-BF21C6204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class List;	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class </a:t>
            </a:r>
            <a:r>
              <a:rPr lang="en-US" altLang="zh-CN" dirty="0" err="1"/>
              <a:t>LinkNode</a:t>
            </a:r>
            <a:r>
              <a:rPr lang="en-US" altLang="zh-CN" dirty="0"/>
              <a:t> { //</a:t>
            </a:r>
            <a:r>
              <a:rPr lang="zh-CN" altLang="en-US" dirty="0"/>
              <a:t>链表结点类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friend class List;	         //</a:t>
            </a:r>
            <a:r>
              <a:rPr lang="zh-CN" altLang="en-US" dirty="0"/>
              <a:t>链表类为其友元类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private: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int data;		         //</a:t>
            </a:r>
            <a:r>
              <a:rPr lang="zh-CN" altLang="en-US" dirty="0"/>
              <a:t>结点数据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</a:t>
            </a:r>
            <a:r>
              <a:rPr lang="en-US" altLang="zh-CN" dirty="0" err="1"/>
              <a:t>LinkNode</a:t>
            </a:r>
            <a:r>
              <a:rPr lang="en-US" altLang="zh-CN" dirty="0"/>
              <a:t> * link;           //</a:t>
            </a:r>
            <a:r>
              <a:rPr lang="zh-CN" altLang="en-US" dirty="0"/>
              <a:t>结点指针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};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class List { //</a:t>
            </a:r>
            <a:r>
              <a:rPr lang="zh-CN" altLang="en-US" dirty="0"/>
              <a:t>链表类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public: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…                                  //</a:t>
            </a:r>
            <a:r>
              <a:rPr lang="zh-CN" altLang="en-US" dirty="0"/>
              <a:t>链表公共操作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private: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</a:t>
            </a:r>
            <a:r>
              <a:rPr lang="en-US" altLang="zh-CN" dirty="0" err="1"/>
              <a:t>LinkNode</a:t>
            </a:r>
            <a:r>
              <a:rPr lang="en-US" altLang="zh-CN" dirty="0"/>
              <a:t> *first;            //</a:t>
            </a:r>
            <a:r>
              <a:rPr lang="zh-CN" altLang="en-US" dirty="0"/>
              <a:t>表头指针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F8503D-8933-B7C1-982F-AD6214FA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E41A36-0E2D-4E89-90AE-C4CA9677C55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2" name="Rectangle 4">
            <a:extLst>
              <a:ext uri="{FF2B5EF4-FFF2-40B4-BE49-F238E27FC236}">
                <a16:creationId xmlns:a16="http://schemas.microsoft.com/office/drawing/2014/main" id="{40A04BC9-C9EF-97FB-D0D3-07BB7AE65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5638800"/>
            <a:ext cx="6280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（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插入前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）                    （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插入后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）</a:t>
            </a:r>
            <a:endParaRPr lang="zh-CN" altLang="en-US" sz="3000">
              <a:latin typeface="+mn-lt"/>
              <a:ea typeface="+mn-ea"/>
            </a:endParaRPr>
          </a:p>
        </p:txBody>
      </p:sp>
      <p:grpSp>
        <p:nvGrpSpPr>
          <p:cNvPr id="32771" name="Group 5">
            <a:extLst>
              <a:ext uri="{FF2B5EF4-FFF2-40B4-BE49-F238E27FC236}">
                <a16:creationId xmlns:a16="http://schemas.microsoft.com/office/drawing/2014/main" id="{0C79D428-35A2-345C-ADDE-7F59D9FA735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86200"/>
            <a:ext cx="7696200" cy="1524000"/>
            <a:chOff x="432" y="2448"/>
            <a:chExt cx="4848" cy="960"/>
          </a:xfrm>
        </p:grpSpPr>
        <p:sp>
          <p:nvSpPr>
            <p:cNvPr id="32775" name="Rectangle 6">
              <a:extLst>
                <a:ext uri="{FF2B5EF4-FFF2-40B4-BE49-F238E27FC236}">
                  <a16:creationId xmlns:a16="http://schemas.microsoft.com/office/drawing/2014/main" id="{5717A9A3-5DDD-7287-1BBF-ABB7EC5E7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120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76" name="Rectangle 7">
              <a:extLst>
                <a:ext uri="{FF2B5EF4-FFF2-40B4-BE49-F238E27FC236}">
                  <a16:creationId xmlns:a16="http://schemas.microsoft.com/office/drawing/2014/main" id="{CF43ACC6-3382-FF75-B3C8-8A46A6CAB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20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77" name="Line 8">
              <a:extLst>
                <a:ext uri="{FF2B5EF4-FFF2-40B4-BE49-F238E27FC236}">
                  <a16:creationId xmlns:a16="http://schemas.microsoft.com/office/drawing/2014/main" id="{A337B13A-C47B-2A8C-7633-8D260BC7B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1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8" name="Line 9">
              <a:extLst>
                <a:ext uri="{FF2B5EF4-FFF2-40B4-BE49-F238E27FC236}">
                  <a16:creationId xmlns:a16="http://schemas.microsoft.com/office/drawing/2014/main" id="{03F32448-7C1E-5DD3-4C7E-9B95D685A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1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9" name="Line 10">
              <a:extLst>
                <a:ext uri="{FF2B5EF4-FFF2-40B4-BE49-F238E27FC236}">
                  <a16:creationId xmlns:a16="http://schemas.microsoft.com/office/drawing/2014/main" id="{A810935D-38DA-0FE7-92F1-1D6CA69F0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264"/>
              <a:ext cx="24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0" name="Line 11">
              <a:extLst>
                <a:ext uri="{FF2B5EF4-FFF2-40B4-BE49-F238E27FC236}">
                  <a16:creationId xmlns:a16="http://schemas.microsoft.com/office/drawing/2014/main" id="{6C8CF82A-2332-BE95-004D-3C941BFF7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64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1" name="Line 12">
              <a:extLst>
                <a:ext uri="{FF2B5EF4-FFF2-40B4-BE49-F238E27FC236}">
                  <a16:creationId xmlns:a16="http://schemas.microsoft.com/office/drawing/2014/main" id="{81B818FF-229A-29E8-F28D-84F16DAAC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6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2" name="Line 13">
              <a:extLst>
                <a:ext uri="{FF2B5EF4-FFF2-40B4-BE49-F238E27FC236}">
                  <a16:creationId xmlns:a16="http://schemas.microsoft.com/office/drawing/2014/main" id="{07895D15-96E5-B1DD-894C-6F8FB594A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264"/>
              <a:ext cx="336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3" name="Text Box 14">
              <a:extLst>
                <a:ext uri="{FF2B5EF4-FFF2-40B4-BE49-F238E27FC236}">
                  <a16:creationId xmlns:a16="http://schemas.microsoft.com/office/drawing/2014/main" id="{4E5E2CCB-9C83-C47F-0A21-4BCECD1E4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4" name="Rectangle 15">
              <a:extLst>
                <a:ext uri="{FF2B5EF4-FFF2-40B4-BE49-F238E27FC236}">
                  <a16:creationId xmlns:a16="http://schemas.microsoft.com/office/drawing/2014/main" id="{AE583576-CA92-788F-6030-E80CE1068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96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85" name="Line 16">
              <a:extLst>
                <a:ext uri="{FF2B5EF4-FFF2-40B4-BE49-F238E27FC236}">
                  <a16:creationId xmlns:a16="http://schemas.microsoft.com/office/drawing/2014/main" id="{F7CC7C67-368C-9EEE-C8DD-99DDB1B3D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6" name="Line 17">
              <a:extLst>
                <a:ext uri="{FF2B5EF4-FFF2-40B4-BE49-F238E27FC236}">
                  <a16:creationId xmlns:a16="http://schemas.microsoft.com/office/drawing/2014/main" id="{153A83F3-9DA3-3D18-A4BA-C5431F107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64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7" name="Text Box 18">
              <a:extLst>
                <a:ext uri="{FF2B5EF4-FFF2-40B4-BE49-F238E27FC236}">
                  <a16:creationId xmlns:a16="http://schemas.microsoft.com/office/drawing/2014/main" id="{8A069659-5942-BE04-3DF9-20AAB3FA5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448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Rectangle 19">
              <a:extLst>
                <a:ext uri="{FF2B5EF4-FFF2-40B4-BE49-F238E27FC236}">
                  <a16:creationId xmlns:a16="http://schemas.microsoft.com/office/drawing/2014/main" id="{8778CDD9-5A29-595C-F2B4-FAE4245AB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496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89" name="Line 20">
              <a:extLst>
                <a:ext uri="{FF2B5EF4-FFF2-40B4-BE49-F238E27FC236}">
                  <a16:creationId xmlns:a16="http://schemas.microsoft.com/office/drawing/2014/main" id="{5C7E0B6C-FEEA-82F0-0160-ADDFB08C1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21">
              <a:extLst>
                <a:ext uri="{FF2B5EF4-FFF2-40B4-BE49-F238E27FC236}">
                  <a16:creationId xmlns:a16="http://schemas.microsoft.com/office/drawing/2014/main" id="{47D91B41-D895-7547-B5CA-E71002155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4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1" name="Text Box 22">
              <a:extLst>
                <a:ext uri="{FF2B5EF4-FFF2-40B4-BE49-F238E27FC236}">
                  <a16:creationId xmlns:a16="http://schemas.microsoft.com/office/drawing/2014/main" id="{BD2D1AB9-4FA4-A771-DC2F-5FCC3B639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448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2" name="Rectangle 23">
              <a:extLst>
                <a:ext uri="{FF2B5EF4-FFF2-40B4-BE49-F238E27FC236}">
                  <a16:creationId xmlns:a16="http://schemas.microsoft.com/office/drawing/2014/main" id="{EB6CD888-5899-48B2-48DD-89526A1C1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20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3" name="Line 24">
              <a:extLst>
                <a:ext uri="{FF2B5EF4-FFF2-40B4-BE49-F238E27FC236}">
                  <a16:creationId xmlns:a16="http://schemas.microsoft.com/office/drawing/2014/main" id="{858F2D09-D210-CBAD-BBDA-F605D81B7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1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4" name="Line 25">
              <a:extLst>
                <a:ext uri="{FF2B5EF4-FFF2-40B4-BE49-F238E27FC236}">
                  <a16:creationId xmlns:a16="http://schemas.microsoft.com/office/drawing/2014/main" id="{6AAA3273-FC8E-E04A-8AE2-180453379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736"/>
              <a:ext cx="19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5" name="Line 26">
              <a:extLst>
                <a:ext uri="{FF2B5EF4-FFF2-40B4-BE49-F238E27FC236}">
                  <a16:creationId xmlns:a16="http://schemas.microsoft.com/office/drawing/2014/main" id="{EA3E3F24-F89F-B71F-E114-8BF2FBB48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736"/>
              <a:ext cx="0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6" name="Line 27">
              <a:extLst>
                <a:ext uri="{FF2B5EF4-FFF2-40B4-BE49-F238E27FC236}">
                  <a16:creationId xmlns:a16="http://schemas.microsoft.com/office/drawing/2014/main" id="{F50FA431-FE8C-1D75-93D0-3AD5EFF95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928"/>
              <a:ext cx="28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7" name="Text Box 28">
              <a:extLst>
                <a:ext uri="{FF2B5EF4-FFF2-40B4-BE49-F238E27FC236}">
                  <a16:creationId xmlns:a16="http://schemas.microsoft.com/office/drawing/2014/main" id="{A0DA6BF8-866D-59F9-46B9-F54E43F88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736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8" name="Line 29">
              <a:extLst>
                <a:ext uri="{FF2B5EF4-FFF2-40B4-BE49-F238E27FC236}">
                  <a16:creationId xmlns:a16="http://schemas.microsoft.com/office/drawing/2014/main" id="{6C737B6F-94C8-0586-8321-2783BE0FC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264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9" name="Line 30">
              <a:extLst>
                <a:ext uri="{FF2B5EF4-FFF2-40B4-BE49-F238E27FC236}">
                  <a16:creationId xmlns:a16="http://schemas.microsoft.com/office/drawing/2014/main" id="{B5AAFA44-EE73-B0F2-AE6D-09D8AFD90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3024"/>
              <a:ext cx="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0" name="Line 31">
              <a:extLst>
                <a:ext uri="{FF2B5EF4-FFF2-40B4-BE49-F238E27FC236}">
                  <a16:creationId xmlns:a16="http://schemas.microsoft.com/office/drawing/2014/main" id="{415615DB-5D8B-485D-2D76-57DDB96F5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024"/>
              <a:ext cx="105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1" name="Line 32">
              <a:extLst>
                <a:ext uri="{FF2B5EF4-FFF2-40B4-BE49-F238E27FC236}">
                  <a16:creationId xmlns:a16="http://schemas.microsoft.com/office/drawing/2014/main" id="{CB4573C9-596E-DC5B-7162-5FB2A86AF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640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2" name="Line 33">
              <a:extLst>
                <a:ext uri="{FF2B5EF4-FFF2-40B4-BE49-F238E27FC236}">
                  <a16:creationId xmlns:a16="http://schemas.microsoft.com/office/drawing/2014/main" id="{F73DE6AC-3134-1C27-7EBB-A254BEFB1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640"/>
              <a:ext cx="0" cy="3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3" name="Rectangle 34">
              <a:extLst>
                <a:ext uri="{FF2B5EF4-FFF2-40B4-BE49-F238E27FC236}">
                  <a16:creationId xmlns:a16="http://schemas.microsoft.com/office/drawing/2014/main" id="{02EA0ACA-2C41-0A7E-7E9D-E7E394F3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120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04" name="Line 35">
              <a:extLst>
                <a:ext uri="{FF2B5EF4-FFF2-40B4-BE49-F238E27FC236}">
                  <a16:creationId xmlns:a16="http://schemas.microsoft.com/office/drawing/2014/main" id="{957FC64F-587A-993D-4066-3DF9BD113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31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5" name="Line 36">
              <a:extLst>
                <a:ext uri="{FF2B5EF4-FFF2-40B4-BE49-F238E27FC236}">
                  <a16:creationId xmlns:a16="http://schemas.microsoft.com/office/drawing/2014/main" id="{C5293C7D-BA72-4225-848C-B97371486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264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6" name="Line 37">
              <a:extLst>
                <a:ext uri="{FF2B5EF4-FFF2-40B4-BE49-F238E27FC236}">
                  <a16:creationId xmlns:a16="http://schemas.microsoft.com/office/drawing/2014/main" id="{5C7591F1-E001-0905-0C7D-B9D22AB75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26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7" name="Line 38">
              <a:extLst>
                <a:ext uri="{FF2B5EF4-FFF2-40B4-BE49-F238E27FC236}">
                  <a16:creationId xmlns:a16="http://schemas.microsoft.com/office/drawing/2014/main" id="{0CCE9FC4-26C3-D664-4A48-9A766CF89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264"/>
              <a:ext cx="288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72" name="标题 2">
            <a:extLst>
              <a:ext uri="{FF2B5EF4-FFF2-40B4-BE49-F238E27FC236}">
                <a16:creationId xmlns:a16="http://schemas.microsoft.com/office/drawing/2014/main" id="{345A6386-7BEA-ADCC-C950-2C200BAF2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单链表中的插入与删除</a:t>
            </a:r>
          </a:p>
        </p:txBody>
      </p:sp>
      <p:sp>
        <p:nvSpPr>
          <p:cNvPr id="32773" name="内容占位符 3">
            <a:extLst>
              <a:ext uri="{FF2B5EF4-FFF2-40B4-BE49-F238E27FC236}">
                <a16:creationId xmlns:a16="http://schemas.microsoft.com/office/drawing/2014/main" id="{6A551840-DD94-AA91-D1DF-3897CBE222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插入</a:t>
            </a:r>
          </a:p>
          <a:p>
            <a:pPr lvl="1"/>
            <a:r>
              <a:rPr lang="zh-CN" altLang="en-US"/>
              <a:t>第一种情况：在链表最前端插入</a:t>
            </a:r>
          </a:p>
          <a:p>
            <a:pPr marL="685800" lvl="2" indent="0">
              <a:buFont typeface="Arial" panose="020B0604020202020204" pitchFamily="34" charset="0"/>
              <a:buNone/>
            </a:pPr>
            <a:r>
              <a:rPr lang="en-US" altLang="zh-CN"/>
              <a:t>newnode-&gt;link = first ;    </a:t>
            </a:r>
          </a:p>
          <a:p>
            <a:pPr marL="685800" lvl="2" indent="0">
              <a:buFont typeface="Arial" panose="020B0604020202020204" pitchFamily="34" charset="0"/>
              <a:buNone/>
            </a:pPr>
            <a:r>
              <a:rPr lang="en-US" altLang="zh-CN"/>
              <a:t>first = newnode;</a:t>
            </a:r>
          </a:p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9FD26D-696D-3477-EEE1-6229FB18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1F5028-A76C-4A35-B184-5E4EEB617469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Text Box 2">
            <a:extLst>
              <a:ext uri="{FF2B5EF4-FFF2-40B4-BE49-F238E27FC236}">
                <a16:creationId xmlns:a16="http://schemas.microsoft.com/office/drawing/2014/main" id="{BD1B4604-8485-111E-6CD9-9495BF877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5158582"/>
            <a:ext cx="6191250" cy="60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(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插入前</a:t>
            </a: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)             (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插入后</a:t>
            </a: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)</a:t>
            </a:r>
            <a:endParaRPr lang="en-US" altLang="zh-CN" sz="3600" b="1">
              <a:solidFill>
                <a:srgbClr val="FF3300"/>
              </a:solidFill>
              <a:latin typeface="+mn-lt"/>
              <a:ea typeface="楷体_GB2312" pitchFamily="49" charset="-122"/>
            </a:endParaRPr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B97B8E67-9D50-0F35-C6A7-4D2DD423E79E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3115469"/>
            <a:ext cx="7805737" cy="1828800"/>
            <a:chOff x="315" y="1752"/>
            <a:chExt cx="4917" cy="1152"/>
          </a:xfrm>
        </p:grpSpPr>
        <p:sp>
          <p:nvSpPr>
            <p:cNvPr id="33799" name="Rectangle 5">
              <a:extLst>
                <a:ext uri="{FF2B5EF4-FFF2-40B4-BE49-F238E27FC236}">
                  <a16:creationId xmlns:a16="http://schemas.microsoft.com/office/drawing/2014/main" id="{DD64BFBE-5660-5C32-52B0-C74812070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616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00" name="Rectangle 6">
              <a:extLst>
                <a:ext uri="{FF2B5EF4-FFF2-40B4-BE49-F238E27FC236}">
                  <a16:creationId xmlns:a16="http://schemas.microsoft.com/office/drawing/2014/main" id="{D851CA05-1ED5-13A3-0B33-D8885F129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00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01" name="Line 7">
              <a:extLst>
                <a:ext uri="{FF2B5EF4-FFF2-40B4-BE49-F238E27FC236}">
                  <a16:creationId xmlns:a16="http://schemas.microsoft.com/office/drawing/2014/main" id="{E734E264-B4BA-EBE9-5B84-8F5DF7B7A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8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2" name="Line 8">
              <a:extLst>
                <a:ext uri="{FF2B5EF4-FFF2-40B4-BE49-F238E27FC236}">
                  <a16:creationId xmlns:a16="http://schemas.microsoft.com/office/drawing/2014/main" id="{F5555D22-E74F-7328-BFEA-62E024ADB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94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3" name="Text Box 9">
              <a:extLst>
                <a:ext uri="{FF2B5EF4-FFF2-40B4-BE49-F238E27FC236}">
                  <a16:creationId xmlns:a16="http://schemas.microsoft.com/office/drawing/2014/main" id="{0F429EE4-BFCF-5EF0-3EA1-8CF1B4F20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752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4" name="Rectangle 10">
              <a:extLst>
                <a:ext uri="{FF2B5EF4-FFF2-40B4-BE49-F238E27FC236}">
                  <a16:creationId xmlns:a16="http://schemas.microsoft.com/office/drawing/2014/main" id="{E1A96BEF-9088-1440-40EB-4B19DB744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574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05" name="Line 11">
              <a:extLst>
                <a:ext uri="{FF2B5EF4-FFF2-40B4-BE49-F238E27FC236}">
                  <a16:creationId xmlns:a16="http://schemas.microsoft.com/office/drawing/2014/main" id="{94D1B423-21DB-E837-BB85-9DC682960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57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Rectangle 12">
              <a:extLst>
                <a:ext uri="{FF2B5EF4-FFF2-40B4-BE49-F238E27FC236}">
                  <a16:creationId xmlns:a16="http://schemas.microsoft.com/office/drawing/2014/main" id="{78A4B06F-29A1-7B46-DCE3-69D2ED035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74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07" name="Line 13">
              <a:extLst>
                <a:ext uri="{FF2B5EF4-FFF2-40B4-BE49-F238E27FC236}">
                  <a16:creationId xmlns:a16="http://schemas.microsoft.com/office/drawing/2014/main" id="{3B1CD857-2046-E51F-3E64-59F6599CF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71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8" name="Line 14">
              <a:extLst>
                <a:ext uri="{FF2B5EF4-FFF2-40B4-BE49-F238E27FC236}">
                  <a16:creationId xmlns:a16="http://schemas.microsoft.com/office/drawing/2014/main" id="{FE7D7111-BEEA-B21B-6D32-33F63D9B3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712"/>
              <a:ext cx="480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9" name="Line 15">
              <a:extLst>
                <a:ext uri="{FF2B5EF4-FFF2-40B4-BE49-F238E27FC236}">
                  <a16:creationId xmlns:a16="http://schemas.microsoft.com/office/drawing/2014/main" id="{8A9D1E20-2D81-EBC3-1ED3-AA085A4C8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57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0" name="Line 16">
              <a:extLst>
                <a:ext uri="{FF2B5EF4-FFF2-40B4-BE49-F238E27FC236}">
                  <a16:creationId xmlns:a16="http://schemas.microsoft.com/office/drawing/2014/main" id="{114E7F00-A6C4-720A-0E12-CA6D56811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712"/>
              <a:ext cx="33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1" name="Line 17">
              <a:extLst>
                <a:ext uri="{FF2B5EF4-FFF2-40B4-BE49-F238E27FC236}">
                  <a16:creationId xmlns:a16="http://schemas.microsoft.com/office/drawing/2014/main" id="{E29C7D23-59E7-45CE-1D96-52D7BAB3F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718"/>
              <a:ext cx="14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2" name="Line 18">
              <a:extLst>
                <a:ext uri="{FF2B5EF4-FFF2-40B4-BE49-F238E27FC236}">
                  <a16:creationId xmlns:a16="http://schemas.microsoft.com/office/drawing/2014/main" id="{44D694D5-C031-EF10-8F0D-3AAE2749A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718"/>
              <a:ext cx="336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3" name="Line 19">
              <a:extLst>
                <a:ext uri="{FF2B5EF4-FFF2-40B4-BE49-F238E27FC236}">
                  <a16:creationId xmlns:a16="http://schemas.microsoft.com/office/drawing/2014/main" id="{BC8EEDE7-0A48-55C7-8ABA-9C3841109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28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4" name="Line 20">
              <a:extLst>
                <a:ext uri="{FF2B5EF4-FFF2-40B4-BE49-F238E27FC236}">
                  <a16:creationId xmlns:a16="http://schemas.microsoft.com/office/drawing/2014/main" id="{2AF28377-0B48-21CF-6F78-73FBD6111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2" y="2280"/>
              <a:ext cx="9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5" name="Text Box 21">
              <a:extLst>
                <a:ext uri="{FF2B5EF4-FFF2-40B4-BE49-F238E27FC236}">
                  <a16:creationId xmlns:a16="http://schemas.microsoft.com/office/drawing/2014/main" id="{0493846F-AE56-E226-8B98-AF509466D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" y="2088"/>
              <a:ext cx="8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current</a:t>
              </a:r>
              <a:endParaRPr kumimoji="1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6" name="Rectangle 22">
              <a:extLst>
                <a:ext uri="{FF2B5EF4-FFF2-40B4-BE49-F238E27FC236}">
                  <a16:creationId xmlns:a16="http://schemas.microsoft.com/office/drawing/2014/main" id="{2F2A0DA1-30FE-71A4-1C75-1D12DCB3D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848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7" name="Line 23">
              <a:extLst>
                <a:ext uri="{FF2B5EF4-FFF2-40B4-BE49-F238E27FC236}">
                  <a16:creationId xmlns:a16="http://schemas.microsoft.com/office/drawing/2014/main" id="{36E600A7-71AE-0B87-5808-AAA9D77EC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760"/>
              <a:ext cx="240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8" name="Line 24">
              <a:extLst>
                <a:ext uri="{FF2B5EF4-FFF2-40B4-BE49-F238E27FC236}">
                  <a16:creationId xmlns:a16="http://schemas.microsoft.com/office/drawing/2014/main" id="{2D31F02C-93CB-E605-DE3B-B501E695C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76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9" name="Line 25">
              <a:extLst>
                <a:ext uri="{FF2B5EF4-FFF2-40B4-BE49-F238E27FC236}">
                  <a16:creationId xmlns:a16="http://schemas.microsoft.com/office/drawing/2014/main" id="{53076EAB-DC69-37BD-8B07-A9865764B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6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26">
              <a:extLst>
                <a:ext uri="{FF2B5EF4-FFF2-40B4-BE49-F238E27FC236}">
                  <a16:creationId xmlns:a16="http://schemas.microsoft.com/office/drawing/2014/main" id="{1DCE88B0-C8B6-A0CF-DA9A-7508AE10C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1" name="Line 27">
              <a:extLst>
                <a:ext uri="{FF2B5EF4-FFF2-40B4-BE49-F238E27FC236}">
                  <a16:creationId xmlns:a16="http://schemas.microsoft.com/office/drawing/2014/main" id="{4D7486D7-5C4B-5A70-A3DD-97044E6EA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992"/>
              <a:ext cx="192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2" name="Line 28">
              <a:extLst>
                <a:ext uri="{FF2B5EF4-FFF2-40B4-BE49-F238E27FC236}">
                  <a16:creationId xmlns:a16="http://schemas.microsoft.com/office/drawing/2014/main" id="{1C095CEF-22E4-B59F-3031-5EC6AD142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992"/>
              <a:ext cx="0" cy="384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3" name="Line 29">
              <a:extLst>
                <a:ext uri="{FF2B5EF4-FFF2-40B4-BE49-F238E27FC236}">
                  <a16:creationId xmlns:a16="http://schemas.microsoft.com/office/drawing/2014/main" id="{20437B0E-36FF-1055-F4BB-F0DEBB547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2376"/>
              <a:ext cx="288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4" name="Line 30">
              <a:extLst>
                <a:ext uri="{FF2B5EF4-FFF2-40B4-BE49-F238E27FC236}">
                  <a16:creationId xmlns:a16="http://schemas.microsoft.com/office/drawing/2014/main" id="{31846AAF-DE62-2AA3-6558-2CD7FEA3D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376"/>
              <a:ext cx="0" cy="384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5" name="Line 31">
              <a:extLst>
                <a:ext uri="{FF2B5EF4-FFF2-40B4-BE49-F238E27FC236}">
                  <a16:creationId xmlns:a16="http://schemas.microsoft.com/office/drawing/2014/main" id="{DD6763E9-EF83-326F-96FE-18BCEF0D2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760"/>
              <a:ext cx="192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6" name="Rectangle 32">
              <a:extLst>
                <a:ext uri="{FF2B5EF4-FFF2-40B4-BE49-F238E27FC236}">
                  <a16:creationId xmlns:a16="http://schemas.microsoft.com/office/drawing/2014/main" id="{90A430D3-A2BE-9F2F-B74F-AE8D77E34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616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27" name="Line 33">
              <a:extLst>
                <a:ext uri="{FF2B5EF4-FFF2-40B4-BE49-F238E27FC236}">
                  <a16:creationId xmlns:a16="http://schemas.microsoft.com/office/drawing/2014/main" id="{4E7D0723-CA11-EA4E-1333-8AA804431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8" name="Line 34">
              <a:extLst>
                <a:ext uri="{FF2B5EF4-FFF2-40B4-BE49-F238E27FC236}">
                  <a16:creationId xmlns:a16="http://schemas.microsoft.com/office/drawing/2014/main" id="{2358E3EA-3DEF-CE38-A27D-F3FF4CFCF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760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9" name="Line 35">
              <a:extLst>
                <a:ext uri="{FF2B5EF4-FFF2-40B4-BE49-F238E27FC236}">
                  <a16:creationId xmlns:a16="http://schemas.microsoft.com/office/drawing/2014/main" id="{983A7A71-9B1C-1CF2-0E4D-BC501497AC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376"/>
              <a:ext cx="0" cy="3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0" name="Line 36">
              <a:extLst>
                <a:ext uri="{FF2B5EF4-FFF2-40B4-BE49-F238E27FC236}">
                  <a16:creationId xmlns:a16="http://schemas.microsoft.com/office/drawing/2014/main" id="{11EB69A8-FCAE-D723-E0F5-B8F07049B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376"/>
              <a:ext cx="24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1" name="Line 37">
              <a:extLst>
                <a:ext uri="{FF2B5EF4-FFF2-40B4-BE49-F238E27FC236}">
                  <a16:creationId xmlns:a16="http://schemas.microsoft.com/office/drawing/2014/main" id="{0AEB6B04-184E-C118-CD19-6CBA3642C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040"/>
              <a:ext cx="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2" name="Line 38">
              <a:extLst>
                <a:ext uri="{FF2B5EF4-FFF2-40B4-BE49-F238E27FC236}">
                  <a16:creationId xmlns:a16="http://schemas.microsoft.com/office/drawing/2014/main" id="{4EC2D541-9CC8-71D0-61BB-3811040DE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040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3" name="Line 39">
              <a:extLst>
                <a:ext uri="{FF2B5EF4-FFF2-40B4-BE49-F238E27FC236}">
                  <a16:creationId xmlns:a16="http://schemas.microsoft.com/office/drawing/2014/main" id="{7CD1270F-7974-0B2D-308E-3E0788FA5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944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4" name="Text Box 40">
              <a:extLst>
                <a:ext uri="{FF2B5EF4-FFF2-40B4-BE49-F238E27FC236}">
                  <a16:creationId xmlns:a16="http://schemas.microsoft.com/office/drawing/2014/main" id="{5246C805-CEAF-0E15-008B-039E32E6D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752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5" name="Line 41">
              <a:extLst>
                <a:ext uri="{FF2B5EF4-FFF2-40B4-BE49-F238E27FC236}">
                  <a16:creationId xmlns:a16="http://schemas.microsoft.com/office/drawing/2014/main" id="{D2336B18-D186-F53E-E977-7FAB14CF4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7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6" name="Line 42">
              <a:extLst>
                <a:ext uri="{FF2B5EF4-FFF2-40B4-BE49-F238E27FC236}">
                  <a16:creationId xmlns:a16="http://schemas.microsoft.com/office/drawing/2014/main" id="{ED1B8860-CC0E-2657-0A13-2CDD79125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760"/>
              <a:ext cx="14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7" name="Line 43">
              <a:extLst>
                <a:ext uri="{FF2B5EF4-FFF2-40B4-BE49-F238E27FC236}">
                  <a16:creationId xmlns:a16="http://schemas.microsoft.com/office/drawing/2014/main" id="{B735A36C-00B5-A4C8-B92D-FE6273D81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32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8" name="Line 44">
              <a:extLst>
                <a:ext uri="{FF2B5EF4-FFF2-40B4-BE49-F238E27FC236}">
                  <a16:creationId xmlns:a16="http://schemas.microsoft.com/office/drawing/2014/main" id="{36AB2F10-77E7-8CAC-188C-14CDD6B0D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32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9" name="Text Box 45">
              <a:extLst>
                <a:ext uri="{FF2B5EF4-FFF2-40B4-BE49-F238E27FC236}">
                  <a16:creationId xmlns:a16="http://schemas.microsoft.com/office/drawing/2014/main" id="{E0AC7106-772E-B894-9E64-D49B5D599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136"/>
              <a:ext cx="8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current</a:t>
              </a:r>
              <a:endParaRPr kumimoji="1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796" name="标题 2">
            <a:extLst>
              <a:ext uri="{FF2B5EF4-FFF2-40B4-BE49-F238E27FC236}">
                <a16:creationId xmlns:a16="http://schemas.microsoft.com/office/drawing/2014/main" id="{76D05675-0A0A-B5B2-2A27-13F65F2B3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第二种情况：在链表中间插入</a:t>
            </a:r>
          </a:p>
        </p:txBody>
      </p:sp>
      <p:sp>
        <p:nvSpPr>
          <p:cNvPr id="33797" name="内容占位符 3">
            <a:extLst>
              <a:ext uri="{FF2B5EF4-FFF2-40B4-BE49-F238E27FC236}">
                <a16:creationId xmlns:a16="http://schemas.microsoft.com/office/drawing/2014/main" id="{C0135EB0-0184-F3DB-945E-D9B3F5D699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0">
              <a:buFont typeface="Arial" panose="020B0604020202020204" pitchFamily="34" charset="0"/>
              <a:buNone/>
            </a:pPr>
            <a:r>
              <a:rPr lang="en-US" altLang="zh-CN" dirty="0" err="1"/>
              <a:t>newnode</a:t>
            </a:r>
            <a:r>
              <a:rPr lang="en-US" altLang="zh-CN" dirty="0"/>
              <a:t>-&gt;link = current-&gt;link;	</a:t>
            </a:r>
          </a:p>
          <a:p>
            <a:pPr marL="342900" lvl="1" indent="0">
              <a:buFont typeface="Arial" panose="020B0604020202020204" pitchFamily="34" charset="0"/>
              <a:buNone/>
            </a:pPr>
            <a:r>
              <a:rPr lang="en-US" altLang="zh-CN" dirty="0"/>
              <a:t>current-&gt;link = </a:t>
            </a:r>
            <a:r>
              <a:rPr lang="en-US" altLang="zh-CN" dirty="0" err="1"/>
              <a:t>newnode</a:t>
            </a:r>
            <a:r>
              <a:rPr lang="zh-CN" altLang="en-US" dirty="0"/>
              <a:t>；</a:t>
            </a:r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E8000C-A69E-088A-7950-DEDAF3F7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2E1919-EF52-4618-A9DF-3FF024FB0F29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9" name="Rectangle 3">
            <a:extLst>
              <a:ext uri="{FF2B5EF4-FFF2-40B4-BE49-F238E27FC236}">
                <a16:creationId xmlns:a16="http://schemas.microsoft.com/office/drawing/2014/main" id="{0BA55DAD-F7F3-3236-F302-1E0FA63E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68" y="5334000"/>
            <a:ext cx="63182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(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插入前</a:t>
            </a: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)              (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插入后</a:t>
            </a:r>
            <a:r>
              <a:rPr lang="en-US" altLang="zh-CN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)</a:t>
            </a:r>
            <a:endParaRPr lang="en-US" altLang="zh-CN" sz="3000">
              <a:latin typeface="+mn-lt"/>
              <a:ea typeface="+mn-ea"/>
            </a:endParaRPr>
          </a:p>
        </p:txBody>
      </p:sp>
      <p:grpSp>
        <p:nvGrpSpPr>
          <p:cNvPr id="34819" name="Group 4">
            <a:extLst>
              <a:ext uri="{FF2B5EF4-FFF2-40B4-BE49-F238E27FC236}">
                <a16:creationId xmlns:a16="http://schemas.microsoft.com/office/drawing/2014/main" id="{E49E9662-D230-68A1-BB82-CB0E5446AD22}"/>
              </a:ext>
            </a:extLst>
          </p:cNvPr>
          <p:cNvGrpSpPr>
            <a:grpSpLocks/>
          </p:cNvGrpSpPr>
          <p:nvPr/>
        </p:nvGrpSpPr>
        <p:grpSpPr bwMode="auto">
          <a:xfrm>
            <a:off x="973931" y="3429000"/>
            <a:ext cx="7196137" cy="1676400"/>
            <a:chOff x="459" y="1680"/>
            <a:chExt cx="4533" cy="1056"/>
          </a:xfrm>
        </p:grpSpPr>
        <p:sp>
          <p:nvSpPr>
            <p:cNvPr id="34823" name="Rectangle 5">
              <a:extLst>
                <a:ext uri="{FF2B5EF4-FFF2-40B4-BE49-F238E27FC236}">
                  <a16:creationId xmlns:a16="http://schemas.microsoft.com/office/drawing/2014/main" id="{54E0656F-FBBD-D3E9-604A-E27CC3001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48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24" name="Rectangle 6">
              <a:extLst>
                <a:ext uri="{FF2B5EF4-FFF2-40B4-BE49-F238E27FC236}">
                  <a16:creationId xmlns:a16="http://schemas.microsoft.com/office/drawing/2014/main" id="{1C75653A-5AD3-3C87-8CE9-74064ACFA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728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25" name="Text Box 7">
              <a:extLst>
                <a:ext uri="{FF2B5EF4-FFF2-40B4-BE49-F238E27FC236}">
                  <a16:creationId xmlns:a16="http://schemas.microsoft.com/office/drawing/2014/main" id="{FC0B5242-A90A-AD91-9E3B-4966E61EB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680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6" name="Line 8">
              <a:extLst>
                <a:ext uri="{FF2B5EF4-FFF2-40B4-BE49-F238E27FC236}">
                  <a16:creationId xmlns:a16="http://schemas.microsoft.com/office/drawing/2014/main" id="{3B390CC2-A8B0-8B84-2E2C-251EA2AAA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2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7" name="Line 9">
              <a:extLst>
                <a:ext uri="{FF2B5EF4-FFF2-40B4-BE49-F238E27FC236}">
                  <a16:creationId xmlns:a16="http://schemas.microsoft.com/office/drawing/2014/main" id="{A42BAE2B-588A-C73D-0BEB-D21B6E1AD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87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8" name="Rectangle 10">
              <a:extLst>
                <a:ext uri="{FF2B5EF4-FFF2-40B4-BE49-F238E27FC236}">
                  <a16:creationId xmlns:a16="http://schemas.microsoft.com/office/drawing/2014/main" id="{EE8AA239-94A9-9A4E-A020-577D2115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48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29" name="Rectangle 11">
              <a:extLst>
                <a:ext uri="{FF2B5EF4-FFF2-40B4-BE49-F238E27FC236}">
                  <a16:creationId xmlns:a16="http://schemas.microsoft.com/office/drawing/2014/main" id="{B9E72B5B-DD6D-B11A-674C-13FC26F6D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776"/>
              <a:ext cx="432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0" name="Line 12">
              <a:extLst>
                <a:ext uri="{FF2B5EF4-FFF2-40B4-BE49-F238E27FC236}">
                  <a16:creationId xmlns:a16="http://schemas.microsoft.com/office/drawing/2014/main" id="{4774ACCB-AA35-04A3-7F51-5AE3E51E1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7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Line 13">
              <a:extLst>
                <a:ext uri="{FF2B5EF4-FFF2-40B4-BE49-F238E27FC236}">
                  <a16:creationId xmlns:a16="http://schemas.microsoft.com/office/drawing/2014/main" id="{7431147C-6569-2E75-F502-1358863F1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872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2" name="Text Box 14">
              <a:extLst>
                <a:ext uri="{FF2B5EF4-FFF2-40B4-BE49-F238E27FC236}">
                  <a16:creationId xmlns:a16="http://schemas.microsoft.com/office/drawing/2014/main" id="{D1BA5BC2-534E-A033-5765-04999ACFF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89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33" name="Line 15">
              <a:extLst>
                <a:ext uri="{FF2B5EF4-FFF2-40B4-BE49-F238E27FC236}">
                  <a16:creationId xmlns:a16="http://schemas.microsoft.com/office/drawing/2014/main" id="{0CB2F59E-5BB5-1909-CFE6-AC1A0D30D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96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4" name="Line 16">
              <a:extLst>
                <a:ext uri="{FF2B5EF4-FFF2-40B4-BE49-F238E27FC236}">
                  <a16:creationId xmlns:a16="http://schemas.microsoft.com/office/drawing/2014/main" id="{B8F30DB8-533D-1F2F-4E25-AC3D972C8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968"/>
              <a:ext cx="0" cy="62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5" name="Line 17">
              <a:extLst>
                <a:ext uri="{FF2B5EF4-FFF2-40B4-BE49-F238E27FC236}">
                  <a16:creationId xmlns:a16="http://schemas.microsoft.com/office/drawing/2014/main" id="{8664B715-6CE7-5CAD-DCD6-0A563EDDC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6" name="Line 18">
              <a:extLst>
                <a:ext uri="{FF2B5EF4-FFF2-40B4-BE49-F238E27FC236}">
                  <a16:creationId xmlns:a16="http://schemas.microsoft.com/office/drawing/2014/main" id="{6788B3AE-F35C-B483-3C22-64F065446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592"/>
              <a:ext cx="2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7" name="Line 19">
              <a:extLst>
                <a:ext uri="{FF2B5EF4-FFF2-40B4-BE49-F238E27FC236}">
                  <a16:creationId xmlns:a16="http://schemas.microsoft.com/office/drawing/2014/main" id="{DD1F86E2-A0A7-139C-FAE6-CD0E4D941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592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8" name="Line 20">
              <a:extLst>
                <a:ext uri="{FF2B5EF4-FFF2-40B4-BE49-F238E27FC236}">
                  <a16:creationId xmlns:a16="http://schemas.microsoft.com/office/drawing/2014/main" id="{17C46B66-C8FE-9EE8-2CFA-2836D9302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2592"/>
              <a:ext cx="288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9" name="Line 21">
              <a:extLst>
                <a:ext uri="{FF2B5EF4-FFF2-40B4-BE49-F238E27FC236}">
                  <a16:creationId xmlns:a16="http://schemas.microsoft.com/office/drawing/2014/main" id="{3A2733FF-FC62-5190-DDD9-EACC3FD44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92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0" name="Line 22">
              <a:extLst>
                <a:ext uri="{FF2B5EF4-FFF2-40B4-BE49-F238E27FC236}">
                  <a16:creationId xmlns:a16="http://schemas.microsoft.com/office/drawing/2014/main" id="{51B9601A-29A6-D748-E16C-D20D3EB165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592"/>
              <a:ext cx="288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1" name="Line 23">
              <a:extLst>
                <a:ext uri="{FF2B5EF4-FFF2-40B4-BE49-F238E27FC236}">
                  <a16:creationId xmlns:a16="http://schemas.microsoft.com/office/drawing/2014/main" id="{96521FDB-28A7-CF4D-8E81-131FB5E8A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4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2" name="Line 24">
              <a:extLst>
                <a:ext uri="{FF2B5EF4-FFF2-40B4-BE49-F238E27FC236}">
                  <a16:creationId xmlns:a16="http://schemas.microsoft.com/office/drawing/2014/main" id="{EF34927C-89E2-1565-B928-3DA0B9310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20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3" name="Line 25">
              <a:extLst>
                <a:ext uri="{FF2B5EF4-FFF2-40B4-BE49-F238E27FC236}">
                  <a16:creationId xmlns:a16="http://schemas.microsoft.com/office/drawing/2014/main" id="{08F8DD55-078C-7353-8243-FF66BA19DB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208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4" name="Text Box 26">
              <a:extLst>
                <a:ext uri="{FF2B5EF4-FFF2-40B4-BE49-F238E27FC236}">
                  <a16:creationId xmlns:a16="http://schemas.microsoft.com/office/drawing/2014/main" id="{C854CA73-810C-5C8E-A6C2-292115F65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" y="2010"/>
              <a:ext cx="8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eaLnBrk="1" hangingPunct="1"/>
              <a:r>
                <a:rPr kumimoji="1" lang="en-US" altLang="zh-CN" sz="28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current</a:t>
              </a:r>
              <a:endParaRPr kumimoji="1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45" name="Line 27">
              <a:extLst>
                <a:ext uri="{FF2B5EF4-FFF2-40B4-BE49-F238E27FC236}">
                  <a16:creationId xmlns:a16="http://schemas.microsoft.com/office/drawing/2014/main" id="{E2333EA3-3DD5-DD74-F4DE-E4E20DFFE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20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6" name="Line 28">
              <a:extLst>
                <a:ext uri="{FF2B5EF4-FFF2-40B4-BE49-F238E27FC236}">
                  <a16:creationId xmlns:a16="http://schemas.microsoft.com/office/drawing/2014/main" id="{2D0392A3-1508-5528-152E-FFC769554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2208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7" name="Text Box 29">
              <a:extLst>
                <a:ext uri="{FF2B5EF4-FFF2-40B4-BE49-F238E27FC236}">
                  <a16:creationId xmlns:a16="http://schemas.microsoft.com/office/drawing/2014/main" id="{7F52D8DA-8D81-BA6F-8F34-98436825C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025"/>
              <a:ext cx="8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eaLnBrk="1" hangingPunct="1"/>
              <a:r>
                <a:rPr kumimoji="1" lang="en-US" altLang="zh-CN" sz="28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current</a:t>
              </a:r>
              <a:endParaRPr kumimoji="1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48" name="Text Box 30">
              <a:extLst>
                <a:ext uri="{FF2B5EF4-FFF2-40B4-BE49-F238E27FC236}">
                  <a16:creationId xmlns:a16="http://schemas.microsoft.com/office/drawing/2014/main" id="{4FA5D0F2-6491-7CDC-5023-48AF5FBD6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1" y="1699"/>
              <a:ext cx="2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49" name="Text Box 31">
              <a:extLst>
                <a:ext uri="{FF2B5EF4-FFF2-40B4-BE49-F238E27FC236}">
                  <a16:creationId xmlns:a16="http://schemas.microsoft.com/office/drawing/2014/main" id="{F930F904-05F1-2429-7BE3-43AE0A63E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" y="2371"/>
              <a:ext cx="2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820" name="标题 2">
            <a:extLst>
              <a:ext uri="{FF2B5EF4-FFF2-40B4-BE49-F238E27FC236}">
                <a16:creationId xmlns:a16="http://schemas.microsoft.com/office/drawing/2014/main" id="{847B76A4-FBFC-52EA-C8C4-5A25ABEA1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第三种情况：在链表末尾插入</a:t>
            </a:r>
          </a:p>
        </p:txBody>
      </p:sp>
      <p:sp>
        <p:nvSpPr>
          <p:cNvPr id="34821" name="内容占位符 3">
            <a:extLst>
              <a:ext uri="{FF2B5EF4-FFF2-40B4-BE49-F238E27FC236}">
                <a16:creationId xmlns:a16="http://schemas.microsoft.com/office/drawing/2014/main" id="{2DB5AD50-AB87-85F1-BF8B-F52F2A6183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与第二种情况的代码相同</a:t>
            </a:r>
            <a:endParaRPr lang="en-US" altLang="zh-CN" dirty="0"/>
          </a:p>
          <a:p>
            <a:pPr marL="342900" lvl="1" indent="0">
              <a:buFont typeface="Arial" panose="020B0604020202020204" pitchFamily="34" charset="0"/>
              <a:buNone/>
            </a:pPr>
            <a:r>
              <a:rPr lang="en-US" altLang="zh-CN" dirty="0" err="1"/>
              <a:t>newnode</a:t>
            </a:r>
            <a:r>
              <a:rPr lang="en-US" altLang="zh-CN" dirty="0"/>
              <a:t>-&gt;link = current-&gt;link;	</a:t>
            </a:r>
          </a:p>
          <a:p>
            <a:pPr marL="342900" lvl="1" indent="0">
              <a:buFont typeface="Arial" panose="020B0604020202020204" pitchFamily="34" charset="0"/>
              <a:buNone/>
            </a:pPr>
            <a:r>
              <a:rPr lang="en-US" altLang="zh-CN" dirty="0"/>
              <a:t>current-&gt;link = </a:t>
            </a:r>
            <a:r>
              <a:rPr lang="en-US" altLang="zh-CN" dirty="0" err="1"/>
              <a:t>newnode</a:t>
            </a:r>
            <a:r>
              <a:rPr lang="zh-CN" altLang="en-US" dirty="0"/>
              <a:t>；</a:t>
            </a:r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42252B-74B6-142C-A531-8BD59358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1A7621-6881-4C68-9B22-05C2FA754A7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831104-12DD-5684-F097-7DBE3FC11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404665"/>
            <a:ext cx="8569325" cy="631681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在链表第 </a:t>
            </a:r>
            <a:r>
              <a:rPr lang="en-US" altLang="zh-CN" dirty="0" err="1"/>
              <a:t>i</a:t>
            </a:r>
            <a:r>
              <a:rPr lang="en-US" altLang="zh-CN" dirty="0"/>
              <a:t> ( ≥0) </a:t>
            </a:r>
            <a:r>
              <a:rPr lang="zh-CN" altLang="en-US" dirty="0"/>
              <a:t>号结点处插入新元素 </a:t>
            </a:r>
            <a:r>
              <a:rPr lang="en-US" altLang="zh-CN" dirty="0"/>
              <a:t>x </a:t>
            </a:r>
          </a:p>
          <a:p>
            <a:pPr marL="0" indent="0">
              <a:buNone/>
              <a:defRPr/>
            </a:pPr>
            <a:r>
              <a:rPr lang="en-US" altLang="zh-CN" dirty="0"/>
              <a:t>bool List :: Insert ( int </a:t>
            </a:r>
            <a:r>
              <a:rPr lang="en-US" altLang="zh-CN" dirty="0" err="1"/>
              <a:t>i</a:t>
            </a:r>
            <a:r>
              <a:rPr lang="en-US" altLang="zh-CN" dirty="0"/>
              <a:t>, int x ) {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* </a:t>
            </a:r>
            <a:r>
              <a:rPr lang="en-US" altLang="zh-CN" dirty="0" err="1"/>
              <a:t>newNode</a:t>
            </a:r>
            <a:r>
              <a:rPr lang="en-US" altLang="zh-CN" dirty="0"/>
              <a:t> = new </a:t>
            </a:r>
            <a:r>
              <a:rPr lang="en-US" altLang="zh-CN" dirty="0" err="1"/>
              <a:t>LinkNode</a:t>
            </a:r>
            <a:r>
              <a:rPr lang="en-US" altLang="zh-CN" dirty="0"/>
              <a:t>(x);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if (</a:t>
            </a:r>
            <a:r>
              <a:rPr lang="en-US" altLang="zh-CN" dirty="0" err="1"/>
              <a:t>newNode</a:t>
            </a:r>
            <a:r>
              <a:rPr lang="en-US" altLang="zh-CN" dirty="0"/>
              <a:t> == NULL) {  </a:t>
            </a:r>
            <a:r>
              <a:rPr lang="en-US" altLang="zh-CN" dirty="0" err="1"/>
              <a:t>cerr</a:t>
            </a:r>
            <a:r>
              <a:rPr lang="en-US" altLang="zh-CN" dirty="0"/>
              <a:t> &lt;&lt;"</a:t>
            </a:r>
            <a:r>
              <a:rPr lang="zh-CN" altLang="en-US" dirty="0"/>
              <a:t>存储分配错误！</a:t>
            </a:r>
            <a:r>
              <a:rPr lang="en-US" altLang="zh-CN" dirty="0"/>
              <a:t>\n "; exit(1); }</a:t>
            </a:r>
          </a:p>
          <a:p>
            <a:pPr marL="0" indent="0">
              <a:buNone/>
              <a:defRPr/>
            </a:pPr>
            <a:r>
              <a:rPr lang="en-US" altLang="zh-CN" dirty="0"/>
              <a:t>     if ( first == NULL || </a:t>
            </a:r>
            <a:r>
              <a:rPr lang="en-US" altLang="zh-CN" dirty="0" err="1"/>
              <a:t>i</a:t>
            </a:r>
            <a:r>
              <a:rPr lang="en-US" altLang="zh-CN" dirty="0"/>
              <a:t> == 0 ) {    //</a:t>
            </a:r>
            <a:r>
              <a:rPr lang="zh-CN" altLang="en-US" dirty="0"/>
              <a:t>插在表前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 err="1"/>
              <a:t>newNode</a:t>
            </a:r>
            <a:r>
              <a:rPr lang="en-US" altLang="zh-CN" dirty="0"/>
              <a:t>-&gt;link = first;		first = </a:t>
            </a:r>
            <a:r>
              <a:rPr lang="en-US" altLang="zh-CN" dirty="0" err="1"/>
              <a:t>newNode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else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 err="1"/>
              <a:t>LinkNode</a:t>
            </a:r>
            <a:r>
              <a:rPr lang="en-US" altLang="zh-CN" dirty="0"/>
              <a:t> *current = first;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for (int k = 1; k &lt; </a:t>
            </a:r>
            <a:r>
              <a:rPr lang="en-US" altLang="zh-CN" dirty="0" err="1"/>
              <a:t>i</a:t>
            </a:r>
            <a:r>
              <a:rPr lang="en-US" altLang="zh-CN" dirty="0"/>
              <a:t>; k++ )  //</a:t>
            </a:r>
            <a:r>
              <a:rPr lang="zh-CN" altLang="en-US" dirty="0"/>
              <a:t>找第 </a:t>
            </a:r>
            <a:r>
              <a:rPr lang="en-US" altLang="zh-CN" dirty="0" err="1"/>
              <a:t>i</a:t>
            </a:r>
            <a:r>
              <a:rPr lang="zh-CN" altLang="en-US" dirty="0"/>
              <a:t>个结点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    </a:t>
            </a:r>
            <a:r>
              <a:rPr lang="en-US" altLang="zh-CN" dirty="0"/>
              <a:t>if ( current == NULL ) break;   else current = current-&gt;link;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if ( current == NULL )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{  </a:t>
            </a:r>
            <a:r>
              <a:rPr lang="en-US" altLang="zh-CN" dirty="0" err="1"/>
              <a:t>cerr</a:t>
            </a:r>
            <a:r>
              <a:rPr lang="en-US" altLang="zh-CN" dirty="0"/>
              <a:t> &lt;&lt; "</a:t>
            </a:r>
            <a:r>
              <a:rPr lang="zh-CN" altLang="en-US" dirty="0"/>
              <a:t>无效的插入位置</a:t>
            </a:r>
            <a:r>
              <a:rPr lang="en-US" altLang="zh-CN" dirty="0"/>
              <a:t>!\n "; delete </a:t>
            </a:r>
            <a:r>
              <a:rPr lang="en-US" altLang="zh-CN" dirty="0" err="1"/>
              <a:t>newNode</a:t>
            </a:r>
            <a:r>
              <a:rPr lang="en-US" altLang="zh-CN" dirty="0"/>
              <a:t>; return false; }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else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{ </a:t>
            </a:r>
            <a:r>
              <a:rPr lang="en-US" altLang="zh-CN" dirty="0" err="1"/>
              <a:t>newNode</a:t>
            </a:r>
            <a:r>
              <a:rPr lang="en-US" altLang="zh-CN" dirty="0"/>
              <a:t>-&gt;link = current-&gt;link;    current-&gt;link = </a:t>
            </a:r>
            <a:r>
              <a:rPr lang="en-US" altLang="zh-CN" dirty="0" err="1"/>
              <a:t>newNode</a:t>
            </a:r>
            <a:r>
              <a:rPr lang="en-US" altLang="zh-CN" dirty="0"/>
              <a:t>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return true;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109FF3-9726-A0D6-B85B-0A3213AF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5F449-D9C4-410D-B80F-4CE79D36D70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1" name="Text Box 3">
            <a:extLst>
              <a:ext uri="{FF2B5EF4-FFF2-40B4-BE49-F238E27FC236}">
                <a16:creationId xmlns:a16="http://schemas.microsoft.com/office/drawing/2014/main" id="{83134A58-B883-9B6E-5DB4-C4665A137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8" y="5884863"/>
            <a:ext cx="57912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>
                <a:solidFill>
                  <a:srgbClr val="FF3300"/>
                </a:solidFill>
                <a:latin typeface="+mn-lt"/>
                <a:ea typeface="隶书" pitchFamily="49" charset="-122"/>
              </a:rPr>
              <a:t>在单链表中删除含</a:t>
            </a:r>
            <a:r>
              <a:rPr lang="en-US" altLang="zh-CN" sz="4000" b="1" i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a</a:t>
            </a:r>
            <a:r>
              <a:rPr lang="en-US" altLang="zh-CN" sz="4000" b="1" i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i</a:t>
            </a:r>
            <a:r>
              <a:rPr lang="zh-CN" altLang="en-US" sz="3600" b="1">
                <a:solidFill>
                  <a:srgbClr val="FF3300"/>
                </a:solidFill>
                <a:latin typeface="+mn-lt"/>
                <a:ea typeface="隶书" pitchFamily="49" charset="-122"/>
              </a:rPr>
              <a:t>的结点</a:t>
            </a:r>
            <a:endParaRPr lang="zh-CN" altLang="en-US" sz="3000">
              <a:latin typeface="+mn-lt"/>
              <a:ea typeface="+mn-ea"/>
            </a:endParaRPr>
          </a:p>
        </p:txBody>
      </p:sp>
      <p:sp>
        <p:nvSpPr>
          <p:cNvPr id="36867" name="Line 4">
            <a:extLst>
              <a:ext uri="{FF2B5EF4-FFF2-40B4-BE49-F238E27FC236}">
                <a16:creationId xmlns:a16="http://schemas.microsoft.com/office/drawing/2014/main" id="{A4844050-83F2-EEB8-8106-8DCCB534E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4938" y="3141663"/>
            <a:ext cx="4572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8" name="Rectangle 5">
            <a:extLst>
              <a:ext uri="{FF2B5EF4-FFF2-40B4-BE49-F238E27FC236}">
                <a16:creationId xmlns:a16="http://schemas.microsoft.com/office/drawing/2014/main" id="{850A3AEA-740A-982C-0071-E23013607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138" y="2836863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99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69" name="Line 6">
            <a:extLst>
              <a:ext uri="{FF2B5EF4-FFF2-40B4-BE49-F238E27FC236}">
                <a16:creationId xmlns:a16="http://schemas.microsoft.com/office/drawing/2014/main" id="{2A9B24FD-F700-7F64-3281-56FB043BC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7938" y="2836863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Line 7">
            <a:extLst>
              <a:ext uri="{FF2B5EF4-FFF2-40B4-BE49-F238E27FC236}">
                <a16:creationId xmlns:a16="http://schemas.microsoft.com/office/drawing/2014/main" id="{BB47C0D9-13CE-2B2A-EA9B-4900AE635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3141663"/>
            <a:ext cx="990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5559F4D6-376A-7D3A-741D-73F047FFD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2836863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99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2" name="Line 9">
            <a:extLst>
              <a:ext uri="{FF2B5EF4-FFF2-40B4-BE49-F238E27FC236}">
                <a16:creationId xmlns:a16="http://schemas.microsoft.com/office/drawing/2014/main" id="{46A35188-861E-8786-DD69-D7035533A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2836863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10">
            <a:extLst>
              <a:ext uri="{FF2B5EF4-FFF2-40B4-BE49-F238E27FC236}">
                <a16:creationId xmlns:a16="http://schemas.microsoft.com/office/drawing/2014/main" id="{F82AE542-6215-6842-7D32-5E34CD045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9138" y="3141663"/>
            <a:ext cx="990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Rectangle 11">
            <a:extLst>
              <a:ext uri="{FF2B5EF4-FFF2-40B4-BE49-F238E27FC236}">
                <a16:creationId xmlns:a16="http://schemas.microsoft.com/office/drawing/2014/main" id="{5A29F22C-39E9-3D41-5DB1-B1A269FB2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2836863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99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5" name="Line 12">
            <a:extLst>
              <a:ext uri="{FF2B5EF4-FFF2-40B4-BE49-F238E27FC236}">
                <a16:creationId xmlns:a16="http://schemas.microsoft.com/office/drawing/2014/main" id="{4C3C1062-55D9-73D7-6186-8DF5D1AB1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8" y="2836863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6" name="Line 13">
            <a:extLst>
              <a:ext uri="{FF2B5EF4-FFF2-40B4-BE49-F238E27FC236}">
                <a16:creationId xmlns:a16="http://schemas.microsoft.com/office/drawing/2014/main" id="{484FF446-43B7-8FD8-15EF-9595D3401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7938" y="3141663"/>
            <a:ext cx="609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7" name="Text Box 14">
            <a:extLst>
              <a:ext uri="{FF2B5EF4-FFF2-40B4-BE49-F238E27FC236}">
                <a16:creationId xmlns:a16="http://schemas.microsoft.com/office/drawing/2014/main" id="{DEFAD566-72B7-3410-EC48-F3F5926DD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268446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8" name="Text Box 15">
            <a:extLst>
              <a:ext uri="{FF2B5EF4-FFF2-40B4-BE49-F238E27FC236}">
                <a16:creationId xmlns:a16="http://schemas.microsoft.com/office/drawing/2014/main" id="{0B0F5051-1232-BE9A-F9BB-D1E9FC13E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268446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9" name="Line 16">
            <a:extLst>
              <a:ext uri="{FF2B5EF4-FFF2-40B4-BE49-F238E27FC236}">
                <a16:creationId xmlns:a16="http://schemas.microsoft.com/office/drawing/2014/main" id="{5A0AB016-BF67-D212-B1A3-DE16E9461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4938" y="4589463"/>
            <a:ext cx="4572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0" name="Rectangle 17">
            <a:extLst>
              <a:ext uri="{FF2B5EF4-FFF2-40B4-BE49-F238E27FC236}">
                <a16:creationId xmlns:a16="http://schemas.microsoft.com/office/drawing/2014/main" id="{D345E17B-3C59-0842-E1AF-6471FDB49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138" y="4284663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99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1" name="Line 18">
            <a:extLst>
              <a:ext uri="{FF2B5EF4-FFF2-40B4-BE49-F238E27FC236}">
                <a16:creationId xmlns:a16="http://schemas.microsoft.com/office/drawing/2014/main" id="{7E81EF7E-C3F5-29B7-C5ED-967BB3476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7938" y="4284663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2" name="Line 19">
            <a:extLst>
              <a:ext uri="{FF2B5EF4-FFF2-40B4-BE49-F238E27FC236}">
                <a16:creationId xmlns:a16="http://schemas.microsoft.com/office/drawing/2014/main" id="{06B791DF-85FA-3930-5EAB-5C0EDAE4F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4589463"/>
            <a:ext cx="990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3" name="Rectangle 20">
            <a:extLst>
              <a:ext uri="{FF2B5EF4-FFF2-40B4-BE49-F238E27FC236}">
                <a16:creationId xmlns:a16="http://schemas.microsoft.com/office/drawing/2014/main" id="{4A7B6487-A2C7-2687-D0B4-396B37C87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4284663"/>
            <a:ext cx="9906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FF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4" name="Line 21">
            <a:extLst>
              <a:ext uri="{FF2B5EF4-FFF2-40B4-BE49-F238E27FC236}">
                <a16:creationId xmlns:a16="http://schemas.microsoft.com/office/drawing/2014/main" id="{94282AD3-DA62-1CAD-AA8E-4F787807E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4284663"/>
            <a:ext cx="0" cy="5334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5" name="Line 22">
            <a:extLst>
              <a:ext uri="{FF2B5EF4-FFF2-40B4-BE49-F238E27FC236}">
                <a16:creationId xmlns:a16="http://schemas.microsoft.com/office/drawing/2014/main" id="{B8DA85BD-D43B-8825-181C-8DE351D96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9138" y="4589463"/>
            <a:ext cx="990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6" name="Rectangle 23">
            <a:extLst>
              <a:ext uri="{FF2B5EF4-FFF2-40B4-BE49-F238E27FC236}">
                <a16:creationId xmlns:a16="http://schemas.microsoft.com/office/drawing/2014/main" id="{E6CBC4C2-C8F2-6155-2DD4-C09341594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4284663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99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7" name="Line 24">
            <a:extLst>
              <a:ext uri="{FF2B5EF4-FFF2-40B4-BE49-F238E27FC236}">
                <a16:creationId xmlns:a16="http://schemas.microsoft.com/office/drawing/2014/main" id="{D25F51B6-8B97-DD6C-C949-FA2F91742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8" y="4284663"/>
            <a:ext cx="0" cy="5334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Line 25">
            <a:extLst>
              <a:ext uri="{FF2B5EF4-FFF2-40B4-BE49-F238E27FC236}">
                <a16:creationId xmlns:a16="http://schemas.microsoft.com/office/drawing/2014/main" id="{D6F72D18-2092-73B9-A37E-896DB66B3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7938" y="4589463"/>
            <a:ext cx="609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Text Box 26">
            <a:extLst>
              <a:ext uri="{FF2B5EF4-FFF2-40B4-BE49-F238E27FC236}">
                <a16:creationId xmlns:a16="http://schemas.microsoft.com/office/drawing/2014/main" id="{F0E81942-11BB-88CA-AA9A-617B60B17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413226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0" name="Text Box 27">
            <a:extLst>
              <a:ext uri="{FF2B5EF4-FFF2-40B4-BE49-F238E27FC236}">
                <a16:creationId xmlns:a16="http://schemas.microsoft.com/office/drawing/2014/main" id="{4C681204-5FA2-2100-28E1-34664EC04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413226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1" name="Text Box 28">
            <a:extLst>
              <a:ext uri="{FF2B5EF4-FFF2-40B4-BE49-F238E27FC236}">
                <a16:creationId xmlns:a16="http://schemas.microsoft.com/office/drawing/2014/main" id="{04991184-11E7-B578-6753-C93A0BB00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2714625"/>
            <a:ext cx="684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i-1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2" name="Text Box 29">
            <a:extLst>
              <a:ext uri="{FF2B5EF4-FFF2-40B4-BE49-F238E27FC236}">
                <a16:creationId xmlns:a16="http://schemas.microsoft.com/office/drawing/2014/main" id="{D4D59C5C-DB23-BD9E-1298-D6496EC12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138" y="4162425"/>
            <a:ext cx="6842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i-1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3" name="Text Box 30">
            <a:extLst>
              <a:ext uri="{FF2B5EF4-FFF2-40B4-BE49-F238E27FC236}">
                <a16:creationId xmlns:a16="http://schemas.microsoft.com/office/drawing/2014/main" id="{689AB892-EFA3-30B3-7B8D-0340440F3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575" y="2760663"/>
            <a:ext cx="4619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4" name="Text Box 31">
            <a:extLst>
              <a:ext uri="{FF2B5EF4-FFF2-40B4-BE49-F238E27FC236}">
                <a16:creationId xmlns:a16="http://schemas.microsoft.com/office/drawing/2014/main" id="{8DF52700-0DE5-FF74-C314-848381B49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338" y="4162425"/>
            <a:ext cx="4619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5" name="Text Box 32">
            <a:extLst>
              <a:ext uri="{FF2B5EF4-FFF2-40B4-BE49-F238E27FC236}">
                <a16:creationId xmlns:a16="http://schemas.microsoft.com/office/drawing/2014/main" id="{3E8B6AFF-60EF-F267-E679-FCFE28CF1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975" y="2760663"/>
            <a:ext cx="747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i+1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6" name="Text Box 33">
            <a:extLst>
              <a:ext uri="{FF2B5EF4-FFF2-40B4-BE49-F238E27FC236}">
                <a16:creationId xmlns:a16="http://schemas.microsoft.com/office/drawing/2014/main" id="{43C5A8F4-1AAB-7F04-A6D0-DE3CCC84A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025" y="4162425"/>
            <a:ext cx="747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i+1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97" name="Line 34">
            <a:extLst>
              <a:ext uri="{FF2B5EF4-FFF2-40B4-BE49-F238E27FC236}">
                <a16:creationId xmlns:a16="http://schemas.microsoft.com/office/drawing/2014/main" id="{8A29EE21-E47B-6F1B-8E19-ED369E15A4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6938" y="4894263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8" name="Line 35">
            <a:extLst>
              <a:ext uri="{FF2B5EF4-FFF2-40B4-BE49-F238E27FC236}">
                <a16:creationId xmlns:a16="http://schemas.microsoft.com/office/drawing/2014/main" id="{1C993C30-E73B-2D6F-BF39-A5A1100838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5738" y="4894263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9" name="Text Box 36">
            <a:extLst>
              <a:ext uri="{FF2B5EF4-FFF2-40B4-BE49-F238E27FC236}">
                <a16:creationId xmlns:a16="http://schemas.microsoft.com/office/drawing/2014/main" id="{3CB9D2F6-759C-AD06-4F1A-B3DD67304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8" y="4894263"/>
            <a:ext cx="409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00" name="Text Box 37">
            <a:extLst>
              <a:ext uri="{FF2B5EF4-FFF2-40B4-BE49-F238E27FC236}">
                <a16:creationId xmlns:a16="http://schemas.microsoft.com/office/drawing/2014/main" id="{2BAC11A2-764F-908C-3A87-88B56794B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3363" y="4894263"/>
            <a:ext cx="409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01" name="Line 38">
            <a:extLst>
              <a:ext uri="{FF2B5EF4-FFF2-40B4-BE49-F238E27FC236}">
                <a16:creationId xmlns:a16="http://schemas.microsoft.com/office/drawing/2014/main" id="{EB0DEE98-E112-C7E2-E3DA-79A9FC0B6A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4056063"/>
            <a:ext cx="381000" cy="3810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02" name="Line 39">
            <a:extLst>
              <a:ext uri="{FF2B5EF4-FFF2-40B4-BE49-F238E27FC236}">
                <a16:creationId xmlns:a16="http://schemas.microsoft.com/office/drawing/2014/main" id="{308D0FEA-966C-7733-43F4-D51637D1A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4938" y="4056063"/>
            <a:ext cx="304800" cy="2286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03" name="Line 40">
            <a:extLst>
              <a:ext uri="{FF2B5EF4-FFF2-40B4-BE49-F238E27FC236}">
                <a16:creationId xmlns:a16="http://schemas.microsoft.com/office/drawing/2014/main" id="{3B8B8AFC-7B9C-CE09-19C1-DB785D9C5C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1338" y="4056063"/>
            <a:ext cx="21336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04" name="Text Box 41">
            <a:extLst>
              <a:ext uri="{FF2B5EF4-FFF2-40B4-BE49-F238E27FC236}">
                <a16:creationId xmlns:a16="http://schemas.microsoft.com/office/drawing/2014/main" id="{636AEEA8-CE24-4B92-8B8B-0272D4319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263" y="3370263"/>
            <a:ext cx="1403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删除前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05" name="Text Box 42">
            <a:extLst>
              <a:ext uri="{FF2B5EF4-FFF2-40B4-BE49-F238E27FC236}">
                <a16:creationId xmlns:a16="http://schemas.microsoft.com/office/drawing/2014/main" id="{47F90575-9903-4DC3-AEEE-6F0D0BA52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8538" y="5351463"/>
            <a:ext cx="1403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删除后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06" name="标题 3">
            <a:extLst>
              <a:ext uri="{FF2B5EF4-FFF2-40B4-BE49-F238E27FC236}">
                <a16:creationId xmlns:a16="http://schemas.microsoft.com/office/drawing/2014/main" id="{3D50ED83-32B3-7DFE-D370-748272A5B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F6B9B9-6E04-6543-C259-0DEFCE8B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52475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zh-CN" altLang="en-US" dirty="0"/>
              <a:t>第一种情况</a:t>
            </a:r>
            <a:r>
              <a:rPr lang="en-US" altLang="zh-CN" dirty="0"/>
              <a:t>: </a:t>
            </a:r>
            <a:r>
              <a:rPr lang="zh-CN" altLang="en-US" dirty="0"/>
              <a:t>删除表中第一个元素</a:t>
            </a:r>
          </a:p>
          <a:p>
            <a:pPr>
              <a:defRPr/>
            </a:pPr>
            <a:r>
              <a:rPr lang="zh-CN" altLang="en-US" dirty="0"/>
              <a:t>第二种情况</a:t>
            </a:r>
            <a:r>
              <a:rPr lang="en-US" altLang="zh-CN" dirty="0"/>
              <a:t>: </a:t>
            </a:r>
            <a:r>
              <a:rPr lang="zh-CN" altLang="en-US" dirty="0"/>
              <a:t>删除表中或表尾元素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A8B753-DD52-6367-0534-79E3D119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3FBA45-A607-479D-836C-CB1244558C7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39DF22-3387-CF2E-1058-F2380FD7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0350"/>
            <a:ext cx="7886700" cy="6192838"/>
          </a:xfrm>
        </p:spPr>
        <p:txBody>
          <a:bodyPr>
            <a:normAutofit fontScale="6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bool List :: Remove (int </a:t>
            </a:r>
            <a:r>
              <a:rPr lang="en-US" altLang="zh-CN" dirty="0" err="1"/>
              <a:t>i</a:t>
            </a:r>
            <a:r>
              <a:rPr lang="en-US" altLang="zh-CN" dirty="0"/>
              <a:t>, int &amp;x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在链表中删除第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号结点</a:t>
            </a:r>
            <a:r>
              <a:rPr lang="en-US" altLang="zh-CN" dirty="0"/>
              <a:t>, </a:t>
            </a:r>
            <a:r>
              <a:rPr lang="zh-CN" altLang="en-US" dirty="0"/>
              <a:t>通过</a:t>
            </a:r>
            <a:r>
              <a:rPr lang="en-US" altLang="zh-CN" dirty="0"/>
              <a:t>x</a:t>
            </a:r>
            <a:r>
              <a:rPr lang="zh-CN" altLang="en-US" dirty="0"/>
              <a:t>返回其值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 *del, *current;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 </a:t>
            </a:r>
            <a:r>
              <a:rPr lang="en-US" altLang="zh-CN" dirty="0" err="1"/>
              <a:t>i</a:t>
            </a:r>
            <a:r>
              <a:rPr lang="en-US" altLang="zh-CN" dirty="0"/>
              <a:t> &lt;= 1 )  { del = first;  first = first-&gt;link;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else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current = first;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for ( int k = 0; k &lt; i-1; k++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if (current == NULL) break;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else current = current-&gt;link;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if ( current == NULL || current-&gt;link == NULL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 </a:t>
            </a:r>
            <a:r>
              <a:rPr lang="en-US" altLang="zh-CN" dirty="0" err="1"/>
              <a:t>cerr</a:t>
            </a:r>
            <a:r>
              <a:rPr lang="en-US" altLang="zh-CN" dirty="0"/>
              <a:t> &lt;&lt;"</a:t>
            </a:r>
            <a:r>
              <a:rPr lang="zh-CN" altLang="en-US" dirty="0"/>
              <a:t>无效的删除位置</a:t>
            </a:r>
            <a:r>
              <a:rPr lang="en-US" altLang="zh-CN" dirty="0"/>
              <a:t>!\n";     return false;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del = current-&gt;link;       current-&gt;link = del-&gt;link; 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}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x = del-&gt;data;   delete del;      return true;	      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A70528-EEFE-1CF1-DE39-54523876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B746C-A827-430B-9A0F-62251DC66074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4" name="Text Box 4">
            <a:extLst>
              <a:ext uri="{FF2B5EF4-FFF2-40B4-BE49-F238E27FC236}">
                <a16:creationId xmlns:a16="http://schemas.microsoft.com/office/drawing/2014/main" id="{F2EADE17-963A-A7B6-B6C4-CC15B3DAE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229225"/>
            <a:ext cx="4937125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非空表	        空表</a:t>
            </a:r>
            <a:endParaRPr lang="zh-CN" altLang="en-US" sz="3000">
              <a:latin typeface="+mn-lt"/>
              <a:ea typeface="+mn-ea"/>
            </a:endParaRPr>
          </a:p>
        </p:txBody>
      </p:sp>
      <p:grpSp>
        <p:nvGrpSpPr>
          <p:cNvPr id="38915" name="Group 5">
            <a:extLst>
              <a:ext uri="{FF2B5EF4-FFF2-40B4-BE49-F238E27FC236}">
                <a16:creationId xmlns:a16="http://schemas.microsoft.com/office/drawing/2014/main" id="{7EA40553-8A3C-F39D-8188-FA8819F95C9C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365625"/>
            <a:ext cx="7391400" cy="576263"/>
            <a:chOff x="480" y="2832"/>
            <a:chExt cx="4656" cy="384"/>
          </a:xfrm>
        </p:grpSpPr>
        <p:sp>
          <p:nvSpPr>
            <p:cNvPr id="38919" name="Rectangle 6">
              <a:extLst>
                <a:ext uri="{FF2B5EF4-FFF2-40B4-BE49-F238E27FC236}">
                  <a16:creationId xmlns:a16="http://schemas.microsoft.com/office/drawing/2014/main" id="{D25A5224-698C-314E-8CC7-B946D4702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880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8920" name="Rectangle 7">
              <a:extLst>
                <a:ext uri="{FF2B5EF4-FFF2-40B4-BE49-F238E27FC236}">
                  <a16:creationId xmlns:a16="http://schemas.microsoft.com/office/drawing/2014/main" id="{6A605BBE-E595-5DE5-96AF-CF55A272C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880"/>
              <a:ext cx="336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8921" name="Rectangle 8">
              <a:extLst>
                <a:ext uri="{FF2B5EF4-FFF2-40B4-BE49-F238E27FC236}">
                  <a16:creationId xmlns:a16="http://schemas.microsoft.com/office/drawing/2014/main" id="{896FE00F-D2DD-DB1E-D332-01BD6A218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880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8922" name="Rectangle 9">
              <a:extLst>
                <a:ext uri="{FF2B5EF4-FFF2-40B4-BE49-F238E27FC236}">
                  <a16:creationId xmlns:a16="http://schemas.microsoft.com/office/drawing/2014/main" id="{C0004EF2-FC49-6EDA-B6D1-48C2E1065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880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8923" name="Rectangle 10">
              <a:extLst>
                <a:ext uri="{FF2B5EF4-FFF2-40B4-BE49-F238E27FC236}">
                  <a16:creationId xmlns:a16="http://schemas.microsoft.com/office/drawing/2014/main" id="{1CCCC43D-A2A9-39DC-E61A-BC5B7D67F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880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8924" name="Line 11">
              <a:extLst>
                <a:ext uri="{FF2B5EF4-FFF2-40B4-BE49-F238E27FC236}">
                  <a16:creationId xmlns:a16="http://schemas.microsoft.com/office/drawing/2014/main" id="{7FEE4731-B022-BA45-EEE5-3EAE66C67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024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5" name="Line 12">
              <a:extLst>
                <a:ext uri="{FF2B5EF4-FFF2-40B4-BE49-F238E27FC236}">
                  <a16:creationId xmlns:a16="http://schemas.microsoft.com/office/drawing/2014/main" id="{9B2B9010-71A0-2318-18E0-EB4B161C3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024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Line 13">
              <a:extLst>
                <a:ext uri="{FF2B5EF4-FFF2-40B4-BE49-F238E27FC236}">
                  <a16:creationId xmlns:a16="http://schemas.microsoft.com/office/drawing/2014/main" id="{F22CA3C0-3299-29FF-E597-607C68F0F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02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Rectangle 14">
              <a:extLst>
                <a:ext uri="{FF2B5EF4-FFF2-40B4-BE49-F238E27FC236}">
                  <a16:creationId xmlns:a16="http://schemas.microsoft.com/office/drawing/2014/main" id="{7991C6D3-B889-23FB-2016-6C08F9A47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880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accent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38928" name="Text Box 15">
              <a:extLst>
                <a:ext uri="{FF2B5EF4-FFF2-40B4-BE49-F238E27FC236}">
                  <a16:creationId xmlns:a16="http://schemas.microsoft.com/office/drawing/2014/main" id="{A03E19BC-A5CB-B8FA-4287-5FCC8EAF3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32"/>
              <a:ext cx="5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800" b="1" i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</a:t>
              </a:r>
              <a:r>
                <a:rPr kumimoji="1" lang="en-US" altLang="zh-CN" sz="28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9" name="Text Box 16">
              <a:extLst>
                <a:ext uri="{FF2B5EF4-FFF2-40B4-BE49-F238E27FC236}">
                  <a16:creationId xmlns:a16="http://schemas.microsoft.com/office/drawing/2014/main" id="{597B2452-619E-3BC8-CF60-5579C6070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2832"/>
              <a:ext cx="35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8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0" name="Rectangle 17">
              <a:extLst>
                <a:ext uri="{FF2B5EF4-FFF2-40B4-BE49-F238E27FC236}">
                  <a16:creationId xmlns:a16="http://schemas.microsoft.com/office/drawing/2014/main" id="{B15D839F-C79C-5BD7-99E1-82A47CF04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80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8931" name="Line 18">
              <a:extLst>
                <a:ext uri="{FF2B5EF4-FFF2-40B4-BE49-F238E27FC236}">
                  <a16:creationId xmlns:a16="http://schemas.microsoft.com/office/drawing/2014/main" id="{3A1FB253-FF11-0FD1-CE96-3ABC1546C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024"/>
              <a:ext cx="4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2" name="Line 19">
              <a:extLst>
                <a:ext uri="{FF2B5EF4-FFF2-40B4-BE49-F238E27FC236}">
                  <a16:creationId xmlns:a16="http://schemas.microsoft.com/office/drawing/2014/main" id="{3DD17FD2-1FBD-AE39-1038-03AE96768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2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3" name="Text Box 20">
              <a:extLst>
                <a:ext uri="{FF2B5EF4-FFF2-40B4-BE49-F238E27FC236}">
                  <a16:creationId xmlns:a16="http://schemas.microsoft.com/office/drawing/2014/main" id="{266B448A-C815-2A62-AF69-6B9A818792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842"/>
              <a:ext cx="514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4" name="Line 21">
              <a:extLst>
                <a:ext uri="{FF2B5EF4-FFF2-40B4-BE49-F238E27FC236}">
                  <a16:creationId xmlns:a16="http://schemas.microsoft.com/office/drawing/2014/main" id="{409ADD04-9C97-AFA9-9A93-C5CDBBC18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02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Text Box 22">
              <a:extLst>
                <a:ext uri="{FF2B5EF4-FFF2-40B4-BE49-F238E27FC236}">
                  <a16:creationId xmlns:a16="http://schemas.microsoft.com/office/drawing/2014/main" id="{ECF05E5B-F83B-FE12-886F-62E8CF196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832"/>
              <a:ext cx="51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6" name="Rectangle 23">
              <a:extLst>
                <a:ext uri="{FF2B5EF4-FFF2-40B4-BE49-F238E27FC236}">
                  <a16:creationId xmlns:a16="http://schemas.microsoft.com/office/drawing/2014/main" id="{8697536E-A86F-5D95-C3E9-63462E2B2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880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accent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</p:grpSp>
      <p:sp>
        <p:nvSpPr>
          <p:cNvPr id="38916" name="标题 2">
            <a:extLst>
              <a:ext uri="{FF2B5EF4-FFF2-40B4-BE49-F238E27FC236}">
                <a16:creationId xmlns:a16="http://schemas.microsoft.com/office/drawing/2014/main" id="{076A2CF8-E80F-A732-63AB-DBB2D721D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带附加头结点的单链表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63ED55-FC4B-5A8E-CC6F-F66A7A160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26695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附加表头结点位于表的最前端，本身不带数据，仅标志表头。</a:t>
            </a:r>
          </a:p>
          <a:p>
            <a:pPr>
              <a:defRPr/>
            </a:pPr>
            <a:r>
              <a:rPr lang="zh-CN" altLang="en-US" dirty="0"/>
              <a:t>设置表头结点的目的是统一空表与非空表的操作，简化链表操作的实现。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378EA9-7AC8-C51B-1AEB-CC019F53B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6623D2-B125-4D03-B349-B2749BB76848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">
            <a:extLst>
              <a:ext uri="{FF2B5EF4-FFF2-40B4-BE49-F238E27FC236}">
                <a16:creationId xmlns:a16="http://schemas.microsoft.com/office/drawing/2014/main" id="{EFDDA8FE-9F1C-2299-D2F9-C56A07338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570538"/>
            <a:ext cx="85344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 = p</a:t>
            </a:r>
            <a:r>
              <a:rPr kumimoji="1"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</a:p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</a:t>
            </a:r>
            <a:r>
              <a:rPr kumimoji="1"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 = newnode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</p:txBody>
      </p:sp>
      <p:grpSp>
        <p:nvGrpSpPr>
          <p:cNvPr id="39939" name="Group 4">
            <a:extLst>
              <a:ext uri="{FF2B5EF4-FFF2-40B4-BE49-F238E27FC236}">
                <a16:creationId xmlns:a16="http://schemas.microsoft.com/office/drawing/2014/main" id="{EE49C3F5-DA99-5574-E7E7-500979810168}"/>
              </a:ext>
            </a:extLst>
          </p:cNvPr>
          <p:cNvGrpSpPr>
            <a:grpSpLocks/>
          </p:cNvGrpSpPr>
          <p:nvPr/>
        </p:nvGrpSpPr>
        <p:grpSpPr bwMode="auto">
          <a:xfrm>
            <a:off x="623888" y="1760538"/>
            <a:ext cx="7924800" cy="3657600"/>
            <a:chOff x="384" y="1003"/>
            <a:chExt cx="4992" cy="2304"/>
          </a:xfrm>
        </p:grpSpPr>
        <p:sp>
          <p:nvSpPr>
            <p:cNvPr id="39942" name="Rectangle 5">
              <a:extLst>
                <a:ext uri="{FF2B5EF4-FFF2-40B4-BE49-F238E27FC236}">
                  <a16:creationId xmlns:a16="http://schemas.microsoft.com/office/drawing/2014/main" id="{B06D38D1-6CC5-60E3-8EE0-508E96A44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042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43" name="Rectangle 6">
              <a:extLst>
                <a:ext uri="{FF2B5EF4-FFF2-40B4-BE49-F238E27FC236}">
                  <a16:creationId xmlns:a16="http://schemas.microsoft.com/office/drawing/2014/main" id="{39E484E2-573D-22BA-D1AB-B6425A26A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042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44" name="Rectangle 7">
              <a:extLst>
                <a:ext uri="{FF2B5EF4-FFF2-40B4-BE49-F238E27FC236}">
                  <a16:creationId xmlns:a16="http://schemas.microsoft.com/office/drawing/2014/main" id="{FF9FF4AB-571F-6415-D5E8-4525A011D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042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45" name="Line 8">
              <a:extLst>
                <a:ext uri="{FF2B5EF4-FFF2-40B4-BE49-F238E27FC236}">
                  <a16:creationId xmlns:a16="http://schemas.microsoft.com/office/drawing/2014/main" id="{7687AA3E-B6FA-A9AE-A580-03290E947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186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6" name="Line 9">
              <a:extLst>
                <a:ext uri="{FF2B5EF4-FFF2-40B4-BE49-F238E27FC236}">
                  <a16:creationId xmlns:a16="http://schemas.microsoft.com/office/drawing/2014/main" id="{42C46D66-2B64-EB7D-4EBC-4B25CD7D6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186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7" name="Rectangle 10">
              <a:extLst>
                <a:ext uri="{FF2B5EF4-FFF2-40B4-BE49-F238E27FC236}">
                  <a16:creationId xmlns:a16="http://schemas.microsoft.com/office/drawing/2014/main" id="{22875B06-713F-AD3C-4D69-A5F74CE52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042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48" name="Line 11">
              <a:extLst>
                <a:ext uri="{FF2B5EF4-FFF2-40B4-BE49-F238E27FC236}">
                  <a16:creationId xmlns:a16="http://schemas.microsoft.com/office/drawing/2014/main" id="{C88E5BDF-0F94-41C6-A664-3ED35AB6C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186"/>
              <a:ext cx="4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9" name="Line 12">
              <a:extLst>
                <a:ext uri="{FF2B5EF4-FFF2-40B4-BE49-F238E27FC236}">
                  <a16:creationId xmlns:a16="http://schemas.microsoft.com/office/drawing/2014/main" id="{B55CC6FE-26C8-481C-0DCA-201640302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186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0" name="Text Box 13">
              <a:extLst>
                <a:ext uri="{FF2B5EF4-FFF2-40B4-BE49-F238E27FC236}">
                  <a16:creationId xmlns:a16="http://schemas.microsoft.com/office/drawing/2014/main" id="{FAA8442D-F1E9-E464-350A-0D6208D9B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003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1" name="Rectangle 14">
              <a:extLst>
                <a:ext uri="{FF2B5EF4-FFF2-40B4-BE49-F238E27FC236}">
                  <a16:creationId xmlns:a16="http://schemas.microsoft.com/office/drawing/2014/main" id="{98CCB37F-16ED-10AB-EFA6-3B4909799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66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52" name="Rectangle 15">
              <a:extLst>
                <a:ext uri="{FF2B5EF4-FFF2-40B4-BE49-F238E27FC236}">
                  <a16:creationId xmlns:a16="http://schemas.microsoft.com/office/drawing/2014/main" id="{E415D21F-035D-BE3B-A96D-CCB85BF75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66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53" name="Line 16">
              <a:extLst>
                <a:ext uri="{FF2B5EF4-FFF2-40B4-BE49-F238E27FC236}">
                  <a16:creationId xmlns:a16="http://schemas.microsoft.com/office/drawing/2014/main" id="{0251ED54-8E74-7B6B-125A-DFFE507802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1810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Text Box 17">
              <a:extLst>
                <a:ext uri="{FF2B5EF4-FFF2-40B4-BE49-F238E27FC236}">
                  <a16:creationId xmlns:a16="http://schemas.microsoft.com/office/drawing/2014/main" id="{20A0381D-5A05-6044-AD10-22A074792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27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5" name="Rectangle 18">
              <a:extLst>
                <a:ext uri="{FF2B5EF4-FFF2-40B4-BE49-F238E27FC236}">
                  <a16:creationId xmlns:a16="http://schemas.microsoft.com/office/drawing/2014/main" id="{A8BCEBD1-B8FD-24E8-E65B-0C02BDC2C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042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56" name="Rectangle 19">
              <a:extLst>
                <a:ext uri="{FF2B5EF4-FFF2-40B4-BE49-F238E27FC236}">
                  <a16:creationId xmlns:a16="http://schemas.microsoft.com/office/drawing/2014/main" id="{C4CFE7B9-F6F5-E3A2-DF6C-C253AC554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42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57" name="Rectangle 20">
              <a:extLst>
                <a:ext uri="{FF2B5EF4-FFF2-40B4-BE49-F238E27FC236}">
                  <a16:creationId xmlns:a16="http://schemas.microsoft.com/office/drawing/2014/main" id="{E0660DEF-2668-4B77-7F51-9166F2E7F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042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58" name="Line 21">
              <a:extLst>
                <a:ext uri="{FF2B5EF4-FFF2-40B4-BE49-F238E27FC236}">
                  <a16:creationId xmlns:a16="http://schemas.microsoft.com/office/drawing/2014/main" id="{5D756302-AAC9-31E8-E9C5-7F51EC7A7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186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9" name="Line 22">
              <a:extLst>
                <a:ext uri="{FF2B5EF4-FFF2-40B4-BE49-F238E27FC236}">
                  <a16:creationId xmlns:a16="http://schemas.microsoft.com/office/drawing/2014/main" id="{842595AD-A9F5-1490-B13C-A635375C9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186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0" name="Rectangle 23">
              <a:extLst>
                <a:ext uri="{FF2B5EF4-FFF2-40B4-BE49-F238E27FC236}">
                  <a16:creationId xmlns:a16="http://schemas.microsoft.com/office/drawing/2014/main" id="{FB2909F1-0D78-C50B-8C86-B0B642096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042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61" name="Line 24">
              <a:extLst>
                <a:ext uri="{FF2B5EF4-FFF2-40B4-BE49-F238E27FC236}">
                  <a16:creationId xmlns:a16="http://schemas.microsoft.com/office/drawing/2014/main" id="{A21AA99F-3E07-7B2A-75A0-3E311DCDB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86"/>
              <a:ext cx="336" cy="44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2" name="Line 25">
              <a:extLst>
                <a:ext uri="{FF2B5EF4-FFF2-40B4-BE49-F238E27FC236}">
                  <a16:creationId xmlns:a16="http://schemas.microsoft.com/office/drawing/2014/main" id="{15C50C61-C289-B912-05EA-5524F424B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186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3" name="Text Box 26">
              <a:extLst>
                <a:ext uri="{FF2B5EF4-FFF2-40B4-BE49-F238E27FC236}">
                  <a16:creationId xmlns:a16="http://schemas.microsoft.com/office/drawing/2014/main" id="{CBE0576E-748A-C3E8-7C2B-4A031F444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003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4" name="Rectangle 27">
              <a:extLst>
                <a:ext uri="{FF2B5EF4-FFF2-40B4-BE49-F238E27FC236}">
                  <a16:creationId xmlns:a16="http://schemas.microsoft.com/office/drawing/2014/main" id="{64C22257-6C2E-DAEE-32AB-17973940A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666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65" name="Rectangle 28">
              <a:extLst>
                <a:ext uri="{FF2B5EF4-FFF2-40B4-BE49-F238E27FC236}">
                  <a16:creationId xmlns:a16="http://schemas.microsoft.com/office/drawing/2014/main" id="{DC563445-F1F0-5F33-D510-03C5356D3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6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66" name="Line 29">
              <a:extLst>
                <a:ext uri="{FF2B5EF4-FFF2-40B4-BE49-F238E27FC236}">
                  <a16:creationId xmlns:a16="http://schemas.microsoft.com/office/drawing/2014/main" id="{0F30A869-54B8-D088-D589-65DB0207AF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810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7" name="Text Box 30">
              <a:extLst>
                <a:ext uri="{FF2B5EF4-FFF2-40B4-BE49-F238E27FC236}">
                  <a16:creationId xmlns:a16="http://schemas.microsoft.com/office/drawing/2014/main" id="{1E4AB553-5B95-E547-81EE-C8BC00C2B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627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8" name="Line 31">
              <a:extLst>
                <a:ext uri="{FF2B5EF4-FFF2-40B4-BE49-F238E27FC236}">
                  <a16:creationId xmlns:a16="http://schemas.microsoft.com/office/drawing/2014/main" id="{934B28EF-5152-1C5B-87F4-0EF8B52ACE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1435"/>
              <a:ext cx="0" cy="43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9" name="Text Box 32">
              <a:extLst>
                <a:ext uri="{FF2B5EF4-FFF2-40B4-BE49-F238E27FC236}">
                  <a16:creationId xmlns:a16="http://schemas.microsoft.com/office/drawing/2014/main" id="{7FE4C0D5-63C2-B2C4-909B-63F6E904C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243"/>
              <a:ext cx="6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60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插入</a:t>
              </a:r>
              <a:endPara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0" name="Rectangle 33">
              <a:extLst>
                <a:ext uri="{FF2B5EF4-FFF2-40B4-BE49-F238E27FC236}">
                  <a16:creationId xmlns:a16="http://schemas.microsoft.com/office/drawing/2014/main" id="{68109C31-2B90-679E-0360-B1457621D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47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71" name="Line 34">
              <a:extLst>
                <a:ext uri="{FF2B5EF4-FFF2-40B4-BE49-F238E27FC236}">
                  <a16:creationId xmlns:a16="http://schemas.microsoft.com/office/drawing/2014/main" id="{9A74D518-4E40-2719-8E4A-46D1C4E63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491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2" name="Text Box 35">
              <a:extLst>
                <a:ext uri="{FF2B5EF4-FFF2-40B4-BE49-F238E27FC236}">
                  <a16:creationId xmlns:a16="http://schemas.microsoft.com/office/drawing/2014/main" id="{DB16972F-785C-8E50-B0EC-C4CC4EFC1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308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3" name="Rectangle 36">
              <a:extLst>
                <a:ext uri="{FF2B5EF4-FFF2-40B4-BE49-F238E27FC236}">
                  <a16:creationId xmlns:a16="http://schemas.microsoft.com/office/drawing/2014/main" id="{59D3A2F7-ADB0-E5AA-655A-56434A129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971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74" name="Line 37">
              <a:extLst>
                <a:ext uri="{FF2B5EF4-FFF2-40B4-BE49-F238E27FC236}">
                  <a16:creationId xmlns:a16="http://schemas.microsoft.com/office/drawing/2014/main" id="{D66770CC-F65A-E6F0-CF06-C96A93BA6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115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5" name="Text Box 38">
              <a:extLst>
                <a:ext uri="{FF2B5EF4-FFF2-40B4-BE49-F238E27FC236}">
                  <a16:creationId xmlns:a16="http://schemas.microsoft.com/office/drawing/2014/main" id="{068F07E2-E792-137C-A3E3-34341C979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32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6" name="Rectangle 39">
              <a:extLst>
                <a:ext uri="{FF2B5EF4-FFF2-40B4-BE49-F238E27FC236}">
                  <a16:creationId xmlns:a16="http://schemas.microsoft.com/office/drawing/2014/main" id="{54FEAFA0-BED6-D90A-9C69-AB8E9DCDC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347"/>
              <a:ext cx="192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accent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39977" name="Rectangle 40">
              <a:extLst>
                <a:ext uri="{FF2B5EF4-FFF2-40B4-BE49-F238E27FC236}">
                  <a16:creationId xmlns:a16="http://schemas.microsoft.com/office/drawing/2014/main" id="{E521CC6A-DBBF-96FF-5244-0C912FFB0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38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78" name="Line 41">
              <a:extLst>
                <a:ext uri="{FF2B5EF4-FFF2-40B4-BE49-F238E27FC236}">
                  <a16:creationId xmlns:a16="http://schemas.microsoft.com/office/drawing/2014/main" id="{28076A43-5B14-60BA-B4CA-360BF2EAD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482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9" name="Text Box 42">
              <a:extLst>
                <a:ext uri="{FF2B5EF4-FFF2-40B4-BE49-F238E27FC236}">
                  <a16:creationId xmlns:a16="http://schemas.microsoft.com/office/drawing/2014/main" id="{564D0226-390F-2AAE-D1BE-6C1442CB7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99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0" name="Rectangle 43">
              <a:extLst>
                <a:ext uri="{FF2B5EF4-FFF2-40B4-BE49-F238E27FC236}">
                  <a16:creationId xmlns:a16="http://schemas.microsoft.com/office/drawing/2014/main" id="{2EDB1EA7-0321-DC69-9962-1022FCCE5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971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81" name="Rectangle 44">
              <a:extLst>
                <a:ext uri="{FF2B5EF4-FFF2-40B4-BE49-F238E27FC236}">
                  <a16:creationId xmlns:a16="http://schemas.microsoft.com/office/drawing/2014/main" id="{1F098B8F-9B70-B0DE-3684-36780D4C2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971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82" name="Line 45">
              <a:extLst>
                <a:ext uri="{FF2B5EF4-FFF2-40B4-BE49-F238E27FC236}">
                  <a16:creationId xmlns:a16="http://schemas.microsoft.com/office/drawing/2014/main" id="{032601FF-DF01-85DC-2072-70F618811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3106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3" name="Text Box 46">
              <a:extLst>
                <a:ext uri="{FF2B5EF4-FFF2-40B4-BE49-F238E27FC236}">
                  <a16:creationId xmlns:a16="http://schemas.microsoft.com/office/drawing/2014/main" id="{7BD03B71-1456-3029-781E-7FD41538F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923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4" name="Rectangle 47">
              <a:extLst>
                <a:ext uri="{FF2B5EF4-FFF2-40B4-BE49-F238E27FC236}">
                  <a16:creationId xmlns:a16="http://schemas.microsoft.com/office/drawing/2014/main" id="{3D5F8EC4-8777-36CB-7B57-705870AB8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338"/>
              <a:ext cx="192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39985" name="Rectangle 48">
              <a:extLst>
                <a:ext uri="{FF2B5EF4-FFF2-40B4-BE49-F238E27FC236}">
                  <a16:creationId xmlns:a16="http://schemas.microsoft.com/office/drawing/2014/main" id="{F5123209-B8A1-E56D-3AE7-EBAC8B63E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971"/>
              <a:ext cx="192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accent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39986" name="Line 49">
              <a:extLst>
                <a:ext uri="{FF2B5EF4-FFF2-40B4-BE49-F238E27FC236}">
                  <a16:creationId xmlns:a16="http://schemas.microsoft.com/office/drawing/2014/main" id="{5B82DB5D-645E-A4CF-3E53-E567A02C5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530"/>
              <a:ext cx="336" cy="44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Text Box 50">
              <a:extLst>
                <a:ext uri="{FF2B5EF4-FFF2-40B4-BE49-F238E27FC236}">
                  <a16:creationId xmlns:a16="http://schemas.microsoft.com/office/drawing/2014/main" id="{D9BDDFB3-AC8F-59B6-398A-B35E6EACE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511"/>
              <a:ext cx="6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60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插入</a:t>
              </a:r>
              <a:endPara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8" name="Line 51">
              <a:extLst>
                <a:ext uri="{FF2B5EF4-FFF2-40B4-BE49-F238E27FC236}">
                  <a16:creationId xmlns:a16="http://schemas.microsoft.com/office/drawing/2014/main" id="{7A9AC109-7311-2F6E-33FD-565C1EB2B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203"/>
              <a:ext cx="4896" cy="0"/>
            </a:xfrm>
            <a:prstGeom prst="line">
              <a:avLst/>
            </a:prstGeom>
            <a:noFill/>
            <a:ln w="28575" cap="rnd">
              <a:solidFill>
                <a:srgbClr val="0099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52">
              <a:extLst>
                <a:ext uri="{FF2B5EF4-FFF2-40B4-BE49-F238E27FC236}">
                  <a16:creationId xmlns:a16="http://schemas.microsoft.com/office/drawing/2014/main" id="{0BAB03D5-94F5-FB46-82F4-39ABD3C03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1291"/>
              <a:ext cx="336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Text Box 53">
              <a:extLst>
                <a:ext uri="{FF2B5EF4-FFF2-40B4-BE49-F238E27FC236}">
                  <a16:creationId xmlns:a16="http://schemas.microsoft.com/office/drawing/2014/main" id="{83B83F96-0562-A822-9F40-701B785EE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252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1" name="Line 54">
              <a:extLst>
                <a:ext uri="{FF2B5EF4-FFF2-40B4-BE49-F238E27FC236}">
                  <a16:creationId xmlns:a16="http://schemas.microsoft.com/office/drawing/2014/main" id="{3EEAB04D-4981-5D60-4DD6-68383F4EE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282"/>
              <a:ext cx="336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Text Box 55">
              <a:extLst>
                <a:ext uri="{FF2B5EF4-FFF2-40B4-BE49-F238E27FC236}">
                  <a16:creationId xmlns:a16="http://schemas.microsoft.com/office/drawing/2014/main" id="{C3E1C882-6A4E-2B52-8E18-C3C50D5C6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243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3" name="Line 56">
              <a:extLst>
                <a:ext uri="{FF2B5EF4-FFF2-40B4-BE49-F238E27FC236}">
                  <a16:creationId xmlns:a16="http://schemas.microsoft.com/office/drawing/2014/main" id="{1C6AABC9-F4FE-1710-AD80-93B9FC6BC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2587"/>
              <a:ext cx="336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4" name="Text Box 57">
              <a:extLst>
                <a:ext uri="{FF2B5EF4-FFF2-40B4-BE49-F238E27FC236}">
                  <a16:creationId xmlns:a16="http://schemas.microsoft.com/office/drawing/2014/main" id="{4147E09E-3263-71F3-1988-2C65A1782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548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5" name="Line 58">
              <a:extLst>
                <a:ext uri="{FF2B5EF4-FFF2-40B4-BE49-F238E27FC236}">
                  <a16:creationId xmlns:a16="http://schemas.microsoft.com/office/drawing/2014/main" id="{E16BD201-BBA5-01DA-48B8-797101EC2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2587"/>
              <a:ext cx="336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6" name="Text Box 59">
              <a:extLst>
                <a:ext uri="{FF2B5EF4-FFF2-40B4-BE49-F238E27FC236}">
                  <a16:creationId xmlns:a16="http://schemas.microsoft.com/office/drawing/2014/main" id="{B5FC443A-9109-D2E3-7966-32D2C6294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548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940" name="标题 2">
            <a:extLst>
              <a:ext uri="{FF2B5EF4-FFF2-40B4-BE49-F238E27FC236}">
                <a16:creationId xmlns:a16="http://schemas.microsoft.com/office/drawing/2014/main" id="{807326C2-CF0B-6555-12E6-66BB325C3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插入时不必考虑是否在表头（下图显示在表头插入新结点）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B38BF5-0372-C614-100C-A5FB74D8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3508D-F12B-4244-A730-1933BAEEAEC6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3D250DD3-9D76-2D2E-5B9F-878C89420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716338"/>
            <a:ext cx="42672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600" b="1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 = p</a:t>
            </a:r>
            <a:r>
              <a:rPr kumimoji="1"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 = q</a:t>
            </a:r>
            <a:r>
              <a:rPr kumimoji="1" lang="en-US" altLang="zh-CN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delete </a:t>
            </a:r>
            <a:r>
              <a:rPr kumimoji="1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</a:p>
        </p:txBody>
      </p:sp>
      <p:sp>
        <p:nvSpPr>
          <p:cNvPr id="40963" name="Text Box 4">
            <a:extLst>
              <a:ext uri="{FF2B5EF4-FFF2-40B4-BE49-F238E27FC236}">
                <a16:creationId xmlns:a16="http://schemas.microsoft.com/office/drawing/2014/main" id="{81044FD5-39FC-E0B6-D15A-E8B0D5BC0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2244725"/>
            <a:ext cx="3188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dirty="0">
                <a:solidFill>
                  <a:schemeClr val="accent2"/>
                </a:solidFill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1" lang="zh-CN" altLang="en-US" sz="2800" b="1" dirty="0">
                <a:solidFill>
                  <a:schemeClr val="accent2"/>
                </a:solidFill>
                <a:latin typeface="仿宋_GB2312" pitchFamily="49" charset="-122"/>
                <a:ea typeface="仿宋_GB2312" pitchFamily="49" charset="-122"/>
              </a:rPr>
              <a:t>删除后仍为非空表）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4" name="Text Box 5">
            <a:extLst>
              <a:ext uri="{FF2B5EF4-FFF2-40B4-BE49-F238E27FC236}">
                <a16:creationId xmlns:a16="http://schemas.microsoft.com/office/drawing/2014/main" id="{B45624CE-2B2C-A593-C968-20AC1C0C3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809" y="6052127"/>
            <a:ext cx="4032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dirty="0">
                <a:solidFill>
                  <a:schemeClr val="accent2"/>
                </a:solidFill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1" lang="zh-CN" altLang="en-US" sz="2800" b="1" dirty="0">
                <a:solidFill>
                  <a:schemeClr val="accent2"/>
                </a:solidFill>
                <a:latin typeface="仿宋_GB2312" pitchFamily="49" charset="-122"/>
                <a:ea typeface="仿宋_GB2312" pitchFamily="49" charset="-122"/>
              </a:rPr>
              <a:t>空表，但仍有表头结点）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0965" name="Group 6">
            <a:extLst>
              <a:ext uri="{FF2B5EF4-FFF2-40B4-BE49-F238E27FC236}">
                <a16:creationId xmlns:a16="http://schemas.microsoft.com/office/drawing/2014/main" id="{C4647458-8374-F7FF-4686-8C8288471924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651000"/>
            <a:ext cx="5029200" cy="4922838"/>
            <a:chOff x="480" y="768"/>
            <a:chExt cx="3168" cy="3101"/>
          </a:xfrm>
        </p:grpSpPr>
        <p:sp>
          <p:nvSpPr>
            <p:cNvPr id="40968" name="Rectangle 7">
              <a:extLst>
                <a:ext uri="{FF2B5EF4-FFF2-40B4-BE49-F238E27FC236}">
                  <a16:creationId xmlns:a16="http://schemas.microsoft.com/office/drawing/2014/main" id="{F4019F49-16FB-8E81-D6CF-A600B9D6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816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69" name="Rectangle 8">
              <a:extLst>
                <a:ext uri="{FF2B5EF4-FFF2-40B4-BE49-F238E27FC236}">
                  <a16:creationId xmlns:a16="http://schemas.microsoft.com/office/drawing/2014/main" id="{633BC07A-9B95-6B82-DADA-0666CBBCA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807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70" name="Rectangle 9">
              <a:extLst>
                <a:ext uri="{FF2B5EF4-FFF2-40B4-BE49-F238E27FC236}">
                  <a16:creationId xmlns:a16="http://schemas.microsoft.com/office/drawing/2014/main" id="{5E1EE61C-95B6-9327-DED8-23FD9D0BC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81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71" name="Line 10">
              <a:extLst>
                <a:ext uri="{FF2B5EF4-FFF2-40B4-BE49-F238E27FC236}">
                  <a16:creationId xmlns:a16="http://schemas.microsoft.com/office/drawing/2014/main" id="{1E5F5ED5-A070-458B-9915-45299E99A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51"/>
              <a:ext cx="384" cy="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2" name="Line 11">
              <a:extLst>
                <a:ext uri="{FF2B5EF4-FFF2-40B4-BE49-F238E27FC236}">
                  <a16:creationId xmlns:a16="http://schemas.microsoft.com/office/drawing/2014/main" id="{5AF8A85A-FBFD-CE6F-B54C-03C63AA16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51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Rectangle 12">
              <a:extLst>
                <a:ext uri="{FF2B5EF4-FFF2-40B4-BE49-F238E27FC236}">
                  <a16:creationId xmlns:a16="http://schemas.microsoft.com/office/drawing/2014/main" id="{E55B6F2A-19E7-B26F-A2C5-1798C39EB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807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74" name="Line 13">
              <a:extLst>
                <a:ext uri="{FF2B5EF4-FFF2-40B4-BE49-F238E27FC236}">
                  <a16:creationId xmlns:a16="http://schemas.microsoft.com/office/drawing/2014/main" id="{B643109C-6AE2-4ED6-726F-0CED7C45E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951"/>
              <a:ext cx="384" cy="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5" name="Line 14">
              <a:extLst>
                <a:ext uri="{FF2B5EF4-FFF2-40B4-BE49-F238E27FC236}">
                  <a16:creationId xmlns:a16="http://schemas.microsoft.com/office/drawing/2014/main" id="{97D100D3-D56D-2092-6671-CC77F4313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951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6" name="Text Box 15">
              <a:extLst>
                <a:ext uri="{FF2B5EF4-FFF2-40B4-BE49-F238E27FC236}">
                  <a16:creationId xmlns:a16="http://schemas.microsoft.com/office/drawing/2014/main" id="{3ACB07E9-1434-5BF3-798D-86B754F61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768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7" name="Rectangle 16">
              <a:extLst>
                <a:ext uri="{FF2B5EF4-FFF2-40B4-BE49-F238E27FC236}">
                  <a16:creationId xmlns:a16="http://schemas.microsoft.com/office/drawing/2014/main" id="{A50B55CB-D2C5-6841-253A-ECFB41306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816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78" name="Rectangle 17">
              <a:extLst>
                <a:ext uri="{FF2B5EF4-FFF2-40B4-BE49-F238E27FC236}">
                  <a16:creationId xmlns:a16="http://schemas.microsoft.com/office/drawing/2014/main" id="{1612E35C-EFB1-C234-6EBE-51FDC5C01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81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79" name="Line 18">
              <a:extLst>
                <a:ext uri="{FF2B5EF4-FFF2-40B4-BE49-F238E27FC236}">
                  <a16:creationId xmlns:a16="http://schemas.microsoft.com/office/drawing/2014/main" id="{5A10F07F-C8A6-D475-DCC3-282D860B7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960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19">
              <a:extLst>
                <a:ext uri="{FF2B5EF4-FFF2-40B4-BE49-F238E27FC236}">
                  <a16:creationId xmlns:a16="http://schemas.microsoft.com/office/drawing/2014/main" id="{0E1DEAEA-E56E-C6CB-9B97-520536181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960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Rectangle 20">
              <a:extLst>
                <a:ext uri="{FF2B5EF4-FFF2-40B4-BE49-F238E27FC236}">
                  <a16:creationId xmlns:a16="http://schemas.microsoft.com/office/drawing/2014/main" id="{557CB1BA-EEF8-BC1E-FE81-4FB309E68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527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82" name="Rectangle 21">
              <a:extLst>
                <a:ext uri="{FF2B5EF4-FFF2-40B4-BE49-F238E27FC236}">
                  <a16:creationId xmlns:a16="http://schemas.microsoft.com/office/drawing/2014/main" id="{4D56CEE4-0C44-9182-F29A-1287EC1F7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527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83" name="Rectangle 22">
              <a:extLst>
                <a:ext uri="{FF2B5EF4-FFF2-40B4-BE49-F238E27FC236}">
                  <a16:creationId xmlns:a16="http://schemas.microsoft.com/office/drawing/2014/main" id="{4BCCD286-D175-5091-2C12-907966C68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527"/>
              <a:ext cx="192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84" name="Line 23">
              <a:extLst>
                <a:ext uri="{FF2B5EF4-FFF2-40B4-BE49-F238E27FC236}">
                  <a16:creationId xmlns:a16="http://schemas.microsoft.com/office/drawing/2014/main" id="{8E86B770-9A21-6BF8-8C76-36885CA081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671"/>
              <a:ext cx="384" cy="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5" name="Rectangle 24">
              <a:extLst>
                <a:ext uri="{FF2B5EF4-FFF2-40B4-BE49-F238E27FC236}">
                  <a16:creationId xmlns:a16="http://schemas.microsoft.com/office/drawing/2014/main" id="{7895F6F7-E65A-8F96-9F41-93A3BB8AD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527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86" name="Line 25">
              <a:extLst>
                <a:ext uri="{FF2B5EF4-FFF2-40B4-BE49-F238E27FC236}">
                  <a16:creationId xmlns:a16="http://schemas.microsoft.com/office/drawing/2014/main" id="{A5CE3F85-9752-DF08-2502-8554AB42B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671"/>
              <a:ext cx="384" cy="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7" name="Line 26">
              <a:extLst>
                <a:ext uri="{FF2B5EF4-FFF2-40B4-BE49-F238E27FC236}">
                  <a16:creationId xmlns:a16="http://schemas.microsoft.com/office/drawing/2014/main" id="{1A9DCB8D-F9D1-53FC-1A0B-4C7859245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671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8" name="Text Box 27">
              <a:extLst>
                <a:ext uri="{FF2B5EF4-FFF2-40B4-BE49-F238E27FC236}">
                  <a16:creationId xmlns:a16="http://schemas.microsoft.com/office/drawing/2014/main" id="{3988DF1E-F385-325E-C4AC-7C442E53D3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488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9" name="Rectangle 28">
              <a:extLst>
                <a:ext uri="{FF2B5EF4-FFF2-40B4-BE49-F238E27FC236}">
                  <a16:creationId xmlns:a16="http://schemas.microsoft.com/office/drawing/2014/main" id="{8769173C-19F7-8346-D15F-8F725AB3A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536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90" name="Rectangle 29">
              <a:extLst>
                <a:ext uri="{FF2B5EF4-FFF2-40B4-BE49-F238E27FC236}">
                  <a16:creationId xmlns:a16="http://schemas.microsoft.com/office/drawing/2014/main" id="{7D8F3020-D661-2264-A653-99065BFD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3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91" name="Line 30">
              <a:extLst>
                <a:ext uri="{FF2B5EF4-FFF2-40B4-BE49-F238E27FC236}">
                  <a16:creationId xmlns:a16="http://schemas.microsoft.com/office/drawing/2014/main" id="{0E33DC44-9015-41E5-AA83-81DEA803A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680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2" name="Line 31">
              <a:extLst>
                <a:ext uri="{FF2B5EF4-FFF2-40B4-BE49-F238E27FC236}">
                  <a16:creationId xmlns:a16="http://schemas.microsoft.com/office/drawing/2014/main" id="{FEBF855A-3DF9-2302-B72F-70AB0D12F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680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3" name="Line 32">
              <a:extLst>
                <a:ext uri="{FF2B5EF4-FFF2-40B4-BE49-F238E27FC236}">
                  <a16:creationId xmlns:a16="http://schemas.microsoft.com/office/drawing/2014/main" id="{E6C3216F-689F-C9FB-FF54-803620A22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392"/>
              <a:ext cx="240" cy="240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4" name="Line 33">
              <a:extLst>
                <a:ext uri="{FF2B5EF4-FFF2-40B4-BE49-F238E27FC236}">
                  <a16:creationId xmlns:a16="http://schemas.microsoft.com/office/drawing/2014/main" id="{9921845B-D585-8632-CDA4-F0A46E58C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672" cy="0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5" name="Line 34">
              <a:extLst>
                <a:ext uri="{FF2B5EF4-FFF2-40B4-BE49-F238E27FC236}">
                  <a16:creationId xmlns:a16="http://schemas.microsoft.com/office/drawing/2014/main" id="{758BF9CD-4FA1-F866-BD37-3690C634C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392"/>
              <a:ext cx="144" cy="144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6" name="Rectangle 35">
              <a:extLst>
                <a:ext uri="{FF2B5EF4-FFF2-40B4-BE49-F238E27FC236}">
                  <a16:creationId xmlns:a16="http://schemas.microsoft.com/office/drawing/2014/main" id="{5AFECD7B-DC9C-8B3A-9392-2B0CD4D89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48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97" name="Rectangle 36">
              <a:extLst>
                <a:ext uri="{FF2B5EF4-FFF2-40B4-BE49-F238E27FC236}">
                  <a16:creationId xmlns:a16="http://schemas.microsoft.com/office/drawing/2014/main" id="{A1286F4C-B20C-792A-20FD-760E8DD44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439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98" name="Rectangle 37">
              <a:extLst>
                <a:ext uri="{FF2B5EF4-FFF2-40B4-BE49-F238E27FC236}">
                  <a16:creationId xmlns:a16="http://schemas.microsoft.com/office/drawing/2014/main" id="{AC885240-F88C-E7D9-8201-D877A7421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39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0999" name="Line 38">
              <a:extLst>
                <a:ext uri="{FF2B5EF4-FFF2-40B4-BE49-F238E27FC236}">
                  <a16:creationId xmlns:a16="http://schemas.microsoft.com/office/drawing/2014/main" id="{5A62B1AC-23C4-2351-F19B-484FC92FA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83"/>
              <a:ext cx="384" cy="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0" name="Line 39">
              <a:extLst>
                <a:ext uri="{FF2B5EF4-FFF2-40B4-BE49-F238E27FC236}">
                  <a16:creationId xmlns:a16="http://schemas.microsoft.com/office/drawing/2014/main" id="{503E4A8E-655C-DE04-81CC-28A046BA7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83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1" name="Text Box 40">
              <a:extLst>
                <a:ext uri="{FF2B5EF4-FFF2-40B4-BE49-F238E27FC236}">
                  <a16:creationId xmlns:a16="http://schemas.microsoft.com/office/drawing/2014/main" id="{7BED8893-6230-B391-184F-F867AB8B7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400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2" name="Rectangle 41">
              <a:extLst>
                <a:ext uri="{FF2B5EF4-FFF2-40B4-BE49-F238E27FC236}">
                  <a16:creationId xmlns:a16="http://schemas.microsoft.com/office/drawing/2014/main" id="{3A38E5B3-28F6-300F-CED2-548C8841B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59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1003" name="Rectangle 42">
              <a:extLst>
                <a:ext uri="{FF2B5EF4-FFF2-40B4-BE49-F238E27FC236}">
                  <a16:creationId xmlns:a16="http://schemas.microsoft.com/office/drawing/2014/main" id="{4B9D5884-5486-C455-134F-D66F40224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159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1004" name="Rectangle 43">
              <a:extLst>
                <a:ext uri="{FF2B5EF4-FFF2-40B4-BE49-F238E27FC236}">
                  <a16:creationId xmlns:a16="http://schemas.microsoft.com/office/drawing/2014/main" id="{D7238275-FCF1-AC12-5DDE-8E609D2B6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159"/>
              <a:ext cx="192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41005" name="Rectangle 44">
              <a:extLst>
                <a:ext uri="{FF2B5EF4-FFF2-40B4-BE49-F238E27FC236}">
                  <a16:creationId xmlns:a16="http://schemas.microsoft.com/office/drawing/2014/main" id="{99F9D85E-EBDB-B2E2-BBA3-D11DAF914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59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accent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41006" name="Line 45">
              <a:extLst>
                <a:ext uri="{FF2B5EF4-FFF2-40B4-BE49-F238E27FC236}">
                  <a16:creationId xmlns:a16="http://schemas.microsoft.com/office/drawing/2014/main" id="{D217F00D-2A14-4E29-A4F4-C86FA87227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03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7" name="Text Box 46">
              <a:extLst>
                <a:ext uri="{FF2B5EF4-FFF2-40B4-BE49-F238E27FC236}">
                  <a16:creationId xmlns:a16="http://schemas.microsoft.com/office/drawing/2014/main" id="{025C7F21-BD51-3651-61C7-D6EED0683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120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8" name="Rectangle 47">
              <a:extLst>
                <a:ext uri="{FF2B5EF4-FFF2-40B4-BE49-F238E27FC236}">
                  <a16:creationId xmlns:a16="http://schemas.microsoft.com/office/drawing/2014/main" id="{5BF60D4A-CF5C-0A43-3F11-1C7634A67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48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accent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41009" name="Line 48">
              <a:extLst>
                <a:ext uri="{FF2B5EF4-FFF2-40B4-BE49-F238E27FC236}">
                  <a16:creationId xmlns:a16="http://schemas.microsoft.com/office/drawing/2014/main" id="{51C46975-FA36-B1B8-5197-54E1B85CF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920"/>
              <a:ext cx="192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0" name="Line 49">
              <a:extLst>
                <a:ext uri="{FF2B5EF4-FFF2-40B4-BE49-F238E27FC236}">
                  <a16:creationId xmlns:a16="http://schemas.microsoft.com/office/drawing/2014/main" id="{068BAD5C-F4C0-B59C-C8E9-F53BCB8E0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920"/>
              <a:ext cx="192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1" name="Text Box 50">
              <a:extLst>
                <a:ext uri="{FF2B5EF4-FFF2-40B4-BE49-F238E27FC236}">
                  <a16:creationId xmlns:a16="http://schemas.microsoft.com/office/drawing/2014/main" id="{ADD6EEFC-6694-BBFB-0AE1-AE1A43088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72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2" name="Text Box 51">
              <a:extLst>
                <a:ext uri="{FF2B5EF4-FFF2-40B4-BE49-F238E27FC236}">
                  <a16:creationId xmlns:a16="http://schemas.microsoft.com/office/drawing/2014/main" id="{49AEEB9C-1F6D-B2E9-A1B7-9AEBBCD7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72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3" name="Line 52">
              <a:extLst>
                <a:ext uri="{FF2B5EF4-FFF2-40B4-BE49-F238E27FC236}">
                  <a16:creationId xmlns:a16="http://schemas.microsoft.com/office/drawing/2014/main" id="{72C06FF5-F9B0-D555-236F-748C99AFA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3552"/>
              <a:ext cx="192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4" name="Line 53">
              <a:extLst>
                <a:ext uri="{FF2B5EF4-FFF2-40B4-BE49-F238E27FC236}">
                  <a16:creationId xmlns:a16="http://schemas.microsoft.com/office/drawing/2014/main" id="{CA7EAFA8-52E9-1918-382E-09E29F414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3552"/>
              <a:ext cx="192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5" name="Text Box 54">
              <a:extLst>
                <a:ext uri="{FF2B5EF4-FFF2-40B4-BE49-F238E27FC236}">
                  <a16:creationId xmlns:a16="http://schemas.microsoft.com/office/drawing/2014/main" id="{09EE7590-F05F-08C0-49C8-3D168D0E1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504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6" name="Text Box 55">
              <a:extLst>
                <a:ext uri="{FF2B5EF4-FFF2-40B4-BE49-F238E27FC236}">
                  <a16:creationId xmlns:a16="http://schemas.microsoft.com/office/drawing/2014/main" id="{A8CE966E-29F9-7087-F340-EFD58CAEA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04"/>
              <a:ext cx="2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66" name="标题 2">
            <a:extLst>
              <a:ext uri="{FF2B5EF4-FFF2-40B4-BE49-F238E27FC236}">
                <a16:creationId xmlns:a16="http://schemas.microsoft.com/office/drawing/2014/main" id="{2549DCFD-9B18-EC1D-4D70-86871AED3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8191822" cy="1325563"/>
          </a:xfrm>
        </p:spPr>
        <p:txBody>
          <a:bodyPr/>
          <a:lstStyle/>
          <a:p>
            <a:r>
              <a:rPr lang="zh-CN" altLang="en-US" dirty="0"/>
              <a:t>删除时也不必考虑是否在表头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8D9E08-E2E5-8368-DDAC-07315CD6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72048-1B8A-48E0-9D71-3BAF935C1DEA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2">
            <a:extLst>
              <a:ext uri="{FF2B5EF4-FFF2-40B4-BE49-F238E27FC236}">
                <a16:creationId xmlns:a16="http://schemas.microsoft.com/office/drawing/2014/main" id="{DD5BA66F-1B23-49A9-EBB9-A899DA42D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用模板定义的单链表类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9D93E8-A86D-04B3-DFA0-5E13FDFDB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825625"/>
            <a:ext cx="8496300" cy="3763963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模板类将数据类型参数化，使得类对象更易于复用。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struct </a:t>
            </a:r>
            <a:r>
              <a:rPr lang="en-US" altLang="zh-CN" dirty="0" err="1"/>
              <a:t>LinkNode</a:t>
            </a:r>
            <a:r>
              <a:rPr lang="en-US" altLang="zh-CN" dirty="0"/>
              <a:t> {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 data;                         //</a:t>
            </a:r>
            <a:r>
              <a:rPr lang="zh-CN" altLang="en-US" dirty="0"/>
              <a:t>结点数据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*link;    //</a:t>
            </a:r>
            <a:r>
              <a:rPr lang="zh-CN" altLang="en-US" dirty="0"/>
              <a:t>结点链接指针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 (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ptr</a:t>
            </a:r>
            <a:r>
              <a:rPr lang="en-US" altLang="zh-CN" dirty="0"/>
              <a:t> = NULL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{link = </a:t>
            </a:r>
            <a:r>
              <a:rPr lang="en-US" altLang="zh-CN" dirty="0" err="1"/>
              <a:t>ptr</a:t>
            </a:r>
            <a:r>
              <a:rPr lang="en-US" altLang="zh-CN" dirty="0"/>
              <a:t>; } 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 ( const T&amp; item,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ptr</a:t>
            </a:r>
            <a:r>
              <a:rPr lang="en-US" altLang="zh-CN" dirty="0"/>
              <a:t> = NULL )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{ data = item, link = </a:t>
            </a:r>
            <a:r>
              <a:rPr lang="en-US" altLang="zh-CN" dirty="0" err="1"/>
              <a:t>ptr</a:t>
            </a:r>
            <a:r>
              <a:rPr lang="en-US" altLang="zh-CN" dirty="0"/>
              <a:t>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 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052BCC-2E48-8062-0326-77AE7332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42A4E5-5779-4C48-BB15-7A187BCA6AD9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212B42-BD20-DAEF-61EE-41D363DFF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5900" y="620713"/>
            <a:ext cx="4298950" cy="5832475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带有头结点的单链表的类模板定义。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List: public </a:t>
            </a:r>
            <a:r>
              <a:rPr lang="en-US" altLang="zh-CN" dirty="0" err="1"/>
              <a:t>LinearList</a:t>
            </a:r>
            <a:r>
              <a:rPr lang="en-US" altLang="zh-CN" dirty="0"/>
              <a:t>&lt;T&gt;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protected: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*first; //</a:t>
            </a:r>
            <a:r>
              <a:rPr lang="zh-CN" altLang="en-US" dirty="0"/>
              <a:t>链表的表头指针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public: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List (  ) { first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List (const T&amp; x ) { first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 ( x );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List ( List&lt;T&gt;&amp; L );  //</a:t>
            </a:r>
            <a:r>
              <a:rPr lang="zh-CN" altLang="en-US" dirty="0"/>
              <a:t>复制构造函数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~List ( ) { </a:t>
            </a:r>
            <a:r>
              <a:rPr lang="en-US" altLang="zh-CN" dirty="0" err="1"/>
              <a:t>makeEmpty</a:t>
            </a:r>
            <a:r>
              <a:rPr lang="en-US" altLang="zh-CN" dirty="0"/>
              <a:t> ( );}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void </a:t>
            </a:r>
            <a:r>
              <a:rPr lang="en-US" altLang="zh-CN" dirty="0" err="1"/>
              <a:t>makeEmpty</a:t>
            </a:r>
            <a:r>
              <a:rPr lang="en-US" altLang="zh-CN" dirty="0"/>
              <a:t> ( );	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 //</a:t>
            </a:r>
            <a:r>
              <a:rPr lang="zh-CN" altLang="en-US" dirty="0"/>
              <a:t>将链表置为空表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int Length ( ) const;	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//</a:t>
            </a:r>
            <a:r>
              <a:rPr lang="zh-CN" altLang="en-US" dirty="0"/>
              <a:t>计算链表的长度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 Search( T x ) const;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 Locate( int </a:t>
            </a:r>
            <a:r>
              <a:rPr lang="en-US" altLang="zh-CN" dirty="0" err="1"/>
              <a:t>i</a:t>
            </a:r>
            <a:r>
              <a:rPr lang="en-US" altLang="zh-CN" dirty="0"/>
              <a:t> ) const;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//</a:t>
            </a:r>
            <a:r>
              <a:rPr lang="zh-CN" altLang="en-US" dirty="0"/>
              <a:t>找到第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号元素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59CC39-738D-5E52-1B42-F849DEC31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620713"/>
            <a:ext cx="4298950" cy="5832475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bool </a:t>
            </a:r>
            <a:r>
              <a:rPr lang="en-US" altLang="zh-CN" dirty="0" err="1"/>
              <a:t>getData</a:t>
            </a:r>
            <a:r>
              <a:rPr lang="en-US" altLang="zh-CN" dirty="0"/>
              <a:t> ( int </a:t>
            </a:r>
            <a:r>
              <a:rPr lang="en-US" altLang="zh-CN" dirty="0" err="1"/>
              <a:t>i</a:t>
            </a:r>
            <a:r>
              <a:rPr lang="en-US" altLang="zh-CN" dirty="0"/>
              <a:t> , T&amp; x);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//</a:t>
            </a:r>
            <a:r>
              <a:rPr lang="zh-CN" altLang="en-US" dirty="0"/>
              <a:t>取出表中当前元素的值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void </a:t>
            </a:r>
            <a:r>
              <a:rPr lang="en-US" altLang="zh-CN" dirty="0" err="1"/>
              <a:t>setData</a:t>
            </a:r>
            <a:r>
              <a:rPr lang="en-US" altLang="zh-CN" dirty="0"/>
              <a:t> (int </a:t>
            </a:r>
            <a:r>
              <a:rPr lang="en-US" altLang="zh-CN" dirty="0" err="1"/>
              <a:t>i</a:t>
            </a:r>
            <a:r>
              <a:rPr lang="en-US" altLang="zh-CN" dirty="0"/>
              <a:t>, T x); 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Insert ( int </a:t>
            </a:r>
            <a:r>
              <a:rPr lang="en-US" altLang="zh-CN" dirty="0" err="1"/>
              <a:t>i</a:t>
            </a:r>
            <a:r>
              <a:rPr lang="en-US" altLang="zh-CN" dirty="0"/>
              <a:t>, T  x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//</a:t>
            </a:r>
            <a:r>
              <a:rPr lang="zh-CN" altLang="en-US" dirty="0"/>
              <a:t>将</a:t>
            </a:r>
            <a:r>
              <a:rPr lang="en-US" altLang="zh-CN" dirty="0"/>
              <a:t>value</a:t>
            </a:r>
            <a:r>
              <a:rPr lang="zh-CN" altLang="en-US" dirty="0"/>
              <a:t>插在表中当前元素后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bool Remove ( int </a:t>
            </a:r>
            <a:r>
              <a:rPr lang="en-US" altLang="zh-CN" dirty="0" err="1"/>
              <a:t>i</a:t>
            </a:r>
            <a:r>
              <a:rPr lang="en-US" altLang="zh-CN" dirty="0"/>
              <a:t>, T &amp; x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</a:t>
            </a:r>
            <a:r>
              <a:rPr lang="en-US" altLang="zh-CN" dirty="0" err="1"/>
              <a:t>IsEmpty</a:t>
            </a:r>
            <a:r>
              <a:rPr lang="en-US" altLang="zh-CN" dirty="0"/>
              <a:t> (  ) const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{ return first-&gt;link == NULL; };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void Sort ( 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void </a:t>
            </a:r>
            <a:r>
              <a:rPr lang="en-US" altLang="zh-CN" dirty="0" err="1"/>
              <a:t>inputFront</a:t>
            </a:r>
            <a:r>
              <a:rPr lang="en-US" altLang="zh-CN" dirty="0"/>
              <a:t>(T </a:t>
            </a:r>
            <a:r>
              <a:rPr lang="en-US" altLang="zh-CN" dirty="0" err="1"/>
              <a:t>endTag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//</a:t>
            </a:r>
            <a:r>
              <a:rPr lang="zh-CN" altLang="en-US" dirty="0"/>
              <a:t>输入</a:t>
            </a:r>
            <a:r>
              <a:rPr lang="en-US" altLang="zh-CN" dirty="0"/>
              <a:t>: </a:t>
            </a:r>
            <a:r>
              <a:rPr lang="zh-CN" altLang="en-US" dirty="0"/>
              <a:t>前插法建链表</a:t>
            </a:r>
            <a:r>
              <a:rPr lang="en-US" altLang="zh-CN" dirty="0"/>
              <a:t>, </a:t>
            </a:r>
            <a:r>
              <a:rPr lang="en-US" altLang="zh-CN" dirty="0" err="1"/>
              <a:t>endTag</a:t>
            </a:r>
            <a:r>
              <a:rPr lang="zh-CN" altLang="en-US" dirty="0"/>
              <a:t>输入结束标志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void </a:t>
            </a:r>
            <a:r>
              <a:rPr lang="en-US" altLang="zh-CN" dirty="0" err="1"/>
              <a:t>inputRear</a:t>
            </a:r>
            <a:r>
              <a:rPr lang="en-US" altLang="zh-CN" dirty="0"/>
              <a:t>(T </a:t>
            </a:r>
            <a:r>
              <a:rPr lang="en-US" altLang="zh-CN" dirty="0" err="1"/>
              <a:t>endTag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//</a:t>
            </a:r>
            <a:r>
              <a:rPr lang="zh-CN" altLang="en-US" dirty="0"/>
              <a:t>输入</a:t>
            </a:r>
            <a:r>
              <a:rPr lang="en-US" altLang="zh-CN" dirty="0"/>
              <a:t>: </a:t>
            </a:r>
            <a:r>
              <a:rPr lang="zh-CN" altLang="en-US" dirty="0"/>
              <a:t>尾插法建链表</a:t>
            </a:r>
            <a:r>
              <a:rPr lang="en-US" altLang="zh-CN" dirty="0"/>
              <a:t>, </a:t>
            </a:r>
            <a:r>
              <a:rPr lang="en-US" altLang="zh-CN" dirty="0" err="1"/>
              <a:t>endTag</a:t>
            </a:r>
            <a:r>
              <a:rPr lang="zh-CN" altLang="en-US" dirty="0"/>
              <a:t>输入结束标志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void output ( 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List&lt;T&gt;&amp; operator = ( List&lt;T&gt;&amp; L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85FC80-CEF5-BACB-7243-2127A190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9CF45-8CCE-4244-BDCF-18BE9144A784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>
            <a:extLst>
              <a:ext uri="{FF2B5EF4-FFF2-40B4-BE49-F238E27FC236}">
                <a16:creationId xmlns:a16="http://schemas.microsoft.com/office/drawing/2014/main" id="{476F259E-15AB-D819-2656-4DABFA645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删除表头外的所有其它结点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D444D2-DAFD-5B3D-9AC0-B4AD4C3D8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None/>
              <a:defRPr/>
            </a:pPr>
            <a:r>
              <a:rPr lang="en-US" altLang="zh-CN" dirty="0"/>
              <a:t>void List &lt;T&gt; :: </a:t>
            </a:r>
            <a:r>
              <a:rPr lang="en-US" altLang="zh-CN" dirty="0" err="1"/>
              <a:t>makeEmpty</a:t>
            </a:r>
            <a:r>
              <a:rPr lang="en-US" altLang="zh-CN" dirty="0"/>
              <a:t> ( ) {</a:t>
            </a:r>
          </a:p>
          <a:p>
            <a:pPr marL="0" indent="0"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LinkNode</a:t>
            </a:r>
            <a:r>
              <a:rPr lang="en-US" altLang="zh-CN" dirty="0"/>
              <a:t> &lt;T&gt; *q;</a:t>
            </a:r>
          </a:p>
          <a:p>
            <a:pPr marL="0" indent="0">
              <a:buNone/>
              <a:defRPr/>
            </a:pPr>
            <a:r>
              <a:rPr lang="en-US" altLang="zh-CN" dirty="0"/>
              <a:t>    while ( first-&gt;link != NULL ) {</a:t>
            </a:r>
          </a:p>
          <a:p>
            <a:pPr marL="0" indent="0">
              <a:buNone/>
              <a:defRPr/>
            </a:pPr>
            <a:r>
              <a:rPr lang="en-US" altLang="zh-CN" dirty="0"/>
              <a:t> 	     q = first-&gt;link;  </a:t>
            </a:r>
          </a:p>
          <a:p>
            <a:pPr marL="0" indent="0">
              <a:buNone/>
              <a:defRPr/>
            </a:pPr>
            <a:r>
              <a:rPr lang="en-US" altLang="zh-CN" dirty="0"/>
              <a:t>            first-&gt;link = q-&gt;link;</a:t>
            </a:r>
          </a:p>
          <a:p>
            <a:pPr marL="0" indent="0">
              <a:buNone/>
              <a:defRPr/>
            </a:pPr>
            <a:r>
              <a:rPr lang="zh-CN" altLang="en-US" dirty="0"/>
              <a:t>	     </a:t>
            </a:r>
            <a:r>
              <a:rPr lang="en-US" altLang="zh-CN" dirty="0"/>
              <a:t>delete q;          //</a:t>
            </a:r>
            <a:r>
              <a:rPr lang="zh-CN" altLang="en-US" dirty="0"/>
              <a:t>释放</a:t>
            </a:r>
          </a:p>
          <a:p>
            <a:pPr marL="0" indent="0"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pPr marL="0" indent="0"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973D5A-F0AD-836B-E57A-6022A7AB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889A93E1-66D6-4F63-8A1F-ED4DC995D0BC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>
            <a:extLst>
              <a:ext uri="{FF2B5EF4-FFF2-40B4-BE49-F238E27FC236}">
                <a16:creationId xmlns:a16="http://schemas.microsoft.com/office/drawing/2014/main" id="{6201D166-127D-8CE7-A030-DA4BB973BCB4}"/>
              </a:ext>
            </a:extLst>
          </p:cNvPr>
          <p:cNvGrpSpPr>
            <a:grpSpLocks/>
          </p:cNvGrpSpPr>
          <p:nvPr/>
        </p:nvGrpSpPr>
        <p:grpSpPr bwMode="auto">
          <a:xfrm>
            <a:off x="1757481" y="609600"/>
            <a:ext cx="6243520" cy="4876800"/>
            <a:chOff x="1295400" y="384"/>
            <a:chExt cx="6705600" cy="3072"/>
          </a:xfrm>
        </p:grpSpPr>
        <p:sp>
          <p:nvSpPr>
            <p:cNvPr id="46084" name="Rectangle 3">
              <a:extLst>
                <a:ext uri="{FF2B5EF4-FFF2-40B4-BE49-F238E27FC236}">
                  <a16:creationId xmlns:a16="http://schemas.microsoft.com/office/drawing/2014/main" id="{2AB330F8-C3D9-A5D0-B10D-178F49B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528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85" name="Line 4">
              <a:extLst>
                <a:ext uri="{FF2B5EF4-FFF2-40B4-BE49-F238E27FC236}">
                  <a16:creationId xmlns:a16="http://schemas.microsoft.com/office/drawing/2014/main" id="{3FE3559A-5EFB-E6AA-C193-0C2EFCB6D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672"/>
              <a:ext cx="6858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6" name="Line 5">
              <a:extLst>
                <a:ext uri="{FF2B5EF4-FFF2-40B4-BE49-F238E27FC236}">
                  <a16:creationId xmlns:a16="http://schemas.microsoft.com/office/drawing/2014/main" id="{E4605308-5A25-1051-4134-D192975DD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528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7" name="Rectangle 6">
              <a:extLst>
                <a:ext uri="{FF2B5EF4-FFF2-40B4-BE49-F238E27FC236}">
                  <a16:creationId xmlns:a16="http://schemas.microsoft.com/office/drawing/2014/main" id="{6F88D254-DA7B-5065-988F-59799D5F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528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88" name="Line 7">
              <a:extLst>
                <a:ext uri="{FF2B5EF4-FFF2-40B4-BE49-F238E27FC236}">
                  <a16:creationId xmlns:a16="http://schemas.microsoft.com/office/drawing/2014/main" id="{C4267FFF-7DEE-AB4C-C1B3-A49E059E7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672"/>
              <a:ext cx="6858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9" name="Line 8">
              <a:extLst>
                <a:ext uri="{FF2B5EF4-FFF2-40B4-BE49-F238E27FC236}">
                  <a16:creationId xmlns:a16="http://schemas.microsoft.com/office/drawing/2014/main" id="{CDA8A4FF-DDF0-46C7-40B4-29BE2EB9C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528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0" name="Rectangle 9">
              <a:extLst>
                <a:ext uri="{FF2B5EF4-FFF2-40B4-BE49-F238E27FC236}">
                  <a16:creationId xmlns:a16="http://schemas.microsoft.com/office/drawing/2014/main" id="{2617CAED-1478-61C1-6CF3-8F3257856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528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1" name="Line 10">
              <a:extLst>
                <a:ext uri="{FF2B5EF4-FFF2-40B4-BE49-F238E27FC236}">
                  <a16:creationId xmlns:a16="http://schemas.microsoft.com/office/drawing/2014/main" id="{25961FD7-2B21-98E4-97AD-81EDBD6AE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672"/>
              <a:ext cx="6858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2" name="Line 11">
              <a:extLst>
                <a:ext uri="{FF2B5EF4-FFF2-40B4-BE49-F238E27FC236}">
                  <a16:creationId xmlns:a16="http://schemas.microsoft.com/office/drawing/2014/main" id="{6D046F25-BF4B-7206-64D7-CB191CC65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528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3" name="Rectangle 12">
              <a:extLst>
                <a:ext uri="{FF2B5EF4-FFF2-40B4-BE49-F238E27FC236}">
                  <a16:creationId xmlns:a16="http://schemas.microsoft.com/office/drawing/2014/main" id="{40BECEB8-9478-BA6A-0758-BC8C94D22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528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4" name="Line 13">
              <a:extLst>
                <a:ext uri="{FF2B5EF4-FFF2-40B4-BE49-F238E27FC236}">
                  <a16:creationId xmlns:a16="http://schemas.microsoft.com/office/drawing/2014/main" id="{938EDA71-DFA5-DAA8-AC9F-0CE7CC28F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5200" y="528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5" name="Line 14">
              <a:extLst>
                <a:ext uri="{FF2B5EF4-FFF2-40B4-BE49-F238E27FC236}">
                  <a16:creationId xmlns:a16="http://schemas.microsoft.com/office/drawing/2014/main" id="{AE4B772C-A236-BB1C-1C64-B1048A77E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672"/>
              <a:ext cx="457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6" name="Text Box 15">
              <a:extLst>
                <a:ext uri="{FF2B5EF4-FFF2-40B4-BE49-F238E27FC236}">
                  <a16:creationId xmlns:a16="http://schemas.microsoft.com/office/drawing/2014/main" id="{C46E3659-6BCD-CCCB-ADF4-ADF1C0AE9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338" y="480"/>
              <a:ext cx="9064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7" name="Line 16">
              <a:extLst>
                <a:ext uri="{FF2B5EF4-FFF2-40B4-BE49-F238E27FC236}">
                  <a16:creationId xmlns:a16="http://schemas.microsoft.com/office/drawing/2014/main" id="{683B5EA9-934C-85D7-9D0E-56E78397F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384"/>
              <a:ext cx="38100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8" name="Line 17">
              <a:extLst>
                <a:ext uri="{FF2B5EF4-FFF2-40B4-BE49-F238E27FC236}">
                  <a16:creationId xmlns:a16="http://schemas.microsoft.com/office/drawing/2014/main" id="{DC8B02BC-03A0-9AE4-0260-F14D3BB34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384"/>
              <a:ext cx="45720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9" name="Line 18">
              <a:extLst>
                <a:ext uri="{FF2B5EF4-FFF2-40B4-BE49-F238E27FC236}">
                  <a16:creationId xmlns:a16="http://schemas.microsoft.com/office/drawing/2014/main" id="{B5E00CC4-7E76-04FC-9184-97CB26775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384"/>
              <a:ext cx="12192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0" name="Line 19">
              <a:extLst>
                <a:ext uri="{FF2B5EF4-FFF2-40B4-BE49-F238E27FC236}">
                  <a16:creationId xmlns:a16="http://schemas.microsoft.com/office/drawing/2014/main" id="{56B56A65-EB63-10C5-BC62-70E0AA6F9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7200" y="864"/>
              <a:ext cx="0" cy="28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1" name="Text Box 20">
              <a:extLst>
                <a:ext uri="{FF2B5EF4-FFF2-40B4-BE49-F238E27FC236}">
                  <a16:creationId xmlns:a16="http://schemas.microsoft.com/office/drawing/2014/main" id="{EBE35154-533C-7387-414B-519314350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912"/>
              <a:ext cx="4095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02" name="Line 21">
              <a:extLst>
                <a:ext uri="{FF2B5EF4-FFF2-40B4-BE49-F238E27FC236}">
                  <a16:creationId xmlns:a16="http://schemas.microsoft.com/office/drawing/2014/main" id="{22A3E83F-53D0-E983-3BD8-1D7643C3B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9600" y="480"/>
              <a:ext cx="304800" cy="48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3" name="Line 22">
              <a:extLst>
                <a:ext uri="{FF2B5EF4-FFF2-40B4-BE49-F238E27FC236}">
                  <a16:creationId xmlns:a16="http://schemas.microsoft.com/office/drawing/2014/main" id="{C9FA76D7-0D68-6E43-FCC3-28BA56B9E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480"/>
              <a:ext cx="228600" cy="48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4" name="Rectangle 23">
              <a:extLst>
                <a:ext uri="{FF2B5EF4-FFF2-40B4-BE49-F238E27FC236}">
                  <a16:creationId xmlns:a16="http://schemas.microsoft.com/office/drawing/2014/main" id="{2667B5B0-3E9D-A2AD-A41E-FC41DB18D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063" y="1440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5" name="Line 24">
              <a:extLst>
                <a:ext uri="{FF2B5EF4-FFF2-40B4-BE49-F238E27FC236}">
                  <a16:creationId xmlns:a16="http://schemas.microsoft.com/office/drawing/2014/main" id="{FCA1A80D-8CFB-2C1F-ED32-01D8BF367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463" y="1440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6" name="Line 25">
              <a:extLst>
                <a:ext uri="{FF2B5EF4-FFF2-40B4-BE49-F238E27FC236}">
                  <a16:creationId xmlns:a16="http://schemas.microsoft.com/office/drawing/2014/main" id="{D10A5118-25FA-4B53-38C9-A3459C23C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1584"/>
              <a:ext cx="204946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7" name="Rectangle 26">
              <a:extLst>
                <a:ext uri="{FF2B5EF4-FFF2-40B4-BE49-F238E27FC236}">
                  <a16:creationId xmlns:a16="http://schemas.microsoft.com/office/drawing/2014/main" id="{D7AA66ED-CB5C-14A1-243F-C5A130D0A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263" y="1440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8" name="Line 27">
              <a:extLst>
                <a:ext uri="{FF2B5EF4-FFF2-40B4-BE49-F238E27FC236}">
                  <a16:creationId xmlns:a16="http://schemas.microsoft.com/office/drawing/2014/main" id="{F35E0838-F257-0118-E523-AC7BFF8B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8063" y="1584"/>
              <a:ext cx="6858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9" name="Line 28">
              <a:extLst>
                <a:ext uri="{FF2B5EF4-FFF2-40B4-BE49-F238E27FC236}">
                  <a16:creationId xmlns:a16="http://schemas.microsoft.com/office/drawing/2014/main" id="{FEA57669-580A-A935-9DDC-B99064C62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5663" y="1440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0" name="Rectangle 29">
              <a:extLst>
                <a:ext uri="{FF2B5EF4-FFF2-40B4-BE49-F238E27FC236}">
                  <a16:creationId xmlns:a16="http://schemas.microsoft.com/office/drawing/2014/main" id="{685268F4-D176-2DB4-8408-1F5C8C355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863" y="1440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1" name="Line 30">
              <a:extLst>
                <a:ext uri="{FF2B5EF4-FFF2-40B4-BE49-F238E27FC236}">
                  <a16:creationId xmlns:a16="http://schemas.microsoft.com/office/drawing/2014/main" id="{74AEA229-0342-005C-6955-E34C2203A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7263" y="1440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2" name="Line 31">
              <a:extLst>
                <a:ext uri="{FF2B5EF4-FFF2-40B4-BE49-F238E27FC236}">
                  <a16:creationId xmlns:a16="http://schemas.microsoft.com/office/drawing/2014/main" id="{FA4E6207-C239-EE79-983F-9C5AC11FE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863" y="1584"/>
              <a:ext cx="457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3" name="Text Box 32">
              <a:extLst>
                <a:ext uri="{FF2B5EF4-FFF2-40B4-BE49-F238E27FC236}">
                  <a16:creationId xmlns:a16="http://schemas.microsoft.com/office/drawing/2014/main" id="{7C88D81A-4400-D286-68DE-CE0650A87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1392"/>
              <a:ext cx="9064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14" name="Rectangle 33">
              <a:extLst>
                <a:ext uri="{FF2B5EF4-FFF2-40B4-BE49-F238E27FC236}">
                  <a16:creationId xmlns:a16="http://schemas.microsoft.com/office/drawing/2014/main" id="{28423D24-610D-C7B0-ECEC-2AA98321E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063" y="2352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5" name="Line 34">
              <a:extLst>
                <a:ext uri="{FF2B5EF4-FFF2-40B4-BE49-F238E27FC236}">
                  <a16:creationId xmlns:a16="http://schemas.microsoft.com/office/drawing/2014/main" id="{A20CC4D7-30D8-5B58-B644-41CCFA212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463" y="2352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6" name="Line 35">
              <a:extLst>
                <a:ext uri="{FF2B5EF4-FFF2-40B4-BE49-F238E27FC236}">
                  <a16:creationId xmlns:a16="http://schemas.microsoft.com/office/drawing/2014/main" id="{7F4EC76D-DBE7-2973-F5B4-435ECBC98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2496"/>
              <a:ext cx="342106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7" name="Rectangle 36">
              <a:extLst>
                <a:ext uri="{FF2B5EF4-FFF2-40B4-BE49-F238E27FC236}">
                  <a16:creationId xmlns:a16="http://schemas.microsoft.com/office/drawing/2014/main" id="{BB2D605D-1F6C-C7FD-0FD3-6D184F329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863" y="2352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8" name="Line 37">
              <a:extLst>
                <a:ext uri="{FF2B5EF4-FFF2-40B4-BE49-F238E27FC236}">
                  <a16:creationId xmlns:a16="http://schemas.microsoft.com/office/drawing/2014/main" id="{C3F484E2-A52A-6D05-AD98-2A195D542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7263" y="2352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9" name="Line 38">
              <a:extLst>
                <a:ext uri="{FF2B5EF4-FFF2-40B4-BE49-F238E27FC236}">
                  <a16:creationId xmlns:a16="http://schemas.microsoft.com/office/drawing/2014/main" id="{C620AA6F-8B14-88B2-23A0-0ABA716F9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863" y="2496"/>
              <a:ext cx="457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0" name="Text Box 39">
              <a:extLst>
                <a:ext uri="{FF2B5EF4-FFF2-40B4-BE49-F238E27FC236}">
                  <a16:creationId xmlns:a16="http://schemas.microsoft.com/office/drawing/2014/main" id="{41271E8D-79FD-7464-A978-F4E56D9AE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304"/>
              <a:ext cx="9064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21" name="Line 40">
              <a:extLst>
                <a:ext uri="{FF2B5EF4-FFF2-40B4-BE49-F238E27FC236}">
                  <a16:creationId xmlns:a16="http://schemas.microsoft.com/office/drawing/2014/main" id="{95A08C10-67EE-3EC1-574A-D03A5CD0E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1296"/>
              <a:ext cx="38100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2" name="Line 41">
              <a:extLst>
                <a:ext uri="{FF2B5EF4-FFF2-40B4-BE49-F238E27FC236}">
                  <a16:creationId xmlns:a16="http://schemas.microsoft.com/office/drawing/2014/main" id="{D8C359F0-A0A4-82F2-DF3E-8F7929010E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1296"/>
              <a:ext cx="45720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3" name="Line 42">
              <a:extLst>
                <a:ext uri="{FF2B5EF4-FFF2-40B4-BE49-F238E27FC236}">
                  <a16:creationId xmlns:a16="http://schemas.microsoft.com/office/drawing/2014/main" id="{3A043E31-58C2-761C-7BD2-E923AB159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1296"/>
              <a:ext cx="25908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4" name="Line 43">
              <a:extLst>
                <a:ext uri="{FF2B5EF4-FFF2-40B4-BE49-F238E27FC236}">
                  <a16:creationId xmlns:a16="http://schemas.microsoft.com/office/drawing/2014/main" id="{04704112-3867-1599-A31E-957929176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2208"/>
              <a:ext cx="38100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5" name="Line 44">
              <a:extLst>
                <a:ext uri="{FF2B5EF4-FFF2-40B4-BE49-F238E27FC236}">
                  <a16:creationId xmlns:a16="http://schemas.microsoft.com/office/drawing/2014/main" id="{480F3804-9846-AFF5-9348-B8BAB3A8C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2208"/>
              <a:ext cx="45720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6" name="Line 45">
              <a:extLst>
                <a:ext uri="{FF2B5EF4-FFF2-40B4-BE49-F238E27FC236}">
                  <a16:creationId xmlns:a16="http://schemas.microsoft.com/office/drawing/2014/main" id="{AABD4149-D22B-D530-A83E-25D9CDE90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2208"/>
              <a:ext cx="38100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7" name="Line 46">
              <a:extLst>
                <a:ext uri="{FF2B5EF4-FFF2-40B4-BE49-F238E27FC236}">
                  <a16:creationId xmlns:a16="http://schemas.microsoft.com/office/drawing/2014/main" id="{1D76470A-5F64-30F3-5D43-E744D7665A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1776"/>
              <a:ext cx="0" cy="28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8" name="Text Box 47">
              <a:extLst>
                <a:ext uri="{FF2B5EF4-FFF2-40B4-BE49-F238E27FC236}">
                  <a16:creationId xmlns:a16="http://schemas.microsoft.com/office/drawing/2014/main" id="{F752DF89-887F-2B3C-A026-2B8084AB9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1824"/>
              <a:ext cx="4095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29" name="Line 48">
              <a:extLst>
                <a:ext uri="{FF2B5EF4-FFF2-40B4-BE49-F238E27FC236}">
                  <a16:creationId xmlns:a16="http://schemas.microsoft.com/office/drawing/2014/main" id="{A66691A4-B231-23CC-D766-6B7AAF746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1200" y="1392"/>
              <a:ext cx="304800" cy="48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0" name="Line 49">
              <a:extLst>
                <a:ext uri="{FF2B5EF4-FFF2-40B4-BE49-F238E27FC236}">
                  <a16:creationId xmlns:a16="http://schemas.microsoft.com/office/drawing/2014/main" id="{00E157BF-B919-6C80-1811-5B3E066E0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1392"/>
              <a:ext cx="228600" cy="48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1" name="Line 50">
              <a:extLst>
                <a:ext uri="{FF2B5EF4-FFF2-40B4-BE49-F238E27FC236}">
                  <a16:creationId xmlns:a16="http://schemas.microsoft.com/office/drawing/2014/main" id="{CED72759-96C5-6547-F39F-0C006764D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0400" y="2707"/>
              <a:ext cx="0" cy="28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2" name="Text Box 51">
              <a:extLst>
                <a:ext uri="{FF2B5EF4-FFF2-40B4-BE49-F238E27FC236}">
                  <a16:creationId xmlns:a16="http://schemas.microsoft.com/office/drawing/2014/main" id="{79C5765E-5A72-5D83-5EF1-1BAFF32DB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2755"/>
              <a:ext cx="4095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33" name="Line 52">
              <a:extLst>
                <a:ext uri="{FF2B5EF4-FFF2-40B4-BE49-F238E27FC236}">
                  <a16:creationId xmlns:a16="http://schemas.microsoft.com/office/drawing/2014/main" id="{7889A5CB-CB77-42CB-9D10-4E96CAF4F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2800" y="2323"/>
              <a:ext cx="304800" cy="48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4" name="Line 53">
              <a:extLst>
                <a:ext uri="{FF2B5EF4-FFF2-40B4-BE49-F238E27FC236}">
                  <a16:creationId xmlns:a16="http://schemas.microsoft.com/office/drawing/2014/main" id="{FC82877F-D95B-595B-01E5-7B446CC55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000" y="2323"/>
              <a:ext cx="228600" cy="48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5" name="Rectangle 54">
              <a:extLst>
                <a:ext uri="{FF2B5EF4-FFF2-40B4-BE49-F238E27FC236}">
                  <a16:creationId xmlns:a16="http://schemas.microsoft.com/office/drawing/2014/main" id="{A58E3FAA-D157-0ACD-8018-1880774F1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063" y="3120"/>
              <a:ext cx="838200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miter lim="800000"/>
              <a:headEnd/>
              <a:tailEnd type="none" w="sm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36" name="Line 55">
              <a:extLst>
                <a:ext uri="{FF2B5EF4-FFF2-40B4-BE49-F238E27FC236}">
                  <a16:creationId xmlns:a16="http://schemas.microsoft.com/office/drawing/2014/main" id="{F77577A4-433E-5B0C-5FC9-34E703D49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463" y="3120"/>
              <a:ext cx="0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7" name="Line 56">
              <a:extLst>
                <a:ext uri="{FF2B5EF4-FFF2-40B4-BE49-F238E27FC236}">
                  <a16:creationId xmlns:a16="http://schemas.microsoft.com/office/drawing/2014/main" id="{B0509B03-D414-54E5-7ED4-C9B4A1370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863" y="3264"/>
              <a:ext cx="457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8" name="Text Box 57">
              <a:extLst>
                <a:ext uri="{FF2B5EF4-FFF2-40B4-BE49-F238E27FC236}">
                  <a16:creationId xmlns:a16="http://schemas.microsoft.com/office/drawing/2014/main" id="{4485C0FA-0418-E3AF-50CA-4EE92F0FA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3072"/>
              <a:ext cx="9064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39" name="Text Box 58">
              <a:extLst>
                <a:ext uri="{FF2B5EF4-FFF2-40B4-BE49-F238E27FC236}">
                  <a16:creationId xmlns:a16="http://schemas.microsoft.com/office/drawing/2014/main" id="{2B7808BD-62D2-02D4-E352-DF1772986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480"/>
              <a:ext cx="5207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0" name="Text Box 59">
              <a:extLst>
                <a:ext uri="{FF2B5EF4-FFF2-40B4-BE49-F238E27FC236}">
                  <a16:creationId xmlns:a16="http://schemas.microsoft.com/office/drawing/2014/main" id="{53F7EC36-AEC3-24F3-DF65-25530EC15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900" y="480"/>
              <a:ext cx="5207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1" name="Text Box 60">
              <a:extLst>
                <a:ext uri="{FF2B5EF4-FFF2-40B4-BE49-F238E27FC236}">
                  <a16:creationId xmlns:a16="http://schemas.microsoft.com/office/drawing/2014/main" id="{E38978EE-FA4B-7646-2BA9-A3932D747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900" y="1392"/>
              <a:ext cx="5207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2" name="Text Box 61">
              <a:extLst>
                <a:ext uri="{FF2B5EF4-FFF2-40B4-BE49-F238E27FC236}">
                  <a16:creationId xmlns:a16="http://schemas.microsoft.com/office/drawing/2014/main" id="{1DA7D5B2-205F-A7B2-0BAE-A2702A2F5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4500" y="480"/>
              <a:ext cx="5207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3" name="Text Box 62">
              <a:extLst>
                <a:ext uri="{FF2B5EF4-FFF2-40B4-BE49-F238E27FC236}">
                  <a16:creationId xmlns:a16="http://schemas.microsoft.com/office/drawing/2014/main" id="{C0BD0991-7C80-1782-B9F0-09DD72686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4500" y="1392"/>
              <a:ext cx="5207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4" name="Text Box 63">
              <a:extLst>
                <a:ext uri="{FF2B5EF4-FFF2-40B4-BE49-F238E27FC236}">
                  <a16:creationId xmlns:a16="http://schemas.microsoft.com/office/drawing/2014/main" id="{11780B26-E041-1C5D-EDDE-CCC5ADCA6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2304"/>
              <a:ext cx="5207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5B1EC9-9603-56B9-6581-30FF04B8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D5D7D4-0D9B-429A-A97C-4E5A93F22044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50E686-E271-1807-947E-24996F42A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49275"/>
            <a:ext cx="7886700" cy="5627688"/>
          </a:xfrm>
        </p:spPr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int List&lt;T&gt; :: Length ( ) const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求单链表的长度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*p = first-&gt;link;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//</a:t>
            </a:r>
            <a:r>
              <a:rPr lang="zh-CN" altLang="en-US" dirty="0"/>
              <a:t>检测指针 </a:t>
            </a:r>
            <a:r>
              <a:rPr lang="en-US" altLang="zh-CN" dirty="0"/>
              <a:t>p </a:t>
            </a:r>
            <a:r>
              <a:rPr lang="zh-CN" altLang="en-US" dirty="0"/>
              <a:t>指示第一号结点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int count = 0;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while ( p != NULL ) {  //</a:t>
            </a:r>
            <a:r>
              <a:rPr lang="zh-CN" altLang="en-US" dirty="0"/>
              <a:t>逐个结点检测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  </a:t>
            </a:r>
            <a:r>
              <a:rPr lang="en-US" altLang="zh-CN" dirty="0"/>
              <a:t>p = p-&gt;link;  count++;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}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return count;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0B88A3-4C55-4C22-A1E2-626FFD7C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2158DC-6B01-4091-9A77-71A5B31EEE2A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63396C6-463F-387C-AB58-F651484D9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8382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31" name="Line 3">
            <a:extLst>
              <a:ext uri="{FF2B5EF4-FFF2-40B4-BE49-F238E27FC236}">
                <a16:creationId xmlns:a16="http://schemas.microsoft.com/office/drawing/2014/main" id="{5C1F8AB2-46FE-E69D-618D-4F29EB1D6F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10668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58A063E6-95C3-2921-24B0-44F66D504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8382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BBDA254C-2BD8-AA83-A826-2D36B2806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8382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6AE0775F-12B0-3644-85B6-49C285EBB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0668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5AFBD2A7-6103-7CC1-C9FB-5674E45BD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8382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6" name="Rectangle 8">
            <a:extLst>
              <a:ext uri="{FF2B5EF4-FFF2-40B4-BE49-F238E27FC236}">
                <a16:creationId xmlns:a16="http://schemas.microsoft.com/office/drawing/2014/main" id="{B8F4E221-7EBE-8E48-7EE8-EB4584BB2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8382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37" name="Line 9">
            <a:extLst>
              <a:ext uri="{FF2B5EF4-FFF2-40B4-BE49-F238E27FC236}">
                <a16:creationId xmlns:a16="http://schemas.microsoft.com/office/drawing/2014/main" id="{F04F84C1-EB63-5A5D-1885-F6E027BB3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0668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3435D0A1-C832-F373-E245-E5E838872E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8382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9" name="Rectangle 11">
            <a:extLst>
              <a:ext uri="{FF2B5EF4-FFF2-40B4-BE49-F238E27FC236}">
                <a16:creationId xmlns:a16="http://schemas.microsoft.com/office/drawing/2014/main" id="{FBA0F201-BE15-17FA-F61C-0D31EA9FE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8382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40" name="Line 12">
            <a:extLst>
              <a:ext uri="{FF2B5EF4-FFF2-40B4-BE49-F238E27FC236}">
                <a16:creationId xmlns:a16="http://schemas.microsoft.com/office/drawing/2014/main" id="{B7C23BFC-328A-3424-1EFE-86A0FFB04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8382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1" name="Line 13">
            <a:extLst>
              <a:ext uri="{FF2B5EF4-FFF2-40B4-BE49-F238E27FC236}">
                <a16:creationId xmlns:a16="http://schemas.microsoft.com/office/drawing/2014/main" id="{4DF64A05-549E-F9EF-7E73-D0AF702D2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0668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2" name="Text Box 14">
            <a:extLst>
              <a:ext uri="{FF2B5EF4-FFF2-40B4-BE49-F238E27FC236}">
                <a16:creationId xmlns:a16="http://schemas.microsoft.com/office/drawing/2014/main" id="{D02E15F3-F7C4-C193-66C5-64EF37DAB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762000"/>
            <a:ext cx="906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3" name="Line 15">
            <a:extLst>
              <a:ext uri="{FF2B5EF4-FFF2-40B4-BE49-F238E27FC236}">
                <a16:creationId xmlns:a16="http://schemas.microsoft.com/office/drawing/2014/main" id="{7C1B36C1-AC85-F02B-21FE-2598616046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3716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4" name="Text Box 16">
            <a:extLst>
              <a:ext uri="{FF2B5EF4-FFF2-40B4-BE49-F238E27FC236}">
                <a16:creationId xmlns:a16="http://schemas.microsoft.com/office/drawing/2014/main" id="{2AC194EC-A58C-D54F-BFAF-E03E9FB95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4478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5" name="Text Box 17">
            <a:extLst>
              <a:ext uri="{FF2B5EF4-FFF2-40B4-BE49-F238E27FC236}">
                <a16:creationId xmlns:a16="http://schemas.microsoft.com/office/drawing/2014/main" id="{6ECBAF2B-50AF-1B01-735C-4BB51077A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7620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6" name="Text Box 18">
            <a:extLst>
              <a:ext uri="{FF2B5EF4-FFF2-40B4-BE49-F238E27FC236}">
                <a16:creationId xmlns:a16="http://schemas.microsoft.com/office/drawing/2014/main" id="{53B1CEE7-CF45-9BF3-6AD6-1AFBE8E11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2900" y="7620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7" name="Text Box 19">
            <a:extLst>
              <a:ext uri="{FF2B5EF4-FFF2-40B4-BE49-F238E27FC236}">
                <a16:creationId xmlns:a16="http://schemas.microsoft.com/office/drawing/2014/main" id="{D5AAD2E2-4E71-E8C8-4B83-FF0C62F38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0" y="7620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8" name="Text Box 20">
            <a:extLst>
              <a:ext uri="{FF2B5EF4-FFF2-40B4-BE49-F238E27FC236}">
                <a16:creationId xmlns:a16="http://schemas.microsoft.com/office/drawing/2014/main" id="{DDB4C926-9793-90AF-545A-341A14852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1477963"/>
            <a:ext cx="1003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=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9" name="Rectangle 21">
            <a:extLst>
              <a:ext uri="{FF2B5EF4-FFF2-40B4-BE49-F238E27FC236}">
                <a16:creationId xmlns:a16="http://schemas.microsoft.com/office/drawing/2014/main" id="{54CEA117-CB7C-F860-DEC7-310C37D5F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21336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50" name="Line 22">
            <a:extLst>
              <a:ext uri="{FF2B5EF4-FFF2-40B4-BE49-F238E27FC236}">
                <a16:creationId xmlns:a16="http://schemas.microsoft.com/office/drawing/2014/main" id="{173DD6E8-FC41-DE35-8978-D0F868B8B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863" y="23622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1" name="Line 23">
            <a:extLst>
              <a:ext uri="{FF2B5EF4-FFF2-40B4-BE49-F238E27FC236}">
                <a16:creationId xmlns:a16="http://schemas.microsoft.com/office/drawing/2014/main" id="{62A3F19A-EB27-F30C-C049-D594139E0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2463" y="21336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2" name="Rectangle 24">
            <a:extLst>
              <a:ext uri="{FF2B5EF4-FFF2-40B4-BE49-F238E27FC236}">
                <a16:creationId xmlns:a16="http://schemas.microsoft.com/office/drawing/2014/main" id="{62AC36A2-0108-02E7-6614-45E35CFC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21336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53" name="Line 25">
            <a:extLst>
              <a:ext uri="{FF2B5EF4-FFF2-40B4-BE49-F238E27FC236}">
                <a16:creationId xmlns:a16="http://schemas.microsoft.com/office/drawing/2014/main" id="{AE075B8E-5A2B-C929-FFA0-C86031A49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23622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4" name="Line 26">
            <a:extLst>
              <a:ext uri="{FF2B5EF4-FFF2-40B4-BE49-F238E27FC236}">
                <a16:creationId xmlns:a16="http://schemas.microsoft.com/office/drawing/2014/main" id="{2A2AB05F-038D-34C8-5711-D0D44A390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4063" y="21336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5" name="Rectangle 27">
            <a:extLst>
              <a:ext uri="{FF2B5EF4-FFF2-40B4-BE49-F238E27FC236}">
                <a16:creationId xmlns:a16="http://schemas.microsoft.com/office/drawing/2014/main" id="{2B07B22D-121E-8F5C-97F0-BDFC8A5A3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21336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56" name="Line 28">
            <a:extLst>
              <a:ext uri="{FF2B5EF4-FFF2-40B4-BE49-F238E27FC236}">
                <a16:creationId xmlns:a16="http://schemas.microsoft.com/office/drawing/2014/main" id="{483BD9E1-6C4C-B356-1C8A-67A84ACA9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23622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7" name="Line 29">
            <a:extLst>
              <a:ext uri="{FF2B5EF4-FFF2-40B4-BE49-F238E27FC236}">
                <a16:creationId xmlns:a16="http://schemas.microsoft.com/office/drawing/2014/main" id="{09503A3A-2772-34DE-951C-F6EEC3327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663" y="21336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8" name="Rectangle 30">
            <a:extLst>
              <a:ext uri="{FF2B5EF4-FFF2-40B4-BE49-F238E27FC236}">
                <a16:creationId xmlns:a16="http://schemas.microsoft.com/office/drawing/2014/main" id="{70FE6988-2DAE-27BB-B37C-604BECF58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1336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59" name="Line 31">
            <a:extLst>
              <a:ext uri="{FF2B5EF4-FFF2-40B4-BE49-F238E27FC236}">
                <a16:creationId xmlns:a16="http://schemas.microsoft.com/office/drawing/2014/main" id="{8ECAD925-2965-05CE-6CAF-AD67C88B1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7263" y="21336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60" name="Line 32">
            <a:extLst>
              <a:ext uri="{FF2B5EF4-FFF2-40B4-BE49-F238E27FC236}">
                <a16:creationId xmlns:a16="http://schemas.microsoft.com/office/drawing/2014/main" id="{B9B05C76-617C-BCD6-91E4-2ED2B7CC7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1863" y="23622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61" name="Text Box 33">
            <a:extLst>
              <a:ext uri="{FF2B5EF4-FFF2-40B4-BE49-F238E27FC236}">
                <a16:creationId xmlns:a16="http://schemas.microsoft.com/office/drawing/2014/main" id="{7229AC94-7856-E8B5-0799-61241E224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57400"/>
            <a:ext cx="906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62" name="Line 34">
            <a:extLst>
              <a:ext uri="{FF2B5EF4-FFF2-40B4-BE49-F238E27FC236}">
                <a16:creationId xmlns:a16="http://schemas.microsoft.com/office/drawing/2014/main" id="{0CABDBF8-E1D7-54BD-4F08-9B2269B558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26670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63" name="Text Box 35">
            <a:extLst>
              <a:ext uri="{FF2B5EF4-FFF2-40B4-BE49-F238E27FC236}">
                <a16:creationId xmlns:a16="http://schemas.microsoft.com/office/drawing/2014/main" id="{50688F39-A774-C636-4349-6D525AB5E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7432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64" name="Text Box 36">
            <a:extLst>
              <a:ext uri="{FF2B5EF4-FFF2-40B4-BE49-F238E27FC236}">
                <a16:creationId xmlns:a16="http://schemas.microsoft.com/office/drawing/2014/main" id="{D5EAB220-A6D0-D44F-6E1D-2D87E7964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0574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65" name="Text Box 37">
            <a:extLst>
              <a:ext uri="{FF2B5EF4-FFF2-40B4-BE49-F238E27FC236}">
                <a16:creationId xmlns:a16="http://schemas.microsoft.com/office/drawing/2014/main" id="{D74259CC-2CFA-D39E-EB6D-7FA0C4BB2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20574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66" name="Text Box 38">
            <a:extLst>
              <a:ext uri="{FF2B5EF4-FFF2-40B4-BE49-F238E27FC236}">
                <a16:creationId xmlns:a16="http://schemas.microsoft.com/office/drawing/2014/main" id="{BF526869-4FCA-1B6F-245C-3E7DD762C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20574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67" name="Text Box 39">
            <a:extLst>
              <a:ext uri="{FF2B5EF4-FFF2-40B4-BE49-F238E27FC236}">
                <a16:creationId xmlns:a16="http://schemas.microsoft.com/office/drawing/2014/main" id="{66666973-794D-BB64-1EFC-F970690BB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73363"/>
            <a:ext cx="1003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= 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68" name="Rectangle 40">
            <a:extLst>
              <a:ext uri="{FF2B5EF4-FFF2-40B4-BE49-F238E27FC236}">
                <a16:creationId xmlns:a16="http://schemas.microsoft.com/office/drawing/2014/main" id="{3AF52849-FB1B-0C24-50A3-561E5D214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34290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69" name="Line 41">
            <a:extLst>
              <a:ext uri="{FF2B5EF4-FFF2-40B4-BE49-F238E27FC236}">
                <a16:creationId xmlns:a16="http://schemas.microsoft.com/office/drawing/2014/main" id="{4B23D77D-9D7F-9097-EFB0-183FD7471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863" y="36576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0" name="Line 42">
            <a:extLst>
              <a:ext uri="{FF2B5EF4-FFF2-40B4-BE49-F238E27FC236}">
                <a16:creationId xmlns:a16="http://schemas.microsoft.com/office/drawing/2014/main" id="{254D10D8-E3B3-1B27-5E20-F756D3B5C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2463" y="34290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1" name="Rectangle 43">
            <a:extLst>
              <a:ext uri="{FF2B5EF4-FFF2-40B4-BE49-F238E27FC236}">
                <a16:creationId xmlns:a16="http://schemas.microsoft.com/office/drawing/2014/main" id="{151CBD79-61BA-6696-F5F9-7EED16B15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34290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72" name="Line 44">
            <a:extLst>
              <a:ext uri="{FF2B5EF4-FFF2-40B4-BE49-F238E27FC236}">
                <a16:creationId xmlns:a16="http://schemas.microsoft.com/office/drawing/2014/main" id="{9C358F93-918D-12BB-121E-F5AAAE973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36576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3" name="Line 45">
            <a:extLst>
              <a:ext uri="{FF2B5EF4-FFF2-40B4-BE49-F238E27FC236}">
                <a16:creationId xmlns:a16="http://schemas.microsoft.com/office/drawing/2014/main" id="{BFFBE057-D307-C209-6944-093E6161F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4063" y="34290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4" name="Rectangle 46">
            <a:extLst>
              <a:ext uri="{FF2B5EF4-FFF2-40B4-BE49-F238E27FC236}">
                <a16:creationId xmlns:a16="http://schemas.microsoft.com/office/drawing/2014/main" id="{6971401D-7658-13C2-B0DF-F34C50F6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34290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75" name="Line 47">
            <a:extLst>
              <a:ext uri="{FF2B5EF4-FFF2-40B4-BE49-F238E27FC236}">
                <a16:creationId xmlns:a16="http://schemas.microsoft.com/office/drawing/2014/main" id="{10AB8B29-250E-D3F4-A54B-77962B0ED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36576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6" name="Line 48">
            <a:extLst>
              <a:ext uri="{FF2B5EF4-FFF2-40B4-BE49-F238E27FC236}">
                <a16:creationId xmlns:a16="http://schemas.microsoft.com/office/drawing/2014/main" id="{726595AA-9C03-20EC-9110-4F997614D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663" y="34290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7" name="Rectangle 49">
            <a:extLst>
              <a:ext uri="{FF2B5EF4-FFF2-40B4-BE49-F238E27FC236}">
                <a16:creationId xmlns:a16="http://schemas.microsoft.com/office/drawing/2014/main" id="{AD9E22FC-F2CA-8E08-9D7C-C8189581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34290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78" name="Line 50">
            <a:extLst>
              <a:ext uri="{FF2B5EF4-FFF2-40B4-BE49-F238E27FC236}">
                <a16:creationId xmlns:a16="http://schemas.microsoft.com/office/drawing/2014/main" id="{BDB052FF-03B8-46DF-8753-309F65A1E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7263" y="34290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79" name="Line 51">
            <a:extLst>
              <a:ext uri="{FF2B5EF4-FFF2-40B4-BE49-F238E27FC236}">
                <a16:creationId xmlns:a16="http://schemas.microsoft.com/office/drawing/2014/main" id="{5CFB2853-20DD-BFD4-F2B4-07084D8A1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1863" y="36576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80" name="Text Box 52">
            <a:extLst>
              <a:ext uri="{FF2B5EF4-FFF2-40B4-BE49-F238E27FC236}">
                <a16:creationId xmlns:a16="http://schemas.microsoft.com/office/drawing/2014/main" id="{31CB3EF1-78D8-D79A-404C-0CC63729B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352800"/>
            <a:ext cx="906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81" name="Line 53">
            <a:extLst>
              <a:ext uri="{FF2B5EF4-FFF2-40B4-BE49-F238E27FC236}">
                <a16:creationId xmlns:a16="http://schemas.microsoft.com/office/drawing/2014/main" id="{0713D33F-623A-10A2-D3EF-2B64001500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39624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82" name="Text Box 54">
            <a:extLst>
              <a:ext uri="{FF2B5EF4-FFF2-40B4-BE49-F238E27FC236}">
                <a16:creationId xmlns:a16="http://schemas.microsoft.com/office/drawing/2014/main" id="{88E72EAE-258D-1FAE-AB93-02EDC8DE1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40386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83" name="Text Box 55">
            <a:extLst>
              <a:ext uri="{FF2B5EF4-FFF2-40B4-BE49-F238E27FC236}">
                <a16:creationId xmlns:a16="http://schemas.microsoft.com/office/drawing/2014/main" id="{4FB9EFCD-91E8-EB8E-9E1F-69FFD7112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33528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84" name="Text Box 56">
            <a:extLst>
              <a:ext uri="{FF2B5EF4-FFF2-40B4-BE49-F238E27FC236}">
                <a16:creationId xmlns:a16="http://schemas.microsoft.com/office/drawing/2014/main" id="{207B132D-1E3A-984B-A496-A1571BB60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33528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85" name="Text Box 57">
            <a:extLst>
              <a:ext uri="{FF2B5EF4-FFF2-40B4-BE49-F238E27FC236}">
                <a16:creationId xmlns:a16="http://schemas.microsoft.com/office/drawing/2014/main" id="{AB82D2E8-1257-E057-FF34-3A6C36C9E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33528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86" name="Text Box 58">
            <a:extLst>
              <a:ext uri="{FF2B5EF4-FFF2-40B4-BE49-F238E27FC236}">
                <a16:creationId xmlns:a16="http://schemas.microsoft.com/office/drawing/2014/main" id="{DBA67769-261B-26A8-C217-70E5D50BB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068763"/>
            <a:ext cx="1003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= 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87" name="Rectangle 59">
            <a:extLst>
              <a:ext uri="{FF2B5EF4-FFF2-40B4-BE49-F238E27FC236}">
                <a16:creationId xmlns:a16="http://schemas.microsoft.com/office/drawing/2014/main" id="{53039B26-9F54-FD33-CFF5-980255FC1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47244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88" name="Line 60">
            <a:extLst>
              <a:ext uri="{FF2B5EF4-FFF2-40B4-BE49-F238E27FC236}">
                <a16:creationId xmlns:a16="http://schemas.microsoft.com/office/drawing/2014/main" id="{0A8B7743-1E31-13A7-DC1A-96A5287E9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863" y="49530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89" name="Line 61">
            <a:extLst>
              <a:ext uri="{FF2B5EF4-FFF2-40B4-BE49-F238E27FC236}">
                <a16:creationId xmlns:a16="http://schemas.microsoft.com/office/drawing/2014/main" id="{82674193-CAD6-A7BA-D93D-761161860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2463" y="47244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0" name="Rectangle 62">
            <a:extLst>
              <a:ext uri="{FF2B5EF4-FFF2-40B4-BE49-F238E27FC236}">
                <a16:creationId xmlns:a16="http://schemas.microsoft.com/office/drawing/2014/main" id="{895F64DF-B7A0-F07E-A87A-62C96D0B4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47244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91" name="Line 63">
            <a:extLst>
              <a:ext uri="{FF2B5EF4-FFF2-40B4-BE49-F238E27FC236}">
                <a16:creationId xmlns:a16="http://schemas.microsoft.com/office/drawing/2014/main" id="{AF81AFF8-8B5F-B2AA-C3B3-487B6DF8C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49530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2" name="Line 64">
            <a:extLst>
              <a:ext uri="{FF2B5EF4-FFF2-40B4-BE49-F238E27FC236}">
                <a16:creationId xmlns:a16="http://schemas.microsoft.com/office/drawing/2014/main" id="{93D30A21-2517-1391-D281-F60DB530D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4063" y="47244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3" name="Rectangle 65">
            <a:extLst>
              <a:ext uri="{FF2B5EF4-FFF2-40B4-BE49-F238E27FC236}">
                <a16:creationId xmlns:a16="http://schemas.microsoft.com/office/drawing/2014/main" id="{970D9926-8FD4-745F-6F0C-355D38332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47244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94" name="Line 66">
            <a:extLst>
              <a:ext uri="{FF2B5EF4-FFF2-40B4-BE49-F238E27FC236}">
                <a16:creationId xmlns:a16="http://schemas.microsoft.com/office/drawing/2014/main" id="{AB8162A1-6D74-FD63-D262-3DA02C886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4953000"/>
            <a:ext cx="68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5" name="Line 67">
            <a:extLst>
              <a:ext uri="{FF2B5EF4-FFF2-40B4-BE49-F238E27FC236}">
                <a16:creationId xmlns:a16="http://schemas.microsoft.com/office/drawing/2014/main" id="{64F47F43-B499-FC7B-0DE5-6592F19C6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663" y="47244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6" name="Rectangle 68">
            <a:extLst>
              <a:ext uri="{FF2B5EF4-FFF2-40B4-BE49-F238E27FC236}">
                <a16:creationId xmlns:a16="http://schemas.microsoft.com/office/drawing/2014/main" id="{1B0CAE2B-BE1F-E329-2063-1CBF73FA2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4724400"/>
            <a:ext cx="8382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 type="none" w="sm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97" name="Line 69">
            <a:extLst>
              <a:ext uri="{FF2B5EF4-FFF2-40B4-BE49-F238E27FC236}">
                <a16:creationId xmlns:a16="http://schemas.microsoft.com/office/drawing/2014/main" id="{357A74DC-BD7A-F6F2-EECC-50E654121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7263" y="4724400"/>
            <a:ext cx="0" cy="533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8" name="Line 70">
            <a:extLst>
              <a:ext uri="{FF2B5EF4-FFF2-40B4-BE49-F238E27FC236}">
                <a16:creationId xmlns:a16="http://schemas.microsoft.com/office/drawing/2014/main" id="{932B60AB-1DEE-8FA8-65C8-BFA98F1BE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1863" y="49530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99" name="Text Box 71">
            <a:extLst>
              <a:ext uri="{FF2B5EF4-FFF2-40B4-BE49-F238E27FC236}">
                <a16:creationId xmlns:a16="http://schemas.microsoft.com/office/drawing/2014/main" id="{B2D4B24D-3F71-1FCD-A38F-33DEB60A9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648200"/>
            <a:ext cx="906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00" name="Line 72">
            <a:extLst>
              <a:ext uri="{FF2B5EF4-FFF2-40B4-BE49-F238E27FC236}">
                <a16:creationId xmlns:a16="http://schemas.microsoft.com/office/drawing/2014/main" id="{3C15EF1E-96EF-87F6-5D5D-B95E486261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96225" y="52578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01" name="Text Box 73">
            <a:extLst>
              <a:ext uri="{FF2B5EF4-FFF2-40B4-BE49-F238E27FC236}">
                <a16:creationId xmlns:a16="http://schemas.microsoft.com/office/drawing/2014/main" id="{F5B63ABB-4A79-7625-1EE8-3E1672D00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53340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02" name="Text Box 74">
            <a:extLst>
              <a:ext uri="{FF2B5EF4-FFF2-40B4-BE49-F238E27FC236}">
                <a16:creationId xmlns:a16="http://schemas.microsoft.com/office/drawing/2014/main" id="{113F1947-6E5E-2E82-7D80-A46A8C60B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46482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03" name="Text Box 75">
            <a:extLst>
              <a:ext uri="{FF2B5EF4-FFF2-40B4-BE49-F238E27FC236}">
                <a16:creationId xmlns:a16="http://schemas.microsoft.com/office/drawing/2014/main" id="{DB5C4E5F-FF0C-36FB-681F-ABF61C062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46482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04" name="Text Box 76">
            <a:extLst>
              <a:ext uri="{FF2B5EF4-FFF2-40B4-BE49-F238E27FC236}">
                <a16:creationId xmlns:a16="http://schemas.microsoft.com/office/drawing/2014/main" id="{9007FF9C-5BB5-C69C-914B-01ED8ED91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4648200"/>
            <a:ext cx="52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205" name="Text Box 77">
            <a:extLst>
              <a:ext uri="{FF2B5EF4-FFF2-40B4-BE49-F238E27FC236}">
                <a16:creationId xmlns:a16="http://schemas.microsoft.com/office/drawing/2014/main" id="{0332620E-2CAA-45F9-A331-7DF6CF2D2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525" y="5364163"/>
            <a:ext cx="1003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= 3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17DC29-E538-22DC-3462-E758E94A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C33542-3FC6-46D1-8C9F-06FCA567A85B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E1D27-8C98-6CA0-1CC2-B798FC1A6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单链表中的其它方法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F14B5-0872-6C16-B4DB-EA017BA8D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代码见备注</a:t>
            </a:r>
            <a:endParaRPr lang="en-US" altLang="zh-CN" dirty="0"/>
          </a:p>
          <a:p>
            <a:pPr lvl="1"/>
            <a:r>
              <a:rPr lang="zh-CN" altLang="en-US" dirty="0"/>
              <a:t>搜索链表中值为</a:t>
            </a:r>
            <a:r>
              <a:rPr lang="en-US" altLang="zh-CN" dirty="0"/>
              <a:t>x</a:t>
            </a:r>
            <a:r>
              <a:rPr lang="zh-CN" altLang="en-US" dirty="0"/>
              <a:t>的结点</a:t>
            </a:r>
            <a:endParaRPr lang="en-US" altLang="zh-CN" dirty="0"/>
          </a:p>
          <a:p>
            <a:pPr lvl="1"/>
            <a:r>
              <a:rPr lang="zh-CN" altLang="en-US" dirty="0"/>
              <a:t>定位函数：返回表中第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号元素的地址</a:t>
            </a:r>
            <a:endParaRPr lang="en-US" altLang="zh-CN" dirty="0"/>
          </a:p>
          <a:p>
            <a:pPr lvl="1"/>
            <a:r>
              <a:rPr lang="zh-CN" altLang="en-US" dirty="0"/>
              <a:t>取得链表中第</a:t>
            </a:r>
            <a:r>
              <a:rPr lang="en-US" altLang="zh-CN" dirty="0" err="1"/>
              <a:t>i</a:t>
            </a:r>
            <a:r>
              <a:rPr lang="zh-CN" altLang="en-US" dirty="0"/>
              <a:t>个元素的值</a:t>
            </a:r>
            <a:endParaRPr lang="en-US" altLang="zh-CN" dirty="0"/>
          </a:p>
          <a:p>
            <a:pPr lvl="1"/>
            <a:r>
              <a:rPr lang="zh-CN" altLang="en-US" dirty="0"/>
              <a:t>在链表第</a:t>
            </a:r>
            <a:r>
              <a:rPr lang="en-US" altLang="zh-CN" dirty="0" err="1"/>
              <a:t>i</a:t>
            </a:r>
            <a:r>
              <a:rPr lang="zh-CN" altLang="en-US" dirty="0"/>
              <a:t>个结点后插入值为</a:t>
            </a:r>
            <a:r>
              <a:rPr lang="en-US" altLang="zh-CN" dirty="0"/>
              <a:t>x</a:t>
            </a:r>
            <a:r>
              <a:rPr lang="zh-CN" altLang="en-US" dirty="0"/>
              <a:t>的新结点</a:t>
            </a:r>
            <a:endParaRPr lang="en-US" altLang="zh-CN" dirty="0"/>
          </a:p>
          <a:p>
            <a:pPr lvl="1"/>
            <a:r>
              <a:rPr lang="zh-CN" altLang="en-US" dirty="0"/>
              <a:t>删除链表第</a:t>
            </a:r>
            <a:r>
              <a:rPr lang="en-US" altLang="zh-CN" dirty="0" err="1"/>
              <a:t>i</a:t>
            </a:r>
            <a:r>
              <a:rPr lang="zh-CN" altLang="en-US" dirty="0"/>
              <a:t>个结点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7CE901-EB98-C8E9-712C-E5B80F90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0A454-672B-4648-95F0-3F19F16C23BB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1542045"/>
      </p:ext>
    </p:extLst>
  </p:cSld>
  <p:clrMapOvr>
    <a:masterClrMapping/>
  </p:clrMapOvr>
  <p:transition>
    <p:spli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>
            <a:extLst>
              <a:ext uri="{FF2B5EF4-FFF2-40B4-BE49-F238E27FC236}">
                <a16:creationId xmlns:a16="http://schemas.microsoft.com/office/drawing/2014/main" id="{CB27139D-1C52-0469-E4EF-EDAEA5CC1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重载操作符</a:t>
            </a:r>
            <a:endParaRPr lang="en-US" altLang="zh-CN" dirty="0"/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C6A00E41-465D-DDA8-4E65-DD5322048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以“</a:t>
            </a:r>
            <a:r>
              <a:rPr lang="en-US" altLang="zh-CN" dirty="0"/>
              <a:t>A = B</a:t>
            </a:r>
            <a:r>
              <a:rPr lang="zh-CN" altLang="en-US" dirty="0"/>
              <a:t>”中的赋值操作符“</a:t>
            </a:r>
            <a:r>
              <a:rPr lang="en-US" altLang="zh-CN" dirty="0"/>
              <a:t>=”</a:t>
            </a:r>
            <a:r>
              <a:rPr lang="zh-CN" altLang="en-US" dirty="0"/>
              <a:t>为例</a:t>
            </a:r>
            <a:endParaRPr lang="en-US" altLang="zh-CN" dirty="0"/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是整型变量，</a:t>
            </a:r>
            <a:r>
              <a:rPr lang="en-US" altLang="zh-CN" dirty="0"/>
              <a:t>B</a:t>
            </a:r>
            <a:r>
              <a:rPr lang="zh-CN" altLang="en-US" dirty="0"/>
              <a:t>是整型数，则“</a:t>
            </a:r>
            <a:r>
              <a:rPr lang="en-US" altLang="zh-CN" dirty="0"/>
              <a:t>=” </a:t>
            </a:r>
            <a:r>
              <a:rPr lang="zh-CN" altLang="en-US" dirty="0"/>
              <a:t>是</a:t>
            </a:r>
            <a:r>
              <a:rPr lang="en-US" altLang="zh-CN" dirty="0"/>
              <a:t>C++</a:t>
            </a:r>
            <a:r>
              <a:rPr lang="zh-CN" altLang="en-US" dirty="0"/>
              <a:t>中已经定义好的赋值操作。</a:t>
            </a:r>
            <a:endParaRPr lang="en-US" altLang="zh-CN" dirty="0"/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/>
              <a:t>List</a:t>
            </a:r>
            <a:r>
              <a:rPr lang="zh-CN" altLang="en-US" dirty="0"/>
              <a:t>类型变量，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List</a:t>
            </a:r>
            <a:r>
              <a:rPr lang="zh-CN" altLang="en-US" dirty="0"/>
              <a:t>类型对象，则需要程序员用以下方法定义</a:t>
            </a:r>
            <a:r>
              <a:rPr lang="en-US" altLang="zh-CN" dirty="0"/>
              <a:t>List</a:t>
            </a:r>
            <a:r>
              <a:rPr lang="zh-CN" altLang="en-US" dirty="0"/>
              <a:t>上的赋值操作符的</a:t>
            </a:r>
            <a:r>
              <a:rPr lang="de-DE" altLang="zh-CN" dirty="0"/>
              <a:t>“List&lt;T&gt;&amp; List&lt;T&gt;::operator = (List&lt;T&gt;&amp; L)</a:t>
            </a:r>
            <a:r>
              <a:rPr lang="en-US" altLang="zh-CN" dirty="0"/>
              <a:t>{…}</a:t>
            </a:r>
            <a:r>
              <a:rPr lang="de-DE" altLang="zh-CN" dirty="0"/>
              <a:t> “</a:t>
            </a:r>
            <a:r>
              <a:rPr lang="zh-CN" altLang="en-US" dirty="0"/>
              <a:t>，这被称为操作符重载（代码见下页）</a:t>
            </a:r>
            <a:endParaRPr lang="en-US" altLang="zh-CN" dirty="0"/>
          </a:p>
          <a:p>
            <a:pPr lvl="2"/>
            <a:r>
              <a:rPr lang="zh-CN" altLang="en-US" dirty="0"/>
              <a:t>这时，表达式“</a:t>
            </a:r>
            <a:r>
              <a:rPr lang="en-US" altLang="zh-CN" dirty="0"/>
              <a:t>A = B</a:t>
            </a:r>
            <a:r>
              <a:rPr lang="zh-CN" altLang="en-US" dirty="0"/>
              <a:t>”表示调用</a:t>
            </a:r>
            <a:r>
              <a:rPr lang="en-US" altLang="zh-CN" dirty="0"/>
              <a:t>A</a:t>
            </a:r>
            <a:r>
              <a:rPr lang="zh-CN" altLang="en-US" dirty="0"/>
              <a:t>的赋值操作，把</a:t>
            </a:r>
            <a:r>
              <a:rPr lang="en-US" altLang="zh-CN" dirty="0"/>
              <a:t>B</a:t>
            </a:r>
            <a:r>
              <a:rPr lang="zh-CN" altLang="en-US" dirty="0"/>
              <a:t>的内容赋值给</a:t>
            </a:r>
            <a:r>
              <a:rPr lang="en-US" altLang="zh-CN" dirty="0"/>
              <a:t>A</a:t>
            </a:r>
            <a:r>
              <a:rPr lang="zh-CN" altLang="en-US" dirty="0"/>
              <a:t>。</a:t>
            </a:r>
          </a:p>
          <a:p>
            <a:pPr lvl="3"/>
            <a:r>
              <a:rPr lang="zh-CN" altLang="en-US" dirty="0"/>
              <a:t>调用“</a:t>
            </a:r>
            <a:r>
              <a:rPr lang="en-US" altLang="zh-CN" dirty="0"/>
              <a:t>=”</a:t>
            </a:r>
            <a:r>
              <a:rPr lang="zh-CN" altLang="en-US" dirty="0"/>
              <a:t>的</a:t>
            </a:r>
            <a:r>
              <a:rPr lang="en-US" altLang="zh-CN" dirty="0"/>
              <a:t>List</a:t>
            </a:r>
            <a:r>
              <a:rPr lang="zh-CN" altLang="en-US" dirty="0"/>
              <a:t>对象是第一操作数（即对象</a:t>
            </a:r>
            <a:r>
              <a:rPr lang="en-US" altLang="zh-CN" dirty="0"/>
              <a:t>A</a:t>
            </a:r>
            <a:r>
              <a:rPr lang="zh-CN" altLang="en-US" dirty="0"/>
              <a:t>），参数表内的</a:t>
            </a:r>
            <a:r>
              <a:rPr lang="en-US" altLang="zh-CN" dirty="0"/>
              <a:t>List</a:t>
            </a:r>
            <a:r>
              <a:rPr lang="zh-CN" altLang="en-US" dirty="0"/>
              <a:t>对象是第二操作数（即对象</a:t>
            </a:r>
            <a:r>
              <a:rPr lang="en-US" altLang="zh-CN" dirty="0"/>
              <a:t>B</a:t>
            </a:r>
            <a:r>
              <a:rPr lang="zh-CN" altLang="en-US" dirty="0"/>
              <a:t>）。</a:t>
            </a:r>
            <a:endParaRPr lang="en-US" altLang="zh-CN" dirty="0"/>
          </a:p>
        </p:txBody>
      </p:sp>
      <p:sp>
        <p:nvSpPr>
          <p:cNvPr id="69634" name="灯片编号占位符 4">
            <a:extLst>
              <a:ext uri="{FF2B5EF4-FFF2-40B4-BE49-F238E27FC236}">
                <a16:creationId xmlns:a16="http://schemas.microsoft.com/office/drawing/2014/main" id="{552644BB-8044-FC3B-C2A3-1DA05C25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628B6D-09CD-47F0-99BE-182AB9898E80}" type="slidenum">
              <a:rPr lang="en-US" altLang="zh-CN"/>
              <a:pPr/>
              <a:t>40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:a16="http://schemas.microsoft.com/office/drawing/2014/main" id="{535572D9-843C-BBFC-8EFF-36D199225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476672"/>
            <a:ext cx="7886700" cy="57002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template &lt;class T&gt;</a:t>
            </a:r>
          </a:p>
          <a:p>
            <a:pPr marL="0" indent="0">
              <a:buNone/>
            </a:pPr>
            <a:r>
              <a:rPr lang="en-US" altLang="zh-CN" dirty="0"/>
              <a:t>List&lt;T&gt;&amp; List&lt;T&gt;::operator = (List&lt;T&gt;&amp; L) {</a:t>
            </a:r>
          </a:p>
          <a:p>
            <a:pPr marL="0" indent="0">
              <a:buNone/>
            </a:pPr>
            <a:r>
              <a:rPr lang="en-US" altLang="zh-CN" dirty="0"/>
              <a:t>     T value;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srcptr</a:t>
            </a:r>
            <a:r>
              <a:rPr lang="en-US" altLang="zh-CN" dirty="0"/>
              <a:t> = </a:t>
            </a:r>
            <a:r>
              <a:rPr lang="en-US" altLang="zh-CN" dirty="0" err="1"/>
              <a:t>L.first</a:t>
            </a:r>
            <a:r>
              <a:rPr lang="en-US" altLang="zh-CN" dirty="0"/>
              <a:t>;  //</a:t>
            </a:r>
            <a:r>
              <a:rPr lang="zh-CN" altLang="en-US" dirty="0"/>
              <a:t>被复制表的头结点</a:t>
            </a:r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destptr</a:t>
            </a:r>
            <a:r>
              <a:rPr lang="en-US" altLang="zh-CN" dirty="0"/>
              <a:t> = first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&lt;T&gt;;</a:t>
            </a:r>
          </a:p>
          <a:p>
            <a:pPr marL="0" indent="0">
              <a:buNone/>
            </a:pPr>
            <a:r>
              <a:rPr lang="en-US" altLang="zh-CN" dirty="0"/>
              <a:t>     while (</a:t>
            </a:r>
            <a:r>
              <a:rPr lang="en-US" altLang="zh-CN" dirty="0" err="1"/>
              <a:t>srcptr</a:t>
            </a:r>
            <a:r>
              <a:rPr lang="en-US" altLang="zh-CN" dirty="0"/>
              <a:t>-&gt;link != NULL) {  //</a:t>
            </a:r>
            <a:r>
              <a:rPr lang="zh-CN" altLang="en-US" dirty="0"/>
              <a:t>逐个结点复制</a:t>
            </a:r>
          </a:p>
          <a:p>
            <a:pPr marL="0" indent="0"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value = </a:t>
            </a:r>
            <a:r>
              <a:rPr lang="en-US" altLang="zh-CN" dirty="0" err="1"/>
              <a:t>srcptr</a:t>
            </a:r>
            <a:r>
              <a:rPr lang="en-US" altLang="zh-CN" dirty="0"/>
              <a:t>-&gt;link-&gt;data;</a:t>
            </a:r>
          </a:p>
          <a:p>
            <a:pPr marL="0" indent="0">
              <a:buNone/>
            </a:pPr>
            <a:r>
              <a:rPr lang="en-US" altLang="zh-CN" dirty="0"/>
              <a:t>	  </a:t>
            </a:r>
            <a:r>
              <a:rPr lang="en-US" altLang="zh-CN" dirty="0" err="1"/>
              <a:t>destptr</a:t>
            </a:r>
            <a:r>
              <a:rPr lang="en-US" altLang="zh-CN" dirty="0"/>
              <a:t>-&gt;link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&lt;T&gt;(value);</a:t>
            </a:r>
          </a:p>
          <a:p>
            <a:pPr marL="0" indent="0">
              <a:buNone/>
            </a:pPr>
            <a:r>
              <a:rPr lang="en-US" altLang="zh-CN" dirty="0"/>
              <a:t>	  </a:t>
            </a:r>
            <a:r>
              <a:rPr lang="en-US" altLang="zh-CN" dirty="0" err="1"/>
              <a:t>destptr</a:t>
            </a:r>
            <a:r>
              <a:rPr lang="en-US" altLang="zh-CN" dirty="0"/>
              <a:t> = </a:t>
            </a:r>
            <a:r>
              <a:rPr lang="en-US" altLang="zh-CN" dirty="0" err="1"/>
              <a:t>destptr</a:t>
            </a:r>
            <a:r>
              <a:rPr lang="en-US" altLang="zh-CN" dirty="0"/>
              <a:t>-&gt;link;</a:t>
            </a:r>
          </a:p>
          <a:p>
            <a:pPr marL="0" indent="0">
              <a:buNone/>
            </a:pPr>
            <a:r>
              <a:rPr lang="en-US" altLang="zh-CN" dirty="0"/>
              <a:t>	  </a:t>
            </a:r>
            <a:r>
              <a:rPr lang="en-US" altLang="zh-CN" dirty="0" err="1"/>
              <a:t>srcptr</a:t>
            </a:r>
            <a:r>
              <a:rPr lang="en-US" altLang="zh-CN" dirty="0"/>
              <a:t> = </a:t>
            </a:r>
            <a:r>
              <a:rPr lang="en-US" altLang="zh-CN" dirty="0" err="1"/>
              <a:t>srcptr</a:t>
            </a:r>
            <a:r>
              <a:rPr lang="en-US" altLang="zh-CN" dirty="0"/>
              <a:t>-&gt;link;</a:t>
            </a:r>
          </a:p>
          <a:p>
            <a:pPr marL="0" indent="0">
              <a:buNone/>
            </a:pPr>
            <a:r>
              <a:rPr lang="en-US" altLang="zh-CN" dirty="0"/>
              <a:t>     }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destptr</a:t>
            </a:r>
            <a:r>
              <a:rPr lang="en-US" altLang="zh-CN" dirty="0"/>
              <a:t>-&gt;link = NULL;</a:t>
            </a:r>
          </a:p>
          <a:p>
            <a:pPr marL="0" indent="0">
              <a:buNone/>
            </a:pPr>
            <a:r>
              <a:rPr lang="en-US" altLang="zh-CN" dirty="0"/>
              <a:t>     return *this;  			   //</a:t>
            </a:r>
            <a:r>
              <a:rPr lang="zh-CN" altLang="en-US" dirty="0"/>
              <a:t>返回操作对象地址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70658" name="灯片编号占位符 4">
            <a:extLst>
              <a:ext uri="{FF2B5EF4-FFF2-40B4-BE49-F238E27FC236}">
                <a16:creationId xmlns:a16="http://schemas.microsoft.com/office/drawing/2014/main" id="{64DAF196-9A60-061A-9F5D-FB2CBF48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25CFAD-C431-4F6F-A42D-E9EC22016255}" type="slidenum">
              <a:rPr lang="en-US" altLang="zh-CN"/>
              <a:pPr/>
              <a:t>41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4">
            <a:extLst>
              <a:ext uri="{FF2B5EF4-FFF2-40B4-BE49-F238E27FC236}">
                <a16:creationId xmlns:a16="http://schemas.microsoft.com/office/drawing/2014/main" id="{9C8E4738-4451-04F8-0A9A-C987AD0E852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281488"/>
            <a:ext cx="7239000" cy="1585912"/>
            <a:chOff x="672" y="2697"/>
            <a:chExt cx="4560" cy="999"/>
          </a:xfrm>
        </p:grpSpPr>
        <p:sp>
          <p:nvSpPr>
            <p:cNvPr id="54278" name="Rectangle 5">
              <a:extLst>
                <a:ext uri="{FF2B5EF4-FFF2-40B4-BE49-F238E27FC236}">
                  <a16:creationId xmlns:a16="http://schemas.microsoft.com/office/drawing/2014/main" id="{F2B6396B-6AD3-1326-7562-A0F301389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736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79" name="Rectangle 6">
              <a:extLst>
                <a:ext uri="{FF2B5EF4-FFF2-40B4-BE49-F238E27FC236}">
                  <a16:creationId xmlns:a16="http://schemas.microsoft.com/office/drawing/2014/main" id="{22AB9226-741D-C018-FB48-9600C339C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736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80" name="Rectangle 7">
              <a:extLst>
                <a:ext uri="{FF2B5EF4-FFF2-40B4-BE49-F238E27FC236}">
                  <a16:creationId xmlns:a16="http://schemas.microsoft.com/office/drawing/2014/main" id="{5F45D9E7-5C28-BF2E-8317-829BA21BD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73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81" name="Line 8">
              <a:extLst>
                <a:ext uri="{FF2B5EF4-FFF2-40B4-BE49-F238E27FC236}">
                  <a16:creationId xmlns:a16="http://schemas.microsoft.com/office/drawing/2014/main" id="{E007011C-5AD5-61A6-008A-10DF2E1EE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880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2" name="Line 9">
              <a:extLst>
                <a:ext uri="{FF2B5EF4-FFF2-40B4-BE49-F238E27FC236}">
                  <a16:creationId xmlns:a16="http://schemas.microsoft.com/office/drawing/2014/main" id="{9F2070BF-9B6C-1D8F-A3BB-7E54A1B7E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880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3" name="Rectangle 10">
              <a:extLst>
                <a:ext uri="{FF2B5EF4-FFF2-40B4-BE49-F238E27FC236}">
                  <a16:creationId xmlns:a16="http://schemas.microsoft.com/office/drawing/2014/main" id="{266697E0-50D8-E81E-B366-60F01E17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84" name="Line 11">
              <a:extLst>
                <a:ext uri="{FF2B5EF4-FFF2-40B4-BE49-F238E27FC236}">
                  <a16:creationId xmlns:a16="http://schemas.microsoft.com/office/drawing/2014/main" id="{905D1002-9CF8-36A1-AA15-A7BDF6E8B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880"/>
              <a:ext cx="432" cy="0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prstDash val="sysDot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5" name="Line 12">
              <a:extLst>
                <a:ext uri="{FF2B5EF4-FFF2-40B4-BE49-F238E27FC236}">
                  <a16:creationId xmlns:a16="http://schemas.microsoft.com/office/drawing/2014/main" id="{920BB5C1-A804-56B6-EAEE-8A67C4463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880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6" name="Text Box 13">
              <a:extLst>
                <a:ext uri="{FF2B5EF4-FFF2-40B4-BE49-F238E27FC236}">
                  <a16:creationId xmlns:a16="http://schemas.microsoft.com/office/drawing/2014/main" id="{B3209FB3-9D80-2DD5-6C67-30D43111F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697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87" name="Rectangle 14">
              <a:extLst>
                <a:ext uri="{FF2B5EF4-FFF2-40B4-BE49-F238E27FC236}">
                  <a16:creationId xmlns:a16="http://schemas.microsoft.com/office/drawing/2014/main" id="{D056B132-AC50-5691-4141-CF6F5AE00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360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88" name="Rectangle 15">
              <a:extLst>
                <a:ext uri="{FF2B5EF4-FFF2-40B4-BE49-F238E27FC236}">
                  <a16:creationId xmlns:a16="http://schemas.microsoft.com/office/drawing/2014/main" id="{516AA8CE-2C77-4325-1F0F-55C2A30A5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360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89" name="Line 16">
              <a:extLst>
                <a:ext uri="{FF2B5EF4-FFF2-40B4-BE49-F238E27FC236}">
                  <a16:creationId xmlns:a16="http://schemas.microsoft.com/office/drawing/2014/main" id="{13F1E57B-2988-179D-48C0-071CABD34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504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0" name="Text Box 17">
              <a:extLst>
                <a:ext uri="{FF2B5EF4-FFF2-40B4-BE49-F238E27FC236}">
                  <a16:creationId xmlns:a16="http://schemas.microsoft.com/office/drawing/2014/main" id="{D56D144B-1E3C-8930-94C9-5EAEC1CE9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21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1" name="Line 18">
              <a:extLst>
                <a:ext uri="{FF2B5EF4-FFF2-40B4-BE49-F238E27FC236}">
                  <a16:creationId xmlns:a16="http://schemas.microsoft.com/office/drawing/2014/main" id="{0756F4AA-8EF6-D5E5-F971-6721C9830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928"/>
              <a:ext cx="384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2" name="Line 19">
              <a:extLst>
                <a:ext uri="{FF2B5EF4-FFF2-40B4-BE49-F238E27FC236}">
                  <a16:creationId xmlns:a16="http://schemas.microsoft.com/office/drawing/2014/main" id="{58DAC5CC-F9FF-CE06-E2D3-CE4691C384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120"/>
              <a:ext cx="0" cy="3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3" name="Rectangle 20">
              <a:extLst>
                <a:ext uri="{FF2B5EF4-FFF2-40B4-BE49-F238E27FC236}">
                  <a16:creationId xmlns:a16="http://schemas.microsoft.com/office/drawing/2014/main" id="{149993E8-0215-DE08-0E94-1808AE83C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736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94" name="Line 21">
              <a:extLst>
                <a:ext uri="{FF2B5EF4-FFF2-40B4-BE49-F238E27FC236}">
                  <a16:creationId xmlns:a16="http://schemas.microsoft.com/office/drawing/2014/main" id="{FDBF5B3D-C23F-2610-F919-0B14B678B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80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5" name="Text Box 22">
              <a:extLst>
                <a:ext uri="{FF2B5EF4-FFF2-40B4-BE49-F238E27FC236}">
                  <a16:creationId xmlns:a16="http://schemas.microsoft.com/office/drawing/2014/main" id="{3DBFEF27-CFE7-3E15-789C-781BCF566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97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6" name="Rectangle 23">
              <a:extLst>
                <a:ext uri="{FF2B5EF4-FFF2-40B4-BE49-F238E27FC236}">
                  <a16:creationId xmlns:a16="http://schemas.microsoft.com/office/drawing/2014/main" id="{22E3CAF4-4C28-917C-86DB-82EAC1CB7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360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4297" name="Line 24">
              <a:extLst>
                <a:ext uri="{FF2B5EF4-FFF2-40B4-BE49-F238E27FC236}">
                  <a16:creationId xmlns:a16="http://schemas.microsoft.com/office/drawing/2014/main" id="{EE362664-89CA-C26F-491A-4A1FF8F55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504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8" name="Text Box 25">
              <a:extLst>
                <a:ext uri="{FF2B5EF4-FFF2-40B4-BE49-F238E27FC236}">
                  <a16:creationId xmlns:a16="http://schemas.microsoft.com/office/drawing/2014/main" id="{27822F18-3D0D-D470-1B8B-6A9953D64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321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9" name="Rectangle 26">
              <a:extLst>
                <a:ext uri="{FF2B5EF4-FFF2-40B4-BE49-F238E27FC236}">
                  <a16:creationId xmlns:a16="http://schemas.microsoft.com/office/drawing/2014/main" id="{F9FBD8F6-1132-30E5-499D-56F2D6AAD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36"/>
              <a:ext cx="192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FF7C80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54300" name="Rectangle 27">
              <a:extLst>
                <a:ext uri="{FF2B5EF4-FFF2-40B4-BE49-F238E27FC236}">
                  <a16:creationId xmlns:a16="http://schemas.microsoft.com/office/drawing/2014/main" id="{DFCE8B29-94F5-2041-7045-E5F75E3B1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60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tx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54301" name="Line 28">
              <a:extLst>
                <a:ext uri="{FF2B5EF4-FFF2-40B4-BE49-F238E27FC236}">
                  <a16:creationId xmlns:a16="http://schemas.microsoft.com/office/drawing/2014/main" id="{DC39C144-A09F-738F-699F-C159EB7F4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976"/>
              <a:ext cx="336" cy="3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275" name="标题 2">
            <a:extLst>
              <a:ext uri="{FF2B5EF4-FFF2-40B4-BE49-F238E27FC236}">
                <a16:creationId xmlns:a16="http://schemas.microsoft.com/office/drawing/2014/main" id="{A7B55321-F51A-7098-069D-0541DD39F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头插法建立单链表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A713C7-CD26-22CD-CB89-CB9F91AA7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40982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zh-CN" altLang="en-US" dirty="0"/>
              <a:t>从一个空表开始，重复读入数据：</a:t>
            </a:r>
          </a:p>
          <a:p>
            <a:pPr>
              <a:defRPr/>
            </a:pPr>
            <a:r>
              <a:rPr lang="zh-CN" altLang="en-US" dirty="0"/>
              <a:t>生成新结点；</a:t>
            </a:r>
          </a:p>
          <a:p>
            <a:pPr>
              <a:defRPr/>
            </a:pPr>
            <a:r>
              <a:rPr lang="zh-CN" altLang="en-US" dirty="0"/>
              <a:t>将读入数据存放到新结点的数据域中；</a:t>
            </a:r>
          </a:p>
          <a:p>
            <a:pPr>
              <a:defRPr/>
            </a:pPr>
            <a:r>
              <a:rPr lang="zh-CN" altLang="en-US" dirty="0"/>
              <a:t>将该新结点插入到链表的前端。</a:t>
            </a:r>
          </a:p>
          <a:p>
            <a:pPr>
              <a:defRPr/>
            </a:pPr>
            <a:r>
              <a:rPr lang="zh-CN" altLang="en-US" dirty="0"/>
              <a:t>直到读入结束符为止。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E7417C-A607-C9C1-40B6-9ED576E9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F3359-EB62-42A2-A1A5-A434D0E831E9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20D79B-73FF-2697-E9CB-1B6CF0B99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4812"/>
            <a:ext cx="8299450" cy="5951537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void List&lt;T&gt; :: </a:t>
            </a:r>
            <a:r>
              <a:rPr lang="en-US" altLang="zh-CN" dirty="0" err="1"/>
              <a:t>inputFront</a:t>
            </a:r>
            <a:r>
              <a:rPr lang="en-US" altLang="zh-CN" dirty="0"/>
              <a:t>(T </a:t>
            </a:r>
            <a:r>
              <a:rPr lang="en-US" altLang="zh-CN" dirty="0" err="1"/>
              <a:t>endTag</a:t>
            </a:r>
            <a:r>
              <a:rPr lang="en-US" altLang="zh-CN" dirty="0"/>
              <a:t>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 </a:t>
            </a:r>
            <a:r>
              <a:rPr lang="en-US" altLang="zh-CN" dirty="0" err="1"/>
              <a:t>val</a:t>
            </a:r>
            <a:r>
              <a:rPr lang="en-US" altLang="zh-CN" dirty="0"/>
              <a:t>;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newNode</a:t>
            </a:r>
            <a:r>
              <a:rPr lang="en-US" altLang="zh-CN" dirty="0"/>
              <a:t>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makeEmpty</a:t>
            </a:r>
            <a:r>
              <a:rPr lang="en-US" altLang="zh-CN" dirty="0"/>
              <a:t>();</a:t>
            </a:r>
            <a:r>
              <a:rPr lang="zh-CN" altLang="en-US" dirty="0"/>
              <a:t>    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 &gt;&gt; </a:t>
            </a:r>
            <a:r>
              <a:rPr lang="en-US" altLang="zh-CN" dirty="0" err="1"/>
              <a:t>val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while ( </a:t>
            </a:r>
            <a:r>
              <a:rPr lang="en-US" altLang="zh-CN" dirty="0" err="1"/>
              <a:t>val</a:t>
            </a:r>
            <a:r>
              <a:rPr lang="en-US" altLang="zh-CN" dirty="0"/>
              <a:t> != </a:t>
            </a:r>
            <a:r>
              <a:rPr lang="en-US" altLang="zh-CN" dirty="0" err="1"/>
              <a:t>endTag</a:t>
            </a:r>
            <a:r>
              <a:rPr lang="en-US" altLang="zh-CN" dirty="0"/>
              <a:t>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newNode</a:t>
            </a:r>
            <a:r>
              <a:rPr lang="en-US" altLang="zh-CN" dirty="0"/>
              <a:t>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&lt;T&gt;(</a:t>
            </a:r>
            <a:r>
              <a:rPr lang="en-US" altLang="zh-CN" dirty="0" err="1"/>
              <a:t>val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if (</a:t>
            </a:r>
            <a:r>
              <a:rPr lang="en-US" altLang="zh-CN" dirty="0" err="1"/>
              <a:t>newNode</a:t>
            </a:r>
            <a:r>
              <a:rPr lang="en-US" altLang="zh-CN" dirty="0"/>
              <a:t> == NULL)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{</a:t>
            </a:r>
            <a:r>
              <a:rPr lang="en-US" altLang="zh-CN" dirty="0" err="1"/>
              <a:t>cerr</a:t>
            </a:r>
            <a:r>
              <a:rPr lang="en-US" altLang="zh-CN" dirty="0"/>
              <a:t>&lt;&lt;"</a:t>
            </a:r>
            <a:r>
              <a:rPr lang="zh-CN" altLang="en-US" dirty="0"/>
              <a:t>存储分配错误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 exit(1);}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newNode</a:t>
            </a:r>
            <a:r>
              <a:rPr lang="en-US" altLang="zh-CN" dirty="0"/>
              <a:t>-&gt;link = first-&gt;link;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first-&gt;link = </a:t>
            </a:r>
            <a:r>
              <a:rPr lang="en-US" altLang="zh-CN" dirty="0" err="1"/>
              <a:t>newNode</a:t>
            </a:r>
            <a:r>
              <a:rPr lang="en-US" altLang="zh-CN" dirty="0"/>
              <a:t>;    //</a:t>
            </a:r>
            <a:r>
              <a:rPr lang="zh-CN" altLang="en-US" dirty="0"/>
              <a:t>插入到表前端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</a:t>
            </a:r>
            <a:r>
              <a:rPr lang="en-US" altLang="zh-CN" dirty="0" err="1"/>
              <a:t>cin</a:t>
            </a:r>
            <a:r>
              <a:rPr lang="en-US" altLang="zh-CN" dirty="0"/>
              <a:t> &gt;&gt; </a:t>
            </a:r>
            <a:r>
              <a:rPr lang="en-US" altLang="zh-CN" dirty="0" err="1"/>
              <a:t>val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 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76944D-100F-AEF6-74F8-4C1F3B78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BDC52F-3AB3-48B9-9933-1B121B75DD9E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4">
            <a:extLst>
              <a:ext uri="{FF2B5EF4-FFF2-40B4-BE49-F238E27FC236}">
                <a16:creationId xmlns:a16="http://schemas.microsoft.com/office/drawing/2014/main" id="{D55D56B1-AD15-D7C2-B88F-4C8C1CB2986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733800"/>
            <a:ext cx="7010400" cy="1890713"/>
            <a:chOff x="672" y="2352"/>
            <a:chExt cx="4416" cy="1191"/>
          </a:xfrm>
        </p:grpSpPr>
        <p:sp>
          <p:nvSpPr>
            <p:cNvPr id="56326" name="Rectangle 5">
              <a:extLst>
                <a:ext uri="{FF2B5EF4-FFF2-40B4-BE49-F238E27FC236}">
                  <a16:creationId xmlns:a16="http://schemas.microsoft.com/office/drawing/2014/main" id="{34BD20F2-93FF-4393-6FDF-1E77F7EA7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391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6327" name="Rectangle 6">
              <a:extLst>
                <a:ext uri="{FF2B5EF4-FFF2-40B4-BE49-F238E27FC236}">
                  <a16:creationId xmlns:a16="http://schemas.microsoft.com/office/drawing/2014/main" id="{17B4F967-715A-C236-D084-B64473720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91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6328" name="Rectangle 7">
              <a:extLst>
                <a:ext uri="{FF2B5EF4-FFF2-40B4-BE49-F238E27FC236}">
                  <a16:creationId xmlns:a16="http://schemas.microsoft.com/office/drawing/2014/main" id="{BDC439DB-F3CA-651E-80D7-C2E6FBF98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391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FF7C80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56329" name="Rectangle 8">
              <a:extLst>
                <a:ext uri="{FF2B5EF4-FFF2-40B4-BE49-F238E27FC236}">
                  <a16:creationId xmlns:a16="http://schemas.microsoft.com/office/drawing/2014/main" id="{5CDFB3CE-1C2B-E8D7-39EA-0B7A794AE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391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6330" name="Line 9">
              <a:extLst>
                <a:ext uri="{FF2B5EF4-FFF2-40B4-BE49-F238E27FC236}">
                  <a16:creationId xmlns:a16="http://schemas.microsoft.com/office/drawing/2014/main" id="{B4BFFDFB-F252-7AA9-FC7B-05A681C03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544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31" name="Line 10">
              <a:extLst>
                <a:ext uri="{FF2B5EF4-FFF2-40B4-BE49-F238E27FC236}">
                  <a16:creationId xmlns:a16="http://schemas.microsoft.com/office/drawing/2014/main" id="{D83B99F2-B389-074A-3F2A-BA73991BC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544"/>
              <a:ext cx="2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32" name="Rectangle 11">
              <a:extLst>
                <a:ext uri="{FF2B5EF4-FFF2-40B4-BE49-F238E27FC236}">
                  <a16:creationId xmlns:a16="http://schemas.microsoft.com/office/drawing/2014/main" id="{D12A0AA2-1EF3-1286-0A8C-78D1DDD95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15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6333" name="Rectangle 12">
              <a:extLst>
                <a:ext uri="{FF2B5EF4-FFF2-40B4-BE49-F238E27FC236}">
                  <a16:creationId xmlns:a16="http://schemas.microsoft.com/office/drawing/2014/main" id="{8731566A-45EE-48DB-7629-7691186DB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3015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tx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56334" name="Line 13">
              <a:extLst>
                <a:ext uri="{FF2B5EF4-FFF2-40B4-BE49-F238E27FC236}">
                  <a16:creationId xmlns:a16="http://schemas.microsoft.com/office/drawing/2014/main" id="{620F5E4B-AE68-4F0A-7CCC-E7D6CE8E87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159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35" name="Text Box 14">
              <a:extLst>
                <a:ext uri="{FF2B5EF4-FFF2-40B4-BE49-F238E27FC236}">
                  <a16:creationId xmlns:a16="http://schemas.microsoft.com/office/drawing/2014/main" id="{58F89C86-E4C4-C5BD-14DA-802913AF9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976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6" name="Line 15">
              <a:extLst>
                <a:ext uri="{FF2B5EF4-FFF2-40B4-BE49-F238E27FC236}">
                  <a16:creationId xmlns:a16="http://schemas.microsoft.com/office/drawing/2014/main" id="{C7B2F3E1-FB98-9BF9-62E2-8D2C69319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640"/>
              <a:ext cx="144" cy="38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37" name="Rectangle 16">
              <a:extLst>
                <a:ext uri="{FF2B5EF4-FFF2-40B4-BE49-F238E27FC236}">
                  <a16:creationId xmlns:a16="http://schemas.microsoft.com/office/drawing/2014/main" id="{EF113DD2-0CE0-5C16-956B-846AA4958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391"/>
              <a:ext cx="240" cy="33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6338" name="Line 17">
              <a:extLst>
                <a:ext uri="{FF2B5EF4-FFF2-40B4-BE49-F238E27FC236}">
                  <a16:creationId xmlns:a16="http://schemas.microsoft.com/office/drawing/2014/main" id="{5C05145B-2906-E09E-AD98-EEC15E5C3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35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39" name="Text Box 18">
              <a:extLst>
                <a:ext uri="{FF2B5EF4-FFF2-40B4-BE49-F238E27FC236}">
                  <a16:creationId xmlns:a16="http://schemas.microsoft.com/office/drawing/2014/main" id="{9540ADF3-BC8F-E155-511B-1FEB2186F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352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3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0" name="Rectangle 19">
              <a:extLst>
                <a:ext uri="{FF2B5EF4-FFF2-40B4-BE49-F238E27FC236}">
                  <a16:creationId xmlns:a16="http://schemas.microsoft.com/office/drawing/2014/main" id="{2B8B779C-85E5-A7C4-F163-EDE7B38CB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15"/>
              <a:ext cx="240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200"/>
            </a:p>
          </p:txBody>
        </p:sp>
        <p:sp>
          <p:nvSpPr>
            <p:cNvPr id="56341" name="Line 20">
              <a:extLst>
                <a:ext uri="{FF2B5EF4-FFF2-40B4-BE49-F238E27FC236}">
                  <a16:creationId xmlns:a16="http://schemas.microsoft.com/office/drawing/2014/main" id="{442C4755-5EA7-C916-75FC-079164C3D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159"/>
              <a:ext cx="384" cy="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2" name="Text Box 21">
              <a:extLst>
                <a:ext uri="{FF2B5EF4-FFF2-40B4-BE49-F238E27FC236}">
                  <a16:creationId xmlns:a16="http://schemas.microsoft.com/office/drawing/2014/main" id="{D5B8EB1D-20C6-B09A-6A9D-ED25AEBAC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976"/>
              <a:ext cx="9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newnode</a:t>
              </a:r>
              <a:endPara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3" name="Rectangle 22">
              <a:extLst>
                <a:ext uri="{FF2B5EF4-FFF2-40B4-BE49-F238E27FC236}">
                  <a16:creationId xmlns:a16="http://schemas.microsoft.com/office/drawing/2014/main" id="{E9588535-54A9-0C30-C962-C259CD07B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391"/>
              <a:ext cx="192" cy="336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FF7C80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56344" name="Rectangle 23">
              <a:extLst>
                <a:ext uri="{FF2B5EF4-FFF2-40B4-BE49-F238E27FC236}">
                  <a16:creationId xmlns:a16="http://schemas.microsoft.com/office/drawing/2014/main" id="{981B3B75-BD74-EF08-5F6A-660807A8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015"/>
              <a:ext cx="192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chemeClr val="tx2"/>
                  </a:solidFill>
                  <a:sym typeface="Symbol" panose="05050102010706020507" pitchFamily="18" charset="2"/>
                </a:rPr>
                <a:t>Λ</a:t>
              </a:r>
            </a:p>
          </p:txBody>
        </p:sp>
        <p:sp>
          <p:nvSpPr>
            <p:cNvPr id="56345" name="Line 24">
              <a:extLst>
                <a:ext uri="{FF2B5EF4-FFF2-40B4-BE49-F238E27FC236}">
                  <a16:creationId xmlns:a16="http://schemas.microsoft.com/office/drawing/2014/main" id="{38A493F1-0270-9690-8EE9-044A6F4D0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631"/>
              <a:ext cx="336" cy="3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6" name="Line 25">
              <a:extLst>
                <a:ext uri="{FF2B5EF4-FFF2-40B4-BE49-F238E27FC236}">
                  <a16:creationId xmlns:a16="http://schemas.microsoft.com/office/drawing/2014/main" id="{B0E8EE80-4845-1B8E-553C-3F1A33E24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640"/>
              <a:ext cx="288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7" name="Text Box 26">
              <a:extLst>
                <a:ext uri="{FF2B5EF4-FFF2-40B4-BE49-F238E27FC236}">
                  <a16:creationId xmlns:a16="http://schemas.microsoft.com/office/drawing/2014/main" id="{DD21067E-6EE4-E459-480A-F83528163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2592"/>
              <a:ext cx="4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last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8" name="Line 27">
              <a:extLst>
                <a:ext uri="{FF2B5EF4-FFF2-40B4-BE49-F238E27FC236}">
                  <a16:creationId xmlns:a16="http://schemas.microsoft.com/office/drawing/2014/main" id="{B9637F71-FCC2-DD13-F138-D977B8DEB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3264"/>
              <a:ext cx="288" cy="96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9" name="Text Box 28">
              <a:extLst>
                <a:ext uri="{FF2B5EF4-FFF2-40B4-BE49-F238E27FC236}">
                  <a16:creationId xmlns:a16="http://schemas.microsoft.com/office/drawing/2014/main" id="{F8BEB98C-E1E8-1120-1020-83B6F1924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3216"/>
              <a:ext cx="4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7C8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last</a:t>
              </a:r>
              <a:endParaRPr kumimoji="1" lang="en-US" altLang="zh-CN" sz="2400">
                <a:solidFill>
                  <a:srgbClr val="FF7C8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0" name="Line 29">
              <a:extLst>
                <a:ext uri="{FF2B5EF4-FFF2-40B4-BE49-F238E27FC236}">
                  <a16:creationId xmlns:a16="http://schemas.microsoft.com/office/drawing/2014/main" id="{4C2A2F81-3761-B143-4188-0A5D8F557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544"/>
              <a:ext cx="2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1" name="Line 30">
              <a:extLst>
                <a:ext uri="{FF2B5EF4-FFF2-40B4-BE49-F238E27FC236}">
                  <a16:creationId xmlns:a16="http://schemas.microsoft.com/office/drawing/2014/main" id="{5A05774F-8824-B7B7-5580-280364FFA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49"/>
              <a:ext cx="288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2" name="Text Box 31">
              <a:extLst>
                <a:ext uri="{FF2B5EF4-FFF2-40B4-BE49-F238E27FC236}">
                  <a16:creationId xmlns:a16="http://schemas.microsoft.com/office/drawing/2014/main" id="{F05D0979-CCF3-256B-88FD-ED5CD8732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49"/>
              <a:ext cx="4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last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3" name="Line 32">
              <a:extLst>
                <a:ext uri="{FF2B5EF4-FFF2-40B4-BE49-F238E27FC236}">
                  <a16:creationId xmlns:a16="http://schemas.microsoft.com/office/drawing/2014/main" id="{D2218D08-25C2-0E32-51B2-99849FB12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264"/>
              <a:ext cx="288" cy="96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4" name="Text Box 33">
              <a:extLst>
                <a:ext uri="{FF2B5EF4-FFF2-40B4-BE49-F238E27FC236}">
                  <a16:creationId xmlns:a16="http://schemas.microsoft.com/office/drawing/2014/main" id="{BC34B043-2F43-119B-B929-07876583B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3216"/>
              <a:ext cx="4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7C8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last</a:t>
              </a:r>
              <a:endParaRPr kumimoji="1" lang="en-US" altLang="zh-CN" sz="2400">
                <a:solidFill>
                  <a:srgbClr val="FF7C8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323" name="标题 2">
            <a:extLst>
              <a:ext uri="{FF2B5EF4-FFF2-40B4-BE49-F238E27FC236}">
                <a16:creationId xmlns:a16="http://schemas.microsoft.com/office/drawing/2014/main" id="{BBF1E2FE-0509-AA31-C433-97C5E81CB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尾插法建立单链表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33543B-8C2F-8F9D-70C3-5AF8290B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9081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zh-CN" altLang="en-US" dirty="0"/>
              <a:t>每次将新结点加在链表的表尾；</a:t>
            </a:r>
          </a:p>
          <a:p>
            <a:pPr>
              <a:defRPr/>
            </a:pPr>
            <a:r>
              <a:rPr lang="zh-CN" altLang="en-US" dirty="0"/>
              <a:t>设置一个尾指针</a:t>
            </a:r>
            <a:r>
              <a:rPr lang="en-US" altLang="zh-CN" dirty="0"/>
              <a:t>last </a:t>
            </a:r>
            <a:r>
              <a:rPr lang="zh-CN" altLang="en-US" dirty="0"/>
              <a:t>，总是指向表中最后一个结点，新结点插在它的后面；</a:t>
            </a:r>
          </a:p>
          <a:p>
            <a:pPr>
              <a:defRPr/>
            </a:pPr>
            <a:r>
              <a:rPr lang="zh-CN" altLang="en-US" dirty="0"/>
              <a:t>尾指针 </a:t>
            </a:r>
            <a:r>
              <a:rPr lang="en-US" altLang="zh-CN" dirty="0"/>
              <a:t>last </a:t>
            </a:r>
            <a:r>
              <a:rPr lang="zh-CN" altLang="en-US" dirty="0"/>
              <a:t>初始时置为指向表头结点地址。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B32C1F-707E-6AD3-7385-E08DCBB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20D64B-B834-4382-925D-A053E3C8C5F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121822-B493-FE71-06AB-E26A9DA18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49275"/>
            <a:ext cx="7886700" cy="5807075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void List&lt;T&gt; :: </a:t>
            </a:r>
            <a:r>
              <a:rPr lang="en-US" altLang="zh-CN" dirty="0" err="1"/>
              <a:t>inputRear</a:t>
            </a:r>
            <a:r>
              <a:rPr lang="en-US" altLang="zh-CN" dirty="0"/>
              <a:t>(T </a:t>
            </a:r>
            <a:r>
              <a:rPr lang="en-US" altLang="zh-CN" dirty="0" err="1"/>
              <a:t>endTag</a:t>
            </a:r>
            <a:r>
              <a:rPr lang="en-US" altLang="zh-CN" dirty="0"/>
              <a:t>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 </a:t>
            </a:r>
            <a:r>
              <a:rPr lang="en-US" altLang="zh-CN" dirty="0" err="1"/>
              <a:t>val</a:t>
            </a:r>
            <a:r>
              <a:rPr lang="en-US" altLang="zh-CN" dirty="0"/>
              <a:t>;   </a:t>
            </a:r>
            <a:r>
              <a:rPr lang="en-US" altLang="zh-CN" dirty="0" err="1"/>
              <a:t>LinkNode</a:t>
            </a:r>
            <a:r>
              <a:rPr lang="en-US" altLang="zh-CN" dirty="0"/>
              <a:t>&lt;T&gt; *</a:t>
            </a:r>
            <a:r>
              <a:rPr lang="en-US" altLang="zh-CN" dirty="0" err="1"/>
              <a:t>newNode</a:t>
            </a:r>
            <a:r>
              <a:rPr lang="en-US" altLang="zh-CN" dirty="0"/>
              <a:t>, *last;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makeEmpty</a:t>
            </a:r>
            <a:r>
              <a:rPr lang="en-US" altLang="zh-CN" dirty="0"/>
              <a:t>();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 &gt;&gt; </a:t>
            </a:r>
            <a:r>
              <a:rPr lang="en-US" altLang="zh-CN" dirty="0" err="1"/>
              <a:t>val</a:t>
            </a:r>
            <a:r>
              <a:rPr lang="en-US" altLang="zh-CN" dirty="0"/>
              <a:t>;  last = first;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while ( </a:t>
            </a:r>
            <a:r>
              <a:rPr lang="en-US" altLang="zh-CN" dirty="0" err="1"/>
              <a:t>val</a:t>
            </a:r>
            <a:r>
              <a:rPr lang="en-US" altLang="zh-CN" dirty="0"/>
              <a:t> != </a:t>
            </a:r>
            <a:r>
              <a:rPr lang="en-US" altLang="zh-CN" dirty="0" err="1"/>
              <a:t>endTag</a:t>
            </a:r>
            <a:r>
              <a:rPr lang="en-US" altLang="zh-CN" dirty="0"/>
              <a:t> ) {       //last</a:t>
            </a:r>
            <a:r>
              <a:rPr lang="zh-CN" altLang="en-US" dirty="0"/>
              <a:t>指向表尾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 </a:t>
            </a:r>
            <a:r>
              <a:rPr lang="en-US" altLang="zh-CN" dirty="0" err="1"/>
              <a:t>newNode</a:t>
            </a:r>
            <a:r>
              <a:rPr lang="en-US" altLang="zh-CN" dirty="0"/>
              <a:t> = new </a:t>
            </a:r>
            <a:r>
              <a:rPr lang="en-US" altLang="zh-CN" dirty="0" err="1"/>
              <a:t>LinkNode</a:t>
            </a:r>
            <a:r>
              <a:rPr lang="en-US" altLang="zh-CN" dirty="0"/>
              <a:t>&lt;T&gt;(</a:t>
            </a:r>
            <a:r>
              <a:rPr lang="en-US" altLang="zh-CN" dirty="0" err="1"/>
              <a:t>val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if (</a:t>
            </a:r>
            <a:r>
              <a:rPr lang="en-US" altLang="zh-CN" dirty="0" err="1"/>
              <a:t>newNode</a:t>
            </a:r>
            <a:r>
              <a:rPr lang="en-US" altLang="zh-CN" dirty="0"/>
              <a:t> == NULL)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{</a:t>
            </a:r>
            <a:r>
              <a:rPr lang="en-US" altLang="zh-CN" dirty="0" err="1"/>
              <a:t>cerr</a:t>
            </a:r>
            <a:r>
              <a:rPr lang="en-US" altLang="zh-CN" dirty="0"/>
              <a:t>&lt;&lt;"</a:t>
            </a:r>
            <a:r>
              <a:rPr lang="zh-CN" altLang="en-US" dirty="0"/>
              <a:t>存储分配错误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 exit(1);}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last-&gt;link = </a:t>
            </a:r>
            <a:r>
              <a:rPr lang="en-US" altLang="zh-CN" dirty="0" err="1"/>
              <a:t>newNode</a:t>
            </a:r>
            <a:r>
              <a:rPr lang="en-US" altLang="zh-CN" dirty="0"/>
              <a:t>;  last = </a:t>
            </a:r>
            <a:r>
              <a:rPr lang="en-US" altLang="zh-CN" dirty="0" err="1"/>
              <a:t>newNode</a:t>
            </a:r>
            <a:r>
              <a:rPr lang="en-US" altLang="zh-CN" dirty="0"/>
              <a:t>;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 err="1"/>
              <a:t>cin</a:t>
            </a:r>
            <a:r>
              <a:rPr lang="en-US" altLang="zh-CN" dirty="0"/>
              <a:t> &gt;&gt; </a:t>
            </a:r>
            <a:r>
              <a:rPr lang="en-US" altLang="zh-CN" dirty="0" err="1"/>
              <a:t>val</a:t>
            </a:r>
            <a:r>
              <a:rPr lang="en-US" altLang="zh-CN" dirty="0"/>
              <a:t>;                        //</a:t>
            </a:r>
            <a:r>
              <a:rPr lang="zh-CN" altLang="en-US" dirty="0"/>
              <a:t>插入到表末端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last-&gt;link = NULL;               //</a:t>
            </a:r>
            <a:r>
              <a:rPr lang="zh-CN" altLang="en-US" dirty="0"/>
              <a:t>表收尾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 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762109-53FA-8413-C395-D071778F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ACC1A-B0BF-4A8B-BE10-0CCF604DE15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DC6F604-792A-A936-3F41-8FCD37BD0D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CN"/>
              <a:t>2.4 </a:t>
            </a:r>
            <a:r>
              <a:rPr lang="zh-CN" altLang="en-US"/>
              <a:t>线性链表的其它变形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6FB3004-5B20-720A-5452-E7BBF6D5A0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只能从前向后找结点的单链表有以下缺点：</a:t>
            </a:r>
          </a:p>
          <a:p>
            <a:pPr lvl="1"/>
            <a:r>
              <a:rPr lang="zh-CN" altLang="en-US" dirty="0"/>
              <a:t>每次搜索都从表头开始，表尾元素被搜索到的机会少</a:t>
            </a:r>
          </a:p>
          <a:p>
            <a:pPr lvl="1"/>
            <a:r>
              <a:rPr lang="zh-CN" altLang="en-US" dirty="0"/>
              <a:t>无法根据一个指定结点直接找到其前驱结点，而必须从链头开始找，增加了查找次数。</a:t>
            </a:r>
          </a:p>
          <a:p>
            <a:pPr lvl="1"/>
            <a:r>
              <a:rPr lang="zh-CN" altLang="en-US" dirty="0"/>
              <a:t>不适合经常要求检测指针向前驱和后继方向移动的应用场合。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557755-AE7B-25B1-D9B5-28F04FD0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E9811DF2-14AF-459A-87B3-4B1E6B2E5839}" type="slidenum">
              <a:rPr lang="en-US" altLang="zh-CN" smtClean="0"/>
              <a:pPr/>
              <a:t>46</a:t>
            </a:fld>
            <a:endParaRPr lang="en-US" altLang="zh-CN" dirty="0"/>
          </a:p>
        </p:txBody>
      </p:sp>
    </p:spTree>
  </p:cSld>
  <p:clrMapOvr>
    <a:masterClrMapping/>
  </p:clrMapOvr>
  <p:transition>
    <p:spli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2">
            <a:extLst>
              <a:ext uri="{FF2B5EF4-FFF2-40B4-BE49-F238E27FC236}">
                <a16:creationId xmlns:a16="http://schemas.microsoft.com/office/drawing/2014/main" id="{2EC134E3-2E4E-F2E5-BB91-D4D8BA7BE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循环链表</a:t>
            </a:r>
          </a:p>
        </p:txBody>
      </p:sp>
      <p:sp>
        <p:nvSpPr>
          <p:cNvPr id="59395" name="内容占位符 3">
            <a:extLst>
              <a:ext uri="{FF2B5EF4-FFF2-40B4-BE49-F238E27FC236}">
                <a16:creationId xmlns:a16="http://schemas.microsoft.com/office/drawing/2014/main" id="{95C470FA-F506-E0D3-6E83-06FC7C53E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循环链表是单链表的变形。</a:t>
            </a:r>
          </a:p>
          <a:p>
            <a:pPr lvl="1"/>
            <a:r>
              <a:rPr lang="zh-CN" altLang="en-US" dirty="0"/>
              <a:t>循环链表的最后一个结点的 </a:t>
            </a:r>
            <a:r>
              <a:rPr lang="en-US" altLang="zh-CN" dirty="0"/>
              <a:t>link </a:t>
            </a:r>
            <a:r>
              <a:rPr lang="zh-CN" altLang="en-US" dirty="0"/>
              <a:t>指针不为 </a:t>
            </a:r>
            <a:r>
              <a:rPr lang="en-US" altLang="zh-CN" dirty="0"/>
              <a:t>NULL</a:t>
            </a:r>
            <a:r>
              <a:rPr lang="zh-CN" altLang="en-US" dirty="0"/>
              <a:t>，而是指向了表的前端。</a:t>
            </a:r>
          </a:p>
          <a:p>
            <a:pPr lvl="2"/>
            <a:r>
              <a:rPr lang="zh-CN" altLang="en-US" dirty="0"/>
              <a:t>检查指针</a:t>
            </a:r>
            <a:r>
              <a:rPr lang="en-US" altLang="zh-CN" dirty="0"/>
              <a:t>current</a:t>
            </a:r>
            <a:r>
              <a:rPr lang="zh-CN" altLang="en-US" dirty="0"/>
              <a:t>是否到达链表的链尾，不是判断是否</a:t>
            </a:r>
            <a:r>
              <a:rPr lang="en-US" altLang="zh-CN" dirty="0"/>
              <a:t>current-&gt;link == NULL</a:t>
            </a:r>
            <a:r>
              <a:rPr lang="zh-CN" altLang="en-US" dirty="0"/>
              <a:t>，而是判断是否</a:t>
            </a:r>
            <a:r>
              <a:rPr lang="en-US" altLang="zh-CN" dirty="0"/>
              <a:t>current-&gt;link == first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为简化操作，也可以在循环链表中加入表头结点。</a:t>
            </a:r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4F2B11-D5CC-A777-0DEC-D9CD7CA8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800A30-4A00-477B-8A50-DE9108A06980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>
            <a:extLst>
              <a:ext uri="{FF2B5EF4-FFF2-40B4-BE49-F238E27FC236}">
                <a16:creationId xmlns:a16="http://schemas.microsoft.com/office/drawing/2014/main" id="{881A62B7-1795-FBA0-23E0-C78DE3179BDF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401763"/>
            <a:ext cx="7183438" cy="4313237"/>
            <a:chOff x="336" y="883"/>
            <a:chExt cx="4525" cy="2717"/>
          </a:xfrm>
        </p:grpSpPr>
        <p:sp>
          <p:nvSpPr>
            <p:cNvPr id="60421" name="Rectangle 4">
              <a:extLst>
                <a:ext uri="{FF2B5EF4-FFF2-40B4-BE49-F238E27FC236}">
                  <a16:creationId xmlns:a16="http://schemas.microsoft.com/office/drawing/2014/main" id="{1984B2AA-9311-F388-E3D7-DF7050825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008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2" name="Line 5">
              <a:extLst>
                <a:ext uri="{FF2B5EF4-FFF2-40B4-BE49-F238E27FC236}">
                  <a16:creationId xmlns:a16="http://schemas.microsoft.com/office/drawing/2014/main" id="{503D7E12-631A-7506-5902-59AC3BCFB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0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3" name="Line 6">
              <a:extLst>
                <a:ext uri="{FF2B5EF4-FFF2-40B4-BE49-F238E27FC236}">
                  <a16:creationId xmlns:a16="http://schemas.microsoft.com/office/drawing/2014/main" id="{6CD1C8C3-D204-C9C0-3BB4-7E52C3A113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96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4" name="Text Box 7">
              <a:extLst>
                <a:ext uri="{FF2B5EF4-FFF2-40B4-BE49-F238E27FC236}">
                  <a16:creationId xmlns:a16="http://schemas.microsoft.com/office/drawing/2014/main" id="{C761A429-CC6B-BC05-BDE0-104745CE9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931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5" name="Line 8">
              <a:extLst>
                <a:ext uri="{FF2B5EF4-FFF2-40B4-BE49-F238E27FC236}">
                  <a16:creationId xmlns:a16="http://schemas.microsoft.com/office/drawing/2014/main" id="{5BFA07B5-C1EE-2998-F985-3F47B5101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0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6" name="Rectangle 9">
              <a:extLst>
                <a:ext uri="{FF2B5EF4-FFF2-40B4-BE49-F238E27FC236}">
                  <a16:creationId xmlns:a16="http://schemas.microsoft.com/office/drawing/2014/main" id="{0DC80CC4-9073-E61F-840C-00E3C94A2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008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7" name="Line 10">
              <a:extLst>
                <a:ext uri="{FF2B5EF4-FFF2-40B4-BE49-F238E27FC236}">
                  <a16:creationId xmlns:a16="http://schemas.microsoft.com/office/drawing/2014/main" id="{885632BE-AB12-3D9C-A9BA-DF04217AE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0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8" name="Line 11">
              <a:extLst>
                <a:ext uri="{FF2B5EF4-FFF2-40B4-BE49-F238E27FC236}">
                  <a16:creationId xmlns:a16="http://schemas.microsoft.com/office/drawing/2014/main" id="{6B023EA5-6B49-6A50-0A22-FEEFEFE12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941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9" name="Text Box 12">
              <a:extLst>
                <a:ext uri="{FF2B5EF4-FFF2-40B4-BE49-F238E27FC236}">
                  <a16:creationId xmlns:a16="http://schemas.microsoft.com/office/drawing/2014/main" id="{3A48FEA1-0A03-088C-1CAF-6C0C45A10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931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0" name="Line 13">
              <a:extLst>
                <a:ext uri="{FF2B5EF4-FFF2-40B4-BE49-F238E27FC236}">
                  <a16:creationId xmlns:a16="http://schemas.microsoft.com/office/drawing/2014/main" id="{9B9BE9B2-1041-306F-17D3-C222A6CD9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152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1" name="Rectangle 14">
              <a:extLst>
                <a:ext uri="{FF2B5EF4-FFF2-40B4-BE49-F238E27FC236}">
                  <a16:creationId xmlns:a16="http://schemas.microsoft.com/office/drawing/2014/main" id="{92717D18-ED8F-72EB-110C-B1660998A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008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2" name="Line 15">
              <a:extLst>
                <a:ext uri="{FF2B5EF4-FFF2-40B4-BE49-F238E27FC236}">
                  <a16:creationId xmlns:a16="http://schemas.microsoft.com/office/drawing/2014/main" id="{425E7EEC-8074-3306-E995-7137463CE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0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3" name="Line 16">
              <a:extLst>
                <a:ext uri="{FF2B5EF4-FFF2-40B4-BE49-F238E27FC236}">
                  <a16:creationId xmlns:a16="http://schemas.microsoft.com/office/drawing/2014/main" id="{D9285D49-6CDC-DD33-03A5-19E53A581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96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4" name="Line 17">
              <a:extLst>
                <a:ext uri="{FF2B5EF4-FFF2-40B4-BE49-F238E27FC236}">
                  <a16:creationId xmlns:a16="http://schemas.microsoft.com/office/drawing/2014/main" id="{60104A9E-72FE-4482-185D-BFB07ACE2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152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5" name="Text Box 18">
              <a:extLst>
                <a:ext uri="{FF2B5EF4-FFF2-40B4-BE49-F238E27FC236}">
                  <a16:creationId xmlns:a16="http://schemas.microsoft.com/office/drawing/2014/main" id="{F88DFD3B-2370-73DB-9D9B-A0DBAF92A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931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6" name="Line 19">
              <a:extLst>
                <a:ext uri="{FF2B5EF4-FFF2-40B4-BE49-F238E27FC236}">
                  <a16:creationId xmlns:a16="http://schemas.microsoft.com/office/drawing/2014/main" id="{20493DCB-4AEA-D9BE-54A8-D64AE9032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152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7" name="Line 20">
              <a:extLst>
                <a:ext uri="{FF2B5EF4-FFF2-40B4-BE49-F238E27FC236}">
                  <a16:creationId xmlns:a16="http://schemas.microsoft.com/office/drawing/2014/main" id="{2120C6D4-F1B9-551C-F3B3-CD6F462B3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152"/>
              <a:ext cx="288" cy="0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8" name="Line 21">
              <a:extLst>
                <a:ext uri="{FF2B5EF4-FFF2-40B4-BE49-F238E27FC236}">
                  <a16:creationId xmlns:a16="http://schemas.microsoft.com/office/drawing/2014/main" id="{26CC8B67-9922-A96E-9567-521E3E0D0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152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9" name="Rectangle 22">
              <a:extLst>
                <a:ext uri="{FF2B5EF4-FFF2-40B4-BE49-F238E27FC236}">
                  <a16:creationId xmlns:a16="http://schemas.microsoft.com/office/drawing/2014/main" id="{6106C88A-295C-4239-F387-1F0D305F6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008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0" name="Line 23">
              <a:extLst>
                <a:ext uri="{FF2B5EF4-FFF2-40B4-BE49-F238E27FC236}">
                  <a16:creationId xmlns:a16="http://schemas.microsoft.com/office/drawing/2014/main" id="{E3668773-89C8-680C-A32A-E3D1798D3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0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1" name="Line 24">
              <a:extLst>
                <a:ext uri="{FF2B5EF4-FFF2-40B4-BE49-F238E27FC236}">
                  <a16:creationId xmlns:a16="http://schemas.microsoft.com/office/drawing/2014/main" id="{E9EBF8E2-7F24-D149-ABBC-E5DDA5F73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96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2" name="Text Box 25">
              <a:extLst>
                <a:ext uri="{FF2B5EF4-FFF2-40B4-BE49-F238E27FC236}">
                  <a16:creationId xmlns:a16="http://schemas.microsoft.com/office/drawing/2014/main" id="{2F7E1F60-8C1E-561B-5205-D11B9BBE1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931"/>
              <a:ext cx="47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i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3" name="Line 26">
              <a:extLst>
                <a:ext uri="{FF2B5EF4-FFF2-40B4-BE49-F238E27FC236}">
                  <a16:creationId xmlns:a16="http://schemas.microsoft.com/office/drawing/2014/main" id="{251C4F72-F964-1137-18C9-BAA09C0F4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248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4" name="Line 27">
              <a:extLst>
                <a:ext uri="{FF2B5EF4-FFF2-40B4-BE49-F238E27FC236}">
                  <a16:creationId xmlns:a16="http://schemas.microsoft.com/office/drawing/2014/main" id="{F30CFBF0-90B1-05B4-D5EB-FADD430C7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248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5" name="Line 28">
              <a:extLst>
                <a:ext uri="{FF2B5EF4-FFF2-40B4-BE49-F238E27FC236}">
                  <a16:creationId xmlns:a16="http://schemas.microsoft.com/office/drawing/2014/main" id="{AB031840-5926-1690-6059-49B3E1484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488"/>
              <a:ext cx="38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6" name="Line 29">
              <a:extLst>
                <a:ext uri="{FF2B5EF4-FFF2-40B4-BE49-F238E27FC236}">
                  <a16:creationId xmlns:a16="http://schemas.microsoft.com/office/drawing/2014/main" id="{1E4C5725-5CD0-25E9-9671-966A8B6D1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152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7" name="Line 30">
              <a:extLst>
                <a:ext uri="{FF2B5EF4-FFF2-40B4-BE49-F238E27FC236}">
                  <a16:creationId xmlns:a16="http://schemas.microsoft.com/office/drawing/2014/main" id="{71E3EF01-78A4-4719-64F9-F8DE6C7A1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152"/>
              <a:ext cx="0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8" name="Text Box 31">
              <a:extLst>
                <a:ext uri="{FF2B5EF4-FFF2-40B4-BE49-F238E27FC236}">
                  <a16:creationId xmlns:a16="http://schemas.microsoft.com/office/drawing/2014/main" id="{B1ACE104-7EE0-3BD3-9093-A835AF70C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883"/>
              <a:ext cx="5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9" name="Rectangle 32">
              <a:extLst>
                <a:ext uri="{FF2B5EF4-FFF2-40B4-BE49-F238E27FC236}">
                  <a16:creationId xmlns:a16="http://schemas.microsoft.com/office/drawing/2014/main" id="{DF21E87C-2F9B-01D5-B43A-5F939296D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256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0" name="Line 33">
              <a:extLst>
                <a:ext uri="{FF2B5EF4-FFF2-40B4-BE49-F238E27FC236}">
                  <a16:creationId xmlns:a16="http://schemas.microsoft.com/office/drawing/2014/main" id="{FBE9F7C9-058E-DDEB-3219-5C8C740E3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1" name="Line 34">
              <a:extLst>
                <a:ext uri="{FF2B5EF4-FFF2-40B4-BE49-F238E27FC236}">
                  <a16:creationId xmlns:a16="http://schemas.microsoft.com/office/drawing/2014/main" id="{8252FFD6-FCA7-6863-BD43-179F63315B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20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2" name="Line 35">
              <a:extLst>
                <a:ext uri="{FF2B5EF4-FFF2-40B4-BE49-F238E27FC236}">
                  <a16:creationId xmlns:a16="http://schemas.microsoft.com/office/drawing/2014/main" id="{376EDF4E-0F12-AF1F-CD3B-10C567140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352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3" name="Rectangle 36">
              <a:extLst>
                <a:ext uri="{FF2B5EF4-FFF2-40B4-BE49-F238E27FC236}">
                  <a16:creationId xmlns:a16="http://schemas.microsoft.com/office/drawing/2014/main" id="{BC311F24-04F3-9351-6FB5-D1F19C0A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256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4" name="Line 37">
              <a:extLst>
                <a:ext uri="{FF2B5EF4-FFF2-40B4-BE49-F238E27FC236}">
                  <a16:creationId xmlns:a16="http://schemas.microsoft.com/office/drawing/2014/main" id="{EB4F47ED-B8C1-2166-F8FA-5449C4281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5" name="Line 38">
              <a:extLst>
                <a:ext uri="{FF2B5EF4-FFF2-40B4-BE49-F238E27FC236}">
                  <a16:creationId xmlns:a16="http://schemas.microsoft.com/office/drawing/2014/main" id="{39D993DF-4327-7DE0-3014-5EDBE6B1D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189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6" name="Line 39">
              <a:extLst>
                <a:ext uri="{FF2B5EF4-FFF2-40B4-BE49-F238E27FC236}">
                  <a16:creationId xmlns:a16="http://schemas.microsoft.com/office/drawing/2014/main" id="{7D93D453-026C-7717-C430-54E76C1CD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400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7" name="Rectangle 40">
              <a:extLst>
                <a:ext uri="{FF2B5EF4-FFF2-40B4-BE49-F238E27FC236}">
                  <a16:creationId xmlns:a16="http://schemas.microsoft.com/office/drawing/2014/main" id="{EE45BB7F-73B0-166B-9B42-39BF6765E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256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8" name="Line 41">
              <a:extLst>
                <a:ext uri="{FF2B5EF4-FFF2-40B4-BE49-F238E27FC236}">
                  <a16:creationId xmlns:a16="http://schemas.microsoft.com/office/drawing/2014/main" id="{29CAA1D8-E26C-CA05-E6FA-CC16E88A6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9" name="Line 42">
              <a:extLst>
                <a:ext uri="{FF2B5EF4-FFF2-40B4-BE49-F238E27FC236}">
                  <a16:creationId xmlns:a16="http://schemas.microsoft.com/office/drawing/2014/main" id="{43BFF242-D89C-8588-B847-6E0299029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20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0" name="Line 43">
              <a:extLst>
                <a:ext uri="{FF2B5EF4-FFF2-40B4-BE49-F238E27FC236}">
                  <a16:creationId xmlns:a16="http://schemas.microsoft.com/office/drawing/2014/main" id="{A1BD71CC-7236-B4E2-2042-5985BD0A8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400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1" name="Line 44">
              <a:extLst>
                <a:ext uri="{FF2B5EF4-FFF2-40B4-BE49-F238E27FC236}">
                  <a16:creationId xmlns:a16="http://schemas.microsoft.com/office/drawing/2014/main" id="{BB6D935E-76FB-45D8-7BCA-8EA2EF9D9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400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2" name="Line 45">
              <a:extLst>
                <a:ext uri="{FF2B5EF4-FFF2-40B4-BE49-F238E27FC236}">
                  <a16:creationId xmlns:a16="http://schemas.microsoft.com/office/drawing/2014/main" id="{1078E828-18D4-8872-D1D5-FE16BE8C5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400"/>
              <a:ext cx="288" cy="0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3" name="Line 46">
              <a:extLst>
                <a:ext uri="{FF2B5EF4-FFF2-40B4-BE49-F238E27FC236}">
                  <a16:creationId xmlns:a16="http://schemas.microsoft.com/office/drawing/2014/main" id="{109416F0-10D8-20AD-4753-58233E59F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00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4" name="Rectangle 47">
              <a:extLst>
                <a:ext uri="{FF2B5EF4-FFF2-40B4-BE49-F238E27FC236}">
                  <a16:creationId xmlns:a16="http://schemas.microsoft.com/office/drawing/2014/main" id="{EFC77B7A-7217-D22A-0AA1-98544FD14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256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5" name="Line 48">
              <a:extLst>
                <a:ext uri="{FF2B5EF4-FFF2-40B4-BE49-F238E27FC236}">
                  <a16:creationId xmlns:a16="http://schemas.microsoft.com/office/drawing/2014/main" id="{49EEEA43-9729-6819-690B-FDF249468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6" name="Line 49">
              <a:extLst>
                <a:ext uri="{FF2B5EF4-FFF2-40B4-BE49-F238E27FC236}">
                  <a16:creationId xmlns:a16="http://schemas.microsoft.com/office/drawing/2014/main" id="{ADB7C36B-552E-B418-37C4-BF36337495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20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7" name="Text Box 50">
              <a:extLst>
                <a:ext uri="{FF2B5EF4-FFF2-40B4-BE49-F238E27FC236}">
                  <a16:creationId xmlns:a16="http://schemas.microsoft.com/office/drawing/2014/main" id="{3C505050-5F6C-474F-2201-D9F21E2B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2179"/>
              <a:ext cx="47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i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8" name="Line 51">
              <a:extLst>
                <a:ext uri="{FF2B5EF4-FFF2-40B4-BE49-F238E27FC236}">
                  <a16:creationId xmlns:a16="http://schemas.microsoft.com/office/drawing/2014/main" id="{772ECEF3-B77E-A90B-F1D1-97684AFDD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496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69" name="Line 52">
              <a:extLst>
                <a:ext uri="{FF2B5EF4-FFF2-40B4-BE49-F238E27FC236}">
                  <a16:creationId xmlns:a16="http://schemas.microsoft.com/office/drawing/2014/main" id="{0D92BEAB-D262-B119-4A1A-89688577D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496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0" name="Line 53">
              <a:extLst>
                <a:ext uri="{FF2B5EF4-FFF2-40B4-BE49-F238E27FC236}">
                  <a16:creationId xmlns:a16="http://schemas.microsoft.com/office/drawing/2014/main" id="{B8FBD3FE-EF61-9555-E902-30038F164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736"/>
              <a:ext cx="38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1" name="Line 54">
              <a:extLst>
                <a:ext uri="{FF2B5EF4-FFF2-40B4-BE49-F238E27FC236}">
                  <a16:creationId xmlns:a16="http://schemas.microsoft.com/office/drawing/2014/main" id="{FECCA0CC-E857-83F6-BC9F-33132358A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400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2" name="Line 55">
              <a:extLst>
                <a:ext uri="{FF2B5EF4-FFF2-40B4-BE49-F238E27FC236}">
                  <a16:creationId xmlns:a16="http://schemas.microsoft.com/office/drawing/2014/main" id="{F163A721-2458-6141-109B-CE26FC5AA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400"/>
              <a:ext cx="0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3" name="Text Box 56">
              <a:extLst>
                <a:ext uri="{FF2B5EF4-FFF2-40B4-BE49-F238E27FC236}">
                  <a16:creationId xmlns:a16="http://schemas.microsoft.com/office/drawing/2014/main" id="{49FBFC03-CC24-AB00-D872-80A1EC429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131"/>
              <a:ext cx="5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4" name="Text Box 57">
              <a:extLst>
                <a:ext uri="{FF2B5EF4-FFF2-40B4-BE49-F238E27FC236}">
                  <a16:creationId xmlns:a16="http://schemas.microsoft.com/office/drawing/2014/main" id="{7F5B10DC-A0E2-37BE-7BD9-2DF9714D8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2179"/>
              <a:ext cx="3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5" name="Text Box 58">
              <a:extLst>
                <a:ext uri="{FF2B5EF4-FFF2-40B4-BE49-F238E27FC236}">
                  <a16:creationId xmlns:a16="http://schemas.microsoft.com/office/drawing/2014/main" id="{00B80566-0DA2-8559-8FD7-5DAE6FB95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2179"/>
              <a:ext cx="3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6" name="Rectangle 59">
              <a:extLst>
                <a:ext uri="{FF2B5EF4-FFF2-40B4-BE49-F238E27FC236}">
                  <a16:creationId xmlns:a16="http://schemas.microsoft.com/office/drawing/2014/main" id="{D6A46F2F-78AA-9294-501F-1E7323C0C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072"/>
              <a:ext cx="576" cy="336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77" name="Line 60">
              <a:extLst>
                <a:ext uri="{FF2B5EF4-FFF2-40B4-BE49-F238E27FC236}">
                  <a16:creationId xmlns:a16="http://schemas.microsoft.com/office/drawing/2014/main" id="{A03FA81C-D68C-6F2B-C4BF-5F698E525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07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8" name="Line 61">
              <a:extLst>
                <a:ext uri="{FF2B5EF4-FFF2-40B4-BE49-F238E27FC236}">
                  <a16:creationId xmlns:a16="http://schemas.microsoft.com/office/drawing/2014/main" id="{E3E7E632-C0CB-6D0F-19BD-C95FA0736C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302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9" name="Line 62">
              <a:extLst>
                <a:ext uri="{FF2B5EF4-FFF2-40B4-BE49-F238E27FC236}">
                  <a16:creationId xmlns:a16="http://schemas.microsoft.com/office/drawing/2014/main" id="{5E522A1E-3212-35A7-0C1E-0FCEB2E5A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168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0" name="Line 63">
              <a:extLst>
                <a:ext uri="{FF2B5EF4-FFF2-40B4-BE49-F238E27FC236}">
                  <a16:creationId xmlns:a16="http://schemas.microsoft.com/office/drawing/2014/main" id="{8059550F-27C1-B1E9-F324-5FB26921D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312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1" name="Line 64">
              <a:extLst>
                <a:ext uri="{FF2B5EF4-FFF2-40B4-BE49-F238E27FC236}">
                  <a16:creationId xmlns:a16="http://schemas.microsoft.com/office/drawing/2014/main" id="{6F6867C4-8397-7094-91A2-6A7646AF7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312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2" name="Line 65">
              <a:extLst>
                <a:ext uri="{FF2B5EF4-FFF2-40B4-BE49-F238E27FC236}">
                  <a16:creationId xmlns:a16="http://schemas.microsoft.com/office/drawing/2014/main" id="{96C33DA5-2D13-4999-7644-D78F9CAF9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552"/>
              <a:ext cx="100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3" name="Text Box 66">
              <a:extLst>
                <a:ext uri="{FF2B5EF4-FFF2-40B4-BE49-F238E27FC236}">
                  <a16:creationId xmlns:a16="http://schemas.microsoft.com/office/drawing/2014/main" id="{DA533CBB-5D8D-5BF2-4377-7C0482607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947"/>
              <a:ext cx="5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4" name="Line 67">
              <a:extLst>
                <a:ext uri="{FF2B5EF4-FFF2-40B4-BE49-F238E27FC236}">
                  <a16:creationId xmlns:a16="http://schemas.microsoft.com/office/drawing/2014/main" id="{193975A0-37B1-CB10-6D23-CF1FEEB5F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216"/>
              <a:ext cx="19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5" name="Line 68">
              <a:extLst>
                <a:ext uri="{FF2B5EF4-FFF2-40B4-BE49-F238E27FC236}">
                  <a16:creationId xmlns:a16="http://schemas.microsoft.com/office/drawing/2014/main" id="{7008F017-A9CD-C1EB-E1D8-802FF96FA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216"/>
              <a:ext cx="0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6" name="Text Box 69">
              <a:extLst>
                <a:ext uri="{FF2B5EF4-FFF2-40B4-BE49-F238E27FC236}">
                  <a16:creationId xmlns:a16="http://schemas.microsoft.com/office/drawing/2014/main" id="{8B0C34DA-EE07-BB12-BCC1-806718A6E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235"/>
              <a:ext cx="8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(</a:t>
              </a:r>
              <a:r>
                <a:rPr kumimoji="1" lang="zh-CN" altLang="en-US" sz="32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空表</a:t>
              </a:r>
              <a:r>
                <a:rPr kumimoji="1" lang="en-US" altLang="zh-CN" sz="32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)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87" name="Text Box 70">
              <a:extLst>
                <a:ext uri="{FF2B5EF4-FFF2-40B4-BE49-F238E27FC236}">
                  <a16:creationId xmlns:a16="http://schemas.microsoft.com/office/drawing/2014/main" id="{6B0D773E-EDF6-1382-6AE6-7E4E6B71B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2736"/>
              <a:ext cx="114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(</a:t>
              </a:r>
              <a:r>
                <a:rPr kumimoji="1" lang="zh-CN" altLang="en-US" sz="32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非空表</a:t>
              </a:r>
              <a:r>
                <a:rPr kumimoji="1" lang="en-US" altLang="zh-CN" sz="32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)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419" name="内容占位符 3">
            <a:extLst>
              <a:ext uri="{FF2B5EF4-FFF2-40B4-BE49-F238E27FC236}">
                <a16:creationId xmlns:a16="http://schemas.microsoft.com/office/drawing/2014/main" id="{D95C2896-6517-5F74-CBFD-AD7A934938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620713"/>
            <a:ext cx="7759700" cy="5556250"/>
          </a:xfrm>
        </p:spPr>
        <p:txBody>
          <a:bodyPr/>
          <a:lstStyle/>
          <a:p>
            <a:r>
              <a:rPr lang="zh-CN" altLang="en-US" dirty="0"/>
              <a:t>循环链表的示例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带表头结点的循环链表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397015-925F-E6E1-3F27-0454FEDC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6B2C6-CD05-4D4E-8683-988F2D03959A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2">
            <a:extLst>
              <a:ext uri="{FF2B5EF4-FFF2-40B4-BE49-F238E27FC236}">
                <a16:creationId xmlns:a16="http://schemas.microsoft.com/office/drawing/2014/main" id="{EDEC11E6-2377-C8BF-CB1D-4B8380F43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循环链表的类定义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325EE7-0FA2-F1CE-5C66-45B1658D4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None/>
              <a:defRPr/>
            </a:pPr>
            <a:r>
              <a:rPr lang="en-US" altLang="zh-CN" dirty="0"/>
              <a:t>struct </a:t>
            </a:r>
            <a:r>
              <a:rPr lang="en-US" altLang="zh-CN" dirty="0" err="1"/>
              <a:t>CircLinkNode</a:t>
            </a:r>
            <a:r>
              <a:rPr lang="en-US" altLang="zh-CN" dirty="0"/>
              <a:t> {</a:t>
            </a:r>
          </a:p>
          <a:p>
            <a:pPr marL="0" indent="0">
              <a:buNone/>
              <a:defRPr/>
            </a:pPr>
            <a:r>
              <a:rPr lang="en-US" altLang="zh-CN" dirty="0"/>
              <a:t>     T data;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 *link;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(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*next = NULL):link(next) { }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(T d,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*next = NULL) : data(d), link(next) { }</a:t>
            </a:r>
          </a:p>
          <a:p>
            <a:pPr marL="0" indent="0">
              <a:buNone/>
              <a:defRPr/>
            </a:pPr>
            <a:r>
              <a:rPr lang="en-US" altLang="zh-CN" dirty="0"/>
              <a:t>};</a:t>
            </a:r>
          </a:p>
          <a:p>
            <a:pPr marL="0" indent="0">
              <a:buNone/>
              <a:defRPr/>
            </a:pP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85DD95-DD34-5262-DFC9-F3EF04BA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03264F-DBF5-4EE4-9AC3-055E15266605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3">
            <a:extLst>
              <a:ext uri="{FF2B5EF4-FFF2-40B4-BE49-F238E27FC236}">
                <a16:creationId xmlns:a16="http://schemas.microsoft.com/office/drawing/2014/main" id="{3780F071-0420-A0D5-4E64-FC541661F96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0825" y="981075"/>
            <a:ext cx="4048125" cy="5184775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CircList</a:t>
            </a:r>
            <a:r>
              <a:rPr lang="en-US" altLang="zh-CN" dirty="0"/>
              <a:t>: public </a:t>
            </a:r>
            <a:r>
              <a:rPr lang="en-US" altLang="zh-CN" dirty="0" err="1"/>
              <a:t>LinearList</a:t>
            </a:r>
            <a:r>
              <a:rPr lang="en-US" altLang="zh-CN" dirty="0"/>
              <a:t>&lt;T&gt;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private: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*first, *last;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//</a:t>
            </a:r>
            <a:r>
              <a:rPr lang="zh-CN" altLang="en-US" dirty="0"/>
              <a:t>链表的表头指针和表尾指针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public: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CircList</a:t>
            </a:r>
            <a:r>
              <a:rPr lang="en-US" altLang="zh-CN" dirty="0"/>
              <a:t> (  );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CircList</a:t>
            </a:r>
            <a:r>
              <a:rPr lang="en-US" altLang="zh-CN" dirty="0"/>
              <a:t> ( const T&amp; x );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CircList</a:t>
            </a:r>
            <a:r>
              <a:rPr lang="en-US" altLang="zh-CN" dirty="0"/>
              <a:t> ( </a:t>
            </a:r>
            <a:r>
              <a:rPr lang="en-US" altLang="zh-CN" dirty="0" err="1"/>
              <a:t>CircList</a:t>
            </a:r>
            <a:r>
              <a:rPr lang="en-US" altLang="zh-CN" dirty="0"/>
              <a:t>&lt;T&gt;&amp; L );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~</a:t>
            </a:r>
            <a:r>
              <a:rPr lang="en-US" altLang="zh-CN" dirty="0" err="1"/>
              <a:t>CircList</a:t>
            </a:r>
            <a:r>
              <a:rPr lang="en-US" altLang="zh-CN" dirty="0"/>
              <a:t> ( );	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int Length ( ) const;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bool </a:t>
            </a:r>
            <a:r>
              <a:rPr lang="en-US" altLang="zh-CN" dirty="0" err="1"/>
              <a:t>IsEmpty</a:t>
            </a:r>
            <a:r>
              <a:rPr lang="en-US" altLang="zh-CN" dirty="0"/>
              <a:t> ( ) const { return first-&gt;link == first ; }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bool </a:t>
            </a:r>
            <a:r>
              <a:rPr lang="en-US" altLang="zh-CN" dirty="0" err="1"/>
              <a:t>IsHead</a:t>
            </a:r>
            <a:r>
              <a:rPr lang="en-US" altLang="zh-CN" dirty="0"/>
              <a:t> (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*p)   { return p == first; }     //</a:t>
            </a:r>
            <a:r>
              <a:rPr lang="zh-CN" altLang="en-US" dirty="0"/>
              <a:t>判断*</a:t>
            </a:r>
            <a:r>
              <a:rPr lang="en-US" altLang="zh-CN" dirty="0"/>
              <a:t>p</a:t>
            </a:r>
            <a:r>
              <a:rPr lang="zh-CN" altLang="en-US" dirty="0"/>
              <a:t>是否头结点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</a:p>
        </p:txBody>
      </p:sp>
      <p:sp>
        <p:nvSpPr>
          <p:cNvPr id="62467" name="内容占位符 5">
            <a:extLst>
              <a:ext uri="{FF2B5EF4-FFF2-40B4-BE49-F238E27FC236}">
                <a16:creationId xmlns:a16="http://schemas.microsoft.com/office/drawing/2014/main" id="{D2BA3615-833F-9C7B-5A20-7F45158F810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356100" y="981075"/>
            <a:ext cx="4679950" cy="5195888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 </a:t>
            </a:r>
            <a:r>
              <a:rPr lang="en-US" altLang="zh-CN" dirty="0" err="1"/>
              <a:t>getHead</a:t>
            </a:r>
            <a:r>
              <a:rPr lang="en-US" altLang="zh-CN" dirty="0"/>
              <a:t> ( ) const { return first; }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void </a:t>
            </a:r>
            <a:r>
              <a:rPr lang="en-US" altLang="zh-CN" dirty="0" err="1"/>
              <a:t>setHead</a:t>
            </a:r>
            <a:r>
              <a:rPr lang="en-US" altLang="zh-CN" dirty="0"/>
              <a:t>(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*p) { first = p; };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</a:t>
            </a:r>
            <a:r>
              <a:rPr lang="en-US" altLang="zh-CN" dirty="0" err="1"/>
              <a:t>getNext</a:t>
            </a:r>
            <a:r>
              <a:rPr lang="en-US" altLang="zh-CN" dirty="0"/>
              <a:t> (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*p)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if ( p-&gt;link != first ) return p-&gt;link;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else return p-&gt;link-&gt;link;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 Search ( T x )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 Locate ( int </a:t>
            </a:r>
            <a:r>
              <a:rPr lang="en-US" altLang="zh-CN" dirty="0" err="1"/>
              <a:t>i</a:t>
            </a:r>
            <a:r>
              <a:rPr lang="en-US" altLang="zh-CN" dirty="0"/>
              <a:t> )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bool Insert ( int </a:t>
            </a:r>
            <a:r>
              <a:rPr lang="en-US" altLang="zh-CN" dirty="0" err="1"/>
              <a:t>i</a:t>
            </a:r>
            <a:r>
              <a:rPr lang="en-US" altLang="zh-CN" dirty="0"/>
              <a:t>, T&amp; x );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bool Remove ( int </a:t>
            </a:r>
            <a:r>
              <a:rPr lang="en-US" altLang="zh-CN" dirty="0" err="1"/>
              <a:t>i</a:t>
            </a:r>
            <a:r>
              <a:rPr lang="en-US" altLang="zh-CN" dirty="0"/>
              <a:t>, T&amp; x );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void input();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void output();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};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F83595-0C3D-0E86-7E12-9B39B382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671164-93AF-4918-AE62-1E166238CBC9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541921B5-3148-66F0-8BF4-3CBBF3048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2840038"/>
            <a:ext cx="234315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 u="sng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搜索成功</a:t>
            </a:r>
            <a:endParaRPr kumimoji="1" lang="zh-CN" altLang="en-US" sz="3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1" name="Text Box 3">
            <a:extLst>
              <a:ext uri="{FF2B5EF4-FFF2-40B4-BE49-F238E27FC236}">
                <a16:creationId xmlns:a16="http://schemas.microsoft.com/office/drawing/2014/main" id="{771ECD1B-2BD3-3B27-83D7-AB03A4B62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0" y="5811838"/>
            <a:ext cx="3036888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 u="sng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搜索不成功</a:t>
            </a:r>
            <a:endParaRPr kumimoji="1" lang="zh-CN" altLang="en-US" sz="3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2" name="Rectangle 5" descr="白色大理石">
            <a:extLst>
              <a:ext uri="{FF2B5EF4-FFF2-40B4-BE49-F238E27FC236}">
                <a16:creationId xmlns:a16="http://schemas.microsoft.com/office/drawing/2014/main" id="{6483EE38-9900-8CE6-C524-FC526D6DD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2078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3" name="Line 6">
            <a:extLst>
              <a:ext uri="{FF2B5EF4-FFF2-40B4-BE49-F238E27FC236}">
                <a16:creationId xmlns:a16="http://schemas.microsoft.com/office/drawing/2014/main" id="{5F2B6B58-3353-E3F0-BAD7-D4C981FF8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4550" y="2078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4" name="Line 7">
            <a:extLst>
              <a:ext uri="{FF2B5EF4-FFF2-40B4-BE49-F238E27FC236}">
                <a16:creationId xmlns:a16="http://schemas.microsoft.com/office/drawing/2014/main" id="{AE065A9A-9AE4-F4E1-7F66-914B863551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4550" y="1925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5" name="Rectangle 8" descr="白色大理石">
            <a:extLst>
              <a:ext uri="{FF2B5EF4-FFF2-40B4-BE49-F238E27FC236}">
                <a16:creationId xmlns:a16="http://schemas.microsoft.com/office/drawing/2014/main" id="{843548CC-D515-9080-82D5-A7584DF1E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2078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6" name="Line 9">
            <a:extLst>
              <a:ext uri="{FF2B5EF4-FFF2-40B4-BE49-F238E27FC236}">
                <a16:creationId xmlns:a16="http://schemas.microsoft.com/office/drawing/2014/main" id="{B152CA93-FFD6-C3F9-E45D-A1F9E63E2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0" y="2078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7" name="Line 10">
            <a:extLst>
              <a:ext uri="{FF2B5EF4-FFF2-40B4-BE49-F238E27FC236}">
                <a16:creationId xmlns:a16="http://schemas.microsoft.com/office/drawing/2014/main" id="{B735EF25-F71C-484C-15A0-EDBC7CF7C8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3750" y="1925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8" name="Rectangle 11" descr="白色大理石">
            <a:extLst>
              <a:ext uri="{FF2B5EF4-FFF2-40B4-BE49-F238E27FC236}">
                <a16:creationId xmlns:a16="http://schemas.microsoft.com/office/drawing/2014/main" id="{18FBB072-5C9F-67E7-35D1-0BE10612F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078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9" name="Line 12">
            <a:extLst>
              <a:ext uri="{FF2B5EF4-FFF2-40B4-BE49-F238E27FC236}">
                <a16:creationId xmlns:a16="http://schemas.microsoft.com/office/drawing/2014/main" id="{AA3EE79D-60E4-0A56-45E4-FE9A5B5EA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2950" y="2078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0" name="Line 13">
            <a:extLst>
              <a:ext uri="{FF2B5EF4-FFF2-40B4-BE49-F238E27FC236}">
                <a16:creationId xmlns:a16="http://schemas.microsoft.com/office/drawing/2014/main" id="{0D5708A2-A66E-097C-6051-986C6DCC18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950" y="1925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1" name="Rectangle 14" descr="白色大理石">
            <a:extLst>
              <a:ext uri="{FF2B5EF4-FFF2-40B4-BE49-F238E27FC236}">
                <a16:creationId xmlns:a16="http://schemas.microsoft.com/office/drawing/2014/main" id="{EDE9FD83-7BC0-7883-7BCE-383792B9B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2078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2" name="Line 15">
            <a:extLst>
              <a:ext uri="{FF2B5EF4-FFF2-40B4-BE49-F238E27FC236}">
                <a16:creationId xmlns:a16="http://schemas.microsoft.com/office/drawing/2014/main" id="{BA53C0F2-6CC7-CA6B-4E6C-FB2FC4271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0" y="2078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3" name="Line 16">
            <a:extLst>
              <a:ext uri="{FF2B5EF4-FFF2-40B4-BE49-F238E27FC236}">
                <a16:creationId xmlns:a16="http://schemas.microsoft.com/office/drawing/2014/main" id="{0AA0F1D5-9A28-B249-3F7F-EA845156B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2150" y="1925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4" name="Rectangle 17" descr="白色大理石">
            <a:extLst>
              <a:ext uri="{FF2B5EF4-FFF2-40B4-BE49-F238E27FC236}">
                <a16:creationId xmlns:a16="http://schemas.microsoft.com/office/drawing/2014/main" id="{F0AE1250-640E-20A5-0451-1F832EB97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078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5" name="Line 18">
            <a:extLst>
              <a:ext uri="{FF2B5EF4-FFF2-40B4-BE49-F238E27FC236}">
                <a16:creationId xmlns:a16="http://schemas.microsoft.com/office/drawing/2014/main" id="{69D026F2-777C-6F8D-F8F2-96888DFB4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1350" y="2078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6" name="Line 19">
            <a:extLst>
              <a:ext uri="{FF2B5EF4-FFF2-40B4-BE49-F238E27FC236}">
                <a16:creationId xmlns:a16="http://schemas.microsoft.com/office/drawing/2014/main" id="{83881009-216D-A0B4-9142-B9EB0B753C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1350" y="1925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7" name="Line 20">
            <a:extLst>
              <a:ext uri="{FF2B5EF4-FFF2-40B4-BE49-F238E27FC236}">
                <a16:creationId xmlns:a16="http://schemas.microsoft.com/office/drawing/2014/main" id="{430ADF4A-8996-12C3-5D22-9BE2162B5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0" y="2244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8" name="Line 21">
            <a:extLst>
              <a:ext uri="{FF2B5EF4-FFF2-40B4-BE49-F238E27FC236}">
                <a16:creationId xmlns:a16="http://schemas.microsoft.com/office/drawing/2014/main" id="{7AB9C1C9-FFE8-CE37-85B7-12F8AAA7A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0950" y="2244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9" name="Line 22">
            <a:extLst>
              <a:ext uri="{FF2B5EF4-FFF2-40B4-BE49-F238E27FC236}">
                <a16:creationId xmlns:a16="http://schemas.microsoft.com/office/drawing/2014/main" id="{BD963593-BFE9-EB92-4E29-1445DEFD3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0150" y="2244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0" name="Line 23">
            <a:extLst>
              <a:ext uri="{FF2B5EF4-FFF2-40B4-BE49-F238E27FC236}">
                <a16:creationId xmlns:a16="http://schemas.microsoft.com/office/drawing/2014/main" id="{266E9889-351D-BD1A-17A7-2880659D0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9350" y="2244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1" name="Line 24">
            <a:extLst>
              <a:ext uri="{FF2B5EF4-FFF2-40B4-BE49-F238E27FC236}">
                <a16:creationId xmlns:a16="http://schemas.microsoft.com/office/drawing/2014/main" id="{9CABCA81-9E0B-5C71-CEFA-1FDCBD920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22447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2" name="Line 25">
            <a:extLst>
              <a:ext uri="{FF2B5EF4-FFF2-40B4-BE49-F238E27FC236}">
                <a16:creationId xmlns:a16="http://schemas.microsoft.com/office/drawing/2014/main" id="{93D77482-D1ED-DAD2-F92B-FC1CC32D39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0150" y="239712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3" name="Line 26">
            <a:extLst>
              <a:ext uri="{FF2B5EF4-FFF2-40B4-BE49-F238E27FC236}">
                <a16:creationId xmlns:a16="http://schemas.microsoft.com/office/drawing/2014/main" id="{6BD9CEF6-F92B-4A85-A147-E6E707EAF8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28750" y="1773238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4" name="Line 27">
            <a:extLst>
              <a:ext uri="{FF2B5EF4-FFF2-40B4-BE49-F238E27FC236}">
                <a16:creationId xmlns:a16="http://schemas.microsoft.com/office/drawing/2014/main" id="{BF8554BC-8B18-63BB-ACDA-B8258D921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1773238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5" name="Line 28">
            <a:extLst>
              <a:ext uri="{FF2B5EF4-FFF2-40B4-BE49-F238E27FC236}">
                <a16:creationId xmlns:a16="http://schemas.microsoft.com/office/drawing/2014/main" id="{E0E32228-9285-92F5-033B-C1A31EE15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3350" y="1773238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6" name="Line 29">
            <a:extLst>
              <a:ext uri="{FF2B5EF4-FFF2-40B4-BE49-F238E27FC236}">
                <a16:creationId xmlns:a16="http://schemas.microsoft.com/office/drawing/2014/main" id="{284DB6E2-88E4-BB69-6E9E-2D86B0CCE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8550" y="2244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17" name="Text Box 30">
            <a:extLst>
              <a:ext uri="{FF2B5EF4-FFF2-40B4-BE49-F238E27FC236}">
                <a16:creationId xmlns:a16="http://schemas.microsoft.com/office/drawing/2014/main" id="{ADC61EE0-95DD-FF7E-EE95-13EC25F62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209232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18" name="Rectangle 31" descr="白色大理石">
            <a:extLst>
              <a:ext uri="{FF2B5EF4-FFF2-40B4-BE49-F238E27FC236}">
                <a16:creationId xmlns:a16="http://schemas.microsoft.com/office/drawing/2014/main" id="{4514F83C-5C45-4C5F-561D-EDE1AFDF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4364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19" name="Line 32">
            <a:extLst>
              <a:ext uri="{FF2B5EF4-FFF2-40B4-BE49-F238E27FC236}">
                <a16:creationId xmlns:a16="http://schemas.microsoft.com/office/drawing/2014/main" id="{352D98DE-9F6D-B00F-9462-809CA9552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4550" y="4364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0" name="Line 33">
            <a:extLst>
              <a:ext uri="{FF2B5EF4-FFF2-40B4-BE49-F238E27FC236}">
                <a16:creationId xmlns:a16="http://schemas.microsoft.com/office/drawing/2014/main" id="{6F89FE2C-6923-18F9-9381-A15A70B6E7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4550" y="4211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1" name="Rectangle 34" descr="白色大理石">
            <a:extLst>
              <a:ext uri="{FF2B5EF4-FFF2-40B4-BE49-F238E27FC236}">
                <a16:creationId xmlns:a16="http://schemas.microsoft.com/office/drawing/2014/main" id="{C2A87364-DFB7-25DA-D5AF-7A5E94278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4364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22" name="Line 35">
            <a:extLst>
              <a:ext uri="{FF2B5EF4-FFF2-40B4-BE49-F238E27FC236}">
                <a16:creationId xmlns:a16="http://schemas.microsoft.com/office/drawing/2014/main" id="{5AE5C7C4-AFFB-E63C-0A73-26C0E28DC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0" y="4364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3" name="Line 36">
            <a:extLst>
              <a:ext uri="{FF2B5EF4-FFF2-40B4-BE49-F238E27FC236}">
                <a16:creationId xmlns:a16="http://schemas.microsoft.com/office/drawing/2014/main" id="{73D2497D-5DCC-9482-8529-480F8C133D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3750" y="4211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4" name="Rectangle 37" descr="白色大理石">
            <a:extLst>
              <a:ext uri="{FF2B5EF4-FFF2-40B4-BE49-F238E27FC236}">
                <a16:creationId xmlns:a16="http://schemas.microsoft.com/office/drawing/2014/main" id="{FE6305AC-D931-195C-4CE9-941BBC8E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4364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25" name="Line 38">
            <a:extLst>
              <a:ext uri="{FF2B5EF4-FFF2-40B4-BE49-F238E27FC236}">
                <a16:creationId xmlns:a16="http://schemas.microsoft.com/office/drawing/2014/main" id="{2BF45D22-AA7B-E8AA-4132-47F724545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2950" y="4364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6" name="Line 39">
            <a:extLst>
              <a:ext uri="{FF2B5EF4-FFF2-40B4-BE49-F238E27FC236}">
                <a16:creationId xmlns:a16="http://schemas.microsoft.com/office/drawing/2014/main" id="{71685920-D873-4F17-E9DB-2C198A14AB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950" y="4211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7" name="Rectangle 40" descr="白色大理石">
            <a:extLst>
              <a:ext uri="{FF2B5EF4-FFF2-40B4-BE49-F238E27FC236}">
                <a16:creationId xmlns:a16="http://schemas.microsoft.com/office/drawing/2014/main" id="{34DE92F0-32AF-CC32-8DD3-BF6ACBED6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4364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28" name="Line 41">
            <a:extLst>
              <a:ext uri="{FF2B5EF4-FFF2-40B4-BE49-F238E27FC236}">
                <a16:creationId xmlns:a16="http://schemas.microsoft.com/office/drawing/2014/main" id="{224F2C91-14C7-F96B-F446-769DCB10E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0" y="4364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29" name="Line 42">
            <a:extLst>
              <a:ext uri="{FF2B5EF4-FFF2-40B4-BE49-F238E27FC236}">
                <a16:creationId xmlns:a16="http://schemas.microsoft.com/office/drawing/2014/main" id="{50E4235C-6620-822B-1C5A-59B0647AF0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2150" y="4211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0" name="Rectangle 43" descr="白色大理石">
            <a:extLst>
              <a:ext uri="{FF2B5EF4-FFF2-40B4-BE49-F238E27FC236}">
                <a16:creationId xmlns:a16="http://schemas.microsoft.com/office/drawing/2014/main" id="{40FF2B7F-0383-D9E5-E38F-A77E039C7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4364038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31" name="Line 44">
            <a:extLst>
              <a:ext uri="{FF2B5EF4-FFF2-40B4-BE49-F238E27FC236}">
                <a16:creationId xmlns:a16="http://schemas.microsoft.com/office/drawing/2014/main" id="{C6D39FD5-7D3D-FC56-A128-1F3E74527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1350" y="43640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2" name="Line 45">
            <a:extLst>
              <a:ext uri="{FF2B5EF4-FFF2-40B4-BE49-F238E27FC236}">
                <a16:creationId xmlns:a16="http://schemas.microsoft.com/office/drawing/2014/main" id="{4958694D-C6DE-DFD9-4436-3F164380C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1350" y="42116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3" name="Line 46">
            <a:extLst>
              <a:ext uri="{FF2B5EF4-FFF2-40B4-BE49-F238E27FC236}">
                <a16:creationId xmlns:a16="http://schemas.microsoft.com/office/drawing/2014/main" id="{C68507A0-E6A1-ED92-3944-A6A145364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0" y="4530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4" name="Line 47">
            <a:extLst>
              <a:ext uri="{FF2B5EF4-FFF2-40B4-BE49-F238E27FC236}">
                <a16:creationId xmlns:a16="http://schemas.microsoft.com/office/drawing/2014/main" id="{D7C9D9FF-961A-9FE1-D66A-7A60895D7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0950" y="4530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5" name="Line 48">
            <a:extLst>
              <a:ext uri="{FF2B5EF4-FFF2-40B4-BE49-F238E27FC236}">
                <a16:creationId xmlns:a16="http://schemas.microsoft.com/office/drawing/2014/main" id="{FA0CD9AE-0710-7387-5C5A-1F56935D0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0150" y="4530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6" name="Line 49">
            <a:extLst>
              <a:ext uri="{FF2B5EF4-FFF2-40B4-BE49-F238E27FC236}">
                <a16:creationId xmlns:a16="http://schemas.microsoft.com/office/drawing/2014/main" id="{42A03385-BB9E-0D29-2ECA-E436F026D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9350" y="4530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7" name="Line 50">
            <a:extLst>
              <a:ext uri="{FF2B5EF4-FFF2-40B4-BE49-F238E27FC236}">
                <a16:creationId xmlns:a16="http://schemas.microsoft.com/office/drawing/2014/main" id="{E895BBC5-1B63-74BA-E34B-BB14D9E81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45307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8" name="Line 51">
            <a:extLst>
              <a:ext uri="{FF2B5EF4-FFF2-40B4-BE49-F238E27FC236}">
                <a16:creationId xmlns:a16="http://schemas.microsoft.com/office/drawing/2014/main" id="{3F36E8DE-F624-37BE-E33D-07B9EF452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0150" y="468312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9" name="Line 52">
            <a:extLst>
              <a:ext uri="{FF2B5EF4-FFF2-40B4-BE49-F238E27FC236}">
                <a16:creationId xmlns:a16="http://schemas.microsoft.com/office/drawing/2014/main" id="{CCD8536C-BEDA-3666-881B-AC43839BB4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28750" y="4059238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40" name="Line 53">
            <a:extLst>
              <a:ext uri="{FF2B5EF4-FFF2-40B4-BE49-F238E27FC236}">
                <a16:creationId xmlns:a16="http://schemas.microsoft.com/office/drawing/2014/main" id="{80D47FF1-980A-6F76-40DD-DAB7E4FC5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4059238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41" name="Line 54">
            <a:extLst>
              <a:ext uri="{FF2B5EF4-FFF2-40B4-BE49-F238E27FC236}">
                <a16:creationId xmlns:a16="http://schemas.microsoft.com/office/drawing/2014/main" id="{FB23F6D8-F7A7-F2B9-5ACE-C5DAFE9C8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3350" y="4059238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42" name="Line 55">
            <a:extLst>
              <a:ext uri="{FF2B5EF4-FFF2-40B4-BE49-F238E27FC236}">
                <a16:creationId xmlns:a16="http://schemas.microsoft.com/office/drawing/2014/main" id="{A02CFA95-9B28-8369-6D7F-8D4A9D1E8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8550" y="45307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43" name="Text Box 56">
            <a:extLst>
              <a:ext uri="{FF2B5EF4-FFF2-40B4-BE49-F238E27FC236}">
                <a16:creationId xmlns:a16="http://schemas.microsoft.com/office/drawing/2014/main" id="{E7FA4D3F-B5E8-2D47-044E-24C2E0FAE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437832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44" name="Text Box 57">
            <a:extLst>
              <a:ext uri="{FF2B5EF4-FFF2-40B4-BE49-F238E27FC236}">
                <a16:creationId xmlns:a16="http://schemas.microsoft.com/office/drawing/2014/main" id="{874FC10D-EA69-00D5-3125-AD71733D6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550" y="207803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45" name="Text Box 58">
            <a:extLst>
              <a:ext uri="{FF2B5EF4-FFF2-40B4-BE49-F238E27FC236}">
                <a16:creationId xmlns:a16="http://schemas.microsoft.com/office/drawing/2014/main" id="{63D368F7-5C4F-A5C2-9A5D-248EC4CAD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550" y="43783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46" name="Text Box 59">
            <a:extLst>
              <a:ext uri="{FF2B5EF4-FFF2-40B4-BE49-F238E27FC236}">
                <a16:creationId xmlns:a16="http://schemas.microsoft.com/office/drawing/2014/main" id="{4E258AE4-2E9F-D767-1322-7912FF40D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207803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47" name="Text Box 60">
            <a:extLst>
              <a:ext uri="{FF2B5EF4-FFF2-40B4-BE49-F238E27FC236}">
                <a16:creationId xmlns:a16="http://schemas.microsoft.com/office/drawing/2014/main" id="{1F579E6E-95C1-6941-FE79-66012C1A4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43783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48" name="Text Box 61">
            <a:extLst>
              <a:ext uri="{FF2B5EF4-FFF2-40B4-BE49-F238E27FC236}">
                <a16:creationId xmlns:a16="http://schemas.microsoft.com/office/drawing/2014/main" id="{6515C6C6-8ADE-8A74-2368-F017BC3A2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207803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49" name="Text Box 62">
            <a:extLst>
              <a:ext uri="{FF2B5EF4-FFF2-40B4-BE49-F238E27FC236}">
                <a16:creationId xmlns:a16="http://schemas.microsoft.com/office/drawing/2014/main" id="{0FF11A89-6D47-2A3F-762C-AF71EDB9C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43783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0" name="Text Box 63">
            <a:extLst>
              <a:ext uri="{FF2B5EF4-FFF2-40B4-BE49-F238E27FC236}">
                <a16:creationId xmlns:a16="http://schemas.microsoft.com/office/drawing/2014/main" id="{014199F8-FAA9-3967-9087-856A35D7F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150" y="2078038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57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1" name="Text Box 64">
            <a:extLst>
              <a:ext uri="{FF2B5EF4-FFF2-40B4-BE49-F238E27FC236}">
                <a16:creationId xmlns:a16="http://schemas.microsoft.com/office/drawing/2014/main" id="{ECE92C97-0547-C95A-FE27-33FC1A7FD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150" y="43783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57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2" name="Text Box 65">
            <a:extLst>
              <a:ext uri="{FF2B5EF4-FFF2-40B4-BE49-F238E27FC236}">
                <a16:creationId xmlns:a16="http://schemas.microsoft.com/office/drawing/2014/main" id="{A25A3004-83E2-6EA7-FFFA-DC103217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2870200"/>
            <a:ext cx="1374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搜索</a:t>
            </a:r>
            <a:r>
              <a:rPr kumimoji="1" lang="en-US" altLang="zh-CN" sz="3200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15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3" name="Line 66">
            <a:extLst>
              <a:ext uri="{FF2B5EF4-FFF2-40B4-BE49-F238E27FC236}">
                <a16:creationId xmlns:a16="http://schemas.microsoft.com/office/drawing/2014/main" id="{F43D6422-DFD3-844E-9C49-B38D43171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5150" y="261143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54" name="Line 67">
            <a:extLst>
              <a:ext uri="{FF2B5EF4-FFF2-40B4-BE49-F238E27FC236}">
                <a16:creationId xmlns:a16="http://schemas.microsoft.com/office/drawing/2014/main" id="{4A156B47-051C-828D-DE48-B3B434171D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4350" y="261143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55" name="Line 68">
            <a:extLst>
              <a:ext uri="{FF2B5EF4-FFF2-40B4-BE49-F238E27FC236}">
                <a16:creationId xmlns:a16="http://schemas.microsoft.com/office/drawing/2014/main" id="{434769B8-B39A-A125-4287-A0146C2C8B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3550" y="261143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56" name="Text Box 69">
            <a:extLst>
              <a:ext uri="{FF2B5EF4-FFF2-40B4-BE49-F238E27FC236}">
                <a16:creationId xmlns:a16="http://schemas.microsoft.com/office/drawing/2014/main" id="{0451C11E-7493-F30B-B8D0-AC1B8CB04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4363" y="2535238"/>
            <a:ext cx="407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7" name="Text Box 70">
            <a:extLst>
              <a:ext uri="{FF2B5EF4-FFF2-40B4-BE49-F238E27FC236}">
                <a16:creationId xmlns:a16="http://schemas.microsoft.com/office/drawing/2014/main" id="{69D8B68F-FD92-F2BE-F157-67BBF3121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563" y="2535238"/>
            <a:ext cx="407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8" name="Text Box 71">
            <a:extLst>
              <a:ext uri="{FF2B5EF4-FFF2-40B4-BE49-F238E27FC236}">
                <a16:creationId xmlns:a16="http://schemas.microsoft.com/office/drawing/2014/main" id="{071214C4-E842-E558-CD6A-2BB81F86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2625725"/>
            <a:ext cx="379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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59" name="Text Box 72">
            <a:extLst>
              <a:ext uri="{FF2B5EF4-FFF2-40B4-BE49-F238E27FC236}">
                <a16:creationId xmlns:a16="http://schemas.microsoft.com/office/drawing/2014/main" id="{4D2129EC-CEA8-9BF0-A794-A3E014BB1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5842000"/>
            <a:ext cx="1374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搜索</a:t>
            </a:r>
            <a:r>
              <a:rPr kumimoji="1" lang="en-US" altLang="zh-CN" sz="3200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25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60" name="Line 73">
            <a:extLst>
              <a:ext uri="{FF2B5EF4-FFF2-40B4-BE49-F238E27FC236}">
                <a16:creationId xmlns:a16="http://schemas.microsoft.com/office/drawing/2014/main" id="{F7EB2E67-6617-589D-1B77-325CC71FC7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5150" y="49276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61" name="Text Box 74">
            <a:extLst>
              <a:ext uri="{FF2B5EF4-FFF2-40B4-BE49-F238E27FC236}">
                <a16:creationId xmlns:a16="http://schemas.microsoft.com/office/drawing/2014/main" id="{0B65B9F7-FF67-F728-A402-DFA4CA6F2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4363" y="4821238"/>
            <a:ext cx="407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62" name="Line 75">
            <a:extLst>
              <a:ext uri="{FF2B5EF4-FFF2-40B4-BE49-F238E27FC236}">
                <a16:creationId xmlns:a16="http://schemas.microsoft.com/office/drawing/2014/main" id="{8AFD546D-FE8F-24E9-904D-5495026419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4350" y="49276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63" name="Text Box 76">
            <a:extLst>
              <a:ext uri="{FF2B5EF4-FFF2-40B4-BE49-F238E27FC236}">
                <a16:creationId xmlns:a16="http://schemas.microsoft.com/office/drawing/2014/main" id="{75EA52DF-63A1-A687-5323-5E96D5795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563" y="4821238"/>
            <a:ext cx="407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64" name="Line 77">
            <a:extLst>
              <a:ext uri="{FF2B5EF4-FFF2-40B4-BE49-F238E27FC236}">
                <a16:creationId xmlns:a16="http://schemas.microsoft.com/office/drawing/2014/main" id="{B5374A9F-6373-5C20-9424-FA398064C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3550" y="49276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65" name="Text Box 78">
            <a:extLst>
              <a:ext uri="{FF2B5EF4-FFF2-40B4-BE49-F238E27FC236}">
                <a16:creationId xmlns:a16="http://schemas.microsoft.com/office/drawing/2014/main" id="{C4FC413E-B518-760F-27F9-1AA371FF2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4821238"/>
            <a:ext cx="407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66" name="Line 79">
            <a:extLst>
              <a:ext uri="{FF2B5EF4-FFF2-40B4-BE49-F238E27FC236}">
                <a16:creationId xmlns:a16="http://schemas.microsoft.com/office/drawing/2014/main" id="{40DFC897-4E77-3D3D-56AB-B3C7199FD6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2750" y="49276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67" name="Text Box 80">
            <a:extLst>
              <a:ext uri="{FF2B5EF4-FFF2-40B4-BE49-F238E27FC236}">
                <a16:creationId xmlns:a16="http://schemas.microsoft.com/office/drawing/2014/main" id="{F8EBBC37-0BBD-FE95-6582-660625EF8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963" y="4821238"/>
            <a:ext cx="407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68" name="Text Box 81">
            <a:extLst>
              <a:ext uri="{FF2B5EF4-FFF2-40B4-BE49-F238E27FC236}">
                <a16:creationId xmlns:a16="http://schemas.microsoft.com/office/drawing/2014/main" id="{20B0DBC7-21CC-E7A0-2E47-F18201D46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350" y="2930525"/>
            <a:ext cx="1328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69" name="Text Box 82">
            <a:extLst>
              <a:ext uri="{FF2B5EF4-FFF2-40B4-BE49-F238E27FC236}">
                <a16:creationId xmlns:a16="http://schemas.microsoft.com/office/drawing/2014/main" id="{9E73C4BB-8478-E494-DAC3-872C829A5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2916238"/>
            <a:ext cx="132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0" name="Text Box 83">
            <a:extLst>
              <a:ext uri="{FF2B5EF4-FFF2-40B4-BE49-F238E27FC236}">
                <a16:creationId xmlns:a16="http://schemas.microsoft.com/office/drawing/2014/main" id="{B25923AB-1144-985F-A95B-7ED753C3B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2916238"/>
            <a:ext cx="132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1" name="Text Box 84">
            <a:extLst>
              <a:ext uri="{FF2B5EF4-FFF2-40B4-BE49-F238E27FC236}">
                <a16:creationId xmlns:a16="http://schemas.microsoft.com/office/drawing/2014/main" id="{AC2C8E9C-382B-00CC-FAC0-B006559DA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350" y="5292725"/>
            <a:ext cx="1328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2" name="Text Box 85">
            <a:extLst>
              <a:ext uri="{FF2B5EF4-FFF2-40B4-BE49-F238E27FC236}">
                <a16:creationId xmlns:a16="http://schemas.microsoft.com/office/drawing/2014/main" id="{300439E8-486D-05FC-7905-DD3564512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5278438"/>
            <a:ext cx="132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3" name="Text Box 86">
            <a:extLst>
              <a:ext uri="{FF2B5EF4-FFF2-40B4-BE49-F238E27FC236}">
                <a16:creationId xmlns:a16="http://schemas.microsoft.com/office/drawing/2014/main" id="{E3FAAE85-2E7B-94B7-F3C1-D46623188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5278438"/>
            <a:ext cx="132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4" name="Text Box 87">
            <a:extLst>
              <a:ext uri="{FF2B5EF4-FFF2-40B4-BE49-F238E27FC236}">
                <a16:creationId xmlns:a16="http://schemas.microsoft.com/office/drawing/2014/main" id="{FAC3ABE6-3784-E4CE-25AA-EBBBDD184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5278438"/>
            <a:ext cx="1328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5" name="Line 88">
            <a:extLst>
              <a:ext uri="{FF2B5EF4-FFF2-40B4-BE49-F238E27FC236}">
                <a16:creationId xmlns:a16="http://schemas.microsoft.com/office/drawing/2014/main" id="{8D7425D3-6BDA-0848-8E37-1745350F38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5950" y="4927600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76" name="Text Box 89">
            <a:extLst>
              <a:ext uri="{FF2B5EF4-FFF2-40B4-BE49-F238E27FC236}">
                <a16:creationId xmlns:a16="http://schemas.microsoft.com/office/drawing/2014/main" id="{5390C008-B7B8-2642-6B70-D3C8E58EC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5292725"/>
            <a:ext cx="1328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77" name="标题 2">
            <a:extLst>
              <a:ext uri="{FF2B5EF4-FFF2-40B4-BE49-F238E27FC236}">
                <a16:creationId xmlns:a16="http://schemas.microsoft.com/office/drawing/2014/main" id="{973F98A9-D231-A8AC-A29D-9259DAF42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循环链表的搜索算法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3ACF15-E5DC-CE83-1DF3-3760C4AA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58C8FB-C7CA-465D-954C-4C02D4C66193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>
            <a:extLst>
              <a:ext uri="{FF2B5EF4-FFF2-40B4-BE49-F238E27FC236}">
                <a16:creationId xmlns:a16="http://schemas.microsoft.com/office/drawing/2014/main" id="{298DF079-38DC-E77F-547D-900F0B668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0973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5" name="Line 5">
            <a:extLst>
              <a:ext uri="{FF2B5EF4-FFF2-40B4-BE49-F238E27FC236}">
                <a16:creationId xmlns:a16="http://schemas.microsoft.com/office/drawing/2014/main" id="{1C9CD076-5EDE-60C0-3AB6-AF2A51B64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688" y="40973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EA800A09-F238-55A0-1A93-B0A85CE8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5451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7" name="Line 7">
            <a:extLst>
              <a:ext uri="{FF2B5EF4-FFF2-40B4-BE49-F238E27FC236}">
                <a16:creationId xmlns:a16="http://schemas.microsoft.com/office/drawing/2014/main" id="{2F62F9DD-5441-DADC-6EC6-F6C910F16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9688" y="5773738"/>
            <a:ext cx="3810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8" name="Line 8">
            <a:extLst>
              <a:ext uri="{FF2B5EF4-FFF2-40B4-BE49-F238E27FC236}">
                <a16:creationId xmlns:a16="http://schemas.microsoft.com/office/drawing/2014/main" id="{2900E2BC-EEAD-7B3C-A1FF-8F5FEAF32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688" y="55451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9" name="Rectangle 9">
            <a:extLst>
              <a:ext uri="{FF2B5EF4-FFF2-40B4-BE49-F238E27FC236}">
                <a16:creationId xmlns:a16="http://schemas.microsoft.com/office/drawing/2014/main" id="{8461DB07-F59C-462C-9279-F21667ED6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55451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0" name="Line 10">
            <a:extLst>
              <a:ext uri="{FF2B5EF4-FFF2-40B4-BE49-F238E27FC236}">
                <a16:creationId xmlns:a16="http://schemas.microsoft.com/office/drawing/2014/main" id="{63E10C0C-9CD8-FF8D-83BD-8DF717A1E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55451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1" name="Line 11">
            <a:extLst>
              <a:ext uri="{FF2B5EF4-FFF2-40B4-BE49-F238E27FC236}">
                <a16:creationId xmlns:a16="http://schemas.microsoft.com/office/drawing/2014/main" id="{D37C66F8-98B6-DE03-A0F7-D2CA9BC64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7088" y="57737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2" name="Line 12">
            <a:extLst>
              <a:ext uri="{FF2B5EF4-FFF2-40B4-BE49-F238E27FC236}">
                <a16:creationId xmlns:a16="http://schemas.microsoft.com/office/drawing/2014/main" id="{1BB62162-B11C-7095-6B62-BAE062909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0488" y="57737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3" name="Line 13">
            <a:extLst>
              <a:ext uri="{FF2B5EF4-FFF2-40B4-BE49-F238E27FC236}">
                <a16:creationId xmlns:a16="http://schemas.microsoft.com/office/drawing/2014/main" id="{63C14B9A-455C-34BD-235A-C2F0A4BB8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5288" y="5773738"/>
            <a:ext cx="3810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4" name="Rectangle 14">
            <a:extLst>
              <a:ext uri="{FF2B5EF4-FFF2-40B4-BE49-F238E27FC236}">
                <a16:creationId xmlns:a16="http://schemas.microsoft.com/office/drawing/2014/main" id="{2CDBA600-8803-2080-ABE2-DC1DD0BF9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55451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5" name="Line 15">
            <a:extLst>
              <a:ext uri="{FF2B5EF4-FFF2-40B4-BE49-F238E27FC236}">
                <a16:creationId xmlns:a16="http://schemas.microsoft.com/office/drawing/2014/main" id="{8C909E8A-C165-BC1A-FE25-5892FBF25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1088" y="55451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6" name="Rectangle 16">
            <a:extLst>
              <a:ext uri="{FF2B5EF4-FFF2-40B4-BE49-F238E27FC236}">
                <a16:creationId xmlns:a16="http://schemas.microsoft.com/office/drawing/2014/main" id="{8F667EFD-5174-C912-21FC-8B621867D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55451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7" name="Line 17">
            <a:extLst>
              <a:ext uri="{FF2B5EF4-FFF2-40B4-BE49-F238E27FC236}">
                <a16:creationId xmlns:a16="http://schemas.microsoft.com/office/drawing/2014/main" id="{8E714837-8D76-E111-C5C8-606401267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1288" y="5773738"/>
            <a:ext cx="609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8" name="Line 18">
            <a:extLst>
              <a:ext uri="{FF2B5EF4-FFF2-40B4-BE49-F238E27FC236}">
                <a16:creationId xmlns:a16="http://schemas.microsoft.com/office/drawing/2014/main" id="{E01B6113-B282-A630-03ED-B0A6AD74C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55451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9" name="Rectangle 19">
            <a:extLst>
              <a:ext uri="{FF2B5EF4-FFF2-40B4-BE49-F238E27FC236}">
                <a16:creationId xmlns:a16="http://schemas.microsoft.com/office/drawing/2014/main" id="{53624DB3-A34D-C364-482E-28D62351F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55451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30" name="Line 20">
            <a:extLst>
              <a:ext uri="{FF2B5EF4-FFF2-40B4-BE49-F238E27FC236}">
                <a16:creationId xmlns:a16="http://schemas.microsoft.com/office/drawing/2014/main" id="{DB1BED9F-8F46-4AFA-02DE-275F618B1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1888" y="55451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1" name="Line 21">
            <a:extLst>
              <a:ext uri="{FF2B5EF4-FFF2-40B4-BE49-F238E27FC236}">
                <a16:creationId xmlns:a16="http://schemas.microsoft.com/office/drawing/2014/main" id="{847B7DC7-E347-58F2-7146-77206B39F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4288" y="57737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2" name="Line 22">
            <a:extLst>
              <a:ext uri="{FF2B5EF4-FFF2-40B4-BE49-F238E27FC236}">
                <a16:creationId xmlns:a16="http://schemas.microsoft.com/office/drawing/2014/main" id="{16E74D68-F98B-0889-BC0D-AD4CA1E04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7688" y="57737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3" name="Line 23">
            <a:extLst>
              <a:ext uri="{FF2B5EF4-FFF2-40B4-BE49-F238E27FC236}">
                <a16:creationId xmlns:a16="http://schemas.microsoft.com/office/drawing/2014/main" id="{E4478073-5D6B-1C44-4079-97764C643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4088" y="5773738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4" name="Line 24">
            <a:extLst>
              <a:ext uri="{FF2B5EF4-FFF2-40B4-BE49-F238E27FC236}">
                <a16:creationId xmlns:a16="http://schemas.microsoft.com/office/drawing/2014/main" id="{59256402-08DF-F47F-E7F3-2B9AA0A9C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4088" y="6230938"/>
            <a:ext cx="3352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5" name="Line 25">
            <a:extLst>
              <a:ext uri="{FF2B5EF4-FFF2-40B4-BE49-F238E27FC236}">
                <a16:creationId xmlns:a16="http://schemas.microsoft.com/office/drawing/2014/main" id="{4462673E-1B07-BE23-7374-B4F48CABDB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76888" y="5849938"/>
            <a:ext cx="38100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6" name="Text Box 26">
            <a:extLst>
              <a:ext uri="{FF2B5EF4-FFF2-40B4-BE49-F238E27FC236}">
                <a16:creationId xmlns:a16="http://schemas.microsoft.com/office/drawing/2014/main" id="{D044823F-237E-C815-548A-56EB15E49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5459413"/>
            <a:ext cx="8159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7" name="Text Box 27">
            <a:extLst>
              <a:ext uri="{FF2B5EF4-FFF2-40B4-BE49-F238E27FC236}">
                <a16:creationId xmlns:a16="http://schemas.microsoft.com/office/drawing/2014/main" id="{BB70D0B8-80FD-328A-A442-4AEBD123A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3" y="5392738"/>
            <a:ext cx="5397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av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8" name="Line 28">
            <a:extLst>
              <a:ext uri="{FF2B5EF4-FFF2-40B4-BE49-F238E27FC236}">
                <a16:creationId xmlns:a16="http://schemas.microsoft.com/office/drawing/2014/main" id="{DD368B4C-0DD3-2BBB-B86B-9312A4A64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9288" y="5697538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39" name="Line 29">
            <a:extLst>
              <a:ext uri="{FF2B5EF4-FFF2-40B4-BE49-F238E27FC236}">
                <a16:creationId xmlns:a16="http://schemas.microsoft.com/office/drawing/2014/main" id="{331E594C-B9C7-45C0-33FC-13F98956D4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1688" y="5392738"/>
            <a:ext cx="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0" name="Line 30">
            <a:extLst>
              <a:ext uri="{FF2B5EF4-FFF2-40B4-BE49-F238E27FC236}">
                <a16:creationId xmlns:a16="http://schemas.microsoft.com/office/drawing/2014/main" id="{D265D497-E851-A481-2612-8888502D45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8888" y="5392738"/>
            <a:ext cx="3352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1" name="Line 31">
            <a:extLst>
              <a:ext uri="{FF2B5EF4-FFF2-40B4-BE49-F238E27FC236}">
                <a16:creationId xmlns:a16="http://schemas.microsoft.com/office/drawing/2014/main" id="{B3379CFF-73F4-B537-050D-9572B7945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8888" y="56213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2" name="Line 32">
            <a:extLst>
              <a:ext uri="{FF2B5EF4-FFF2-40B4-BE49-F238E27FC236}">
                <a16:creationId xmlns:a16="http://schemas.microsoft.com/office/drawing/2014/main" id="{CF984808-7C87-23D0-B3AF-79BA069EEC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8888" y="5392738"/>
            <a:ext cx="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3" name="Line 33">
            <a:extLst>
              <a:ext uri="{FF2B5EF4-FFF2-40B4-BE49-F238E27FC236}">
                <a16:creationId xmlns:a16="http://schemas.microsoft.com/office/drawing/2014/main" id="{88A7E92A-20CB-E97B-3565-9D7E78EC15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3488" y="5164138"/>
            <a:ext cx="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4" name="Line 34">
            <a:extLst>
              <a:ext uri="{FF2B5EF4-FFF2-40B4-BE49-F238E27FC236}">
                <a16:creationId xmlns:a16="http://schemas.microsoft.com/office/drawing/2014/main" id="{C899ABD2-9697-77CF-A441-6C24423DC9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5888" y="56213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5" name="Line 35">
            <a:extLst>
              <a:ext uri="{FF2B5EF4-FFF2-40B4-BE49-F238E27FC236}">
                <a16:creationId xmlns:a16="http://schemas.microsoft.com/office/drawing/2014/main" id="{45B33683-A323-2918-0B70-BD435FA2A5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5888" y="5164138"/>
            <a:ext cx="3657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6" name="Line 36">
            <a:extLst>
              <a:ext uri="{FF2B5EF4-FFF2-40B4-BE49-F238E27FC236}">
                <a16:creationId xmlns:a16="http://schemas.microsoft.com/office/drawing/2014/main" id="{F1B24CDA-6B7B-B826-E8C6-1CB80ADC4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5888" y="5164138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7" name="Line 37">
            <a:extLst>
              <a:ext uri="{FF2B5EF4-FFF2-40B4-BE49-F238E27FC236}">
                <a16:creationId xmlns:a16="http://schemas.microsoft.com/office/drawing/2014/main" id="{51BC19D9-0BE1-6224-7E95-F049D4626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4088" y="43259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8" name="Line 38">
            <a:extLst>
              <a:ext uri="{FF2B5EF4-FFF2-40B4-BE49-F238E27FC236}">
                <a16:creationId xmlns:a16="http://schemas.microsoft.com/office/drawing/2014/main" id="{47327CF4-66C2-E36D-584E-8F046480F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9688" y="4325938"/>
            <a:ext cx="3810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49" name="Rectangle 39">
            <a:extLst>
              <a:ext uri="{FF2B5EF4-FFF2-40B4-BE49-F238E27FC236}">
                <a16:creationId xmlns:a16="http://schemas.microsoft.com/office/drawing/2014/main" id="{5FD42F71-37DE-4A13-0AC5-18449B8FB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488" y="40973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50" name="Line 40">
            <a:extLst>
              <a:ext uri="{FF2B5EF4-FFF2-40B4-BE49-F238E27FC236}">
                <a16:creationId xmlns:a16="http://schemas.microsoft.com/office/drawing/2014/main" id="{DD3019F8-C55A-550B-572D-BEEEC7850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40973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1" name="Line 41">
            <a:extLst>
              <a:ext uri="{FF2B5EF4-FFF2-40B4-BE49-F238E27FC236}">
                <a16:creationId xmlns:a16="http://schemas.microsoft.com/office/drawing/2014/main" id="{1F1F54F6-D4D6-3067-867A-023021C26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43259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2" name="Line 42">
            <a:extLst>
              <a:ext uri="{FF2B5EF4-FFF2-40B4-BE49-F238E27FC236}">
                <a16:creationId xmlns:a16="http://schemas.microsoft.com/office/drawing/2014/main" id="{82EF8396-4A63-F1D4-8808-9A6F014E4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4288" y="43259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3" name="Line 43">
            <a:extLst>
              <a:ext uri="{FF2B5EF4-FFF2-40B4-BE49-F238E27FC236}">
                <a16:creationId xmlns:a16="http://schemas.microsoft.com/office/drawing/2014/main" id="{333B283C-4BC7-1613-5DB1-EE6116F0E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8" y="43259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4" name="Rectangle 44">
            <a:extLst>
              <a:ext uri="{FF2B5EF4-FFF2-40B4-BE49-F238E27FC236}">
                <a16:creationId xmlns:a16="http://schemas.microsoft.com/office/drawing/2014/main" id="{D00A1B75-51A1-D061-1BF4-9387CEB24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40973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55" name="Line 45">
            <a:extLst>
              <a:ext uri="{FF2B5EF4-FFF2-40B4-BE49-F238E27FC236}">
                <a16:creationId xmlns:a16="http://schemas.microsoft.com/office/drawing/2014/main" id="{F480B4F2-EB00-1CF1-2DA0-098755279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4888" y="40973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6" name="Rectangle 46">
            <a:extLst>
              <a:ext uri="{FF2B5EF4-FFF2-40B4-BE49-F238E27FC236}">
                <a16:creationId xmlns:a16="http://schemas.microsoft.com/office/drawing/2014/main" id="{8C347904-761E-4456-4781-3A5ECC1BF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40973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57" name="Line 47">
            <a:extLst>
              <a:ext uri="{FF2B5EF4-FFF2-40B4-BE49-F238E27FC236}">
                <a16:creationId xmlns:a16="http://schemas.microsoft.com/office/drawing/2014/main" id="{B23A92F9-048B-B4E6-1443-811662039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1288" y="4325938"/>
            <a:ext cx="609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8" name="Line 48">
            <a:extLst>
              <a:ext uri="{FF2B5EF4-FFF2-40B4-BE49-F238E27FC236}">
                <a16:creationId xmlns:a16="http://schemas.microsoft.com/office/drawing/2014/main" id="{23A3A18D-6B03-EB21-E458-C3AFF421F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40973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9" name="Rectangle 49">
            <a:extLst>
              <a:ext uri="{FF2B5EF4-FFF2-40B4-BE49-F238E27FC236}">
                <a16:creationId xmlns:a16="http://schemas.microsoft.com/office/drawing/2014/main" id="{6887B7CF-176D-B50C-4E14-A201B35C3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4097338"/>
            <a:ext cx="6858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60" name="Line 50">
            <a:extLst>
              <a:ext uri="{FF2B5EF4-FFF2-40B4-BE49-F238E27FC236}">
                <a16:creationId xmlns:a16="http://schemas.microsoft.com/office/drawing/2014/main" id="{7AE5384B-A9F5-51C0-6BE9-FC6848C67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1888" y="40973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1" name="Line 51">
            <a:extLst>
              <a:ext uri="{FF2B5EF4-FFF2-40B4-BE49-F238E27FC236}">
                <a16:creationId xmlns:a16="http://schemas.microsoft.com/office/drawing/2014/main" id="{4974C9C8-A1DC-9789-94DF-CE1DB9D9C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4288" y="43259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2" name="Line 52">
            <a:extLst>
              <a:ext uri="{FF2B5EF4-FFF2-40B4-BE49-F238E27FC236}">
                <a16:creationId xmlns:a16="http://schemas.microsoft.com/office/drawing/2014/main" id="{9741445C-057B-F1AB-A1E8-ABA5E99BC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7688" y="43259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3" name="Text Box 53">
            <a:extLst>
              <a:ext uri="{FF2B5EF4-FFF2-40B4-BE49-F238E27FC236}">
                <a16:creationId xmlns:a16="http://schemas.microsoft.com/office/drawing/2014/main" id="{7C11D12C-39DE-0C11-1ABF-6DD224BE8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4011613"/>
            <a:ext cx="8159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64" name="Text Box 54">
            <a:extLst>
              <a:ext uri="{FF2B5EF4-FFF2-40B4-BE49-F238E27FC236}">
                <a16:creationId xmlns:a16="http://schemas.microsoft.com/office/drawing/2014/main" id="{317CDF7C-C9E8-2469-1417-344BDBA6A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4021138"/>
            <a:ext cx="5397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av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65" name="Line 55">
            <a:extLst>
              <a:ext uri="{FF2B5EF4-FFF2-40B4-BE49-F238E27FC236}">
                <a16:creationId xmlns:a16="http://schemas.microsoft.com/office/drawing/2014/main" id="{3659D99F-5C30-4FFF-CD3F-4A0EBAD1C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9288" y="4325938"/>
            <a:ext cx="228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6" name="Line 56">
            <a:extLst>
              <a:ext uri="{FF2B5EF4-FFF2-40B4-BE49-F238E27FC236}">
                <a16:creationId xmlns:a16="http://schemas.microsoft.com/office/drawing/2014/main" id="{0C296199-6603-6E48-A9C6-FD1AE0E459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288" y="3868738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7" name="Line 57">
            <a:extLst>
              <a:ext uri="{FF2B5EF4-FFF2-40B4-BE49-F238E27FC236}">
                <a16:creationId xmlns:a16="http://schemas.microsoft.com/office/drawing/2014/main" id="{5F961F6E-170C-B0AE-AF51-979B9E04B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5888" y="41735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8" name="Line 58">
            <a:extLst>
              <a:ext uri="{FF2B5EF4-FFF2-40B4-BE49-F238E27FC236}">
                <a16:creationId xmlns:a16="http://schemas.microsoft.com/office/drawing/2014/main" id="{49181809-5239-282A-F68A-545C18FA16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5888" y="3868738"/>
            <a:ext cx="3581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69" name="Line 59">
            <a:extLst>
              <a:ext uri="{FF2B5EF4-FFF2-40B4-BE49-F238E27FC236}">
                <a16:creationId xmlns:a16="http://schemas.microsoft.com/office/drawing/2014/main" id="{E77B3DFB-3025-5967-D73F-89F1B3709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5888" y="3868738"/>
            <a:ext cx="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70" name="Text Box 60">
            <a:extLst>
              <a:ext uri="{FF2B5EF4-FFF2-40B4-BE49-F238E27FC236}">
                <a16:creationId xmlns:a16="http://schemas.microsoft.com/office/drawing/2014/main" id="{B936A05A-3B46-F85E-36FD-84FF98196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3427413"/>
            <a:ext cx="1250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回收前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71" name="Text Box 61">
            <a:extLst>
              <a:ext uri="{FF2B5EF4-FFF2-40B4-BE49-F238E27FC236}">
                <a16:creationId xmlns:a16="http://schemas.microsoft.com/office/drawing/2014/main" id="{5733AAB3-CFDA-3F1A-423F-43D1FC6EA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4951413"/>
            <a:ext cx="1250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回收后</a:t>
            </a:r>
            <a:endParaRPr kumimoji="1" lang="zh-CN" altLang="en-US" sz="240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72" name="Line 62">
            <a:extLst>
              <a:ext uri="{FF2B5EF4-FFF2-40B4-BE49-F238E27FC236}">
                <a16:creationId xmlns:a16="http://schemas.microsoft.com/office/drawing/2014/main" id="{312333B2-F181-FD0F-5A00-018BD0AECF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6088" y="3640138"/>
            <a:ext cx="533400" cy="457200"/>
          </a:xfrm>
          <a:prstGeom prst="line">
            <a:avLst/>
          </a:prstGeom>
          <a:noFill/>
          <a:ln w="28575">
            <a:solidFill>
              <a:srgbClr val="339966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73" name="Text Box 63">
            <a:extLst>
              <a:ext uri="{FF2B5EF4-FFF2-40B4-BE49-F238E27FC236}">
                <a16:creationId xmlns:a16="http://schemas.microsoft.com/office/drawing/2014/main" id="{99F701B1-C4CD-A17D-073C-EABD460F0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259138"/>
            <a:ext cx="11699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second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74" name="标题 2">
            <a:extLst>
              <a:ext uri="{FF2B5EF4-FFF2-40B4-BE49-F238E27FC236}">
                <a16:creationId xmlns:a16="http://schemas.microsoft.com/office/drawing/2014/main" id="{3909EE25-430C-546E-4A48-DDA03D04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8047038" cy="1325563"/>
          </a:xfrm>
        </p:spPr>
        <p:txBody>
          <a:bodyPr/>
          <a:lstStyle/>
          <a:p>
            <a:r>
              <a:rPr lang="zh-CN" altLang="en-US"/>
              <a:t>利用可利用空间表回收循环链表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2FB26C-B750-CFF1-FB1D-79405C60A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866900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if ( first != NULL ) {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*second = first-&gt;link;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first-&gt;link = av;    av = second;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first = NULL;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ADB5C4-165C-D598-387B-8190254B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6E2EA7-A54B-4D48-BF10-68AF4C124749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>
            <a:extLst>
              <a:ext uri="{FF2B5EF4-FFF2-40B4-BE49-F238E27FC236}">
                <a16:creationId xmlns:a16="http://schemas.microsoft.com/office/drawing/2014/main" id="{E5FE51FC-8C36-150C-8DF8-D03DD26D2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665538"/>
            <a:ext cx="8382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Line 5">
            <a:extLst>
              <a:ext uri="{FF2B5EF4-FFF2-40B4-BE49-F238E27FC236}">
                <a16:creationId xmlns:a16="http://schemas.microsoft.com/office/drawing/2014/main" id="{7F49AAF6-EFF3-1C6B-AF79-789E47D1D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175" y="3894138"/>
            <a:ext cx="685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0" name="Line 6">
            <a:extLst>
              <a:ext uri="{FF2B5EF4-FFF2-40B4-BE49-F238E27FC236}">
                <a16:creationId xmlns:a16="http://schemas.microsoft.com/office/drawing/2014/main" id="{6341A867-5396-A127-0458-7EAFAE59D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3975" y="38941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1" name="Text Box 7">
            <a:extLst>
              <a:ext uri="{FF2B5EF4-FFF2-40B4-BE49-F238E27FC236}">
                <a16:creationId xmlns:a16="http://schemas.microsoft.com/office/drawing/2014/main" id="{C863FB96-B065-B1F2-879F-85BC7B96D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3532188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av</a:t>
            </a:r>
            <a:endParaRPr kumimoji="1" lang="en-US" altLang="zh-CN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2" name="Line 8">
            <a:extLst>
              <a:ext uri="{FF2B5EF4-FFF2-40B4-BE49-F238E27FC236}">
                <a16:creationId xmlns:a16="http://schemas.microsoft.com/office/drawing/2014/main" id="{84E01F46-245F-3D25-551B-28DACB082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0775" y="36655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3" name="Rectangle 9">
            <a:extLst>
              <a:ext uri="{FF2B5EF4-FFF2-40B4-BE49-F238E27FC236}">
                <a16:creationId xmlns:a16="http://schemas.microsoft.com/office/drawing/2014/main" id="{08DF5002-2BD8-F561-C503-86F7D73A3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3665538"/>
            <a:ext cx="8382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4" name="Line 10">
            <a:extLst>
              <a:ext uri="{FF2B5EF4-FFF2-40B4-BE49-F238E27FC236}">
                <a16:creationId xmlns:a16="http://schemas.microsoft.com/office/drawing/2014/main" id="{E8A0094A-9856-F2D6-D905-E67D67A391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75" y="36655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5" name="Line 11">
            <a:extLst>
              <a:ext uri="{FF2B5EF4-FFF2-40B4-BE49-F238E27FC236}">
                <a16:creationId xmlns:a16="http://schemas.microsoft.com/office/drawing/2014/main" id="{C413E318-370D-DAC0-3D16-29E3F3000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3894138"/>
            <a:ext cx="609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6" name="Line 12">
            <a:extLst>
              <a:ext uri="{FF2B5EF4-FFF2-40B4-BE49-F238E27FC236}">
                <a16:creationId xmlns:a16="http://schemas.microsoft.com/office/drawing/2014/main" id="{DF6012A6-12D5-896F-545F-F152F8A68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0575" y="38941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7" name="Rectangle 13">
            <a:extLst>
              <a:ext uri="{FF2B5EF4-FFF2-40B4-BE49-F238E27FC236}">
                <a16:creationId xmlns:a16="http://schemas.microsoft.com/office/drawing/2014/main" id="{49EC1AEF-545E-AECC-97B7-DADE56633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900" y="4960938"/>
            <a:ext cx="8382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8" name="Line 14">
            <a:extLst>
              <a:ext uri="{FF2B5EF4-FFF2-40B4-BE49-F238E27FC236}">
                <a16:creationId xmlns:a16="http://schemas.microsoft.com/office/drawing/2014/main" id="{37AA39D2-EC3F-4E92-DEE5-9F10626795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0375" y="49609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9" name="Line 15">
            <a:extLst>
              <a:ext uri="{FF2B5EF4-FFF2-40B4-BE49-F238E27FC236}">
                <a16:creationId xmlns:a16="http://schemas.microsoft.com/office/drawing/2014/main" id="{F70F4673-4B26-AC27-088F-F5E07AF638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51895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0" name="Rectangle 16">
            <a:extLst>
              <a:ext uri="{FF2B5EF4-FFF2-40B4-BE49-F238E27FC236}">
                <a16:creationId xmlns:a16="http://schemas.microsoft.com/office/drawing/2014/main" id="{89182D5B-0B3B-66E0-1B41-370264B65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4960938"/>
            <a:ext cx="838200" cy="4572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51" name="Text Box 17">
            <a:extLst>
              <a:ext uri="{FF2B5EF4-FFF2-40B4-BE49-F238E27FC236}">
                <a16:creationId xmlns:a16="http://schemas.microsoft.com/office/drawing/2014/main" id="{48E6F00C-0106-3100-02A8-E4C229D4D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418013"/>
            <a:ext cx="1528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endParaRPr kumimoji="1" lang="en-US" altLang="zh-CN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52" name="Line 18">
            <a:extLst>
              <a:ext uri="{FF2B5EF4-FFF2-40B4-BE49-F238E27FC236}">
                <a16:creationId xmlns:a16="http://schemas.microsoft.com/office/drawing/2014/main" id="{49F3903E-0C5D-B6BB-1D56-D9DC3ED04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5189538"/>
            <a:ext cx="762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3" name="Line 19">
            <a:extLst>
              <a:ext uri="{FF2B5EF4-FFF2-40B4-BE49-F238E27FC236}">
                <a16:creationId xmlns:a16="http://schemas.microsoft.com/office/drawing/2014/main" id="{D8CEF108-CF25-04FE-46C7-C9E3442DEB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3700" y="4884738"/>
            <a:ext cx="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4" name="Text Box 20">
            <a:extLst>
              <a:ext uri="{FF2B5EF4-FFF2-40B4-BE49-F238E27FC236}">
                <a16:creationId xmlns:a16="http://schemas.microsoft.com/office/drawing/2014/main" id="{CE8BA88A-192F-1E6F-ADE4-B6DF0C5F9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5143500"/>
            <a:ext cx="590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av</a:t>
            </a:r>
            <a:endParaRPr kumimoji="1" lang="en-US" altLang="zh-CN" sz="3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55" name="Line 21">
            <a:extLst>
              <a:ext uri="{FF2B5EF4-FFF2-40B4-BE49-F238E27FC236}">
                <a16:creationId xmlns:a16="http://schemas.microsoft.com/office/drawing/2014/main" id="{E3975F52-DFC9-1311-52FD-17897595D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2700" y="5494338"/>
            <a:ext cx="6096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6" name="Line 22">
            <a:extLst>
              <a:ext uri="{FF2B5EF4-FFF2-40B4-BE49-F238E27FC236}">
                <a16:creationId xmlns:a16="http://schemas.microsoft.com/office/drawing/2014/main" id="{D9C4084B-950B-AD7D-6B00-961B3C35F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2300" y="5494338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7" name="Line 23">
            <a:extLst>
              <a:ext uri="{FF2B5EF4-FFF2-40B4-BE49-F238E27FC236}">
                <a16:creationId xmlns:a16="http://schemas.microsoft.com/office/drawing/2014/main" id="{772630CA-C244-DA3E-B010-83B6C4153C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52657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8" name="Line 24">
            <a:extLst>
              <a:ext uri="{FF2B5EF4-FFF2-40B4-BE49-F238E27FC236}">
                <a16:creationId xmlns:a16="http://schemas.microsoft.com/office/drawing/2014/main" id="{81CA9D93-C461-01AC-91DF-31E63EDD3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5265738"/>
            <a:ext cx="0" cy="6096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9" name="Line 25">
            <a:extLst>
              <a:ext uri="{FF2B5EF4-FFF2-40B4-BE49-F238E27FC236}">
                <a16:creationId xmlns:a16="http://schemas.microsoft.com/office/drawing/2014/main" id="{1BB31139-5C70-27FF-0EFA-31C35ACD3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2300" y="5875338"/>
            <a:ext cx="17938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60" name="Line 26">
            <a:extLst>
              <a:ext uri="{FF2B5EF4-FFF2-40B4-BE49-F238E27FC236}">
                <a16:creationId xmlns:a16="http://schemas.microsoft.com/office/drawing/2014/main" id="{687B22C2-962C-9FA9-4B2D-5C1CF6E3F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4375" y="4960938"/>
            <a:ext cx="0" cy="4572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61" name="Line 27">
            <a:extLst>
              <a:ext uri="{FF2B5EF4-FFF2-40B4-BE49-F238E27FC236}">
                <a16:creationId xmlns:a16="http://schemas.microsoft.com/office/drawing/2014/main" id="{4B8FA51F-674C-23E2-9416-C2B0F5E53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6775" y="5189538"/>
            <a:ext cx="533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62" name="Line 28">
            <a:extLst>
              <a:ext uri="{FF2B5EF4-FFF2-40B4-BE49-F238E27FC236}">
                <a16:creationId xmlns:a16="http://schemas.microsoft.com/office/drawing/2014/main" id="{E569BFF7-EC4A-2514-E064-52E242081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0175" y="5189538"/>
            <a:ext cx="304800" cy="0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9037" name="Text Box 29">
            <a:extLst>
              <a:ext uri="{FF2B5EF4-FFF2-40B4-BE49-F238E27FC236}">
                <a16:creationId xmlns:a16="http://schemas.microsoft.com/office/drawing/2014/main" id="{CDD8847C-4089-5346-52DD-AA8F8EF19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3436938"/>
            <a:ext cx="2667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分配前的可利用空间表</a:t>
            </a:r>
            <a:endParaRPr lang="zh-CN" altLang="en-US" sz="3200" b="1">
              <a:solidFill>
                <a:srgbClr val="000099"/>
              </a:solidFill>
              <a:latin typeface="+mn-lt"/>
              <a:ea typeface="仿宋_GB2312" pitchFamily="49" charset="-122"/>
            </a:endParaRPr>
          </a:p>
        </p:txBody>
      </p:sp>
      <p:sp>
        <p:nvSpPr>
          <p:cNvPr id="299038" name="Text Box 30">
            <a:extLst>
              <a:ext uri="{FF2B5EF4-FFF2-40B4-BE49-F238E27FC236}">
                <a16:creationId xmlns:a16="http://schemas.microsoft.com/office/drawing/2014/main" id="{2EF0A630-5207-26F7-FFA8-BC4753912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625975"/>
            <a:ext cx="2454275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分配后的可利用空间表和新结点</a:t>
            </a:r>
            <a:endParaRPr lang="zh-CN" altLang="en-US" sz="3200">
              <a:solidFill>
                <a:srgbClr val="000099"/>
              </a:solidFill>
              <a:latin typeface="+mn-lt"/>
              <a:ea typeface="+mn-ea"/>
            </a:endParaRPr>
          </a:p>
        </p:txBody>
      </p:sp>
      <p:sp>
        <p:nvSpPr>
          <p:cNvPr id="65565" name="标题 2">
            <a:extLst>
              <a:ext uri="{FF2B5EF4-FFF2-40B4-BE49-F238E27FC236}">
                <a16:creationId xmlns:a16="http://schemas.microsoft.com/office/drawing/2014/main" id="{12EEA007-2F15-5287-4B30-79A19E1B6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从可利用空间表分配结点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54A036-BE46-A1DD-1610-B96958073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11288"/>
          </a:xfrm>
        </p:spPr>
        <p:txBody>
          <a:bodyPr>
            <a:normAutofit fontScale="7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if ( av == NULL )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newnode</a:t>
            </a:r>
            <a:r>
              <a:rPr lang="en-US" altLang="zh-CN" dirty="0"/>
              <a:t> = new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else { </a:t>
            </a:r>
            <a:r>
              <a:rPr lang="en-US" altLang="zh-CN" dirty="0" err="1"/>
              <a:t>newnode</a:t>
            </a:r>
            <a:r>
              <a:rPr lang="en-US" altLang="zh-CN" dirty="0"/>
              <a:t> = av;  av = av-&gt;link;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D29BD1-AB9F-908E-6589-E00B4513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4E415-BA04-49EE-97FA-1B4AC8232E4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 descr="白色大理石">
            <a:extLst>
              <a:ext uri="{FF2B5EF4-FFF2-40B4-BE49-F238E27FC236}">
                <a16:creationId xmlns:a16="http://schemas.microsoft.com/office/drawing/2014/main" id="{8D759334-39F7-600E-2589-AEB3DC9C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8716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3" name="Line 4">
            <a:extLst>
              <a:ext uri="{FF2B5EF4-FFF2-40B4-BE49-F238E27FC236}">
                <a16:creationId xmlns:a16="http://schemas.microsoft.com/office/drawing/2014/main" id="{E9B5EDD7-826E-DE70-4107-3813E9166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5825" y="18716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4" name="Line 5">
            <a:extLst>
              <a:ext uri="{FF2B5EF4-FFF2-40B4-BE49-F238E27FC236}">
                <a16:creationId xmlns:a16="http://schemas.microsoft.com/office/drawing/2014/main" id="{AD8F2A63-D027-AEE9-E250-8570A60E4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55825" y="17192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5" name="Rectangle 6" descr="白色大理石">
            <a:extLst>
              <a:ext uri="{FF2B5EF4-FFF2-40B4-BE49-F238E27FC236}">
                <a16:creationId xmlns:a16="http://schemas.microsoft.com/office/drawing/2014/main" id="{1980D6FB-9CBC-4E2E-4D48-6B8D3C7F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18716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6" name="Line 7">
            <a:extLst>
              <a:ext uri="{FF2B5EF4-FFF2-40B4-BE49-F238E27FC236}">
                <a16:creationId xmlns:a16="http://schemas.microsoft.com/office/drawing/2014/main" id="{D34DF354-BD48-1CB9-F695-618983AAD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5025" y="18716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7" name="Line 8">
            <a:extLst>
              <a:ext uri="{FF2B5EF4-FFF2-40B4-BE49-F238E27FC236}">
                <a16:creationId xmlns:a16="http://schemas.microsoft.com/office/drawing/2014/main" id="{F9996374-BAFD-E8C3-EDF6-8BE48AF7A5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5025" y="17192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8" name="Rectangle 9" descr="白色大理石">
            <a:extLst>
              <a:ext uri="{FF2B5EF4-FFF2-40B4-BE49-F238E27FC236}">
                <a16:creationId xmlns:a16="http://schemas.microsoft.com/office/drawing/2014/main" id="{FA03CF6A-4FEF-741F-132D-D21EC8D2C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025" y="18716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9" name="Line 10">
            <a:extLst>
              <a:ext uri="{FF2B5EF4-FFF2-40B4-BE49-F238E27FC236}">
                <a16:creationId xmlns:a16="http://schemas.microsoft.com/office/drawing/2014/main" id="{FB5BFCDC-AD4D-951F-2415-883C75455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4225" y="18716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0" name="Line 11">
            <a:extLst>
              <a:ext uri="{FF2B5EF4-FFF2-40B4-BE49-F238E27FC236}">
                <a16:creationId xmlns:a16="http://schemas.microsoft.com/office/drawing/2014/main" id="{9427931D-7776-D377-8549-40A487F5B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94225" y="17192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1" name="Rectangle 12" descr="白色大理石">
            <a:extLst>
              <a:ext uri="{FF2B5EF4-FFF2-40B4-BE49-F238E27FC236}">
                <a16:creationId xmlns:a16="http://schemas.microsoft.com/office/drawing/2014/main" id="{29261DCE-EB0A-891C-EEF7-632266E6E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18716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72" name="Line 13">
            <a:extLst>
              <a:ext uri="{FF2B5EF4-FFF2-40B4-BE49-F238E27FC236}">
                <a16:creationId xmlns:a16="http://schemas.microsoft.com/office/drawing/2014/main" id="{65141F6A-AA5B-ED65-D73D-FAB594C30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3425" y="18716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3" name="Line 14">
            <a:extLst>
              <a:ext uri="{FF2B5EF4-FFF2-40B4-BE49-F238E27FC236}">
                <a16:creationId xmlns:a16="http://schemas.microsoft.com/office/drawing/2014/main" id="{148264C8-51D8-73DF-B93D-AEC56F56E3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3425" y="17192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4" name="Rectangle 15" descr="白色大理石">
            <a:extLst>
              <a:ext uri="{FF2B5EF4-FFF2-40B4-BE49-F238E27FC236}">
                <a16:creationId xmlns:a16="http://schemas.microsoft.com/office/drawing/2014/main" id="{ED663FA1-81A8-E075-AE72-E2F488891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18716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75" name="Line 16">
            <a:extLst>
              <a:ext uri="{FF2B5EF4-FFF2-40B4-BE49-F238E27FC236}">
                <a16:creationId xmlns:a16="http://schemas.microsoft.com/office/drawing/2014/main" id="{653CD2E5-3D0C-B347-65A1-968B12B58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18716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6" name="Line 17">
            <a:extLst>
              <a:ext uri="{FF2B5EF4-FFF2-40B4-BE49-F238E27FC236}">
                <a16:creationId xmlns:a16="http://schemas.microsoft.com/office/drawing/2014/main" id="{92F770F6-C24D-17D0-1D18-0762AEE31E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2625" y="17192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7" name="Line 18">
            <a:extLst>
              <a:ext uri="{FF2B5EF4-FFF2-40B4-BE49-F238E27FC236}">
                <a16:creationId xmlns:a16="http://schemas.microsoft.com/office/drawing/2014/main" id="{DCE5C8A3-07D3-07D7-5430-226216A72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3025" y="2038350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8" name="Line 19">
            <a:extLst>
              <a:ext uri="{FF2B5EF4-FFF2-40B4-BE49-F238E27FC236}">
                <a16:creationId xmlns:a16="http://schemas.microsoft.com/office/drawing/2014/main" id="{F494F805-6568-B8A9-3FC8-032E05CC0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2225" y="2038350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9" name="Line 20">
            <a:extLst>
              <a:ext uri="{FF2B5EF4-FFF2-40B4-BE49-F238E27FC236}">
                <a16:creationId xmlns:a16="http://schemas.microsoft.com/office/drawing/2014/main" id="{C844E601-302D-A63F-3CE7-BF2679A23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425" y="2038350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0" name="Line 21">
            <a:extLst>
              <a:ext uri="{FF2B5EF4-FFF2-40B4-BE49-F238E27FC236}">
                <a16:creationId xmlns:a16="http://schemas.microsoft.com/office/drawing/2014/main" id="{44FAC970-4D7F-8C51-C304-CA69DB3F0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2038350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1" name="Line 22">
            <a:extLst>
              <a:ext uri="{FF2B5EF4-FFF2-40B4-BE49-F238E27FC236}">
                <a16:creationId xmlns:a16="http://schemas.microsoft.com/office/drawing/2014/main" id="{0B22C361-C1EB-7CC0-0A5F-EF4CE9518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0025" y="2038350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2" name="Line 23">
            <a:extLst>
              <a:ext uri="{FF2B5EF4-FFF2-40B4-BE49-F238E27FC236}">
                <a16:creationId xmlns:a16="http://schemas.microsoft.com/office/drawing/2014/main" id="{C3BEE7C2-C220-7552-4E08-A0BA312DF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0025" y="1566863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3" name="Line 24">
            <a:extLst>
              <a:ext uri="{FF2B5EF4-FFF2-40B4-BE49-F238E27FC236}">
                <a16:creationId xmlns:a16="http://schemas.microsoft.com/office/drawing/2014/main" id="{A76E3284-C4DD-A140-B009-946E89BDE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0025" y="1566863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4" name="Line 25">
            <a:extLst>
              <a:ext uri="{FF2B5EF4-FFF2-40B4-BE49-F238E27FC236}">
                <a16:creationId xmlns:a16="http://schemas.microsoft.com/office/drawing/2014/main" id="{E9BDBF2F-E516-53B5-EC02-1BD0AFD22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4625" y="1566863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5" name="Line 26">
            <a:extLst>
              <a:ext uri="{FF2B5EF4-FFF2-40B4-BE49-F238E27FC236}">
                <a16:creationId xmlns:a16="http://schemas.microsoft.com/office/drawing/2014/main" id="{7C484AAD-B853-5C5D-13E1-F909E7630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825" y="2038350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6" name="Text Box 27">
            <a:extLst>
              <a:ext uri="{FF2B5EF4-FFF2-40B4-BE49-F238E27FC236}">
                <a16:creationId xmlns:a16="http://schemas.microsoft.com/office/drawing/2014/main" id="{14E91D96-97C9-CB62-0BD7-91DC5EBC1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481263"/>
            <a:ext cx="71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87" name="Text Box 28">
            <a:extLst>
              <a:ext uri="{FF2B5EF4-FFF2-40B4-BE49-F238E27FC236}">
                <a16:creationId xmlns:a16="http://schemas.microsoft.com/office/drawing/2014/main" id="{70A61415-C265-0FDA-5507-A1588A761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825" y="1871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88" name="Text Box 29">
            <a:extLst>
              <a:ext uri="{FF2B5EF4-FFF2-40B4-BE49-F238E27FC236}">
                <a16:creationId xmlns:a16="http://schemas.microsoft.com/office/drawing/2014/main" id="{D20A21FA-9F9C-DF54-5E45-FD89C0E73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025" y="1871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89" name="Text Box 30">
            <a:extLst>
              <a:ext uri="{FF2B5EF4-FFF2-40B4-BE49-F238E27FC236}">
                <a16:creationId xmlns:a16="http://schemas.microsoft.com/office/drawing/2014/main" id="{834D907F-A844-52C8-D944-262AC25BA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5" y="1871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90" name="Text Box 31">
            <a:extLst>
              <a:ext uri="{FF2B5EF4-FFF2-40B4-BE49-F238E27FC236}">
                <a16:creationId xmlns:a16="http://schemas.microsoft.com/office/drawing/2014/main" id="{0C2F4AF9-B0FD-86E0-E2CB-F6AA02E99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425" y="1871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57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91" name="Line 32">
            <a:extLst>
              <a:ext uri="{FF2B5EF4-FFF2-40B4-BE49-F238E27FC236}">
                <a16:creationId xmlns:a16="http://schemas.microsoft.com/office/drawing/2014/main" id="{CE3EDDAC-421C-04C1-086A-60E210ECC6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92925" y="2405063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2" name="Text Box 33">
            <a:extLst>
              <a:ext uri="{FF2B5EF4-FFF2-40B4-BE49-F238E27FC236}">
                <a16:creationId xmlns:a16="http://schemas.microsoft.com/office/drawing/2014/main" id="{8D041387-F637-68F0-51E2-96C62C84A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1871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22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93" name="标题 2">
            <a:extLst>
              <a:ext uri="{FF2B5EF4-FFF2-40B4-BE49-F238E27FC236}">
                <a16:creationId xmlns:a16="http://schemas.microsoft.com/office/drawing/2014/main" id="{C7AEFE1B-5D37-7458-CFC2-B4AA06EF2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带尾指针的循环链表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4C5B79-DB16-26EF-B4D5-34012724D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225800"/>
            <a:ext cx="8047038" cy="2430463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/>
              <a:t>如果插入与删除仅在链表的两端发生，可采用带表尾指针的循环链表结构。</a:t>
            </a:r>
          </a:p>
          <a:p>
            <a:pPr lvl="1">
              <a:defRPr/>
            </a:pPr>
            <a:r>
              <a:rPr lang="zh-CN" altLang="en-US" dirty="0"/>
              <a:t>在表尾插入，时间复杂度 </a:t>
            </a:r>
            <a:r>
              <a:rPr lang="en-US" altLang="zh-CN" dirty="0"/>
              <a:t>O(1)</a:t>
            </a:r>
          </a:p>
          <a:p>
            <a:pPr lvl="1">
              <a:defRPr/>
            </a:pPr>
            <a:r>
              <a:rPr lang="zh-CN" altLang="en-US" dirty="0"/>
              <a:t>在表尾删除，时间复杂度 </a:t>
            </a:r>
            <a:r>
              <a:rPr lang="en-US" altLang="zh-CN" dirty="0"/>
              <a:t>O(n)</a:t>
            </a:r>
          </a:p>
          <a:p>
            <a:pPr lvl="1">
              <a:defRPr/>
            </a:pPr>
            <a:r>
              <a:rPr lang="zh-CN" altLang="en-US" dirty="0"/>
              <a:t>在表头插入，相当于在表尾插入，时间复杂度 </a:t>
            </a:r>
            <a:r>
              <a:rPr lang="en-US" altLang="zh-CN" dirty="0"/>
              <a:t>O(1)</a:t>
            </a:r>
          </a:p>
          <a:p>
            <a:pPr lvl="1">
              <a:defRPr/>
            </a:pPr>
            <a:r>
              <a:rPr lang="zh-CN" altLang="en-US" dirty="0"/>
              <a:t>在表头删除，时间复杂度 </a:t>
            </a:r>
            <a:r>
              <a:rPr lang="en-US" altLang="zh-CN" dirty="0"/>
              <a:t>O(1)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A484E2-A665-AD8C-9B17-9FA59726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F79E94-74DA-405D-907C-E27A9999BF41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2">
            <a:extLst>
              <a:ext uri="{FF2B5EF4-FFF2-40B4-BE49-F238E27FC236}">
                <a16:creationId xmlns:a16="http://schemas.microsoft.com/office/drawing/2014/main" id="{C2DA3E72-20CC-BDEF-7F98-52A26BC8F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用循环链表求解约瑟夫问题</a:t>
            </a:r>
          </a:p>
        </p:txBody>
      </p:sp>
      <p:sp>
        <p:nvSpPr>
          <p:cNvPr id="67587" name="内容占位符 3">
            <a:extLst>
              <a:ext uri="{FF2B5EF4-FFF2-40B4-BE49-F238E27FC236}">
                <a16:creationId xmlns:a16="http://schemas.microsoft.com/office/drawing/2014/main" id="{5FF62ED9-9007-7C80-5568-DB5F7D6D3D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约瑟夫问题</a:t>
            </a:r>
          </a:p>
          <a:p>
            <a:pPr lvl="1"/>
            <a:r>
              <a:rPr lang="en-US" altLang="zh-CN" dirty="0"/>
              <a:t>n </a:t>
            </a:r>
            <a:r>
              <a:rPr lang="zh-CN" altLang="en-US" dirty="0"/>
              <a:t>个人围成一个圆圈，首先第 </a:t>
            </a:r>
            <a:r>
              <a:rPr lang="en-US" altLang="zh-CN" dirty="0"/>
              <a:t>1 </a:t>
            </a:r>
            <a:r>
              <a:rPr lang="zh-CN" altLang="en-US" dirty="0"/>
              <a:t>个人从 </a:t>
            </a:r>
            <a:r>
              <a:rPr lang="en-US" altLang="zh-CN" dirty="0"/>
              <a:t>1 </a:t>
            </a:r>
            <a:r>
              <a:rPr lang="zh-CN" altLang="en-US" dirty="0"/>
              <a:t>开始，一个人一个人顺时针报数</a:t>
            </a:r>
            <a:r>
              <a:rPr lang="en-US" altLang="zh-CN" dirty="0"/>
              <a:t>,  </a:t>
            </a:r>
            <a:r>
              <a:rPr lang="zh-CN" altLang="en-US" dirty="0"/>
              <a:t>报到第 </a:t>
            </a:r>
            <a:r>
              <a:rPr lang="en-US" altLang="zh-CN" dirty="0"/>
              <a:t>m </a:t>
            </a:r>
            <a:r>
              <a:rPr lang="zh-CN" altLang="en-US" dirty="0"/>
              <a:t>个人，令其出列。然后再从下一个人开始，仍然从 </a:t>
            </a:r>
            <a:r>
              <a:rPr lang="en-US" altLang="zh-CN" dirty="0"/>
              <a:t>1 </a:t>
            </a:r>
            <a:r>
              <a:rPr lang="zh-CN" altLang="en-US" dirty="0"/>
              <a:t>顺时针报数，报到第 </a:t>
            </a:r>
            <a:r>
              <a:rPr lang="en-US" altLang="zh-CN" dirty="0"/>
              <a:t>m </a:t>
            </a:r>
            <a:r>
              <a:rPr lang="zh-CN" altLang="en-US" dirty="0"/>
              <a:t>个人，再令其出列，</a:t>
            </a:r>
            <a:r>
              <a:rPr lang="en-US" altLang="zh-CN" dirty="0"/>
              <a:t>…</a:t>
            </a:r>
            <a:r>
              <a:rPr lang="zh-CN" altLang="en-US" dirty="0"/>
              <a:t>，如此下去</a:t>
            </a:r>
            <a:r>
              <a:rPr lang="en-US" altLang="zh-CN" dirty="0"/>
              <a:t>,  </a:t>
            </a:r>
            <a:r>
              <a:rPr lang="zh-CN" altLang="en-US" dirty="0"/>
              <a:t>直到圆圈中只剩一个人为止。此人即为优胜者。</a:t>
            </a:r>
          </a:p>
          <a:p>
            <a:r>
              <a:rPr lang="zh-CN" altLang="en-US" dirty="0"/>
              <a:t>算法基本思路？</a:t>
            </a:r>
          </a:p>
          <a:p>
            <a:r>
              <a:rPr lang="zh-CN" altLang="en-US" dirty="0"/>
              <a:t>用什么数据结构？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20F4B9-70F8-23FE-DEFB-EBCA55DB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B288D-8FCE-4CDA-B756-7469C867BC87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3">
            <a:extLst>
              <a:ext uri="{FF2B5EF4-FFF2-40B4-BE49-F238E27FC236}">
                <a16:creationId xmlns:a16="http://schemas.microsoft.com/office/drawing/2014/main" id="{6B0CFA23-1476-1BC1-ED40-6EB98072F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770063"/>
            <a:ext cx="7921625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1" name="Picture 4">
            <a:extLst>
              <a:ext uri="{FF2B5EF4-FFF2-40B4-BE49-F238E27FC236}">
                <a16:creationId xmlns:a16="http://schemas.microsoft.com/office/drawing/2014/main" id="{A93ACCF6-1A6C-B36E-AD4B-C2092F302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3924300"/>
            <a:ext cx="7991475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标题 2">
            <a:extLst>
              <a:ext uri="{FF2B5EF4-FFF2-40B4-BE49-F238E27FC236}">
                <a16:creationId xmlns:a16="http://schemas.microsoft.com/office/drawing/2014/main" id="{25E9F652-E71B-597D-F775-1A78ECAA8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pt-BR"/>
              <a:t>例如  </a:t>
            </a:r>
            <a:r>
              <a:rPr lang="pt-BR" altLang="zh-CN"/>
              <a:t>n = 8   m = 3</a:t>
            </a: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B8477C-0EEB-2D3B-23A2-53B75ACF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3FDB9-4BBC-48CB-9803-F81E0C61715F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2">
            <a:extLst>
              <a:ext uri="{FF2B5EF4-FFF2-40B4-BE49-F238E27FC236}">
                <a16:creationId xmlns:a16="http://schemas.microsoft.com/office/drawing/2014/main" id="{06C91A7B-E070-4F5A-41BA-A560D657E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28678"/>
            <a:ext cx="7886700" cy="1325563"/>
          </a:xfrm>
        </p:spPr>
        <p:txBody>
          <a:bodyPr/>
          <a:lstStyle/>
          <a:p>
            <a:r>
              <a:rPr lang="zh-CN" altLang="en-US" dirty="0"/>
              <a:t>求解约瑟夫问题的程序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E0BDD4-DF8F-0B81-AD60-90EAD321F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8119814" cy="5452715"/>
          </a:xfrm>
        </p:spPr>
        <p:txBody>
          <a:bodyPr>
            <a:normAutofit fontScale="4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#include &lt;iostream&gt;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#include “CircList.cpp”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 void Josephus (</a:t>
            </a:r>
            <a:r>
              <a:rPr lang="en-US" altLang="zh-CN" dirty="0" err="1"/>
              <a:t>CircList</a:t>
            </a:r>
            <a:r>
              <a:rPr lang="en-US" altLang="zh-CN" dirty="0"/>
              <a:t>&lt;T&gt;&amp; </a:t>
            </a:r>
            <a:r>
              <a:rPr lang="en-US" altLang="zh-CN" dirty="0" err="1"/>
              <a:t>Js</a:t>
            </a:r>
            <a:r>
              <a:rPr lang="en-US" altLang="zh-CN" dirty="0"/>
              <a:t>, int n, int m)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CircLinkNode</a:t>
            </a:r>
            <a:r>
              <a:rPr lang="en-US" altLang="zh-CN" dirty="0"/>
              <a:t>&lt;T&gt; * p = </a:t>
            </a:r>
            <a:r>
              <a:rPr lang="en-US" altLang="zh-CN" dirty="0" err="1"/>
              <a:t>Js.getHead</a:t>
            </a:r>
            <a:r>
              <a:rPr lang="en-US" altLang="zh-CN" dirty="0"/>
              <a:t> ( ), *pre = NULL;      int </a:t>
            </a:r>
            <a:r>
              <a:rPr lang="en-US" altLang="zh-CN" dirty="0" err="1"/>
              <a:t>i</a:t>
            </a:r>
            <a:r>
              <a:rPr lang="en-US" altLang="zh-CN" dirty="0"/>
              <a:t>, j;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for (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n-1; </a:t>
            </a:r>
            <a:r>
              <a:rPr lang="en-US" altLang="zh-CN" dirty="0" err="1"/>
              <a:t>i</a:t>
            </a:r>
            <a:r>
              <a:rPr lang="en-US" altLang="zh-CN" dirty="0"/>
              <a:t>++ ) {     //</a:t>
            </a:r>
            <a:r>
              <a:rPr lang="zh-CN" altLang="en-US" dirty="0"/>
              <a:t>执行</a:t>
            </a:r>
            <a:r>
              <a:rPr lang="en-US" altLang="zh-CN" dirty="0"/>
              <a:t>n-1</a:t>
            </a:r>
            <a:r>
              <a:rPr lang="zh-CN" altLang="en-US" dirty="0"/>
              <a:t>次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 </a:t>
            </a:r>
            <a:r>
              <a:rPr lang="en-US" altLang="zh-CN" dirty="0"/>
              <a:t>for ( j = 1; j &lt; m; </a:t>
            </a:r>
            <a:r>
              <a:rPr lang="en-US" altLang="zh-CN" dirty="0" err="1"/>
              <a:t>j++</a:t>
            </a:r>
            <a:r>
              <a:rPr lang="en-US" altLang="zh-CN" dirty="0"/>
              <a:t> )   {pre = p;  p = p-&gt;link;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 &lt;&lt; "</a:t>
            </a:r>
            <a:r>
              <a:rPr lang="zh-CN" altLang="en-US" dirty="0"/>
              <a:t>出列的人是</a:t>
            </a:r>
            <a:r>
              <a:rPr lang="en-US" altLang="zh-CN" dirty="0"/>
              <a:t>"</a:t>
            </a:r>
            <a:r>
              <a:rPr lang="zh-CN" altLang="en-US" dirty="0"/>
              <a:t> </a:t>
            </a:r>
            <a:r>
              <a:rPr lang="en-US" altLang="zh-CN" dirty="0"/>
              <a:t>&lt;&lt; p-&gt;data &lt;&lt; </a:t>
            </a:r>
            <a:r>
              <a:rPr lang="en-US" altLang="zh-CN" dirty="0" err="1"/>
              <a:t>endl</a:t>
            </a:r>
            <a:r>
              <a:rPr lang="en-US" altLang="zh-CN" dirty="0"/>
              <a:t>;                       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pre-&gt;link = p-&gt;link;       delete p;        p = pre-&gt;link;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void main (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CircList</a:t>
            </a:r>
            <a:r>
              <a:rPr lang="en-US" altLang="zh-CN" dirty="0"/>
              <a:t>&lt;int&gt; </a:t>
            </a:r>
            <a:r>
              <a:rPr lang="en-US" altLang="zh-CN" dirty="0" err="1"/>
              <a:t>clist</a:t>
            </a:r>
            <a:r>
              <a:rPr lang="en-US" altLang="zh-CN" dirty="0"/>
              <a:t>;       int </a:t>
            </a:r>
            <a:r>
              <a:rPr lang="en-US" altLang="zh-CN" dirty="0" err="1"/>
              <a:t>i</a:t>
            </a:r>
            <a:r>
              <a:rPr lang="en-US" altLang="zh-CN" dirty="0"/>
              <a:t>, n, m;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“</a:t>
            </a:r>
            <a:r>
              <a:rPr lang="zh-CN" altLang="en-US" dirty="0"/>
              <a:t>输入游戏者人数和报数间隔 </a:t>
            </a:r>
            <a:r>
              <a:rPr lang="en-US" altLang="zh-CN" dirty="0"/>
              <a:t>: ”;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 &gt;&gt; n &gt;&gt; m;       //</a:t>
            </a:r>
            <a:r>
              <a:rPr lang="zh-CN" altLang="en-US" dirty="0"/>
              <a:t>形成约瑟夫环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for (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&lt;= n; </a:t>
            </a:r>
            <a:r>
              <a:rPr lang="en-US" altLang="zh-CN" dirty="0" err="1"/>
              <a:t>i</a:t>
            </a:r>
            <a:r>
              <a:rPr lang="en-US" altLang="zh-CN" dirty="0"/>
              <a:t>++ ) </a:t>
            </a:r>
            <a:r>
              <a:rPr lang="en-US" altLang="zh-CN" dirty="0" err="1"/>
              <a:t>clist.insert</a:t>
            </a:r>
            <a:r>
              <a:rPr lang="en-US" altLang="zh-CN" dirty="0"/>
              <a:t> (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i</a:t>
            </a:r>
            <a:r>
              <a:rPr lang="en-US" altLang="zh-CN" dirty="0"/>
              <a:t>);   //</a:t>
            </a:r>
            <a:r>
              <a:rPr lang="zh-CN" altLang="en-US" dirty="0"/>
              <a:t>采用不带头结点的单循环链表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Josephus (</a:t>
            </a:r>
            <a:r>
              <a:rPr lang="en-US" altLang="zh-CN" dirty="0" err="1"/>
              <a:t>clist</a:t>
            </a:r>
            <a:r>
              <a:rPr lang="en-US" altLang="zh-CN" dirty="0"/>
              <a:t>, n, m);      //</a:t>
            </a:r>
            <a:r>
              <a:rPr lang="zh-CN" altLang="en-US" dirty="0"/>
              <a:t>解约瑟夫问题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2B74AC-B49C-29C4-2603-AF167B72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E7CAE3-3467-4693-84DE-04635C6E379B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 descr="羊皮纸">
            <a:extLst>
              <a:ext uri="{FF2B5EF4-FFF2-40B4-BE49-F238E27FC236}">
                <a16:creationId xmlns:a16="http://schemas.microsoft.com/office/drawing/2014/main" id="{8D540CD8-9C93-8EF3-EAF8-BD1FD8148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3595688"/>
            <a:ext cx="5029200" cy="609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59" name="Line 5">
            <a:extLst>
              <a:ext uri="{FF2B5EF4-FFF2-40B4-BE49-F238E27FC236}">
                <a16:creationId xmlns:a16="http://schemas.microsoft.com/office/drawing/2014/main" id="{ED39754F-6071-178A-7ECA-DA92946BE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075" y="3595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0" name="Line 6">
            <a:extLst>
              <a:ext uri="{FF2B5EF4-FFF2-40B4-BE49-F238E27FC236}">
                <a16:creationId xmlns:a16="http://schemas.microsoft.com/office/drawing/2014/main" id="{900B71EB-4D36-9A90-C3C5-9F3DDA1E2D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44328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1" name="Line 7">
            <a:extLst>
              <a:ext uri="{FF2B5EF4-FFF2-40B4-BE49-F238E27FC236}">
                <a16:creationId xmlns:a16="http://schemas.microsoft.com/office/drawing/2014/main" id="{DD299282-BD04-73AC-31D5-F4C324450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8275" y="3595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Line 8">
            <a:extLst>
              <a:ext uri="{FF2B5EF4-FFF2-40B4-BE49-F238E27FC236}">
                <a16:creationId xmlns:a16="http://schemas.microsoft.com/office/drawing/2014/main" id="{0645BA93-A7A5-9473-18B2-D06F6BB798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8275" y="344328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233" name="Text Box 9">
            <a:extLst>
              <a:ext uri="{FF2B5EF4-FFF2-40B4-BE49-F238E27FC236}">
                <a16:creationId xmlns:a16="http://schemas.microsoft.com/office/drawing/2014/main" id="{98E65ED8-548F-9260-2C8F-8C1E007B6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4292600"/>
            <a:ext cx="5184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前驱方向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  <a:sym typeface="Wingdings" pitchFamily="2" charset="2"/>
              </a:rPr>
              <a:t>          </a:t>
            </a:r>
            <a:r>
              <a:rPr lang="zh-CN" alt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  <a:sym typeface="Wingdings" pitchFamily="2" charset="2"/>
              </a:rPr>
              <a:t>后继方向</a:t>
            </a:r>
            <a:endParaRPr lang="zh-CN" altLang="en-US" sz="28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仿宋_GB2312" pitchFamily="49" charset="-122"/>
              <a:sym typeface="Wingdings" pitchFamily="2" charset="2"/>
            </a:endParaRPr>
          </a:p>
        </p:txBody>
      </p:sp>
      <p:sp>
        <p:nvSpPr>
          <p:cNvPr id="308234" name="Text Box 10">
            <a:extLst>
              <a:ext uri="{FF2B5EF4-FFF2-40B4-BE49-F238E27FC236}">
                <a16:creationId xmlns:a16="http://schemas.microsoft.com/office/drawing/2014/main" id="{9831D681-D88D-065A-C9AA-494AF33CC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595688"/>
            <a:ext cx="43815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lLink        data        rLink</a:t>
            </a:r>
            <a:endParaRPr lang="en-US" altLang="zh-CN" sz="2800" b="1" i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仿宋_GB2312" pitchFamily="49" charset="-122"/>
              <a:sym typeface="Wingdings" pitchFamily="2" charset="2"/>
            </a:endParaRPr>
          </a:p>
        </p:txBody>
      </p:sp>
      <p:sp>
        <p:nvSpPr>
          <p:cNvPr id="70665" name="标题 2">
            <a:extLst>
              <a:ext uri="{FF2B5EF4-FFF2-40B4-BE49-F238E27FC236}">
                <a16:creationId xmlns:a16="http://schemas.microsoft.com/office/drawing/2014/main" id="{F2CCA164-999B-29DD-14DF-0AB5174E1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双向链表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C87E10-EDB3-9046-F909-4E3D1C55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zh-CN" altLang="en-US" dirty="0"/>
              <a:t>双向链表是指在前驱和后继方向都能游历</a:t>
            </a:r>
            <a:r>
              <a:rPr lang="en-US" altLang="zh-CN" dirty="0"/>
              <a:t>(</a:t>
            </a:r>
            <a:r>
              <a:rPr lang="zh-CN" altLang="en-US" dirty="0"/>
              <a:t>遍历</a:t>
            </a:r>
            <a:r>
              <a:rPr lang="en-US" altLang="zh-CN" dirty="0"/>
              <a:t>)</a:t>
            </a:r>
            <a:r>
              <a:rPr lang="zh-CN" altLang="en-US" dirty="0"/>
              <a:t>的线性链表。</a:t>
            </a:r>
          </a:p>
          <a:p>
            <a:pPr>
              <a:defRPr/>
            </a:pPr>
            <a:r>
              <a:rPr lang="zh-CN" altLang="en-US" dirty="0"/>
              <a:t>双向链表每个结点结构：</a:t>
            </a:r>
          </a:p>
          <a:p>
            <a:pPr>
              <a:defRPr/>
            </a:pP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 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双向链表通常采用带表头结点的循环链表形式。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2659EB-A8A8-42A0-723C-3FED9F55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78D996-B1A7-48BE-A720-E8B0EEBBA26D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C7A6E881-747A-A89F-A36D-3AFF421E6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2514600"/>
            <a:ext cx="8229600" cy="1219200"/>
          </a:xfrm>
        </p:spPr>
        <p:txBody>
          <a:bodyPr>
            <a:normAutofit fontScale="85000" lnSpcReduction="10000"/>
          </a:bodyPr>
          <a:lstStyle/>
          <a:p>
            <a:pPr fontAlgn="auto">
              <a:lnSpc>
                <a:spcPct val="110000"/>
              </a:lnSpc>
              <a:spcAft>
                <a:spcPts val="0"/>
              </a:spcAft>
              <a:buClr>
                <a:srgbClr val="FF7C80"/>
              </a:buClr>
              <a:buSzPct val="50000"/>
              <a:buFont typeface="Wingdings" pitchFamily="2" charset="2"/>
              <a:buChar char="n"/>
              <a:defRPr/>
            </a:pPr>
            <a:r>
              <a:rPr lang="zh-CN" altLang="en-US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结点指向</a:t>
            </a:r>
            <a:b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</a:b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p == p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lLink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rLink == p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rLink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lLink</a:t>
            </a:r>
            <a:endParaRPr lang="en-US" altLang="zh-CN" sz="2800">
              <a:ea typeface="仿宋_GB2312" pitchFamily="49" charset="-122"/>
            </a:endParaRP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13B252FD-F32E-5FA5-BB98-881373512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84338"/>
            <a:ext cx="5756275" cy="60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非空表</a:t>
            </a: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	            </a:t>
            </a:r>
            <a:r>
              <a:rPr lang="zh-CN" altLang="en-US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空表</a:t>
            </a:r>
            <a:endParaRPr lang="zh-CN" altLang="en-US" sz="3600" b="1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1684" name="Rectangle 4" descr="羊皮纸">
            <a:extLst>
              <a:ext uri="{FF2B5EF4-FFF2-40B4-BE49-F238E27FC236}">
                <a16:creationId xmlns:a16="http://schemas.microsoft.com/office/drawing/2014/main" id="{2E9AD4F8-C08B-E5BC-1092-946801F3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572000"/>
            <a:ext cx="1219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E4923FEA-3FCF-FF0D-D17C-08C06E71E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72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5F80280D-6AEB-9434-8155-17603889C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7" name="Line 7">
            <a:extLst>
              <a:ext uri="{FF2B5EF4-FFF2-40B4-BE49-F238E27FC236}">
                <a16:creationId xmlns:a16="http://schemas.microsoft.com/office/drawing/2014/main" id="{CA3DFEC5-AD22-E72A-6969-1C031BC9D7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8" name="Line 8">
            <a:extLst>
              <a:ext uri="{FF2B5EF4-FFF2-40B4-BE49-F238E27FC236}">
                <a16:creationId xmlns:a16="http://schemas.microsoft.com/office/drawing/2014/main" id="{581F485E-A1D6-5B19-0607-E5689A4A67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9" name="Rectangle 9" descr="羊皮纸">
            <a:extLst>
              <a:ext uri="{FF2B5EF4-FFF2-40B4-BE49-F238E27FC236}">
                <a16:creationId xmlns:a16="http://schemas.microsoft.com/office/drawing/2014/main" id="{46121B05-90E0-8400-6FAD-10212F4AD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572000"/>
            <a:ext cx="1219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90" name="Line 10">
            <a:extLst>
              <a:ext uri="{FF2B5EF4-FFF2-40B4-BE49-F238E27FC236}">
                <a16:creationId xmlns:a16="http://schemas.microsoft.com/office/drawing/2014/main" id="{9D50C5AB-F4EE-EA62-58A1-7B338B351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572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1" name="Line 11">
            <a:extLst>
              <a:ext uri="{FF2B5EF4-FFF2-40B4-BE49-F238E27FC236}">
                <a16:creationId xmlns:a16="http://schemas.microsoft.com/office/drawing/2014/main" id="{D6BE35E3-F3D8-B184-A3B5-A7CE95AB2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572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2" name="Line 12">
            <a:extLst>
              <a:ext uri="{FF2B5EF4-FFF2-40B4-BE49-F238E27FC236}">
                <a16:creationId xmlns:a16="http://schemas.microsoft.com/office/drawing/2014/main" id="{EF2285ED-AD1B-FC7D-0D81-EF1DA1AB98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3" name="Line 13">
            <a:extLst>
              <a:ext uri="{FF2B5EF4-FFF2-40B4-BE49-F238E27FC236}">
                <a16:creationId xmlns:a16="http://schemas.microsoft.com/office/drawing/2014/main" id="{7DB496AB-B19D-4F1B-528E-26A3146A7E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4" name="Rectangle 14" descr="羊皮纸">
            <a:extLst>
              <a:ext uri="{FF2B5EF4-FFF2-40B4-BE49-F238E27FC236}">
                <a16:creationId xmlns:a16="http://schemas.microsoft.com/office/drawing/2014/main" id="{6342B0A5-AC4F-5CFA-B548-7D986C2C4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572000"/>
            <a:ext cx="1219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95" name="Line 15">
            <a:extLst>
              <a:ext uri="{FF2B5EF4-FFF2-40B4-BE49-F238E27FC236}">
                <a16:creationId xmlns:a16="http://schemas.microsoft.com/office/drawing/2014/main" id="{D1BF79EC-83C1-57D5-C70D-32C5A9CF5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572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6" name="Line 16">
            <a:extLst>
              <a:ext uri="{FF2B5EF4-FFF2-40B4-BE49-F238E27FC236}">
                <a16:creationId xmlns:a16="http://schemas.microsoft.com/office/drawing/2014/main" id="{D4DB3DF8-00CE-C63B-A0BB-EEC8166B9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572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7" name="Line 17">
            <a:extLst>
              <a:ext uri="{FF2B5EF4-FFF2-40B4-BE49-F238E27FC236}">
                <a16:creationId xmlns:a16="http://schemas.microsoft.com/office/drawing/2014/main" id="{17D15E32-9081-13B4-BECA-15752951EE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8" name="Line 18">
            <a:extLst>
              <a:ext uri="{FF2B5EF4-FFF2-40B4-BE49-F238E27FC236}">
                <a16:creationId xmlns:a16="http://schemas.microsoft.com/office/drawing/2014/main" id="{74D60C09-8E9F-BB44-A55C-86B0EFEA6C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9" name="Line 19">
            <a:extLst>
              <a:ext uri="{FF2B5EF4-FFF2-40B4-BE49-F238E27FC236}">
                <a16:creationId xmlns:a16="http://schemas.microsoft.com/office/drawing/2014/main" id="{3708C068-FA08-A37B-9EAB-C9A23974BA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6482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0" name="Line 20">
            <a:extLst>
              <a:ext uri="{FF2B5EF4-FFF2-40B4-BE49-F238E27FC236}">
                <a16:creationId xmlns:a16="http://schemas.microsoft.com/office/drawing/2014/main" id="{6EB205F8-9C06-EA53-6559-3ABCD916D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6482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1" name="Line 21">
            <a:extLst>
              <a:ext uri="{FF2B5EF4-FFF2-40B4-BE49-F238E27FC236}">
                <a16:creationId xmlns:a16="http://schemas.microsoft.com/office/drawing/2014/main" id="{51DC5DC8-5710-D62E-95F7-DA83006A0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6482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2" name="Line 22">
            <a:extLst>
              <a:ext uri="{FF2B5EF4-FFF2-40B4-BE49-F238E27FC236}">
                <a16:creationId xmlns:a16="http://schemas.microsoft.com/office/drawing/2014/main" id="{EAE5C791-EEC5-5B79-928A-CA40A0067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6482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3" name="Line 23">
            <a:extLst>
              <a:ext uri="{FF2B5EF4-FFF2-40B4-BE49-F238E27FC236}">
                <a16:creationId xmlns:a16="http://schemas.microsoft.com/office/drawing/2014/main" id="{23DBD920-F2F7-709F-C36D-7928EE29D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8768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4" name="Line 24">
            <a:extLst>
              <a:ext uri="{FF2B5EF4-FFF2-40B4-BE49-F238E27FC236}">
                <a16:creationId xmlns:a16="http://schemas.microsoft.com/office/drawing/2014/main" id="{17E5F50C-CD54-4E41-3DBE-09F0422E4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8768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5" name="Line 25">
            <a:extLst>
              <a:ext uri="{FF2B5EF4-FFF2-40B4-BE49-F238E27FC236}">
                <a16:creationId xmlns:a16="http://schemas.microsoft.com/office/drawing/2014/main" id="{C77292C5-C009-915B-28DD-42FF046A3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8768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6" name="Line 26">
            <a:extLst>
              <a:ext uri="{FF2B5EF4-FFF2-40B4-BE49-F238E27FC236}">
                <a16:creationId xmlns:a16="http://schemas.microsoft.com/office/drawing/2014/main" id="{EF8D87F0-078D-B66B-8781-E50124932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876800"/>
            <a:ext cx="762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7" name="Line 27">
            <a:extLst>
              <a:ext uri="{FF2B5EF4-FFF2-40B4-BE49-F238E27FC236}">
                <a16:creationId xmlns:a16="http://schemas.microsoft.com/office/drawing/2014/main" id="{59B67CA6-B0D8-C59E-50FD-B5F2B62A50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51054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8" name="Line 28">
            <a:extLst>
              <a:ext uri="{FF2B5EF4-FFF2-40B4-BE49-F238E27FC236}">
                <a16:creationId xmlns:a16="http://schemas.microsoft.com/office/drawing/2014/main" id="{41BAD249-A22C-2253-E361-F910D6A78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51054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9" name="Line 29">
            <a:extLst>
              <a:ext uri="{FF2B5EF4-FFF2-40B4-BE49-F238E27FC236}">
                <a16:creationId xmlns:a16="http://schemas.microsoft.com/office/drawing/2014/main" id="{47F529A3-A49D-62AC-CE8E-538F1D36B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51054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0" name="Text Box 30">
            <a:extLst>
              <a:ext uri="{FF2B5EF4-FFF2-40B4-BE49-F238E27FC236}">
                <a16:creationId xmlns:a16="http://schemas.microsoft.com/office/drawing/2014/main" id="{686C7756-3BF3-B170-3E76-B5767C818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364163"/>
            <a:ext cx="21923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</a:p>
        </p:txBody>
      </p:sp>
      <p:sp>
        <p:nvSpPr>
          <p:cNvPr id="71711" name="Text Box 31">
            <a:extLst>
              <a:ext uri="{FF2B5EF4-FFF2-40B4-BE49-F238E27FC236}">
                <a16:creationId xmlns:a16="http://schemas.microsoft.com/office/drawing/2014/main" id="{C6960151-502E-5AC8-F9A8-35F308B21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0" y="5364163"/>
            <a:ext cx="2076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2" name="Text Box 32">
            <a:extLst>
              <a:ext uri="{FF2B5EF4-FFF2-40B4-BE49-F238E27FC236}">
                <a16:creationId xmlns:a16="http://schemas.microsoft.com/office/drawing/2014/main" id="{65514A4C-CB04-1A55-CF35-F409C51A8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5364163"/>
            <a:ext cx="409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3" name="Text Box 33">
            <a:extLst>
              <a:ext uri="{FF2B5EF4-FFF2-40B4-BE49-F238E27FC236}">
                <a16:creationId xmlns:a16="http://schemas.microsoft.com/office/drawing/2014/main" id="{A1DEA0BA-3F15-99EF-6A0C-6F2155E77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840163"/>
            <a:ext cx="1131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4" name="Text Box 34">
            <a:extLst>
              <a:ext uri="{FF2B5EF4-FFF2-40B4-BE49-F238E27FC236}">
                <a16:creationId xmlns:a16="http://schemas.microsoft.com/office/drawing/2014/main" id="{977D5DFD-7F24-0266-8ECB-5D62B0D99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840163"/>
            <a:ext cx="1200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5" name="Rectangle 35" descr="羊皮纸">
            <a:extLst>
              <a:ext uri="{FF2B5EF4-FFF2-40B4-BE49-F238E27FC236}">
                <a16:creationId xmlns:a16="http://schemas.microsoft.com/office/drawing/2014/main" id="{A76731E5-FBCF-B0CD-6750-AF93206BD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9144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6" name="Line 36">
            <a:extLst>
              <a:ext uri="{FF2B5EF4-FFF2-40B4-BE49-F238E27FC236}">
                <a16:creationId xmlns:a16="http://schemas.microsoft.com/office/drawing/2014/main" id="{A48B1599-E3A8-C8CF-429D-DE37BF39E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7" name="Line 37">
            <a:extLst>
              <a:ext uri="{FF2B5EF4-FFF2-40B4-BE49-F238E27FC236}">
                <a16:creationId xmlns:a16="http://schemas.microsoft.com/office/drawing/2014/main" id="{DD6D3422-5A2F-3B09-BFB7-DE7B14B1F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8" name="Line 38">
            <a:extLst>
              <a:ext uri="{FF2B5EF4-FFF2-40B4-BE49-F238E27FC236}">
                <a16:creationId xmlns:a16="http://schemas.microsoft.com/office/drawing/2014/main" id="{04E00110-07E1-230C-B352-EF2783D47D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9" name="Line 39">
            <a:extLst>
              <a:ext uri="{FF2B5EF4-FFF2-40B4-BE49-F238E27FC236}">
                <a16:creationId xmlns:a16="http://schemas.microsoft.com/office/drawing/2014/main" id="{A9EB004A-F294-5F2A-3356-3F6D54450F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0" name="Rectangle 40" descr="羊皮纸">
            <a:extLst>
              <a:ext uri="{FF2B5EF4-FFF2-40B4-BE49-F238E27FC236}">
                <a16:creationId xmlns:a16="http://schemas.microsoft.com/office/drawing/2014/main" id="{0411845E-8D4E-0238-ECBB-E9E5EA343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9144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1" name="Line 41">
            <a:extLst>
              <a:ext uri="{FF2B5EF4-FFF2-40B4-BE49-F238E27FC236}">
                <a16:creationId xmlns:a16="http://schemas.microsoft.com/office/drawing/2014/main" id="{3137C03D-A6B1-60A5-B0DA-069CC0405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2" name="Line 42">
            <a:extLst>
              <a:ext uri="{FF2B5EF4-FFF2-40B4-BE49-F238E27FC236}">
                <a16:creationId xmlns:a16="http://schemas.microsoft.com/office/drawing/2014/main" id="{00DE6DE3-4F00-94FB-BE33-4775BBA7D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3" name="Line 43">
            <a:extLst>
              <a:ext uri="{FF2B5EF4-FFF2-40B4-BE49-F238E27FC236}">
                <a16:creationId xmlns:a16="http://schemas.microsoft.com/office/drawing/2014/main" id="{6AE3C632-61C0-4827-7329-A2E953394A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4" name="Line 44">
            <a:extLst>
              <a:ext uri="{FF2B5EF4-FFF2-40B4-BE49-F238E27FC236}">
                <a16:creationId xmlns:a16="http://schemas.microsoft.com/office/drawing/2014/main" id="{596575E6-9457-1484-C988-0C31F4901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5" name="Rectangle 45" descr="羊皮纸">
            <a:extLst>
              <a:ext uri="{FF2B5EF4-FFF2-40B4-BE49-F238E27FC236}">
                <a16:creationId xmlns:a16="http://schemas.microsoft.com/office/drawing/2014/main" id="{F2482E9F-1CEB-CA21-6D3B-85CD59B5D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9144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6" name="Line 46">
            <a:extLst>
              <a:ext uri="{FF2B5EF4-FFF2-40B4-BE49-F238E27FC236}">
                <a16:creationId xmlns:a16="http://schemas.microsoft.com/office/drawing/2014/main" id="{6E4FB278-4C28-3092-355C-087419653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7" name="Line 47">
            <a:extLst>
              <a:ext uri="{FF2B5EF4-FFF2-40B4-BE49-F238E27FC236}">
                <a16:creationId xmlns:a16="http://schemas.microsoft.com/office/drawing/2014/main" id="{E33EF58C-D4CD-4999-3C41-19FEBE4F2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8" name="Line 48">
            <a:extLst>
              <a:ext uri="{FF2B5EF4-FFF2-40B4-BE49-F238E27FC236}">
                <a16:creationId xmlns:a16="http://schemas.microsoft.com/office/drawing/2014/main" id="{A8C612DF-8DF4-F334-5075-8AB5A9EAF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9" name="Line 49">
            <a:extLst>
              <a:ext uri="{FF2B5EF4-FFF2-40B4-BE49-F238E27FC236}">
                <a16:creationId xmlns:a16="http://schemas.microsoft.com/office/drawing/2014/main" id="{4910F77F-32F4-AB2A-18F7-B71AE10EEF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0" name="Rectangle 50" descr="羊皮纸">
            <a:extLst>
              <a:ext uri="{FF2B5EF4-FFF2-40B4-BE49-F238E27FC236}">
                <a16:creationId xmlns:a16="http://schemas.microsoft.com/office/drawing/2014/main" id="{F498F034-67F2-3D29-7136-DE37AB4D4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144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1" name="Line 51">
            <a:extLst>
              <a:ext uri="{FF2B5EF4-FFF2-40B4-BE49-F238E27FC236}">
                <a16:creationId xmlns:a16="http://schemas.microsoft.com/office/drawing/2014/main" id="{C3063974-7F8C-900D-7961-9C9BD6748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2" name="Line 52">
            <a:extLst>
              <a:ext uri="{FF2B5EF4-FFF2-40B4-BE49-F238E27FC236}">
                <a16:creationId xmlns:a16="http://schemas.microsoft.com/office/drawing/2014/main" id="{0DB975FA-9BE1-61E1-9B73-A6A04B78A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3" name="Line 53">
            <a:extLst>
              <a:ext uri="{FF2B5EF4-FFF2-40B4-BE49-F238E27FC236}">
                <a16:creationId xmlns:a16="http://schemas.microsoft.com/office/drawing/2014/main" id="{A1C27F23-8474-011E-FCC0-E2FB5E4329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4" name="Line 54">
            <a:extLst>
              <a:ext uri="{FF2B5EF4-FFF2-40B4-BE49-F238E27FC236}">
                <a16:creationId xmlns:a16="http://schemas.microsoft.com/office/drawing/2014/main" id="{88054C38-B9F1-0A41-D864-4DB5D2C184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762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5" name="Line 55">
            <a:extLst>
              <a:ext uri="{FF2B5EF4-FFF2-40B4-BE49-F238E27FC236}">
                <a16:creationId xmlns:a16="http://schemas.microsoft.com/office/drawing/2014/main" id="{7882BF7B-C242-F4A4-345B-F2B7851F0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1430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6" name="Line 56">
            <a:extLst>
              <a:ext uri="{FF2B5EF4-FFF2-40B4-BE49-F238E27FC236}">
                <a16:creationId xmlns:a16="http://schemas.microsoft.com/office/drawing/2014/main" id="{95692A95-2FBD-D778-676B-80DC5A6539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0668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7" name="Line 57">
            <a:extLst>
              <a:ext uri="{FF2B5EF4-FFF2-40B4-BE49-F238E27FC236}">
                <a16:creationId xmlns:a16="http://schemas.microsoft.com/office/drawing/2014/main" id="{57A57213-4DA7-75A6-69D9-4038FEB19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0668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8" name="Line 58">
            <a:extLst>
              <a:ext uri="{FF2B5EF4-FFF2-40B4-BE49-F238E27FC236}">
                <a16:creationId xmlns:a16="http://schemas.microsoft.com/office/drawing/2014/main" id="{8AF83B9A-29BE-CE58-60A7-463DFF87E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0668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9" name="Line 59">
            <a:extLst>
              <a:ext uri="{FF2B5EF4-FFF2-40B4-BE49-F238E27FC236}">
                <a16:creationId xmlns:a16="http://schemas.microsoft.com/office/drawing/2014/main" id="{E106B451-7A0C-90BC-0F2F-4B2CCC66E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2192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0" name="Line 60">
            <a:extLst>
              <a:ext uri="{FF2B5EF4-FFF2-40B4-BE49-F238E27FC236}">
                <a16:creationId xmlns:a16="http://schemas.microsoft.com/office/drawing/2014/main" id="{DD5D3E35-EE6E-A8C3-7499-3F8AADAE5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1430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1" name="Line 61">
            <a:extLst>
              <a:ext uri="{FF2B5EF4-FFF2-40B4-BE49-F238E27FC236}">
                <a16:creationId xmlns:a16="http://schemas.microsoft.com/office/drawing/2014/main" id="{1CB31F85-0214-3196-E91F-679E605FF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9906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2" name="Line 62">
            <a:extLst>
              <a:ext uri="{FF2B5EF4-FFF2-40B4-BE49-F238E27FC236}">
                <a16:creationId xmlns:a16="http://schemas.microsoft.com/office/drawing/2014/main" id="{BE5F4401-BF64-E294-6FD6-3CF016CD3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990600"/>
            <a:ext cx="228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3" name="Line 63">
            <a:extLst>
              <a:ext uri="{FF2B5EF4-FFF2-40B4-BE49-F238E27FC236}">
                <a16:creationId xmlns:a16="http://schemas.microsoft.com/office/drawing/2014/main" id="{6AC0FCAE-6237-6750-E056-8C1E12171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12192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4" name="Line 64">
            <a:extLst>
              <a:ext uri="{FF2B5EF4-FFF2-40B4-BE49-F238E27FC236}">
                <a16:creationId xmlns:a16="http://schemas.microsoft.com/office/drawing/2014/main" id="{77D28F8B-5A2E-4639-0C3C-5B2C20B5E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2192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5" name="Line 65">
            <a:extLst>
              <a:ext uri="{FF2B5EF4-FFF2-40B4-BE49-F238E27FC236}">
                <a16:creationId xmlns:a16="http://schemas.microsoft.com/office/drawing/2014/main" id="{1DAAE22C-7600-2B91-DE35-9AAE1273B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2192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6" name="Line 66">
            <a:extLst>
              <a:ext uri="{FF2B5EF4-FFF2-40B4-BE49-F238E27FC236}">
                <a16:creationId xmlns:a16="http://schemas.microsoft.com/office/drawing/2014/main" id="{E72F704A-5EC9-7A14-30C0-BC95BE365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2192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7" name="Line 67">
            <a:extLst>
              <a:ext uri="{FF2B5EF4-FFF2-40B4-BE49-F238E27FC236}">
                <a16:creationId xmlns:a16="http://schemas.microsoft.com/office/drawing/2014/main" id="{6C1434E9-2720-FB45-DD54-376803854B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1295400"/>
            <a:ext cx="228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8" name="Line 68">
            <a:extLst>
              <a:ext uri="{FF2B5EF4-FFF2-40B4-BE49-F238E27FC236}">
                <a16:creationId xmlns:a16="http://schemas.microsoft.com/office/drawing/2014/main" id="{1A001935-99E3-C4CD-B77D-B6122E693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295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9" name="Line 69">
            <a:extLst>
              <a:ext uri="{FF2B5EF4-FFF2-40B4-BE49-F238E27FC236}">
                <a16:creationId xmlns:a16="http://schemas.microsoft.com/office/drawing/2014/main" id="{810FAAF6-C8CA-4D6F-F7E9-66E0D7804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600200"/>
            <a:ext cx="449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0" name="Line 70">
            <a:extLst>
              <a:ext uri="{FF2B5EF4-FFF2-40B4-BE49-F238E27FC236}">
                <a16:creationId xmlns:a16="http://schemas.microsoft.com/office/drawing/2014/main" id="{6003A54F-232B-0B6A-B040-7E2235905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219200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1" name="Line 71">
            <a:extLst>
              <a:ext uri="{FF2B5EF4-FFF2-40B4-BE49-F238E27FC236}">
                <a16:creationId xmlns:a16="http://schemas.microsoft.com/office/drawing/2014/main" id="{76082181-CC04-7AC3-0E64-EA63A2F26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609600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2" name="Line 72">
            <a:extLst>
              <a:ext uri="{FF2B5EF4-FFF2-40B4-BE49-F238E27FC236}">
                <a16:creationId xmlns:a16="http://schemas.microsoft.com/office/drawing/2014/main" id="{97F4925F-BEA5-C74E-1CD4-63C59B795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609600"/>
            <a:ext cx="4495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3" name="Line 73">
            <a:extLst>
              <a:ext uri="{FF2B5EF4-FFF2-40B4-BE49-F238E27FC236}">
                <a16:creationId xmlns:a16="http://schemas.microsoft.com/office/drawing/2014/main" id="{68A6BE14-BD05-DB75-ABDE-349EBBA79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609600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4" name="Line 74">
            <a:extLst>
              <a:ext uri="{FF2B5EF4-FFF2-40B4-BE49-F238E27FC236}">
                <a16:creationId xmlns:a16="http://schemas.microsoft.com/office/drawing/2014/main" id="{1184E80E-FF83-DFE0-AB5D-F03F1118A6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9906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5" name="Line 75">
            <a:extLst>
              <a:ext uri="{FF2B5EF4-FFF2-40B4-BE49-F238E27FC236}">
                <a16:creationId xmlns:a16="http://schemas.microsoft.com/office/drawing/2014/main" id="{9597FE10-37E2-DA90-E323-4CF0B4BB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609600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6" name="Line 76">
            <a:extLst>
              <a:ext uri="{FF2B5EF4-FFF2-40B4-BE49-F238E27FC236}">
                <a16:creationId xmlns:a16="http://schemas.microsoft.com/office/drawing/2014/main" id="{461F7A82-1E47-E9C9-CA34-DED26BFF1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609600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7" name="Line 77">
            <a:extLst>
              <a:ext uri="{FF2B5EF4-FFF2-40B4-BE49-F238E27FC236}">
                <a16:creationId xmlns:a16="http://schemas.microsoft.com/office/drawing/2014/main" id="{CE166FDB-EEE9-08A8-02D5-08B3A171F7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9906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8" name="Line 78">
            <a:extLst>
              <a:ext uri="{FF2B5EF4-FFF2-40B4-BE49-F238E27FC236}">
                <a16:creationId xmlns:a16="http://schemas.microsoft.com/office/drawing/2014/main" id="{1D552F6F-D755-6C6A-5B9A-81A58B793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609600"/>
            <a:ext cx="1600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9" name="Line 79">
            <a:extLst>
              <a:ext uri="{FF2B5EF4-FFF2-40B4-BE49-F238E27FC236}">
                <a16:creationId xmlns:a16="http://schemas.microsoft.com/office/drawing/2014/main" id="{97BDACB6-FD17-CEC3-56EB-8C2F83153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1295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0" name="Line 80">
            <a:extLst>
              <a:ext uri="{FF2B5EF4-FFF2-40B4-BE49-F238E27FC236}">
                <a16:creationId xmlns:a16="http://schemas.microsoft.com/office/drawing/2014/main" id="{DC31B2DA-CCBD-B843-1A93-9D70BA04E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1600200"/>
            <a:ext cx="1600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1" name="Line 81">
            <a:extLst>
              <a:ext uri="{FF2B5EF4-FFF2-40B4-BE49-F238E27FC236}">
                <a16:creationId xmlns:a16="http://schemas.microsoft.com/office/drawing/2014/main" id="{7CA7BA18-543D-CA7B-B4A9-6E08C1673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1219200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2" name="Line 82">
            <a:extLst>
              <a:ext uri="{FF2B5EF4-FFF2-40B4-BE49-F238E27FC236}">
                <a16:creationId xmlns:a16="http://schemas.microsoft.com/office/drawing/2014/main" id="{9BF1BE35-0672-46CF-41F2-8F0C84D505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1295400"/>
            <a:ext cx="304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3" name="Text Box 83">
            <a:extLst>
              <a:ext uri="{FF2B5EF4-FFF2-40B4-BE49-F238E27FC236}">
                <a16:creationId xmlns:a16="http://schemas.microsoft.com/office/drawing/2014/main" id="{091EDE7B-371D-2E75-2EF3-8DDF941C0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38200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4" name="Text Box 84">
            <a:extLst>
              <a:ext uri="{FF2B5EF4-FFF2-40B4-BE49-F238E27FC236}">
                <a16:creationId xmlns:a16="http://schemas.microsoft.com/office/drawing/2014/main" id="{33CC0BDE-A989-5897-0149-50A804323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425" y="838200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0B24FD-D4B7-C017-8DBE-8F9379FE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0143F3-D123-4A55-A3C4-DFF21E589B26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2">
            <a:extLst>
              <a:ext uri="{FF2B5EF4-FFF2-40B4-BE49-F238E27FC236}">
                <a16:creationId xmlns:a16="http://schemas.microsoft.com/office/drawing/2014/main" id="{4B6A807E-B0F6-BD6C-2184-4AC76AC95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双向循环链表类的定义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D7C736-0B02-9F34-2740-4A906F4E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None/>
              <a:defRPr/>
            </a:pPr>
            <a:r>
              <a:rPr lang="en-US" altLang="zh-CN" dirty="0"/>
              <a:t>struct </a:t>
            </a:r>
            <a:r>
              <a:rPr lang="en-US" altLang="zh-CN" dirty="0" err="1"/>
              <a:t>DblNode</a:t>
            </a:r>
            <a:r>
              <a:rPr lang="en-US" altLang="zh-CN" dirty="0"/>
              <a:t> {</a:t>
            </a:r>
          </a:p>
          <a:p>
            <a:pPr marL="0" indent="0">
              <a:buNone/>
              <a:defRPr/>
            </a:pPr>
            <a:r>
              <a:rPr lang="en-US" altLang="zh-CN" dirty="0"/>
              <a:t>    T data;                                  //</a:t>
            </a:r>
            <a:r>
              <a:rPr lang="zh-CN" altLang="en-US" dirty="0"/>
              <a:t>数据</a:t>
            </a:r>
          </a:p>
          <a:p>
            <a:pPr marL="0" indent="0"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 </a:t>
            </a:r>
            <a:r>
              <a:rPr lang="en-US" altLang="zh-CN" dirty="0" err="1"/>
              <a:t>lLink</a:t>
            </a:r>
            <a:r>
              <a:rPr lang="en-US" altLang="zh-CN" dirty="0"/>
              <a:t>, * </a:t>
            </a:r>
            <a:r>
              <a:rPr lang="en-US" altLang="zh-CN" dirty="0" err="1"/>
              <a:t>rLink</a:t>
            </a:r>
            <a:r>
              <a:rPr lang="en-US" altLang="zh-CN" dirty="0"/>
              <a:t>;     //</a:t>
            </a:r>
            <a:r>
              <a:rPr lang="zh-CN" altLang="en-US" dirty="0"/>
              <a:t>指针</a:t>
            </a:r>
          </a:p>
          <a:p>
            <a:pPr marL="0" indent="0"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 (</a:t>
            </a:r>
            <a:r>
              <a:rPr lang="en-US" altLang="zh-CN" dirty="0" err="1"/>
              <a:t>DblNode</a:t>
            </a:r>
            <a:r>
              <a:rPr lang="en-US" altLang="zh-CN" dirty="0"/>
              <a:t>&lt;T&gt;* left = NULL, </a:t>
            </a:r>
            <a:r>
              <a:rPr lang="en-US" altLang="zh-CN" dirty="0" err="1"/>
              <a:t>DblNode</a:t>
            </a:r>
            <a:r>
              <a:rPr lang="en-US" altLang="zh-CN" dirty="0"/>
              <a:t>&lt;T&gt; * right = NULL ) : </a:t>
            </a:r>
            <a:r>
              <a:rPr lang="en-US" altLang="zh-CN" dirty="0" err="1"/>
              <a:t>lLink</a:t>
            </a:r>
            <a:r>
              <a:rPr lang="en-US" altLang="zh-CN" dirty="0"/>
              <a:t> (left), </a:t>
            </a:r>
            <a:r>
              <a:rPr lang="en-US" altLang="zh-CN" dirty="0" err="1"/>
              <a:t>rLink</a:t>
            </a:r>
            <a:r>
              <a:rPr lang="en-US" altLang="zh-CN" dirty="0"/>
              <a:t> (right) { }</a:t>
            </a:r>
          </a:p>
          <a:p>
            <a:pPr marL="0" indent="0"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 (T value, </a:t>
            </a:r>
            <a:r>
              <a:rPr lang="en-US" altLang="zh-CN" dirty="0" err="1"/>
              <a:t>DblNode</a:t>
            </a:r>
            <a:r>
              <a:rPr lang="en-US" altLang="zh-CN" dirty="0"/>
              <a:t>&lt;T&gt;* left = NULL, </a:t>
            </a:r>
            <a:r>
              <a:rPr lang="en-US" altLang="zh-CN" dirty="0" err="1"/>
              <a:t>DblNode</a:t>
            </a:r>
            <a:r>
              <a:rPr lang="en-US" altLang="zh-CN" dirty="0"/>
              <a:t>&lt;T&gt; * right = NULL ) : data(value), </a:t>
            </a:r>
            <a:r>
              <a:rPr lang="en-US" altLang="zh-CN" dirty="0" err="1"/>
              <a:t>lLink</a:t>
            </a:r>
            <a:r>
              <a:rPr lang="en-US" altLang="zh-CN" dirty="0"/>
              <a:t> (left), </a:t>
            </a:r>
            <a:r>
              <a:rPr lang="en-US" altLang="zh-CN" dirty="0" err="1"/>
              <a:t>rLink</a:t>
            </a:r>
            <a:r>
              <a:rPr lang="en-US" altLang="zh-CN" dirty="0"/>
              <a:t> (right) { }</a:t>
            </a:r>
          </a:p>
          <a:p>
            <a:pPr marL="0" indent="0"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1800D1-EF85-214E-C155-7B42D3C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8DD8D9-8EBC-44A8-98A6-D2BA2D4506C0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8BDAF9-059D-5E49-3EC3-B75241A84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36525"/>
            <a:ext cx="8712200" cy="6584949"/>
          </a:xfrm>
        </p:spPr>
        <p:txBody>
          <a:bodyPr>
            <a:normAutofit fontScale="4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</a:t>
            </a:r>
            <a:r>
              <a:rPr lang="en-US" altLang="zh-CN" dirty="0" err="1"/>
              <a:t>DblList</a:t>
            </a:r>
            <a:r>
              <a:rPr lang="en-US" altLang="zh-CN" dirty="0"/>
              <a:t> : public </a:t>
            </a:r>
            <a:r>
              <a:rPr lang="en-US" altLang="zh-CN" dirty="0" err="1"/>
              <a:t>LinearList</a:t>
            </a:r>
            <a:r>
              <a:rPr lang="en-US" altLang="zh-CN" dirty="0"/>
              <a:t>&lt;T&gt;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private: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 first;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public: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DblList</a:t>
            </a:r>
            <a:r>
              <a:rPr lang="en-US" altLang="zh-CN" dirty="0"/>
              <a:t> (  );    //</a:t>
            </a:r>
            <a:r>
              <a:rPr lang="zh-CN" altLang="en-US" dirty="0"/>
              <a:t>构造函数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~</a:t>
            </a:r>
            <a:r>
              <a:rPr lang="en-US" altLang="zh-CN" dirty="0" err="1"/>
              <a:t>DblList</a:t>
            </a:r>
            <a:r>
              <a:rPr lang="en-US" altLang="zh-CN" dirty="0"/>
              <a:t> ( 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Length ( ) const;                 //</a:t>
            </a:r>
            <a:r>
              <a:rPr lang="zh-CN" altLang="en-US" dirty="0"/>
              <a:t>计算长度，代码见备注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bool </a:t>
            </a:r>
            <a:r>
              <a:rPr lang="en-US" altLang="zh-CN" dirty="0" err="1"/>
              <a:t>IsEmpty</a:t>
            </a:r>
            <a:r>
              <a:rPr lang="en-US" altLang="zh-CN" dirty="0"/>
              <a:t> ( ) { return first-&gt;</a:t>
            </a:r>
            <a:r>
              <a:rPr lang="en-US" altLang="zh-CN" dirty="0" err="1"/>
              <a:t>rlink</a:t>
            </a:r>
            <a:r>
              <a:rPr lang="en-US" altLang="zh-CN" dirty="0"/>
              <a:t> == first; }  //</a:t>
            </a:r>
            <a:r>
              <a:rPr lang="zh-CN" altLang="en-US" dirty="0"/>
              <a:t>判链表空否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 &lt;T&gt; * </a:t>
            </a:r>
            <a:r>
              <a:rPr lang="en-US" altLang="zh-CN" dirty="0" err="1"/>
              <a:t>getHead</a:t>
            </a:r>
            <a:r>
              <a:rPr lang="en-US" altLang="zh-CN" dirty="0"/>
              <a:t> ( ) { return first; };     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</a:t>
            </a:r>
            <a:r>
              <a:rPr lang="en-US" altLang="zh-CN" dirty="0" err="1"/>
              <a:t>getNext</a:t>
            </a:r>
            <a:r>
              <a:rPr lang="en-US" altLang="zh-CN" dirty="0"/>
              <a:t> (</a:t>
            </a:r>
            <a:r>
              <a:rPr lang="en-US" altLang="zh-CN" dirty="0" err="1"/>
              <a:t>DblNode</a:t>
            </a:r>
            <a:r>
              <a:rPr lang="en-US" altLang="zh-CN" dirty="0"/>
              <a:t>&lt;T&gt; *p )	 { return p-&gt;</a:t>
            </a:r>
            <a:r>
              <a:rPr lang="en-US" altLang="zh-CN" dirty="0" err="1"/>
              <a:t>rLink</a:t>
            </a:r>
            <a:r>
              <a:rPr lang="en-US" altLang="zh-CN" dirty="0"/>
              <a:t>; }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//</a:t>
            </a:r>
            <a:r>
              <a:rPr lang="zh-CN" altLang="en-US" dirty="0"/>
              <a:t>未考虑头结点，取*</a:t>
            </a:r>
            <a:r>
              <a:rPr lang="en-US" altLang="zh-CN" dirty="0"/>
              <a:t>p</a:t>
            </a:r>
            <a:r>
              <a:rPr lang="zh-CN" altLang="en-US" dirty="0"/>
              <a:t>的后继结点地址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</a:t>
            </a:r>
            <a:r>
              <a:rPr lang="en-US" altLang="zh-CN" dirty="0" err="1"/>
              <a:t>getPrior</a:t>
            </a:r>
            <a:r>
              <a:rPr lang="en-US" altLang="zh-CN" dirty="0"/>
              <a:t> (</a:t>
            </a:r>
            <a:r>
              <a:rPr lang="en-US" altLang="zh-CN" dirty="0" err="1"/>
              <a:t>DblNode</a:t>
            </a:r>
            <a:r>
              <a:rPr lang="en-US" altLang="zh-CN" dirty="0"/>
              <a:t>&lt;T&gt; *p)   {return p-&gt;</a:t>
            </a:r>
            <a:r>
              <a:rPr lang="en-US" altLang="zh-CN" dirty="0" err="1"/>
              <a:t>lLink</a:t>
            </a:r>
            <a:r>
              <a:rPr lang="en-US" altLang="zh-CN" dirty="0"/>
              <a:t>;}     //</a:t>
            </a:r>
            <a:r>
              <a:rPr lang="zh-CN" altLang="en-US" dirty="0"/>
              <a:t>取*</a:t>
            </a:r>
            <a:r>
              <a:rPr lang="en-US" altLang="zh-CN" dirty="0"/>
              <a:t>p</a:t>
            </a:r>
            <a:r>
              <a:rPr lang="zh-CN" altLang="en-US" dirty="0"/>
              <a:t>的前驱结点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 &lt;T&gt; *Search ( const T&amp; x);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 Locate ( int </a:t>
            </a:r>
            <a:r>
              <a:rPr lang="en-US" altLang="zh-CN" dirty="0" err="1"/>
              <a:t>i</a:t>
            </a:r>
            <a:r>
              <a:rPr lang="en-US" altLang="zh-CN" dirty="0"/>
              <a:t>, int d);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//d=0</a:t>
            </a:r>
            <a:r>
              <a:rPr lang="zh-CN" altLang="en-US" dirty="0"/>
              <a:t>按前驱方向，否则按后继方向，在链表中定位第</a:t>
            </a:r>
            <a:r>
              <a:rPr lang="en-US" altLang="zh-CN" dirty="0" err="1"/>
              <a:t>i</a:t>
            </a:r>
            <a:r>
              <a:rPr lang="zh-CN" altLang="en-US" dirty="0"/>
              <a:t>个结点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bool Insert ( int </a:t>
            </a:r>
            <a:r>
              <a:rPr lang="en-US" altLang="zh-CN" dirty="0" err="1"/>
              <a:t>i</a:t>
            </a:r>
            <a:r>
              <a:rPr lang="en-US" altLang="zh-CN" dirty="0"/>
              <a:t>, const T x, int d);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Remove ( int </a:t>
            </a:r>
            <a:r>
              <a:rPr lang="en-US" altLang="zh-CN" dirty="0" err="1"/>
              <a:t>i</a:t>
            </a:r>
            <a:r>
              <a:rPr lang="en-US" altLang="zh-CN" dirty="0"/>
              <a:t>, T&amp; x, int d);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void input();	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void output();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A58F65-F1BA-BC15-0191-741A130E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6643B5-0343-40FC-9415-5BE5EBFA4688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3CD2D713-4186-8E3C-CC69-0C64BB6B6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538" y="2889250"/>
            <a:ext cx="2471737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 u="sng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搜索成功</a:t>
            </a:r>
            <a:endParaRPr kumimoji="1" lang="zh-CN" altLang="en-US" sz="3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3" name="Text Box 3">
            <a:extLst>
              <a:ext uri="{FF2B5EF4-FFF2-40B4-BE49-F238E27FC236}">
                <a16:creationId xmlns:a16="http://schemas.microsoft.com/office/drawing/2014/main" id="{DA793728-550C-153E-59B3-4212D92E0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6263" y="5327650"/>
            <a:ext cx="2519362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 u="sng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搜索不成功</a:t>
            </a:r>
            <a:endParaRPr kumimoji="1" lang="zh-CN" altLang="en-US" sz="3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4" name="Rectangle 5" descr="白色大理石">
            <a:extLst>
              <a:ext uri="{FF2B5EF4-FFF2-40B4-BE49-F238E27FC236}">
                <a16:creationId xmlns:a16="http://schemas.microsoft.com/office/drawing/2014/main" id="{BAC68650-358F-C2C0-6FA6-70BE435A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1952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5" name="Line 6">
            <a:extLst>
              <a:ext uri="{FF2B5EF4-FFF2-40B4-BE49-F238E27FC236}">
                <a16:creationId xmlns:a16="http://schemas.microsoft.com/office/drawing/2014/main" id="{7C94F297-6419-BE53-E602-FBE51DB3E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24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6" name="Line 7">
            <a:extLst>
              <a:ext uri="{FF2B5EF4-FFF2-40B4-BE49-F238E27FC236}">
                <a16:creationId xmlns:a16="http://schemas.microsoft.com/office/drawing/2014/main" id="{9A31801E-8BA0-339A-C12D-35E33FC6C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7" name="Line 8">
            <a:extLst>
              <a:ext uri="{FF2B5EF4-FFF2-40B4-BE49-F238E27FC236}">
                <a16:creationId xmlns:a16="http://schemas.microsoft.com/office/drawing/2014/main" id="{7C80A084-4EB4-DB76-1089-2488DE7EF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24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8" name="Line 9">
            <a:extLst>
              <a:ext uri="{FF2B5EF4-FFF2-40B4-BE49-F238E27FC236}">
                <a16:creationId xmlns:a16="http://schemas.microsoft.com/office/drawing/2014/main" id="{EDF23656-97F7-8AA0-3637-200F6FC7B0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9" name="Rectangle 10" descr="白色大理石">
            <a:extLst>
              <a:ext uri="{FF2B5EF4-FFF2-40B4-BE49-F238E27FC236}">
                <a16:creationId xmlns:a16="http://schemas.microsoft.com/office/drawing/2014/main" id="{1378B970-3690-4490-3D81-A5D640762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063" y="1952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10" name="Line 11">
            <a:extLst>
              <a:ext uri="{FF2B5EF4-FFF2-40B4-BE49-F238E27FC236}">
                <a16:creationId xmlns:a16="http://schemas.microsoft.com/office/drawing/2014/main" id="{766874C4-6018-9B21-0DB5-5F51C291A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1" name="Line 12">
            <a:extLst>
              <a:ext uri="{FF2B5EF4-FFF2-40B4-BE49-F238E27FC236}">
                <a16:creationId xmlns:a16="http://schemas.microsoft.com/office/drawing/2014/main" id="{4E943EB1-7B88-D010-EA55-FA17B0D8C7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16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2" name="Line 13">
            <a:extLst>
              <a:ext uri="{FF2B5EF4-FFF2-40B4-BE49-F238E27FC236}">
                <a16:creationId xmlns:a16="http://schemas.microsoft.com/office/drawing/2014/main" id="{3FA5A938-0FB6-4839-2D39-029BE912B1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26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3" name="Line 14">
            <a:extLst>
              <a:ext uri="{FF2B5EF4-FFF2-40B4-BE49-F238E27FC236}">
                <a16:creationId xmlns:a16="http://schemas.microsoft.com/office/drawing/2014/main" id="{88EA9015-5322-3B7D-D093-2B369B3FC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6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4" name="Rectangle 15" descr="白色大理石">
            <a:extLst>
              <a:ext uri="{FF2B5EF4-FFF2-40B4-BE49-F238E27FC236}">
                <a16:creationId xmlns:a16="http://schemas.microsoft.com/office/drawing/2014/main" id="{3B052EE8-2B2E-AFA3-9220-9E5F58C8E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3" y="1952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15" name="Line 16">
            <a:extLst>
              <a:ext uri="{FF2B5EF4-FFF2-40B4-BE49-F238E27FC236}">
                <a16:creationId xmlns:a16="http://schemas.microsoft.com/office/drawing/2014/main" id="{A5904E1D-5D69-5639-446A-657130E809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18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6" name="Line 17">
            <a:extLst>
              <a:ext uri="{FF2B5EF4-FFF2-40B4-BE49-F238E27FC236}">
                <a16:creationId xmlns:a16="http://schemas.microsoft.com/office/drawing/2014/main" id="{5A8815D7-CF65-8B1A-952C-595224BD1A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08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7" name="Line 18">
            <a:extLst>
              <a:ext uri="{FF2B5EF4-FFF2-40B4-BE49-F238E27FC236}">
                <a16:creationId xmlns:a16="http://schemas.microsoft.com/office/drawing/2014/main" id="{9B0E8499-94B3-36CD-FDA2-73A92DF258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18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8" name="Line 19">
            <a:extLst>
              <a:ext uri="{FF2B5EF4-FFF2-40B4-BE49-F238E27FC236}">
                <a16:creationId xmlns:a16="http://schemas.microsoft.com/office/drawing/2014/main" id="{1BE137D2-8A17-4072-231F-A593E1E41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08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9" name="Rectangle 20" descr="白色大理石">
            <a:extLst>
              <a:ext uri="{FF2B5EF4-FFF2-40B4-BE49-F238E27FC236}">
                <a16:creationId xmlns:a16="http://schemas.microsoft.com/office/drawing/2014/main" id="{6F50D617-1549-C380-C0B7-0C18C5F27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1952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0" name="Line 21">
            <a:extLst>
              <a:ext uri="{FF2B5EF4-FFF2-40B4-BE49-F238E27FC236}">
                <a16:creationId xmlns:a16="http://schemas.microsoft.com/office/drawing/2014/main" id="{44104E31-6010-12B1-79B2-F43B75067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10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1" name="Line 22">
            <a:extLst>
              <a:ext uri="{FF2B5EF4-FFF2-40B4-BE49-F238E27FC236}">
                <a16:creationId xmlns:a16="http://schemas.microsoft.com/office/drawing/2014/main" id="{75335106-93A6-04E2-118C-C123D75B42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00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2" name="Line 23">
            <a:extLst>
              <a:ext uri="{FF2B5EF4-FFF2-40B4-BE49-F238E27FC236}">
                <a16:creationId xmlns:a16="http://schemas.microsoft.com/office/drawing/2014/main" id="{2C76ED30-B2DB-350C-4C63-53D02E0F1F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10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3" name="Line 24">
            <a:extLst>
              <a:ext uri="{FF2B5EF4-FFF2-40B4-BE49-F238E27FC236}">
                <a16:creationId xmlns:a16="http://schemas.microsoft.com/office/drawing/2014/main" id="{FB2C2744-5C90-BAC1-E13F-3305CB229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4" name="Rectangle 25" descr="白色大理石">
            <a:extLst>
              <a:ext uri="{FF2B5EF4-FFF2-40B4-BE49-F238E27FC236}">
                <a16:creationId xmlns:a16="http://schemas.microsoft.com/office/drawing/2014/main" id="{36352D6F-15E4-4FC7-0529-84A1FB64F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63" y="1952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25" name="Line 26">
            <a:extLst>
              <a:ext uri="{FF2B5EF4-FFF2-40B4-BE49-F238E27FC236}">
                <a16:creationId xmlns:a16="http://schemas.microsoft.com/office/drawing/2014/main" id="{A244122D-EC1B-5FC8-C788-5FF35D614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02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6" name="Line 27">
            <a:extLst>
              <a:ext uri="{FF2B5EF4-FFF2-40B4-BE49-F238E27FC236}">
                <a16:creationId xmlns:a16="http://schemas.microsoft.com/office/drawing/2014/main" id="{A487A527-3E3C-779B-2B2B-B6832A0470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992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7" name="Line 28">
            <a:extLst>
              <a:ext uri="{FF2B5EF4-FFF2-40B4-BE49-F238E27FC236}">
                <a16:creationId xmlns:a16="http://schemas.microsoft.com/office/drawing/2014/main" id="{E68C1515-3C5F-0650-601C-6578D3D71C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0263" y="1800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8" name="Line 29">
            <a:extLst>
              <a:ext uri="{FF2B5EF4-FFF2-40B4-BE49-F238E27FC236}">
                <a16:creationId xmlns:a16="http://schemas.microsoft.com/office/drawing/2014/main" id="{17DA64C9-E4C8-BD79-9A55-32958DF85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9263" y="1952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9" name="Line 30">
            <a:extLst>
              <a:ext uri="{FF2B5EF4-FFF2-40B4-BE49-F238E27FC236}">
                <a16:creationId xmlns:a16="http://schemas.microsoft.com/office/drawing/2014/main" id="{98F4C168-0A33-0537-BA89-215F55EBC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8263" y="2028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0" name="Line 31">
            <a:extLst>
              <a:ext uri="{FF2B5EF4-FFF2-40B4-BE49-F238E27FC236}">
                <a16:creationId xmlns:a16="http://schemas.microsoft.com/office/drawing/2014/main" id="{E86E7BC8-31D2-8B17-2930-1F0494A77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7463" y="2028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1" name="Line 32">
            <a:extLst>
              <a:ext uri="{FF2B5EF4-FFF2-40B4-BE49-F238E27FC236}">
                <a16:creationId xmlns:a16="http://schemas.microsoft.com/office/drawing/2014/main" id="{6F8F2D97-66BF-9C01-6F0B-646FA76BE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6663" y="2028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2" name="Line 33">
            <a:extLst>
              <a:ext uri="{FF2B5EF4-FFF2-40B4-BE49-F238E27FC236}">
                <a16:creationId xmlns:a16="http://schemas.microsoft.com/office/drawing/2014/main" id="{FD1EFB51-C054-411E-1319-57AE2D68F7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5863" y="2028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3" name="Line 34">
            <a:extLst>
              <a:ext uri="{FF2B5EF4-FFF2-40B4-BE49-F238E27FC236}">
                <a16:creationId xmlns:a16="http://schemas.microsoft.com/office/drawing/2014/main" id="{667281D3-3AC4-5F06-68B5-50D7EFA38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20288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4" name="Line 35">
            <a:extLst>
              <a:ext uri="{FF2B5EF4-FFF2-40B4-BE49-F238E27FC236}">
                <a16:creationId xmlns:a16="http://schemas.microsoft.com/office/drawing/2014/main" id="{54693F19-09BF-1C0B-B5B3-290DAEF6B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8263" y="2257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5" name="Line 36">
            <a:extLst>
              <a:ext uri="{FF2B5EF4-FFF2-40B4-BE49-F238E27FC236}">
                <a16:creationId xmlns:a16="http://schemas.microsoft.com/office/drawing/2014/main" id="{D030BF50-B8F2-0A01-F2A1-38932EE647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36663" y="218122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6" name="Line 37">
            <a:extLst>
              <a:ext uri="{FF2B5EF4-FFF2-40B4-BE49-F238E27FC236}">
                <a16:creationId xmlns:a16="http://schemas.microsoft.com/office/drawing/2014/main" id="{61D64198-D887-513F-45B0-B25BE2182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7463" y="2257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7" name="Line 38">
            <a:extLst>
              <a:ext uri="{FF2B5EF4-FFF2-40B4-BE49-F238E27FC236}">
                <a16:creationId xmlns:a16="http://schemas.microsoft.com/office/drawing/2014/main" id="{7CDD5A1B-64D7-2105-CC5C-CA9522ADD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6663" y="2257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8" name="Line 39">
            <a:extLst>
              <a:ext uri="{FF2B5EF4-FFF2-40B4-BE49-F238E27FC236}">
                <a16:creationId xmlns:a16="http://schemas.microsoft.com/office/drawing/2014/main" id="{9837B9BB-9EC9-77D8-0A78-1812E9974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5863" y="2257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9" name="Line 40">
            <a:extLst>
              <a:ext uri="{FF2B5EF4-FFF2-40B4-BE49-F238E27FC236}">
                <a16:creationId xmlns:a16="http://schemas.microsoft.com/office/drawing/2014/main" id="{906C730F-858D-FF0F-993D-10BF95C9E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063" y="2257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0" name="Line 41">
            <a:extLst>
              <a:ext uri="{FF2B5EF4-FFF2-40B4-BE49-F238E27FC236}">
                <a16:creationId xmlns:a16="http://schemas.microsoft.com/office/drawing/2014/main" id="{94279A2E-9A88-CCEF-32B2-3628B1508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22574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1" name="Line 42">
            <a:extLst>
              <a:ext uri="{FF2B5EF4-FFF2-40B4-BE49-F238E27FC236}">
                <a16:creationId xmlns:a16="http://schemas.microsoft.com/office/drawing/2014/main" id="{439E12CC-568F-5A13-BC3C-FEACAB27D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23336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2" name="Line 43">
            <a:extLst>
              <a:ext uri="{FF2B5EF4-FFF2-40B4-BE49-F238E27FC236}">
                <a16:creationId xmlns:a16="http://schemas.microsoft.com/office/drawing/2014/main" id="{DA06DDD4-025A-2033-86C4-7CB83DBF2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5263" y="2638425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3" name="Line 44">
            <a:extLst>
              <a:ext uri="{FF2B5EF4-FFF2-40B4-BE49-F238E27FC236}">
                <a16:creationId xmlns:a16="http://schemas.microsoft.com/office/drawing/2014/main" id="{F55D2A22-9E13-83DA-B658-5279DE321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233362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4" name="Line 45">
            <a:extLst>
              <a:ext uri="{FF2B5EF4-FFF2-40B4-BE49-F238E27FC236}">
                <a16:creationId xmlns:a16="http://schemas.microsoft.com/office/drawing/2014/main" id="{6D76A14B-2CC4-3E3F-B5ED-105B886B31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5263" y="1647825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5" name="Line 46">
            <a:extLst>
              <a:ext uri="{FF2B5EF4-FFF2-40B4-BE49-F238E27FC236}">
                <a16:creationId xmlns:a16="http://schemas.microsoft.com/office/drawing/2014/main" id="{6D6DBF1A-EAF5-C4DB-BC6A-189324D23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16478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6" name="Line 47">
            <a:extLst>
              <a:ext uri="{FF2B5EF4-FFF2-40B4-BE49-F238E27FC236}">
                <a16:creationId xmlns:a16="http://schemas.microsoft.com/office/drawing/2014/main" id="{DB786A3F-B07B-E7FF-7431-DC3E4A2E3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16478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7" name="Line 48">
            <a:extLst>
              <a:ext uri="{FF2B5EF4-FFF2-40B4-BE49-F238E27FC236}">
                <a16:creationId xmlns:a16="http://schemas.microsoft.com/office/drawing/2014/main" id="{AEF5B78E-EF0B-3D2E-94D5-B67900A25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063" y="2028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48" name="Text Box 49">
            <a:extLst>
              <a:ext uri="{FF2B5EF4-FFF2-40B4-BE49-F238E27FC236}">
                <a16:creationId xmlns:a16="http://schemas.microsoft.com/office/drawing/2014/main" id="{A2369DAA-43F9-304B-7982-81FEEBE76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187642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49" name="Rectangle 50" descr="白色大理石">
            <a:extLst>
              <a:ext uri="{FF2B5EF4-FFF2-40B4-BE49-F238E27FC236}">
                <a16:creationId xmlns:a16="http://schemas.microsoft.com/office/drawing/2014/main" id="{0530F5CD-995B-ED4F-AA12-5D57E2759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63" y="4238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50" name="Line 51">
            <a:extLst>
              <a:ext uri="{FF2B5EF4-FFF2-40B4-BE49-F238E27FC236}">
                <a16:creationId xmlns:a16="http://schemas.microsoft.com/office/drawing/2014/main" id="{319AF14A-9CD6-1F31-FACD-A40490C69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1" name="Line 52">
            <a:extLst>
              <a:ext uri="{FF2B5EF4-FFF2-40B4-BE49-F238E27FC236}">
                <a16:creationId xmlns:a16="http://schemas.microsoft.com/office/drawing/2014/main" id="{2116C238-7698-3C67-F6FC-DF6E96DE35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24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2" name="Line 53">
            <a:extLst>
              <a:ext uri="{FF2B5EF4-FFF2-40B4-BE49-F238E27FC236}">
                <a16:creationId xmlns:a16="http://schemas.microsoft.com/office/drawing/2014/main" id="{77DCA129-C84C-1F9C-4578-E9DE993849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34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3" name="Line 54">
            <a:extLst>
              <a:ext uri="{FF2B5EF4-FFF2-40B4-BE49-F238E27FC236}">
                <a16:creationId xmlns:a16="http://schemas.microsoft.com/office/drawing/2014/main" id="{47440433-AB6D-E29F-5504-4F9C5EB20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24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4" name="Rectangle 55" descr="白色大理石">
            <a:extLst>
              <a:ext uri="{FF2B5EF4-FFF2-40B4-BE49-F238E27FC236}">
                <a16:creationId xmlns:a16="http://schemas.microsoft.com/office/drawing/2014/main" id="{F0F5FBC8-C022-6C5D-F4EB-E0DF0C1D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063" y="4238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55" name="Line 56">
            <a:extLst>
              <a:ext uri="{FF2B5EF4-FFF2-40B4-BE49-F238E27FC236}">
                <a16:creationId xmlns:a16="http://schemas.microsoft.com/office/drawing/2014/main" id="{242DEC6D-F5F2-8199-0997-F990F2D1C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6" name="Line 57">
            <a:extLst>
              <a:ext uri="{FF2B5EF4-FFF2-40B4-BE49-F238E27FC236}">
                <a16:creationId xmlns:a16="http://schemas.microsoft.com/office/drawing/2014/main" id="{3469CD80-2DAD-375C-9136-B8EEFB9769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16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7" name="Line 58">
            <a:extLst>
              <a:ext uri="{FF2B5EF4-FFF2-40B4-BE49-F238E27FC236}">
                <a16:creationId xmlns:a16="http://schemas.microsoft.com/office/drawing/2014/main" id="{7E301668-29E3-0665-8AC8-6463311F41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26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8" name="Line 59">
            <a:extLst>
              <a:ext uri="{FF2B5EF4-FFF2-40B4-BE49-F238E27FC236}">
                <a16:creationId xmlns:a16="http://schemas.microsoft.com/office/drawing/2014/main" id="{1461C95F-AB03-E8B5-A480-2AC55D92F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6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59" name="Rectangle 60" descr="白色大理石">
            <a:extLst>
              <a:ext uri="{FF2B5EF4-FFF2-40B4-BE49-F238E27FC236}">
                <a16:creationId xmlns:a16="http://schemas.microsoft.com/office/drawing/2014/main" id="{826F2BA3-0671-CAA0-6A7D-AB8BD37F2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3" y="4238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60" name="Line 61">
            <a:extLst>
              <a:ext uri="{FF2B5EF4-FFF2-40B4-BE49-F238E27FC236}">
                <a16:creationId xmlns:a16="http://schemas.microsoft.com/office/drawing/2014/main" id="{D6E78BCD-9213-EB33-19A4-92E02BC94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18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1" name="Line 62">
            <a:extLst>
              <a:ext uri="{FF2B5EF4-FFF2-40B4-BE49-F238E27FC236}">
                <a16:creationId xmlns:a16="http://schemas.microsoft.com/office/drawing/2014/main" id="{B71B35C1-0976-9AFA-51D0-02F7BE8389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08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2" name="Line 63">
            <a:extLst>
              <a:ext uri="{FF2B5EF4-FFF2-40B4-BE49-F238E27FC236}">
                <a16:creationId xmlns:a16="http://schemas.microsoft.com/office/drawing/2014/main" id="{C8FDAEBA-8356-8602-75FC-BD9F138A01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18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3" name="Line 64">
            <a:extLst>
              <a:ext uri="{FF2B5EF4-FFF2-40B4-BE49-F238E27FC236}">
                <a16:creationId xmlns:a16="http://schemas.microsoft.com/office/drawing/2014/main" id="{57290E62-6534-5E2A-E379-B03F51B84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08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4" name="Rectangle 65" descr="白色大理石">
            <a:extLst>
              <a:ext uri="{FF2B5EF4-FFF2-40B4-BE49-F238E27FC236}">
                <a16:creationId xmlns:a16="http://schemas.microsoft.com/office/drawing/2014/main" id="{88B5D50D-9CA6-1114-01D8-BF1452646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4238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65" name="Line 66">
            <a:extLst>
              <a:ext uri="{FF2B5EF4-FFF2-40B4-BE49-F238E27FC236}">
                <a16:creationId xmlns:a16="http://schemas.microsoft.com/office/drawing/2014/main" id="{400F0A48-49F6-8487-1AF8-0CEAF94B8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10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6" name="Line 67">
            <a:extLst>
              <a:ext uri="{FF2B5EF4-FFF2-40B4-BE49-F238E27FC236}">
                <a16:creationId xmlns:a16="http://schemas.microsoft.com/office/drawing/2014/main" id="{766C0200-076A-B2BE-2DC6-EC877E6E50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00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7" name="Line 68">
            <a:extLst>
              <a:ext uri="{FF2B5EF4-FFF2-40B4-BE49-F238E27FC236}">
                <a16:creationId xmlns:a16="http://schemas.microsoft.com/office/drawing/2014/main" id="{5897B4C9-C405-0E1F-F892-2241833699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10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8" name="Line 69">
            <a:extLst>
              <a:ext uri="{FF2B5EF4-FFF2-40B4-BE49-F238E27FC236}">
                <a16:creationId xmlns:a16="http://schemas.microsoft.com/office/drawing/2014/main" id="{15CE6FDE-D251-9C78-5924-508565A4D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69" name="Rectangle 70" descr="白色大理石">
            <a:extLst>
              <a:ext uri="{FF2B5EF4-FFF2-40B4-BE49-F238E27FC236}">
                <a16:creationId xmlns:a16="http://schemas.microsoft.com/office/drawing/2014/main" id="{23ABC3C2-2DF7-9B2B-DC16-F16FA7123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63" y="42386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70" name="Line 71">
            <a:extLst>
              <a:ext uri="{FF2B5EF4-FFF2-40B4-BE49-F238E27FC236}">
                <a16:creationId xmlns:a16="http://schemas.microsoft.com/office/drawing/2014/main" id="{39C1755A-BAFE-CC58-EAF0-BEF80C9FC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02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1" name="Line 72">
            <a:extLst>
              <a:ext uri="{FF2B5EF4-FFF2-40B4-BE49-F238E27FC236}">
                <a16:creationId xmlns:a16="http://schemas.microsoft.com/office/drawing/2014/main" id="{F46723C4-84E0-C471-353A-F1F89A5767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992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2" name="Line 73">
            <a:extLst>
              <a:ext uri="{FF2B5EF4-FFF2-40B4-BE49-F238E27FC236}">
                <a16:creationId xmlns:a16="http://schemas.microsoft.com/office/drawing/2014/main" id="{CF1B595C-2EB4-2969-4847-7B7A262836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0263" y="4086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3" name="Line 74">
            <a:extLst>
              <a:ext uri="{FF2B5EF4-FFF2-40B4-BE49-F238E27FC236}">
                <a16:creationId xmlns:a16="http://schemas.microsoft.com/office/drawing/2014/main" id="{44D31F59-62B1-6849-6581-875373139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9263" y="42386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4" name="Line 75">
            <a:extLst>
              <a:ext uri="{FF2B5EF4-FFF2-40B4-BE49-F238E27FC236}">
                <a16:creationId xmlns:a16="http://schemas.microsoft.com/office/drawing/2014/main" id="{D7A44A82-DDB9-1D63-3487-B5CD5854F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8263" y="4314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5" name="Line 76">
            <a:extLst>
              <a:ext uri="{FF2B5EF4-FFF2-40B4-BE49-F238E27FC236}">
                <a16:creationId xmlns:a16="http://schemas.microsoft.com/office/drawing/2014/main" id="{15EC0775-562D-57B3-FF9E-25F2595B2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7463" y="4314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6" name="Line 77">
            <a:extLst>
              <a:ext uri="{FF2B5EF4-FFF2-40B4-BE49-F238E27FC236}">
                <a16:creationId xmlns:a16="http://schemas.microsoft.com/office/drawing/2014/main" id="{83F48F5A-0D0D-91B1-6439-86FF6AED5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6663" y="4314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7" name="Line 78">
            <a:extLst>
              <a:ext uri="{FF2B5EF4-FFF2-40B4-BE49-F238E27FC236}">
                <a16:creationId xmlns:a16="http://schemas.microsoft.com/office/drawing/2014/main" id="{9A0DD3F2-BF43-908A-E157-B74371E46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5863" y="4314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8" name="Line 79">
            <a:extLst>
              <a:ext uri="{FF2B5EF4-FFF2-40B4-BE49-F238E27FC236}">
                <a16:creationId xmlns:a16="http://schemas.microsoft.com/office/drawing/2014/main" id="{2E7ADB60-D8F1-0F08-4747-5EA218B3B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43148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79" name="Line 80">
            <a:extLst>
              <a:ext uri="{FF2B5EF4-FFF2-40B4-BE49-F238E27FC236}">
                <a16:creationId xmlns:a16="http://schemas.microsoft.com/office/drawing/2014/main" id="{2C151DAA-4B17-EC51-DC6D-53D297D91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8263" y="4543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0" name="Line 81">
            <a:extLst>
              <a:ext uri="{FF2B5EF4-FFF2-40B4-BE49-F238E27FC236}">
                <a16:creationId xmlns:a16="http://schemas.microsoft.com/office/drawing/2014/main" id="{7DF182F1-D5A5-56FD-7BED-523B2BCBDF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36663" y="446722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1" name="Line 82">
            <a:extLst>
              <a:ext uri="{FF2B5EF4-FFF2-40B4-BE49-F238E27FC236}">
                <a16:creationId xmlns:a16="http://schemas.microsoft.com/office/drawing/2014/main" id="{69F89BD6-207C-1B2F-AD1D-3A1ADBDD7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7463" y="4543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2" name="Line 83">
            <a:extLst>
              <a:ext uri="{FF2B5EF4-FFF2-40B4-BE49-F238E27FC236}">
                <a16:creationId xmlns:a16="http://schemas.microsoft.com/office/drawing/2014/main" id="{49DC291A-A214-8BCC-6AEF-B61BEE198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6663" y="4543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3" name="Line 84">
            <a:extLst>
              <a:ext uri="{FF2B5EF4-FFF2-40B4-BE49-F238E27FC236}">
                <a16:creationId xmlns:a16="http://schemas.microsoft.com/office/drawing/2014/main" id="{83FA7FBE-E335-90C7-593B-620D7FC19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5863" y="4543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4" name="Line 85">
            <a:extLst>
              <a:ext uri="{FF2B5EF4-FFF2-40B4-BE49-F238E27FC236}">
                <a16:creationId xmlns:a16="http://schemas.microsoft.com/office/drawing/2014/main" id="{276BF5B5-96C5-4B48-F4C9-DF7B3A43B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063" y="45434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5" name="Line 86">
            <a:extLst>
              <a:ext uri="{FF2B5EF4-FFF2-40B4-BE49-F238E27FC236}">
                <a16:creationId xmlns:a16="http://schemas.microsoft.com/office/drawing/2014/main" id="{BF483E93-F9EE-CDA0-80EB-AB473A33C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45434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6" name="Line 87">
            <a:extLst>
              <a:ext uri="{FF2B5EF4-FFF2-40B4-BE49-F238E27FC236}">
                <a16:creationId xmlns:a16="http://schemas.microsoft.com/office/drawing/2014/main" id="{7F5F39C4-A73F-4EE7-9D01-40B94B0FD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46196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7" name="Line 88">
            <a:extLst>
              <a:ext uri="{FF2B5EF4-FFF2-40B4-BE49-F238E27FC236}">
                <a16:creationId xmlns:a16="http://schemas.microsoft.com/office/drawing/2014/main" id="{946FB9D1-A8FC-7EEB-9315-E1A7F3A596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5263" y="4924425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8" name="Line 89">
            <a:extLst>
              <a:ext uri="{FF2B5EF4-FFF2-40B4-BE49-F238E27FC236}">
                <a16:creationId xmlns:a16="http://schemas.microsoft.com/office/drawing/2014/main" id="{27454958-422C-CEDD-A286-04103FA3C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461962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89" name="Line 90">
            <a:extLst>
              <a:ext uri="{FF2B5EF4-FFF2-40B4-BE49-F238E27FC236}">
                <a16:creationId xmlns:a16="http://schemas.microsoft.com/office/drawing/2014/main" id="{86004299-797D-338D-B392-9E188D3ABF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5263" y="3933825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90" name="Line 91">
            <a:extLst>
              <a:ext uri="{FF2B5EF4-FFF2-40B4-BE49-F238E27FC236}">
                <a16:creationId xmlns:a16="http://schemas.microsoft.com/office/drawing/2014/main" id="{9D40F94E-25B1-94AE-20E7-7B02EEE15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5263" y="39338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91" name="Line 92">
            <a:extLst>
              <a:ext uri="{FF2B5EF4-FFF2-40B4-BE49-F238E27FC236}">
                <a16:creationId xmlns:a16="http://schemas.microsoft.com/office/drawing/2014/main" id="{F16CC6C4-FC26-13FD-4A64-A6CD198DEC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39338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92" name="Line 93">
            <a:extLst>
              <a:ext uri="{FF2B5EF4-FFF2-40B4-BE49-F238E27FC236}">
                <a16:creationId xmlns:a16="http://schemas.microsoft.com/office/drawing/2014/main" id="{A3B14B48-EF5B-3C1A-F829-DE9346E4B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063" y="43148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93" name="Text Box 94">
            <a:extLst>
              <a:ext uri="{FF2B5EF4-FFF2-40B4-BE49-F238E27FC236}">
                <a16:creationId xmlns:a16="http://schemas.microsoft.com/office/drawing/2014/main" id="{56ED8F5D-9D65-63CD-74EE-8A66B15E7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16242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94" name="Text Box 95">
            <a:extLst>
              <a:ext uri="{FF2B5EF4-FFF2-40B4-BE49-F238E27FC236}">
                <a16:creationId xmlns:a16="http://schemas.microsoft.com/office/drawing/2014/main" id="{CEF6A96B-1E9B-D2E3-1FF3-2EBF4D369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863" y="19526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95" name="Text Box 96">
            <a:extLst>
              <a:ext uri="{FF2B5EF4-FFF2-40B4-BE49-F238E27FC236}">
                <a16:creationId xmlns:a16="http://schemas.microsoft.com/office/drawing/2014/main" id="{B03DC47B-F4CD-A535-8F5A-D71D6B3E5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863" y="425291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96" name="Text Box 97">
            <a:extLst>
              <a:ext uri="{FF2B5EF4-FFF2-40B4-BE49-F238E27FC236}">
                <a16:creationId xmlns:a16="http://schemas.microsoft.com/office/drawing/2014/main" id="{945DDAC5-4249-8C48-88FD-A289F527E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9526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97" name="Text Box 98">
            <a:extLst>
              <a:ext uri="{FF2B5EF4-FFF2-40B4-BE49-F238E27FC236}">
                <a16:creationId xmlns:a16="http://schemas.microsoft.com/office/drawing/2014/main" id="{4593ED98-F950-B527-EC19-7F8AA818F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425291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98" name="Text Box 99">
            <a:extLst>
              <a:ext uri="{FF2B5EF4-FFF2-40B4-BE49-F238E27FC236}">
                <a16:creationId xmlns:a16="http://schemas.microsoft.com/office/drawing/2014/main" id="{1E4B50E4-9FA2-52F2-1F8D-4F9880538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19526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99" name="Text Box 100">
            <a:extLst>
              <a:ext uri="{FF2B5EF4-FFF2-40B4-BE49-F238E27FC236}">
                <a16:creationId xmlns:a16="http://schemas.microsoft.com/office/drawing/2014/main" id="{A07D3970-C01A-7177-C6C7-636653D9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425291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0" name="Text Box 101">
            <a:extLst>
              <a:ext uri="{FF2B5EF4-FFF2-40B4-BE49-F238E27FC236}">
                <a16:creationId xmlns:a16="http://schemas.microsoft.com/office/drawing/2014/main" id="{CB3B3677-45DF-8FA1-C70F-6CA34509E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19526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57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1" name="Text Box 102">
            <a:extLst>
              <a:ext uri="{FF2B5EF4-FFF2-40B4-BE49-F238E27FC236}">
                <a16:creationId xmlns:a16="http://schemas.microsoft.com/office/drawing/2014/main" id="{BC00027D-DADA-576D-FF51-55F925898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425291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57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2" name="Text Box 103">
            <a:extLst>
              <a:ext uri="{FF2B5EF4-FFF2-40B4-BE49-F238E27FC236}">
                <a16:creationId xmlns:a16="http://schemas.microsoft.com/office/drawing/2014/main" id="{C202F1A6-9A75-FB10-412A-D5E54074E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2744788"/>
            <a:ext cx="1374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搜索</a:t>
            </a:r>
            <a:r>
              <a:rPr kumimoji="1" lang="en-US" altLang="zh-CN" sz="3200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15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3" name="Line 104">
            <a:extLst>
              <a:ext uri="{FF2B5EF4-FFF2-40B4-BE49-F238E27FC236}">
                <a16:creationId xmlns:a16="http://schemas.microsoft.com/office/drawing/2014/main" id="{40529DBC-D93C-A2C7-F4C6-B7F7454B5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4063" y="248602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04" name="Line 105">
            <a:extLst>
              <a:ext uri="{FF2B5EF4-FFF2-40B4-BE49-F238E27FC236}">
                <a16:creationId xmlns:a16="http://schemas.microsoft.com/office/drawing/2014/main" id="{219E79BD-0DC8-D24F-DDC1-C79F57ACEC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3263" y="248602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05" name="Line 106">
            <a:extLst>
              <a:ext uri="{FF2B5EF4-FFF2-40B4-BE49-F238E27FC236}">
                <a16:creationId xmlns:a16="http://schemas.microsoft.com/office/drawing/2014/main" id="{307D993D-8831-7A58-74A7-2F079E6520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2463" y="248602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06" name="Text Box 107">
            <a:extLst>
              <a:ext uri="{FF2B5EF4-FFF2-40B4-BE49-F238E27FC236}">
                <a16:creationId xmlns:a16="http://schemas.microsoft.com/office/drawing/2014/main" id="{5F6BA3DF-B0CC-C1BC-B2E3-BBABD942F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2562225"/>
            <a:ext cx="4079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7" name="Text Box 108">
            <a:extLst>
              <a:ext uri="{FF2B5EF4-FFF2-40B4-BE49-F238E27FC236}">
                <a16:creationId xmlns:a16="http://schemas.microsoft.com/office/drawing/2014/main" id="{1DF51936-34FC-0661-51FC-45B1FEF8F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562225"/>
            <a:ext cx="4079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8" name="Text Box 109">
            <a:extLst>
              <a:ext uri="{FF2B5EF4-FFF2-40B4-BE49-F238E27FC236}">
                <a16:creationId xmlns:a16="http://schemas.microsoft.com/office/drawing/2014/main" id="{63792F29-EB13-11A4-6BC6-78093AEEF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2652713"/>
            <a:ext cx="379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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09" name="Text Box 110">
            <a:extLst>
              <a:ext uri="{FF2B5EF4-FFF2-40B4-BE49-F238E27FC236}">
                <a16:creationId xmlns:a16="http://schemas.microsoft.com/office/drawing/2014/main" id="{DE314C5E-D786-B079-D9E0-BFF3E4A4D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5030788"/>
            <a:ext cx="1374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搜索</a:t>
            </a:r>
            <a:r>
              <a:rPr kumimoji="1" lang="en-US" altLang="zh-CN" sz="3200">
                <a:solidFill>
                  <a:srgbClr val="008080"/>
                </a:solidFill>
                <a:latin typeface="Arial Narrow" panose="020B0606020202030204" pitchFamily="34" charset="0"/>
                <a:ea typeface="仿宋_GB2312" pitchFamily="49" charset="-122"/>
              </a:rPr>
              <a:t>25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10" name="Line 111">
            <a:extLst>
              <a:ext uri="{FF2B5EF4-FFF2-40B4-BE49-F238E27FC236}">
                <a16:creationId xmlns:a16="http://schemas.microsoft.com/office/drawing/2014/main" id="{8C999F9F-D66F-7911-C923-CD3D77494B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4063" y="480218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11" name="Text Box 112">
            <a:extLst>
              <a:ext uri="{FF2B5EF4-FFF2-40B4-BE49-F238E27FC236}">
                <a16:creationId xmlns:a16="http://schemas.microsoft.com/office/drawing/2014/main" id="{0DCE2C7C-900B-D2C2-107B-DACF25DE2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4878388"/>
            <a:ext cx="407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12" name="Line 113">
            <a:extLst>
              <a:ext uri="{FF2B5EF4-FFF2-40B4-BE49-F238E27FC236}">
                <a16:creationId xmlns:a16="http://schemas.microsoft.com/office/drawing/2014/main" id="{06C34534-13EA-C05D-7A42-F226F100C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3263" y="480218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13" name="Text Box 114">
            <a:extLst>
              <a:ext uri="{FF2B5EF4-FFF2-40B4-BE49-F238E27FC236}">
                <a16:creationId xmlns:a16="http://schemas.microsoft.com/office/drawing/2014/main" id="{49AEFFD3-22C8-BADB-3063-31456BCF1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4878388"/>
            <a:ext cx="407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14" name="Line 115">
            <a:extLst>
              <a:ext uri="{FF2B5EF4-FFF2-40B4-BE49-F238E27FC236}">
                <a16:creationId xmlns:a16="http://schemas.microsoft.com/office/drawing/2014/main" id="{FFC01D30-FE11-A423-F24C-107B4DC3A3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2463" y="480218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15" name="Text Box 116">
            <a:extLst>
              <a:ext uri="{FF2B5EF4-FFF2-40B4-BE49-F238E27FC236}">
                <a16:creationId xmlns:a16="http://schemas.microsoft.com/office/drawing/2014/main" id="{721B21B6-00FE-E2F4-4180-45AA2FA27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675" y="4878388"/>
            <a:ext cx="407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16" name="Line 117">
            <a:extLst>
              <a:ext uri="{FF2B5EF4-FFF2-40B4-BE49-F238E27FC236}">
                <a16:creationId xmlns:a16="http://schemas.microsoft.com/office/drawing/2014/main" id="{2EF8B765-D50D-A3B6-ABAD-C395610B2F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1663" y="4802188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917" name="Text Box 118">
            <a:extLst>
              <a:ext uri="{FF2B5EF4-FFF2-40B4-BE49-F238E27FC236}">
                <a16:creationId xmlns:a16="http://schemas.microsoft.com/office/drawing/2014/main" id="{A951F266-BF28-8AB2-09D3-B3FB5E3F1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4878388"/>
            <a:ext cx="407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918" name="标题 2">
            <a:extLst>
              <a:ext uri="{FF2B5EF4-FFF2-40B4-BE49-F238E27FC236}">
                <a16:creationId xmlns:a16="http://schemas.microsoft.com/office/drawing/2014/main" id="{565FA649-4C6A-59B1-01CF-092389CD2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双向循环链表的搜索算法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C6973C-1B09-AB1B-6327-D31E145D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D30199-E4AF-48BB-A7C8-023EB73C858D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0B2C19-50D4-3392-456D-D6EB85F9F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65175"/>
            <a:ext cx="7886700" cy="5411788"/>
          </a:xfrm>
        </p:spPr>
        <p:txBody>
          <a:bodyPr>
            <a:normAutofit fontScale="7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 err="1"/>
              <a:t>DblNode</a:t>
            </a:r>
            <a:r>
              <a:rPr lang="en-US" altLang="zh-CN" dirty="0"/>
              <a:t>&lt;T&gt; * </a:t>
            </a:r>
            <a:r>
              <a:rPr lang="en-US" altLang="zh-CN" dirty="0" err="1"/>
              <a:t>DblList</a:t>
            </a:r>
            <a:r>
              <a:rPr lang="en-US" altLang="zh-CN" dirty="0"/>
              <a:t>&lt;T&gt; ::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Search ( const T&amp; x 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在双向循环链表中搜索值为</a:t>
            </a:r>
            <a:r>
              <a:rPr lang="en-US" altLang="zh-CN" dirty="0"/>
              <a:t>x</a:t>
            </a:r>
            <a:r>
              <a:rPr lang="zh-CN" altLang="en-US" dirty="0"/>
              <a:t>的结点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找到</a:t>
            </a:r>
            <a:r>
              <a:rPr lang="en-US" altLang="zh-CN" dirty="0"/>
              <a:t>, </a:t>
            </a:r>
            <a:r>
              <a:rPr lang="zh-CN" altLang="en-US" dirty="0"/>
              <a:t>则返回该结点</a:t>
            </a:r>
            <a:r>
              <a:rPr lang="en-US" altLang="zh-CN" dirty="0"/>
              <a:t>, </a:t>
            </a:r>
            <a:r>
              <a:rPr lang="zh-CN" altLang="en-US" dirty="0"/>
              <a:t>否则返回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 current = first-&gt;</a:t>
            </a:r>
            <a:r>
              <a:rPr lang="en-US" altLang="zh-CN" dirty="0" err="1"/>
              <a:t>rLink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while ( current != first &amp;&amp;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           current-&gt;data != x 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 current = current-&gt;</a:t>
            </a:r>
            <a:r>
              <a:rPr lang="en-US" altLang="zh-CN" dirty="0" err="1"/>
              <a:t>rLink</a:t>
            </a:r>
            <a:r>
              <a:rPr lang="en-US" altLang="zh-CN" dirty="0"/>
              <a:t>;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if (current != first ) return current;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else return NULL;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76A895-85D1-E703-C955-C72C1090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791B61-F536-4912-BBB8-C8C3FE8170D4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>
            <a:extLst>
              <a:ext uri="{FF2B5EF4-FFF2-40B4-BE49-F238E27FC236}">
                <a16:creationId xmlns:a16="http://schemas.microsoft.com/office/drawing/2014/main" id="{A5AB45AF-2355-C951-B31B-CD92F369D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定位</a:t>
            </a:r>
            <a:r>
              <a:rPr lang="en-US" altLang="zh-CN" dirty="0"/>
              <a:t>:</a:t>
            </a:r>
            <a:r>
              <a:rPr lang="zh-CN" altLang="en-US" dirty="0"/>
              <a:t>确定第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个结点在链中的位置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D53428A2-5EC5-FC53-4F4E-7B9B8FE711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template &lt;class T&gt;</a:t>
            </a:r>
          </a:p>
          <a:p>
            <a:pPr marL="0" indent="0">
              <a:buNone/>
            </a:pPr>
            <a:r>
              <a:rPr lang="en-US" altLang="zh-CN" dirty="0" err="1"/>
              <a:t>DblNode</a:t>
            </a:r>
            <a:r>
              <a:rPr lang="en-US" altLang="zh-CN" dirty="0"/>
              <a:t>&lt;T&gt; *</a:t>
            </a:r>
            <a:r>
              <a:rPr lang="en-US" altLang="zh-CN" dirty="0" err="1"/>
              <a:t>DblList</a:t>
            </a:r>
            <a:r>
              <a:rPr lang="en-US" altLang="zh-CN" dirty="0"/>
              <a:t>&lt;T&gt;::Locate(int </a:t>
            </a:r>
            <a:r>
              <a:rPr lang="en-US" altLang="zh-CN" dirty="0" err="1"/>
              <a:t>i</a:t>
            </a:r>
            <a:r>
              <a:rPr lang="en-US" altLang="zh-CN" dirty="0"/>
              <a:t>, int d) {</a:t>
            </a:r>
          </a:p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在带头结点的循环双链表中按</a:t>
            </a:r>
            <a:r>
              <a:rPr lang="en-US" altLang="zh-CN" dirty="0"/>
              <a:t>d</a:t>
            </a:r>
            <a:r>
              <a:rPr lang="zh-CN" altLang="en-US" dirty="0"/>
              <a:t>所指方向寻找第</a:t>
            </a:r>
            <a:r>
              <a:rPr lang="en-US" altLang="zh-CN" dirty="0" err="1"/>
              <a:t>i</a:t>
            </a:r>
            <a:r>
              <a:rPr lang="zh-CN" altLang="en-US" dirty="0"/>
              <a:t>个</a:t>
            </a:r>
          </a:p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结点的地址。</a:t>
            </a:r>
            <a:r>
              <a:rPr lang="en-US" altLang="zh-CN" dirty="0"/>
              <a:t>d=0</a:t>
            </a:r>
            <a:r>
              <a:rPr lang="zh-CN" altLang="en-US" dirty="0"/>
              <a:t>前驱方向</a:t>
            </a:r>
            <a:r>
              <a:rPr lang="en-US" altLang="zh-CN" dirty="0"/>
              <a:t>, d≠0</a:t>
            </a:r>
            <a:r>
              <a:rPr lang="zh-CN" altLang="en-US" dirty="0"/>
              <a:t>后继方向</a:t>
            </a:r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if (first-&gt;</a:t>
            </a:r>
            <a:r>
              <a:rPr lang="en-US" altLang="zh-CN" dirty="0" err="1"/>
              <a:t>rLink</a:t>
            </a:r>
            <a:r>
              <a:rPr lang="en-US" altLang="zh-CN" dirty="0"/>
              <a:t> == first || </a:t>
            </a:r>
            <a:r>
              <a:rPr lang="en-US" altLang="zh-CN" dirty="0" err="1"/>
              <a:t>i</a:t>
            </a:r>
            <a:r>
              <a:rPr lang="en-US" altLang="zh-CN" dirty="0"/>
              <a:t> == 0) return first;</a:t>
            </a: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DblNode</a:t>
            </a:r>
            <a:r>
              <a:rPr lang="en-US" altLang="zh-CN" dirty="0"/>
              <a:t>&lt;T&gt; *p;</a:t>
            </a:r>
          </a:p>
          <a:p>
            <a:pPr marL="0" indent="0">
              <a:buNone/>
            </a:pPr>
            <a:r>
              <a:rPr lang="en-US" altLang="zh-CN" dirty="0"/>
              <a:t>     p = (d == 0) ? first-&gt;</a:t>
            </a:r>
            <a:r>
              <a:rPr lang="en-US" altLang="zh-CN" dirty="0" err="1"/>
              <a:t>lLink</a:t>
            </a:r>
            <a:r>
              <a:rPr lang="en-US" altLang="zh-CN" dirty="0"/>
              <a:t> : first-&gt;</a:t>
            </a:r>
            <a:r>
              <a:rPr lang="en-US" altLang="zh-CN" dirty="0" err="1"/>
              <a:t>rLink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for (int j = 1; p != first &amp;&amp; j &lt; </a:t>
            </a:r>
            <a:r>
              <a:rPr lang="en-US" altLang="zh-CN" dirty="0" err="1"/>
              <a:t>i</a:t>
            </a:r>
            <a:r>
              <a:rPr lang="en-US" altLang="zh-CN" dirty="0"/>
              <a:t>; </a:t>
            </a:r>
            <a:r>
              <a:rPr lang="en-US" altLang="zh-CN" dirty="0" err="1"/>
              <a:t>j++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	    p = (d == 0) ? p-&gt;</a:t>
            </a:r>
            <a:r>
              <a:rPr lang="en-US" altLang="zh-CN" dirty="0" err="1"/>
              <a:t>lLink</a:t>
            </a:r>
            <a:r>
              <a:rPr lang="en-US" altLang="zh-CN" dirty="0"/>
              <a:t> : p-&gt;</a:t>
            </a:r>
            <a:r>
              <a:rPr lang="en-US" altLang="zh-CN" dirty="0" err="1"/>
              <a:t>rLink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return p;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98306" name="灯片编号占位符 4">
            <a:extLst>
              <a:ext uri="{FF2B5EF4-FFF2-40B4-BE49-F238E27FC236}">
                <a16:creationId xmlns:a16="http://schemas.microsoft.com/office/drawing/2014/main" id="{0069015E-B8BC-0829-E81F-A75CABCC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77F41E-031A-47A8-A0DC-C5AEAB6CF116}" type="slidenum">
              <a:rPr lang="en-US" altLang="zh-CN"/>
              <a:pPr/>
              <a:t>64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 descr="白色大理石">
            <a:extLst>
              <a:ext uri="{FF2B5EF4-FFF2-40B4-BE49-F238E27FC236}">
                <a16:creationId xmlns:a16="http://schemas.microsoft.com/office/drawing/2014/main" id="{E63D70C4-0E94-ABB4-6698-1170D46A3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0351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1" name="Line 4">
            <a:extLst>
              <a:ext uri="{FF2B5EF4-FFF2-40B4-BE49-F238E27FC236}">
                <a16:creationId xmlns:a16="http://schemas.microsoft.com/office/drawing/2014/main" id="{CF5F5A64-1E2A-37D1-D622-CA7508BC4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7850" y="20351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2" name="Line 5">
            <a:extLst>
              <a:ext uri="{FF2B5EF4-FFF2-40B4-BE49-F238E27FC236}">
                <a16:creationId xmlns:a16="http://schemas.microsoft.com/office/drawing/2014/main" id="{BE7FCD5B-2D10-531E-6D7E-3B95A591C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88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3" name="Line 6">
            <a:extLst>
              <a:ext uri="{FF2B5EF4-FFF2-40B4-BE49-F238E27FC236}">
                <a16:creationId xmlns:a16="http://schemas.microsoft.com/office/drawing/2014/main" id="{3B5F6804-A13D-A20B-348E-A73E2E97E6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78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4" name="Line 7">
            <a:extLst>
              <a:ext uri="{FF2B5EF4-FFF2-40B4-BE49-F238E27FC236}">
                <a16:creationId xmlns:a16="http://schemas.microsoft.com/office/drawing/2014/main" id="{344F0493-D8EF-2B69-E9F6-D8226EC47C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88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5" name="Line 8">
            <a:extLst>
              <a:ext uri="{FF2B5EF4-FFF2-40B4-BE49-F238E27FC236}">
                <a16:creationId xmlns:a16="http://schemas.microsoft.com/office/drawing/2014/main" id="{E60EA29F-4E3B-CBF0-9BA3-751E42A6D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78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6" name="Rectangle 9" descr="白色大理石">
            <a:extLst>
              <a:ext uri="{FF2B5EF4-FFF2-40B4-BE49-F238E27FC236}">
                <a16:creationId xmlns:a16="http://schemas.microsoft.com/office/drawing/2014/main" id="{E5C3F4AE-0EAB-8D33-E433-EFF57FD2A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20351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7" name="Line 10">
            <a:extLst>
              <a:ext uri="{FF2B5EF4-FFF2-40B4-BE49-F238E27FC236}">
                <a16:creationId xmlns:a16="http://schemas.microsoft.com/office/drawing/2014/main" id="{5252D20F-7C73-41A0-48AD-B84DB7DB18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80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8" name="Line 11">
            <a:extLst>
              <a:ext uri="{FF2B5EF4-FFF2-40B4-BE49-F238E27FC236}">
                <a16:creationId xmlns:a16="http://schemas.microsoft.com/office/drawing/2014/main" id="{F8586E12-0962-2FBF-B58A-9CF1E45CF6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70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Line 12">
            <a:extLst>
              <a:ext uri="{FF2B5EF4-FFF2-40B4-BE49-F238E27FC236}">
                <a16:creationId xmlns:a16="http://schemas.microsoft.com/office/drawing/2014/main" id="{3E2ACEFA-D901-E979-850A-F1C9D0CB8E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80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0" name="Line 13">
            <a:extLst>
              <a:ext uri="{FF2B5EF4-FFF2-40B4-BE49-F238E27FC236}">
                <a16:creationId xmlns:a16="http://schemas.microsoft.com/office/drawing/2014/main" id="{A60E5E84-49CA-1789-5C36-F6201D1C1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0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1" name="Rectangle 14" descr="白色大理石">
            <a:extLst>
              <a:ext uri="{FF2B5EF4-FFF2-40B4-BE49-F238E27FC236}">
                <a16:creationId xmlns:a16="http://schemas.microsoft.com/office/drawing/2014/main" id="{AF76DE48-7A7C-C025-7A24-1E4C2BFE2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20351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62" name="Line 15">
            <a:extLst>
              <a:ext uri="{FF2B5EF4-FFF2-40B4-BE49-F238E27FC236}">
                <a16:creationId xmlns:a16="http://schemas.microsoft.com/office/drawing/2014/main" id="{3AB5310F-9FE0-2852-F21F-077A68E8C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3" name="Line 16">
            <a:extLst>
              <a:ext uri="{FF2B5EF4-FFF2-40B4-BE49-F238E27FC236}">
                <a16:creationId xmlns:a16="http://schemas.microsoft.com/office/drawing/2014/main" id="{D4980BF2-483A-3634-EF25-48976678FC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4" name="Line 17">
            <a:extLst>
              <a:ext uri="{FF2B5EF4-FFF2-40B4-BE49-F238E27FC236}">
                <a16:creationId xmlns:a16="http://schemas.microsoft.com/office/drawing/2014/main" id="{199C86CF-5E7D-93E2-22AD-986F539DC5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72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5" name="Line 18">
            <a:extLst>
              <a:ext uri="{FF2B5EF4-FFF2-40B4-BE49-F238E27FC236}">
                <a16:creationId xmlns:a16="http://schemas.microsoft.com/office/drawing/2014/main" id="{5935C482-A0D5-FD61-0143-89AED4DAC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6" name="Rectangle 19" descr="白色大理石">
            <a:extLst>
              <a:ext uri="{FF2B5EF4-FFF2-40B4-BE49-F238E27FC236}">
                <a16:creationId xmlns:a16="http://schemas.microsoft.com/office/drawing/2014/main" id="{B6CC0060-C61C-7E15-8708-BF3F3047E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20351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67" name="Line 20">
            <a:extLst>
              <a:ext uri="{FF2B5EF4-FFF2-40B4-BE49-F238E27FC236}">
                <a16:creationId xmlns:a16="http://schemas.microsoft.com/office/drawing/2014/main" id="{52060B06-FB76-6BFB-A2B7-F84035342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64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8" name="Line 21">
            <a:extLst>
              <a:ext uri="{FF2B5EF4-FFF2-40B4-BE49-F238E27FC236}">
                <a16:creationId xmlns:a16="http://schemas.microsoft.com/office/drawing/2014/main" id="{EB61CF1A-764A-8EC6-1DCD-9A43E408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54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9" name="Line 22">
            <a:extLst>
              <a:ext uri="{FF2B5EF4-FFF2-40B4-BE49-F238E27FC236}">
                <a16:creationId xmlns:a16="http://schemas.microsoft.com/office/drawing/2014/main" id="{5DA3B7D7-A42C-09B6-7EB0-015029D57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18827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0" name="Line 23">
            <a:extLst>
              <a:ext uri="{FF2B5EF4-FFF2-40B4-BE49-F238E27FC236}">
                <a16:creationId xmlns:a16="http://schemas.microsoft.com/office/drawing/2014/main" id="{05319DC8-E6D8-05AF-A582-89D1A3B69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20351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1" name="Line 24">
            <a:extLst>
              <a:ext uri="{FF2B5EF4-FFF2-40B4-BE49-F238E27FC236}">
                <a16:creationId xmlns:a16="http://schemas.microsoft.com/office/drawing/2014/main" id="{99E5CA73-60C0-EC6D-9153-C2E2CD4EC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650" y="21113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2" name="Line 25">
            <a:extLst>
              <a:ext uri="{FF2B5EF4-FFF2-40B4-BE49-F238E27FC236}">
                <a16:creationId xmlns:a16="http://schemas.microsoft.com/office/drawing/2014/main" id="{A2452E76-2A9A-6B63-CB9D-D5E6CA647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21113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3" name="Line 26">
            <a:extLst>
              <a:ext uri="{FF2B5EF4-FFF2-40B4-BE49-F238E27FC236}">
                <a16:creationId xmlns:a16="http://schemas.microsoft.com/office/drawing/2014/main" id="{AE13FDAC-27B7-4C9F-A2AB-7812D37BA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21113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4" name="Line 27">
            <a:extLst>
              <a:ext uri="{FF2B5EF4-FFF2-40B4-BE49-F238E27FC236}">
                <a16:creationId xmlns:a16="http://schemas.microsoft.com/office/drawing/2014/main" id="{98DD32EF-376D-9076-4D99-CDF7AF605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21113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5" name="Line 28">
            <a:extLst>
              <a:ext uri="{FF2B5EF4-FFF2-40B4-BE49-F238E27FC236}">
                <a16:creationId xmlns:a16="http://schemas.microsoft.com/office/drawing/2014/main" id="{41E51EC1-4530-33B1-E353-F43A69879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650" y="23399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6" name="Line 29">
            <a:extLst>
              <a:ext uri="{FF2B5EF4-FFF2-40B4-BE49-F238E27FC236}">
                <a16:creationId xmlns:a16="http://schemas.microsoft.com/office/drawing/2014/main" id="{03985FA2-E819-7E0A-10B3-F8CCC8380B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2050" y="226377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7" name="Line 30">
            <a:extLst>
              <a:ext uri="{FF2B5EF4-FFF2-40B4-BE49-F238E27FC236}">
                <a16:creationId xmlns:a16="http://schemas.microsoft.com/office/drawing/2014/main" id="{15334408-0DC8-BBF8-7A57-BB34AE4B0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23399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8" name="Line 31">
            <a:extLst>
              <a:ext uri="{FF2B5EF4-FFF2-40B4-BE49-F238E27FC236}">
                <a16:creationId xmlns:a16="http://schemas.microsoft.com/office/drawing/2014/main" id="{C2E9E09D-3A47-2023-65B7-71CD5CA45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23399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9" name="Line 32">
            <a:extLst>
              <a:ext uri="{FF2B5EF4-FFF2-40B4-BE49-F238E27FC236}">
                <a16:creationId xmlns:a16="http://schemas.microsoft.com/office/drawing/2014/main" id="{F55B46DE-A87E-801B-CE9E-EB020E8A9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0" y="23399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0" name="Line 33">
            <a:extLst>
              <a:ext uri="{FF2B5EF4-FFF2-40B4-BE49-F238E27FC236}">
                <a16:creationId xmlns:a16="http://schemas.microsoft.com/office/drawing/2014/main" id="{3860B81A-AA83-E1A8-D949-9F7631862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050" y="23399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1" name="Line 34">
            <a:extLst>
              <a:ext uri="{FF2B5EF4-FFF2-40B4-BE49-F238E27FC236}">
                <a16:creationId xmlns:a16="http://schemas.microsoft.com/office/drawing/2014/main" id="{181074DC-DFE9-1677-B3B9-312FCC6D1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24161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2" name="Line 35">
            <a:extLst>
              <a:ext uri="{FF2B5EF4-FFF2-40B4-BE49-F238E27FC236}">
                <a16:creationId xmlns:a16="http://schemas.microsoft.com/office/drawing/2014/main" id="{E02F0462-CB38-B4E4-2F61-3B4834824D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0650" y="2720975"/>
            <a:ext cx="510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3" name="Line 36">
            <a:extLst>
              <a:ext uri="{FF2B5EF4-FFF2-40B4-BE49-F238E27FC236}">
                <a16:creationId xmlns:a16="http://schemas.microsoft.com/office/drawing/2014/main" id="{37980E5F-6420-C37F-8334-FB7AC8688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241617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4" name="Line 37">
            <a:extLst>
              <a:ext uri="{FF2B5EF4-FFF2-40B4-BE49-F238E27FC236}">
                <a16:creationId xmlns:a16="http://schemas.microsoft.com/office/drawing/2014/main" id="{7EEE0ED5-D0B5-8F4A-D7B6-4ED292E40A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0650" y="1730375"/>
            <a:ext cx="510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5" name="Line 38">
            <a:extLst>
              <a:ext uri="{FF2B5EF4-FFF2-40B4-BE49-F238E27FC236}">
                <a16:creationId xmlns:a16="http://schemas.microsoft.com/office/drawing/2014/main" id="{861AC77E-AAAD-803C-0F27-2A1115195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17303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6" name="Line 39">
            <a:extLst>
              <a:ext uri="{FF2B5EF4-FFF2-40B4-BE49-F238E27FC236}">
                <a16:creationId xmlns:a16="http://schemas.microsoft.com/office/drawing/2014/main" id="{6F7DC253-1BD7-DB2A-86EF-C5AA0D6CD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6050" y="17303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7" name="Line 40">
            <a:extLst>
              <a:ext uri="{FF2B5EF4-FFF2-40B4-BE49-F238E27FC236}">
                <a16:creationId xmlns:a16="http://schemas.microsoft.com/office/drawing/2014/main" id="{9D0C4F52-9581-5454-2819-64701814B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0" y="21113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88" name="Text Box 41">
            <a:extLst>
              <a:ext uri="{FF2B5EF4-FFF2-40B4-BE49-F238E27FC236}">
                <a16:creationId xmlns:a16="http://schemas.microsoft.com/office/drawing/2014/main" id="{D6B7DAB2-81B8-799B-2885-D4E3B6B77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95897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89" name="Rectangle 42" descr="白色大理石">
            <a:extLst>
              <a:ext uri="{FF2B5EF4-FFF2-40B4-BE49-F238E27FC236}">
                <a16:creationId xmlns:a16="http://schemas.microsoft.com/office/drawing/2014/main" id="{7B10F7AE-A304-67FF-B562-3A84AA57D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6353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90" name="Line 43">
            <a:extLst>
              <a:ext uri="{FF2B5EF4-FFF2-40B4-BE49-F238E27FC236}">
                <a16:creationId xmlns:a16="http://schemas.microsoft.com/office/drawing/2014/main" id="{33A5D062-BE98-F622-25BB-80D822C55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88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1" name="Line 44">
            <a:extLst>
              <a:ext uri="{FF2B5EF4-FFF2-40B4-BE49-F238E27FC236}">
                <a16:creationId xmlns:a16="http://schemas.microsoft.com/office/drawing/2014/main" id="{8315EAF2-36FB-ACA2-32EA-01B2550A66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78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2" name="Line 45">
            <a:extLst>
              <a:ext uri="{FF2B5EF4-FFF2-40B4-BE49-F238E27FC236}">
                <a16:creationId xmlns:a16="http://schemas.microsoft.com/office/drawing/2014/main" id="{042B6238-3E46-6010-E7CD-E817EA73A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88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3" name="Line 46">
            <a:extLst>
              <a:ext uri="{FF2B5EF4-FFF2-40B4-BE49-F238E27FC236}">
                <a16:creationId xmlns:a16="http://schemas.microsoft.com/office/drawing/2014/main" id="{219CD7F3-BEBC-9BCF-B86D-AF99439C0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78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4" name="Rectangle 47" descr="白色大理石">
            <a:extLst>
              <a:ext uri="{FF2B5EF4-FFF2-40B4-BE49-F238E27FC236}">
                <a16:creationId xmlns:a16="http://schemas.microsoft.com/office/drawing/2014/main" id="{0A318928-9E0D-18F3-D3A2-8D0E4EE70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36353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95" name="Line 48">
            <a:extLst>
              <a:ext uri="{FF2B5EF4-FFF2-40B4-BE49-F238E27FC236}">
                <a16:creationId xmlns:a16="http://schemas.microsoft.com/office/drawing/2014/main" id="{5D5C80D2-A8F1-3281-94A9-EA414640F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80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6" name="Line 49">
            <a:extLst>
              <a:ext uri="{FF2B5EF4-FFF2-40B4-BE49-F238E27FC236}">
                <a16:creationId xmlns:a16="http://schemas.microsoft.com/office/drawing/2014/main" id="{3DBE4A20-03E7-C20D-ECBE-8752CFC017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70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7" name="Line 50">
            <a:extLst>
              <a:ext uri="{FF2B5EF4-FFF2-40B4-BE49-F238E27FC236}">
                <a16:creationId xmlns:a16="http://schemas.microsoft.com/office/drawing/2014/main" id="{D5C2EC07-1301-0C98-37E9-9B3C5D570D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80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8" name="Line 51">
            <a:extLst>
              <a:ext uri="{FF2B5EF4-FFF2-40B4-BE49-F238E27FC236}">
                <a16:creationId xmlns:a16="http://schemas.microsoft.com/office/drawing/2014/main" id="{C489BB9E-F039-57DA-C3ED-53F08E025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0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99" name="Rectangle 52" descr="白色大理石">
            <a:extLst>
              <a:ext uri="{FF2B5EF4-FFF2-40B4-BE49-F238E27FC236}">
                <a16:creationId xmlns:a16="http://schemas.microsoft.com/office/drawing/2014/main" id="{673D3917-871C-44C9-98A2-A7D5923AF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36353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00" name="Line 53">
            <a:extLst>
              <a:ext uri="{FF2B5EF4-FFF2-40B4-BE49-F238E27FC236}">
                <a16:creationId xmlns:a16="http://schemas.microsoft.com/office/drawing/2014/main" id="{5A501BBE-B238-35D9-96C1-FE31BA902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1" name="Line 54">
            <a:extLst>
              <a:ext uri="{FF2B5EF4-FFF2-40B4-BE49-F238E27FC236}">
                <a16:creationId xmlns:a16="http://schemas.microsoft.com/office/drawing/2014/main" id="{D7445A1A-B9DE-C2C1-629A-0A3BDED40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2" name="Line 55">
            <a:extLst>
              <a:ext uri="{FF2B5EF4-FFF2-40B4-BE49-F238E27FC236}">
                <a16:creationId xmlns:a16="http://schemas.microsoft.com/office/drawing/2014/main" id="{F9F21854-679B-4D64-0C5E-9B9C2D03F2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72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3" name="Line 56">
            <a:extLst>
              <a:ext uri="{FF2B5EF4-FFF2-40B4-BE49-F238E27FC236}">
                <a16:creationId xmlns:a16="http://schemas.microsoft.com/office/drawing/2014/main" id="{545F6524-C91E-E7C0-91A2-61CA124E5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4" name="Rectangle 57" descr="羊皮纸">
            <a:extLst>
              <a:ext uri="{FF2B5EF4-FFF2-40B4-BE49-F238E27FC236}">
                <a16:creationId xmlns:a16="http://schemas.microsoft.com/office/drawing/2014/main" id="{2C97E35C-6AD8-571F-A512-2BCA8C4ED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3635375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05" name="Line 58">
            <a:extLst>
              <a:ext uri="{FF2B5EF4-FFF2-40B4-BE49-F238E27FC236}">
                <a16:creationId xmlns:a16="http://schemas.microsoft.com/office/drawing/2014/main" id="{B69CC692-769B-9112-687F-367F3D8EE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64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6" name="Line 59">
            <a:extLst>
              <a:ext uri="{FF2B5EF4-FFF2-40B4-BE49-F238E27FC236}">
                <a16:creationId xmlns:a16="http://schemas.microsoft.com/office/drawing/2014/main" id="{10844484-9547-1A23-B60D-93606434E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54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7" name="Line 60">
            <a:extLst>
              <a:ext uri="{FF2B5EF4-FFF2-40B4-BE49-F238E27FC236}">
                <a16:creationId xmlns:a16="http://schemas.microsoft.com/office/drawing/2014/main" id="{647E9FA8-DDC7-9C4F-A3AB-17A7E626A1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8" name="Line 61">
            <a:extLst>
              <a:ext uri="{FF2B5EF4-FFF2-40B4-BE49-F238E27FC236}">
                <a16:creationId xmlns:a16="http://schemas.microsoft.com/office/drawing/2014/main" id="{1E4828C7-60FC-B805-9476-1F9C05EBC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09" name="Rectangle 62" descr="白色大理石">
            <a:extLst>
              <a:ext uri="{FF2B5EF4-FFF2-40B4-BE49-F238E27FC236}">
                <a16:creationId xmlns:a16="http://schemas.microsoft.com/office/drawing/2014/main" id="{73653934-C904-C836-577E-513B8EC7A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36353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10" name="Line 63">
            <a:extLst>
              <a:ext uri="{FF2B5EF4-FFF2-40B4-BE49-F238E27FC236}">
                <a16:creationId xmlns:a16="http://schemas.microsoft.com/office/drawing/2014/main" id="{04524141-1C02-FAB1-A924-657CCEA98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5650" y="38639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1" name="Line 64">
            <a:extLst>
              <a:ext uri="{FF2B5EF4-FFF2-40B4-BE49-F238E27FC236}">
                <a16:creationId xmlns:a16="http://schemas.microsoft.com/office/drawing/2014/main" id="{CB7C5E78-AEF7-9D2E-8F29-87535C0A7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46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2" name="Line 65">
            <a:extLst>
              <a:ext uri="{FF2B5EF4-FFF2-40B4-BE49-F238E27FC236}">
                <a16:creationId xmlns:a16="http://schemas.microsoft.com/office/drawing/2014/main" id="{EEDDB6B7-DD53-63F8-3B73-53F3EC602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05650" y="34829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3" name="Line 66">
            <a:extLst>
              <a:ext uri="{FF2B5EF4-FFF2-40B4-BE49-F238E27FC236}">
                <a16:creationId xmlns:a16="http://schemas.microsoft.com/office/drawing/2014/main" id="{4D5AEA02-7AB6-2974-4646-4077191D9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36353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4" name="Line 67">
            <a:extLst>
              <a:ext uri="{FF2B5EF4-FFF2-40B4-BE49-F238E27FC236}">
                <a16:creationId xmlns:a16="http://schemas.microsoft.com/office/drawing/2014/main" id="{D7717365-354B-44B5-AF82-7D4A711E0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650" y="37115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5" name="Line 68">
            <a:extLst>
              <a:ext uri="{FF2B5EF4-FFF2-40B4-BE49-F238E27FC236}">
                <a16:creationId xmlns:a16="http://schemas.microsoft.com/office/drawing/2014/main" id="{B7F9D6E2-1B67-20DE-883D-84200C5FD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39401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6" name="Line 69">
            <a:extLst>
              <a:ext uri="{FF2B5EF4-FFF2-40B4-BE49-F238E27FC236}">
                <a16:creationId xmlns:a16="http://schemas.microsoft.com/office/drawing/2014/main" id="{E5FCB406-294C-1DAA-1791-A619EFA4B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37115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7" name="Line 70">
            <a:extLst>
              <a:ext uri="{FF2B5EF4-FFF2-40B4-BE49-F238E27FC236}">
                <a16:creationId xmlns:a16="http://schemas.microsoft.com/office/drawing/2014/main" id="{79EF9E18-760C-0969-A006-96D179650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0" y="37115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8" name="Line 71">
            <a:extLst>
              <a:ext uri="{FF2B5EF4-FFF2-40B4-BE49-F238E27FC236}">
                <a16:creationId xmlns:a16="http://schemas.microsoft.com/office/drawing/2014/main" id="{275827C4-255B-DEEB-361B-A86BF1B0B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37115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19" name="Line 72">
            <a:extLst>
              <a:ext uri="{FF2B5EF4-FFF2-40B4-BE49-F238E27FC236}">
                <a16:creationId xmlns:a16="http://schemas.microsoft.com/office/drawing/2014/main" id="{417958C0-AE66-6D08-4C22-6246BCBE5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650" y="39401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0" name="Line 73">
            <a:extLst>
              <a:ext uri="{FF2B5EF4-FFF2-40B4-BE49-F238E27FC236}">
                <a16:creationId xmlns:a16="http://schemas.microsoft.com/office/drawing/2014/main" id="{6D6F1C6D-CC2C-FA41-AA12-26B1A7B7E7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2050" y="386397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1" name="Line 74">
            <a:extLst>
              <a:ext uri="{FF2B5EF4-FFF2-40B4-BE49-F238E27FC236}">
                <a16:creationId xmlns:a16="http://schemas.microsoft.com/office/drawing/2014/main" id="{6746363F-FC6E-2B5E-E7F2-44E2DBEE4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41687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2" name="Line 75">
            <a:extLst>
              <a:ext uri="{FF2B5EF4-FFF2-40B4-BE49-F238E27FC236}">
                <a16:creationId xmlns:a16="http://schemas.microsoft.com/office/drawing/2014/main" id="{3D9FEC0E-954F-E5FD-FB12-B33F2B795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39401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3" name="Line 76">
            <a:extLst>
              <a:ext uri="{FF2B5EF4-FFF2-40B4-BE49-F238E27FC236}">
                <a16:creationId xmlns:a16="http://schemas.microsoft.com/office/drawing/2014/main" id="{56EC47FF-42B1-AB99-C340-D64E97E3E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0" y="39401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4" name="Line 77">
            <a:extLst>
              <a:ext uri="{FF2B5EF4-FFF2-40B4-BE49-F238E27FC236}">
                <a16:creationId xmlns:a16="http://schemas.microsoft.com/office/drawing/2014/main" id="{155E6FAD-E280-9B37-DF97-1D9A86229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0450" y="39401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5" name="Line 78">
            <a:extLst>
              <a:ext uri="{FF2B5EF4-FFF2-40B4-BE49-F238E27FC236}">
                <a16:creationId xmlns:a16="http://schemas.microsoft.com/office/drawing/2014/main" id="{B8112DB2-B996-16FC-A902-C8EA0D4CE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5250" y="39401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6" name="Line 79">
            <a:extLst>
              <a:ext uri="{FF2B5EF4-FFF2-40B4-BE49-F238E27FC236}">
                <a16:creationId xmlns:a16="http://schemas.microsoft.com/office/drawing/2014/main" id="{31971261-8AFD-A9E3-ED0F-BC7ACCB8A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40163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7" name="Line 80">
            <a:extLst>
              <a:ext uri="{FF2B5EF4-FFF2-40B4-BE49-F238E27FC236}">
                <a16:creationId xmlns:a16="http://schemas.microsoft.com/office/drawing/2014/main" id="{612BF00A-5AD8-A8E1-2890-F654D36A93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0650" y="4321175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8" name="Line 81">
            <a:extLst>
              <a:ext uri="{FF2B5EF4-FFF2-40B4-BE49-F238E27FC236}">
                <a16:creationId xmlns:a16="http://schemas.microsoft.com/office/drawing/2014/main" id="{7490ECDD-142B-E557-B4EF-94304115E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401637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29" name="Line 82">
            <a:extLst>
              <a:ext uri="{FF2B5EF4-FFF2-40B4-BE49-F238E27FC236}">
                <a16:creationId xmlns:a16="http://schemas.microsoft.com/office/drawing/2014/main" id="{4E7AF8E8-9856-FB92-D9AE-2A3108EC44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0650" y="3330575"/>
            <a:ext cx="632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30" name="Line 83">
            <a:extLst>
              <a:ext uri="{FF2B5EF4-FFF2-40B4-BE49-F238E27FC236}">
                <a16:creationId xmlns:a16="http://schemas.microsoft.com/office/drawing/2014/main" id="{22D09E76-48AB-DF5E-3146-0FA4EC8C8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650" y="33305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31" name="Line 84">
            <a:extLst>
              <a:ext uri="{FF2B5EF4-FFF2-40B4-BE49-F238E27FC236}">
                <a16:creationId xmlns:a16="http://schemas.microsoft.com/office/drawing/2014/main" id="{2D68B3EB-2472-27E5-78BB-2F4285ACE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5250" y="33305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32" name="Line 85">
            <a:extLst>
              <a:ext uri="{FF2B5EF4-FFF2-40B4-BE49-F238E27FC236}">
                <a16:creationId xmlns:a16="http://schemas.microsoft.com/office/drawing/2014/main" id="{7B99DF0C-4BC8-FD16-A65C-67FB78DE76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0450" y="37115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33" name="Text Box 86">
            <a:extLst>
              <a:ext uri="{FF2B5EF4-FFF2-40B4-BE49-F238E27FC236}">
                <a16:creationId xmlns:a16="http://schemas.microsoft.com/office/drawing/2014/main" id="{6DD6C854-3EB9-7B94-BAED-EC923CE44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355917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34" name="Line 87">
            <a:extLst>
              <a:ext uri="{FF2B5EF4-FFF2-40B4-BE49-F238E27FC236}">
                <a16:creationId xmlns:a16="http://schemas.microsoft.com/office/drawing/2014/main" id="{89D15B6E-DA96-CED2-1849-9334B89C08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8650" y="256857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35" name="Text Box 88">
            <a:extLst>
              <a:ext uri="{FF2B5EF4-FFF2-40B4-BE49-F238E27FC236}">
                <a16:creationId xmlns:a16="http://schemas.microsoft.com/office/drawing/2014/main" id="{8B9DFF61-145D-FF6A-6AD5-AA1478CDD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0" y="203517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36" name="Text Box 89">
            <a:extLst>
              <a:ext uri="{FF2B5EF4-FFF2-40B4-BE49-F238E27FC236}">
                <a16:creationId xmlns:a16="http://schemas.microsoft.com/office/drawing/2014/main" id="{63A1ECF1-73A9-4BE0-E1FF-DC22556FF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0" y="203517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37" name="Text Box 90">
            <a:extLst>
              <a:ext uri="{FF2B5EF4-FFF2-40B4-BE49-F238E27FC236}">
                <a16:creationId xmlns:a16="http://schemas.microsoft.com/office/drawing/2014/main" id="{FB0922B0-2F23-2BA0-978E-0DEB2BFBC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203517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79" name="Text Box 91">
            <a:extLst>
              <a:ext uri="{FF2B5EF4-FFF2-40B4-BE49-F238E27FC236}">
                <a16:creationId xmlns:a16="http://schemas.microsoft.com/office/drawing/2014/main" id="{94DBA61C-3FAD-D348-1134-D6A994455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49" y="1682710"/>
            <a:ext cx="2013405" cy="1077218"/>
          </a:xfrm>
          <a:prstGeom prst="rect">
            <a:avLst/>
          </a:prstGeom>
          <a:noFill/>
          <a:ln w="38100">
            <a:noFill/>
            <a:miter lim="800000"/>
            <a:headEnd/>
            <a:tailEnd type="none" w="sm" len="med"/>
          </a:ln>
          <a:effectLst/>
        </p:spPr>
        <p:txBody>
          <a:bodyPr wrap="squar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后插入</a:t>
            </a:r>
            <a:r>
              <a:rPr lang="en-US" altLang="zh-CN" sz="3200" dirty="0">
                <a:solidFill>
                  <a:srgbClr val="008080"/>
                </a:solidFill>
                <a:latin typeface="Arial Narrow" pitchFamily="34" charset="0"/>
                <a:ea typeface="仿宋_GB2312" pitchFamily="49" charset="-122"/>
              </a:rPr>
              <a:t>25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78939" name="Text Box 92">
            <a:extLst>
              <a:ext uri="{FF2B5EF4-FFF2-40B4-BE49-F238E27FC236}">
                <a16:creationId xmlns:a16="http://schemas.microsoft.com/office/drawing/2014/main" id="{60B49CD4-CE30-FDF9-9D41-9A9DF6E2E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74938"/>
            <a:ext cx="14938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</p:txBody>
      </p:sp>
      <p:sp>
        <p:nvSpPr>
          <p:cNvPr id="78940" name="Line 93">
            <a:extLst>
              <a:ext uri="{FF2B5EF4-FFF2-40B4-BE49-F238E27FC236}">
                <a16:creationId xmlns:a16="http://schemas.microsoft.com/office/drawing/2014/main" id="{47F89958-5DEA-8280-914D-3DF3CA7A50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7850" y="416877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941" name="Text Box 94">
            <a:extLst>
              <a:ext uri="{FF2B5EF4-FFF2-40B4-BE49-F238E27FC236}">
                <a16:creationId xmlns:a16="http://schemas.microsoft.com/office/drawing/2014/main" id="{0C7BF399-E954-D458-D57A-DAC51D9B9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2932" y="4240213"/>
            <a:ext cx="1493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</p:txBody>
      </p:sp>
      <p:sp>
        <p:nvSpPr>
          <p:cNvPr id="78942" name="Text Box 95">
            <a:extLst>
              <a:ext uri="{FF2B5EF4-FFF2-40B4-BE49-F238E27FC236}">
                <a16:creationId xmlns:a16="http://schemas.microsoft.com/office/drawing/2014/main" id="{2EF4C5A4-2723-75A4-AC2E-80D1869D0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0" y="3649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43" name="Text Box 96">
            <a:extLst>
              <a:ext uri="{FF2B5EF4-FFF2-40B4-BE49-F238E27FC236}">
                <a16:creationId xmlns:a16="http://schemas.microsoft.com/office/drawing/2014/main" id="{75AFAB74-C397-976B-5C8E-53FE64750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0" y="3649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44" name="Text Box 97">
            <a:extLst>
              <a:ext uri="{FF2B5EF4-FFF2-40B4-BE49-F238E27FC236}">
                <a16:creationId xmlns:a16="http://schemas.microsoft.com/office/drawing/2014/main" id="{D66B7182-9C8E-E840-4F0C-0562DB219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36496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45" name="Text Box 98">
            <a:extLst>
              <a:ext uri="{FF2B5EF4-FFF2-40B4-BE49-F238E27FC236}">
                <a16:creationId xmlns:a16="http://schemas.microsoft.com/office/drawing/2014/main" id="{AA934B4C-AF79-1904-52B8-91DFF765B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450" y="363537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946" name="Text Box 99">
            <a:extLst>
              <a:ext uri="{FF2B5EF4-FFF2-40B4-BE49-F238E27FC236}">
                <a16:creationId xmlns:a16="http://schemas.microsoft.com/office/drawing/2014/main" id="{AC3C084C-BB57-A4D1-67D9-DD64496B4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606925"/>
            <a:ext cx="66294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	</a:t>
            </a:r>
          </a:p>
        </p:txBody>
      </p:sp>
      <p:sp>
        <p:nvSpPr>
          <p:cNvPr id="78947" name="标题 2">
            <a:extLst>
              <a:ext uri="{FF2B5EF4-FFF2-40B4-BE49-F238E27FC236}">
                <a16:creationId xmlns:a16="http://schemas.microsoft.com/office/drawing/2014/main" id="{E9978869-A053-B8B2-B7B9-352D0B4ED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后继方向插入 </a:t>
            </a:r>
            <a:r>
              <a:rPr lang="en-US" altLang="zh-CN"/>
              <a:t>(</a:t>
            </a:r>
            <a:r>
              <a:rPr lang="zh-CN" altLang="en-US"/>
              <a:t>非空表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107455-2891-E952-066E-7F2A8E94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BAC9BD-493F-4BD5-BBB1-46DD634938C6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 descr="白色大理石">
            <a:extLst>
              <a:ext uri="{FF2B5EF4-FFF2-40B4-BE49-F238E27FC236}">
                <a16:creationId xmlns:a16="http://schemas.microsoft.com/office/drawing/2014/main" id="{661166B8-C46B-2F09-4E45-5C9CC8FB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0224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75" name="Line 4">
            <a:extLst>
              <a:ext uri="{FF2B5EF4-FFF2-40B4-BE49-F238E27FC236}">
                <a16:creationId xmlns:a16="http://schemas.microsoft.com/office/drawing/2014/main" id="{7AFA9841-AB2B-285A-BDAB-2A23DF6CF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0224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6" name="Line 5">
            <a:extLst>
              <a:ext uri="{FF2B5EF4-FFF2-40B4-BE49-F238E27FC236}">
                <a16:creationId xmlns:a16="http://schemas.microsoft.com/office/drawing/2014/main" id="{8E08A258-B4CA-FEBB-035B-9AB0D20002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18700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7" name="Line 6">
            <a:extLst>
              <a:ext uri="{FF2B5EF4-FFF2-40B4-BE49-F238E27FC236}">
                <a16:creationId xmlns:a16="http://schemas.microsoft.com/office/drawing/2014/main" id="{EF8640F1-16AB-C215-0D6A-8CAD16E4B1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18700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Line 7">
            <a:extLst>
              <a:ext uri="{FF2B5EF4-FFF2-40B4-BE49-F238E27FC236}">
                <a16:creationId xmlns:a16="http://schemas.microsoft.com/office/drawing/2014/main" id="{F69250E1-1D71-745D-FBAE-88AA143A6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0224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Line 8">
            <a:extLst>
              <a:ext uri="{FF2B5EF4-FFF2-40B4-BE49-F238E27FC236}">
                <a16:creationId xmlns:a16="http://schemas.microsoft.com/office/drawing/2014/main" id="{9F93D2C9-A846-49DB-956E-D3A319B30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20986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0" name="Line 9">
            <a:extLst>
              <a:ext uri="{FF2B5EF4-FFF2-40B4-BE49-F238E27FC236}">
                <a16:creationId xmlns:a16="http://schemas.microsoft.com/office/drawing/2014/main" id="{1B73C49C-EC67-1D60-2782-8C20876A11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225107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1" name="Line 10">
            <a:extLst>
              <a:ext uri="{FF2B5EF4-FFF2-40B4-BE49-F238E27FC236}">
                <a16:creationId xmlns:a16="http://schemas.microsoft.com/office/drawing/2014/main" id="{207D80EB-25B9-9566-607B-AB70496CA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5025" y="23272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2" name="Line 11">
            <a:extLst>
              <a:ext uri="{FF2B5EF4-FFF2-40B4-BE49-F238E27FC236}">
                <a16:creationId xmlns:a16="http://schemas.microsoft.com/office/drawing/2014/main" id="{54269FB5-CADC-6213-AA12-C403C17C4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3272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3" name="Line 12">
            <a:extLst>
              <a:ext uri="{FF2B5EF4-FFF2-40B4-BE49-F238E27FC236}">
                <a16:creationId xmlns:a16="http://schemas.microsoft.com/office/drawing/2014/main" id="{0243DE30-4678-FAD4-9906-BF05812C5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24034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4" name="Line 13">
            <a:extLst>
              <a:ext uri="{FF2B5EF4-FFF2-40B4-BE49-F238E27FC236}">
                <a16:creationId xmlns:a16="http://schemas.microsoft.com/office/drawing/2014/main" id="{310FDF75-7EAB-25BC-6848-D9458FB77A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2708275"/>
            <a:ext cx="14700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5" name="Line 14">
            <a:extLst>
              <a:ext uri="{FF2B5EF4-FFF2-40B4-BE49-F238E27FC236}">
                <a16:creationId xmlns:a16="http://schemas.microsoft.com/office/drawing/2014/main" id="{2F465D83-944F-2792-444A-1705BB7AF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0347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6" name="Line 15">
            <a:extLst>
              <a:ext uri="{FF2B5EF4-FFF2-40B4-BE49-F238E27FC236}">
                <a16:creationId xmlns:a16="http://schemas.microsoft.com/office/drawing/2014/main" id="{0C94351F-34B1-153A-A25D-553C24CF7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1717675"/>
            <a:ext cx="14700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7" name="Line 16">
            <a:extLst>
              <a:ext uri="{FF2B5EF4-FFF2-40B4-BE49-F238E27FC236}">
                <a16:creationId xmlns:a16="http://schemas.microsoft.com/office/drawing/2014/main" id="{71DD99E2-846D-E77F-037E-BB8E16725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7176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8" name="Line 17">
            <a:extLst>
              <a:ext uri="{FF2B5EF4-FFF2-40B4-BE49-F238E27FC236}">
                <a16:creationId xmlns:a16="http://schemas.microsoft.com/office/drawing/2014/main" id="{96B36CE6-2146-41D8-7F91-2CF504A5B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17176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9" name="Line 18">
            <a:extLst>
              <a:ext uri="{FF2B5EF4-FFF2-40B4-BE49-F238E27FC236}">
                <a16:creationId xmlns:a16="http://schemas.microsoft.com/office/drawing/2014/main" id="{EECD649F-AAFC-CB97-EDF3-EF016F548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5025" y="20986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0" name="Rectangle 19" descr="白色大理石">
            <a:extLst>
              <a:ext uri="{FF2B5EF4-FFF2-40B4-BE49-F238E27FC236}">
                <a16:creationId xmlns:a16="http://schemas.microsoft.com/office/drawing/2014/main" id="{CC85E2AB-CD8D-BE70-93E3-AD66AB356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202247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91" name="Line 20">
            <a:extLst>
              <a:ext uri="{FF2B5EF4-FFF2-40B4-BE49-F238E27FC236}">
                <a16:creationId xmlns:a16="http://schemas.microsoft.com/office/drawing/2014/main" id="{A14D9AEA-BCE7-3764-378B-38ACAE588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5825" y="20224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2" name="Line 21">
            <a:extLst>
              <a:ext uri="{FF2B5EF4-FFF2-40B4-BE49-F238E27FC236}">
                <a16:creationId xmlns:a16="http://schemas.microsoft.com/office/drawing/2014/main" id="{19A130DF-3314-4DA2-702B-806FB585FF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4825" y="18700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3" name="Line 22">
            <a:extLst>
              <a:ext uri="{FF2B5EF4-FFF2-40B4-BE49-F238E27FC236}">
                <a16:creationId xmlns:a16="http://schemas.microsoft.com/office/drawing/2014/main" id="{6D63C397-A3E5-EDE4-7855-3B08325D7C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5825" y="18700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4" name="Line 23">
            <a:extLst>
              <a:ext uri="{FF2B5EF4-FFF2-40B4-BE49-F238E27FC236}">
                <a16:creationId xmlns:a16="http://schemas.microsoft.com/office/drawing/2014/main" id="{5FB8A878-795A-8A53-54F0-4B3E1AB46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825" y="20224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5" name="Rectangle 24" descr="羊皮纸">
            <a:extLst>
              <a:ext uri="{FF2B5EF4-FFF2-40B4-BE49-F238E27FC236}">
                <a16:creationId xmlns:a16="http://schemas.microsoft.com/office/drawing/2014/main" id="{40FC1FA6-9850-BBC5-5BAA-F0E3BEC48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2022475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96" name="Line 25">
            <a:extLst>
              <a:ext uri="{FF2B5EF4-FFF2-40B4-BE49-F238E27FC236}">
                <a16:creationId xmlns:a16="http://schemas.microsoft.com/office/drawing/2014/main" id="{D65EC2C4-245C-7043-8A0B-B7AD1CF14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5025" y="20224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7" name="Line 26">
            <a:extLst>
              <a:ext uri="{FF2B5EF4-FFF2-40B4-BE49-F238E27FC236}">
                <a16:creationId xmlns:a16="http://schemas.microsoft.com/office/drawing/2014/main" id="{79829B12-BC29-7B47-0316-2174B0F2A1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18700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8" name="Line 27">
            <a:extLst>
              <a:ext uri="{FF2B5EF4-FFF2-40B4-BE49-F238E27FC236}">
                <a16:creationId xmlns:a16="http://schemas.microsoft.com/office/drawing/2014/main" id="{3C4594B5-0BA2-4F1A-FFD6-3F6928F7A8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5025" y="187007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9" name="Line 28">
            <a:extLst>
              <a:ext uri="{FF2B5EF4-FFF2-40B4-BE49-F238E27FC236}">
                <a16:creationId xmlns:a16="http://schemas.microsoft.com/office/drawing/2014/main" id="{ADB98C6B-57A9-1A5B-1B86-E3FD4647B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202247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0" name="Line 29">
            <a:extLst>
              <a:ext uri="{FF2B5EF4-FFF2-40B4-BE49-F238E27FC236}">
                <a16:creationId xmlns:a16="http://schemas.microsoft.com/office/drawing/2014/main" id="{5A520917-05D1-E485-1F62-9BB3717C3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20986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1" name="Line 30">
            <a:extLst>
              <a:ext uri="{FF2B5EF4-FFF2-40B4-BE49-F238E27FC236}">
                <a16:creationId xmlns:a16="http://schemas.microsoft.com/office/drawing/2014/main" id="{DE69470B-2B8C-7B7F-7ABB-3817DDE0D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5" y="20986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2" name="Line 31">
            <a:extLst>
              <a:ext uri="{FF2B5EF4-FFF2-40B4-BE49-F238E27FC236}">
                <a16:creationId xmlns:a16="http://schemas.microsoft.com/office/drawing/2014/main" id="{4361C484-5B9B-3FF5-DA50-A5C68831E1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9025" y="225107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3" name="Line 32">
            <a:extLst>
              <a:ext uri="{FF2B5EF4-FFF2-40B4-BE49-F238E27FC236}">
                <a16:creationId xmlns:a16="http://schemas.microsoft.com/office/drawing/2014/main" id="{F15D30D7-F775-42D8-695A-76F97C0C0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23272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4" name="Line 33">
            <a:extLst>
              <a:ext uri="{FF2B5EF4-FFF2-40B4-BE49-F238E27FC236}">
                <a16:creationId xmlns:a16="http://schemas.microsoft.com/office/drawing/2014/main" id="{06C37FE3-F2A9-59CF-11E8-99ABCD581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6025" y="23272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5" name="Line 34">
            <a:extLst>
              <a:ext uri="{FF2B5EF4-FFF2-40B4-BE49-F238E27FC236}">
                <a16:creationId xmlns:a16="http://schemas.microsoft.com/office/drawing/2014/main" id="{F3802631-F561-ABCB-6FEE-A66DB41C05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825" y="23272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6" name="Line 35">
            <a:extLst>
              <a:ext uri="{FF2B5EF4-FFF2-40B4-BE49-F238E27FC236}">
                <a16:creationId xmlns:a16="http://schemas.microsoft.com/office/drawing/2014/main" id="{4A7C0D0F-84AC-4891-67B6-70D611793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5" y="240347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7" name="Line 36">
            <a:extLst>
              <a:ext uri="{FF2B5EF4-FFF2-40B4-BE49-F238E27FC236}">
                <a16:creationId xmlns:a16="http://schemas.microsoft.com/office/drawing/2014/main" id="{6EB1A77D-5AC0-1D99-CD0D-504842667D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2708275"/>
            <a:ext cx="2743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8" name="Line 37">
            <a:extLst>
              <a:ext uri="{FF2B5EF4-FFF2-40B4-BE49-F238E27FC236}">
                <a16:creationId xmlns:a16="http://schemas.microsoft.com/office/drawing/2014/main" id="{C13CC810-294C-0BD3-CB61-8227E3BFC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5" y="240347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9" name="Line 38">
            <a:extLst>
              <a:ext uri="{FF2B5EF4-FFF2-40B4-BE49-F238E27FC236}">
                <a16:creationId xmlns:a16="http://schemas.microsoft.com/office/drawing/2014/main" id="{5942712C-7BEA-90D8-B4ED-EC1C9C87F2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1717675"/>
            <a:ext cx="2743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0" name="Line 39">
            <a:extLst>
              <a:ext uri="{FF2B5EF4-FFF2-40B4-BE49-F238E27FC236}">
                <a16:creationId xmlns:a16="http://schemas.microsoft.com/office/drawing/2014/main" id="{05BB67F7-E17F-7DAE-BDD9-A9FC8C66A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25" y="17176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1" name="Line 40">
            <a:extLst>
              <a:ext uri="{FF2B5EF4-FFF2-40B4-BE49-F238E27FC236}">
                <a16:creationId xmlns:a16="http://schemas.microsoft.com/office/drawing/2014/main" id="{4E62F62B-C92C-353A-E109-59BC3795D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825" y="171767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2" name="Line 41">
            <a:extLst>
              <a:ext uri="{FF2B5EF4-FFF2-40B4-BE49-F238E27FC236}">
                <a16:creationId xmlns:a16="http://schemas.microsoft.com/office/drawing/2014/main" id="{EF62C5DF-3CBB-5222-53B3-576780CDD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6025" y="209867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3" name="Text Box 42">
            <a:extLst>
              <a:ext uri="{FF2B5EF4-FFF2-40B4-BE49-F238E27FC236}">
                <a16:creationId xmlns:a16="http://schemas.microsoft.com/office/drawing/2014/main" id="{D973280E-EBA0-BA1E-3776-EBBC3A3D6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025" y="194627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14" name="Line 43">
            <a:extLst>
              <a:ext uri="{FF2B5EF4-FFF2-40B4-BE49-F238E27FC236}">
                <a16:creationId xmlns:a16="http://schemas.microsoft.com/office/drawing/2014/main" id="{89C33685-24C1-7556-6FE8-47EF06D5E2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1625" y="255587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0556" name="Text Box 44">
            <a:extLst>
              <a:ext uri="{FF2B5EF4-FFF2-40B4-BE49-F238E27FC236}">
                <a16:creationId xmlns:a16="http://schemas.microsoft.com/office/drawing/2014/main" id="{8853DA0E-C06A-3926-E758-BB2C74A06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771" y="2876786"/>
            <a:ext cx="1380506" cy="5847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sm" len="med"/>
          </a:ln>
          <a:effectLst/>
        </p:spPr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rgbClr val="008080"/>
                </a:solidFill>
                <a:latin typeface="Arial Narrow" pitchFamily="34" charset="0"/>
                <a:ea typeface="仿宋_GB2312" pitchFamily="49" charset="-122"/>
              </a:rPr>
              <a:t>插入</a:t>
            </a:r>
            <a:r>
              <a:rPr lang="en-US" altLang="zh-CN" sz="3200" dirty="0">
                <a:solidFill>
                  <a:srgbClr val="008080"/>
                </a:solidFill>
                <a:latin typeface="Arial Narrow" pitchFamily="34" charset="0"/>
                <a:ea typeface="仿宋_GB2312" pitchFamily="49" charset="-122"/>
              </a:rPr>
              <a:t>25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79916" name="Text Box 45">
            <a:extLst>
              <a:ext uri="{FF2B5EF4-FFF2-40B4-BE49-F238E27FC236}">
                <a16:creationId xmlns:a16="http://schemas.microsoft.com/office/drawing/2014/main" id="{37C61470-A659-E33A-E4FA-6EFCFDEA0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788" y="2860675"/>
            <a:ext cx="1493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</p:txBody>
      </p:sp>
      <p:sp>
        <p:nvSpPr>
          <p:cNvPr id="79917" name="Line 46">
            <a:extLst>
              <a:ext uri="{FF2B5EF4-FFF2-40B4-BE49-F238E27FC236}">
                <a16:creationId xmlns:a16="http://schemas.microsoft.com/office/drawing/2014/main" id="{D05FCDEE-E1B6-C201-58E6-494C4887D2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6425" y="255587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8" name="Text Box 47">
            <a:extLst>
              <a:ext uri="{FF2B5EF4-FFF2-40B4-BE49-F238E27FC236}">
                <a16:creationId xmlns:a16="http://schemas.microsoft.com/office/drawing/2014/main" id="{0771B3C3-A08F-4A62-A5FB-41303E0D0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3025" y="2860675"/>
            <a:ext cx="1493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</p:txBody>
      </p:sp>
      <p:sp>
        <p:nvSpPr>
          <p:cNvPr id="79919" name="Text Box 48">
            <a:extLst>
              <a:ext uri="{FF2B5EF4-FFF2-40B4-BE49-F238E27FC236}">
                <a16:creationId xmlns:a16="http://schemas.microsoft.com/office/drawing/2014/main" id="{D67FFCC7-5317-32C4-A44A-50BD8F20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5" y="20367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21" name="Text Box 49">
            <a:extLst>
              <a:ext uri="{FF2B5EF4-FFF2-40B4-BE49-F238E27FC236}">
                <a16:creationId xmlns:a16="http://schemas.microsoft.com/office/drawing/2014/main" id="{82DE7F89-753F-A101-F0B3-C72A4F38A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506788"/>
            <a:ext cx="7848600" cy="2986087"/>
          </a:xfrm>
          <a:prstGeom prst="rect">
            <a:avLst/>
          </a:prstGeom>
          <a:noFill/>
          <a:ln>
            <a:noFill/>
          </a:ln>
        </p:spPr>
        <p:txBody>
          <a:bodyPr lIns="112947" tIns="56473" rIns="112947" bIns="56473">
            <a:normAutofit lnSpcReduction="10000"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kumimoji="1"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//= first </a:t>
            </a:r>
            <a:endParaRPr kumimoji="1" lang="en-US" altLang="zh-CN" sz="32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kumimoji="1"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//first</a:t>
            </a:r>
            <a:r>
              <a:rPr kumimoji="1" lang="en-US" altLang="zh-CN" sz="32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newnode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current;</a:t>
            </a:r>
          </a:p>
          <a:p>
            <a:pPr eaLnBrk="1" hangingPunct="1">
              <a:lnSpc>
                <a:spcPct val="90000"/>
              </a:lnSpc>
              <a:defRPr/>
            </a:pPr>
            <a:endParaRPr kumimoji="1" lang="en-US" altLang="zh-CN" sz="32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kumimoji="1"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实际上与非空表的程序是一样的</a:t>
            </a:r>
          </a:p>
        </p:txBody>
      </p:sp>
      <p:sp>
        <p:nvSpPr>
          <p:cNvPr id="3" name="Text Box 50">
            <a:extLst>
              <a:ext uri="{FF2B5EF4-FFF2-40B4-BE49-F238E27FC236}">
                <a16:creationId xmlns:a16="http://schemas.microsoft.com/office/drawing/2014/main" id="{D7636890-951A-8BC4-3C3A-7B7C4CA3B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94627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22" name="标题 2">
            <a:extLst>
              <a:ext uri="{FF2B5EF4-FFF2-40B4-BE49-F238E27FC236}">
                <a16:creationId xmlns:a16="http://schemas.microsoft.com/office/drawing/2014/main" id="{1AB344C3-768C-024F-C664-DA1B145E1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后继方向插入 </a:t>
            </a:r>
            <a:r>
              <a:rPr lang="en-US" altLang="zh-CN"/>
              <a:t>(</a:t>
            </a:r>
            <a:r>
              <a:rPr lang="zh-CN" altLang="en-US"/>
              <a:t>空表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146ED1-12AA-3387-58B0-8D1CAAC6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E4EC0E-43FF-46AE-B1CF-4D9EC39AAB93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Text Box 2">
            <a:extLst>
              <a:ext uri="{FF2B5EF4-FFF2-40B4-BE49-F238E27FC236}">
                <a16:creationId xmlns:a16="http://schemas.microsoft.com/office/drawing/2014/main" id="{7978DF5A-DD59-E7A8-73E5-A7D90F9D8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749550"/>
            <a:ext cx="1447800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删除</a:t>
            </a:r>
            <a:r>
              <a:rPr lang="en-US" altLang="zh-CN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48</a:t>
            </a:r>
            <a:endParaRPr lang="en-US" altLang="zh-CN" sz="3000">
              <a:latin typeface="+mn-lt"/>
              <a:ea typeface="+mn-ea"/>
            </a:endParaRPr>
          </a:p>
        </p:txBody>
      </p:sp>
      <p:sp>
        <p:nvSpPr>
          <p:cNvPr id="80899" name="Rectangle 4" descr="白色大理石">
            <a:extLst>
              <a:ext uri="{FF2B5EF4-FFF2-40B4-BE49-F238E27FC236}">
                <a16:creationId xmlns:a16="http://schemas.microsoft.com/office/drawing/2014/main" id="{49430D80-661D-0DD2-6B9B-FE16D92BF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20288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0" name="Line 5">
            <a:extLst>
              <a:ext uri="{FF2B5EF4-FFF2-40B4-BE49-F238E27FC236}">
                <a16:creationId xmlns:a16="http://schemas.microsoft.com/office/drawing/2014/main" id="{F793B99E-20FD-A047-1327-E8814EC2C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038" y="20288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1" name="Line 6">
            <a:extLst>
              <a:ext uri="{FF2B5EF4-FFF2-40B4-BE49-F238E27FC236}">
                <a16:creationId xmlns:a16="http://schemas.microsoft.com/office/drawing/2014/main" id="{D89C3C91-A3D3-A764-11F9-8B75C30F1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0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2" name="Line 7">
            <a:extLst>
              <a:ext uri="{FF2B5EF4-FFF2-40B4-BE49-F238E27FC236}">
                <a16:creationId xmlns:a16="http://schemas.microsoft.com/office/drawing/2014/main" id="{FBE2E917-F2B9-4C21-1D0B-3D775C31FA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10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3" name="Line 8">
            <a:extLst>
              <a:ext uri="{FF2B5EF4-FFF2-40B4-BE49-F238E27FC236}">
                <a16:creationId xmlns:a16="http://schemas.microsoft.com/office/drawing/2014/main" id="{867949CB-D622-AA9E-43C2-7E309C229E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20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4" name="Line 9">
            <a:extLst>
              <a:ext uri="{FF2B5EF4-FFF2-40B4-BE49-F238E27FC236}">
                <a16:creationId xmlns:a16="http://schemas.microsoft.com/office/drawing/2014/main" id="{D0DD55CA-6AB6-B142-F771-A875FC2E3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0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5" name="Rectangle 10" descr="白色大理石">
            <a:extLst>
              <a:ext uri="{FF2B5EF4-FFF2-40B4-BE49-F238E27FC236}">
                <a16:creationId xmlns:a16="http://schemas.microsoft.com/office/drawing/2014/main" id="{CA5583B5-0193-BC24-2C39-0C7C350F9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0288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6" name="Line 11">
            <a:extLst>
              <a:ext uri="{FF2B5EF4-FFF2-40B4-BE49-F238E27FC236}">
                <a16:creationId xmlns:a16="http://schemas.microsoft.com/office/drawing/2014/main" id="{2DF8FEB9-9EDE-3A84-62E3-9FC4A9457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12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7" name="Line 12">
            <a:extLst>
              <a:ext uri="{FF2B5EF4-FFF2-40B4-BE49-F238E27FC236}">
                <a16:creationId xmlns:a16="http://schemas.microsoft.com/office/drawing/2014/main" id="{59BAA8A3-A52A-8A46-4DE5-9D00C610A1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02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8" name="Line 13">
            <a:extLst>
              <a:ext uri="{FF2B5EF4-FFF2-40B4-BE49-F238E27FC236}">
                <a16:creationId xmlns:a16="http://schemas.microsoft.com/office/drawing/2014/main" id="{02C8E4D5-EAA1-EADA-6216-ED498D9C96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12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9" name="Line 14">
            <a:extLst>
              <a:ext uri="{FF2B5EF4-FFF2-40B4-BE49-F238E27FC236}">
                <a16:creationId xmlns:a16="http://schemas.microsoft.com/office/drawing/2014/main" id="{C9A09FDD-0931-71D8-48A5-E45D3A27F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02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0" name="Rectangle 15" descr="羊皮纸">
            <a:extLst>
              <a:ext uri="{FF2B5EF4-FFF2-40B4-BE49-F238E27FC236}">
                <a16:creationId xmlns:a16="http://schemas.microsoft.com/office/drawing/2014/main" id="{CF09B6E5-030D-6CA5-B610-769F1356B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2028825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1" name="Line 16">
            <a:extLst>
              <a:ext uri="{FF2B5EF4-FFF2-40B4-BE49-F238E27FC236}">
                <a16:creationId xmlns:a16="http://schemas.microsoft.com/office/drawing/2014/main" id="{24BB3FBB-D06D-C9E7-A952-2FE1DE87A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04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2" name="Line 17">
            <a:extLst>
              <a:ext uri="{FF2B5EF4-FFF2-40B4-BE49-F238E27FC236}">
                <a16:creationId xmlns:a16="http://schemas.microsoft.com/office/drawing/2014/main" id="{C1C6DE11-3BC5-9F2A-1DA7-A2C8527075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894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3" name="Line 18">
            <a:extLst>
              <a:ext uri="{FF2B5EF4-FFF2-40B4-BE49-F238E27FC236}">
                <a16:creationId xmlns:a16="http://schemas.microsoft.com/office/drawing/2014/main" id="{7F8A0D85-D233-2411-AD3A-EE2AB2DAF3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04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4" name="Line 19">
            <a:extLst>
              <a:ext uri="{FF2B5EF4-FFF2-40B4-BE49-F238E27FC236}">
                <a16:creationId xmlns:a16="http://schemas.microsoft.com/office/drawing/2014/main" id="{BAF16E10-6A47-B442-0006-F496226E9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5" name="Rectangle 20" descr="白色大理石">
            <a:extLst>
              <a:ext uri="{FF2B5EF4-FFF2-40B4-BE49-F238E27FC236}">
                <a16:creationId xmlns:a16="http://schemas.microsoft.com/office/drawing/2014/main" id="{1ED2DFDD-3391-A89E-27AC-E25AA81BD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038" y="20288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6" name="Line 21">
            <a:extLst>
              <a:ext uri="{FF2B5EF4-FFF2-40B4-BE49-F238E27FC236}">
                <a16:creationId xmlns:a16="http://schemas.microsoft.com/office/drawing/2014/main" id="{DF7B74D3-632B-B3BE-EEF2-E7C50D74B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96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7" name="Line 22">
            <a:extLst>
              <a:ext uri="{FF2B5EF4-FFF2-40B4-BE49-F238E27FC236}">
                <a16:creationId xmlns:a16="http://schemas.microsoft.com/office/drawing/2014/main" id="{2DF0AE0F-67E3-728D-96B4-458536DF03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86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8" name="Line 23">
            <a:extLst>
              <a:ext uri="{FF2B5EF4-FFF2-40B4-BE49-F238E27FC236}">
                <a16:creationId xmlns:a16="http://schemas.microsoft.com/office/drawing/2014/main" id="{30A5B6D7-00DB-9139-B584-5DD909061D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9638" y="18764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9" name="Line 24">
            <a:extLst>
              <a:ext uri="{FF2B5EF4-FFF2-40B4-BE49-F238E27FC236}">
                <a16:creationId xmlns:a16="http://schemas.microsoft.com/office/drawing/2014/main" id="{781A3677-C9F6-C932-B4E7-93F48191E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8638" y="20288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0" name="Line 25">
            <a:extLst>
              <a:ext uri="{FF2B5EF4-FFF2-40B4-BE49-F238E27FC236}">
                <a16:creationId xmlns:a16="http://schemas.microsoft.com/office/drawing/2014/main" id="{F76F7189-FC10-AE59-FD66-8F357C954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6838" y="21050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1" name="Line 26">
            <a:extLst>
              <a:ext uri="{FF2B5EF4-FFF2-40B4-BE49-F238E27FC236}">
                <a16:creationId xmlns:a16="http://schemas.microsoft.com/office/drawing/2014/main" id="{0E8785C4-A262-320D-E866-7230CDEAE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21050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2" name="Line 27">
            <a:extLst>
              <a:ext uri="{FF2B5EF4-FFF2-40B4-BE49-F238E27FC236}">
                <a16:creationId xmlns:a16="http://schemas.microsoft.com/office/drawing/2014/main" id="{889228A2-9E7F-CE0F-9365-24D8E3FFB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238" y="21050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3" name="Line 28">
            <a:extLst>
              <a:ext uri="{FF2B5EF4-FFF2-40B4-BE49-F238E27FC236}">
                <a16:creationId xmlns:a16="http://schemas.microsoft.com/office/drawing/2014/main" id="{BB0505EF-3AF6-B7A8-23DC-6FF6A6C0B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21050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4" name="Line 29">
            <a:extLst>
              <a:ext uri="{FF2B5EF4-FFF2-40B4-BE49-F238E27FC236}">
                <a16:creationId xmlns:a16="http://schemas.microsoft.com/office/drawing/2014/main" id="{76DD004B-1BE5-4A2E-E304-D3768936E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6838" y="2333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5" name="Line 30">
            <a:extLst>
              <a:ext uri="{FF2B5EF4-FFF2-40B4-BE49-F238E27FC236}">
                <a16:creationId xmlns:a16="http://schemas.microsoft.com/office/drawing/2014/main" id="{68A60AC8-C404-881D-EEDF-22F8D3F34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5238" y="225742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6" name="Line 31">
            <a:extLst>
              <a:ext uri="{FF2B5EF4-FFF2-40B4-BE49-F238E27FC236}">
                <a16:creationId xmlns:a16="http://schemas.microsoft.com/office/drawing/2014/main" id="{50C47082-26C3-1040-C6AF-C7FF29700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2333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7" name="Line 32">
            <a:extLst>
              <a:ext uri="{FF2B5EF4-FFF2-40B4-BE49-F238E27FC236}">
                <a16:creationId xmlns:a16="http://schemas.microsoft.com/office/drawing/2014/main" id="{DBE679FF-4B4B-A09B-AB54-539E419F9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238" y="2333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8" name="Line 33">
            <a:extLst>
              <a:ext uri="{FF2B5EF4-FFF2-40B4-BE49-F238E27FC236}">
                <a16:creationId xmlns:a16="http://schemas.microsoft.com/office/drawing/2014/main" id="{C5AEBCF0-3367-172C-302C-BE61D49D7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4438" y="2333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9" name="Line 34">
            <a:extLst>
              <a:ext uri="{FF2B5EF4-FFF2-40B4-BE49-F238E27FC236}">
                <a16:creationId xmlns:a16="http://schemas.microsoft.com/office/drawing/2014/main" id="{A00697E2-8C89-0B9F-00FE-03C27A240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23336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0" name="Line 35">
            <a:extLst>
              <a:ext uri="{FF2B5EF4-FFF2-40B4-BE49-F238E27FC236}">
                <a16:creationId xmlns:a16="http://schemas.microsoft.com/office/drawing/2014/main" id="{9368AB26-679B-A213-6934-1D3ACAD2A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24098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1" name="Line 36">
            <a:extLst>
              <a:ext uri="{FF2B5EF4-FFF2-40B4-BE49-F238E27FC236}">
                <a16:creationId xmlns:a16="http://schemas.microsoft.com/office/drawing/2014/main" id="{DFB11F1A-0C00-3AF5-8BE3-C4BF6CA753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3838" y="2714625"/>
            <a:ext cx="510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2" name="Line 37">
            <a:extLst>
              <a:ext uri="{FF2B5EF4-FFF2-40B4-BE49-F238E27FC236}">
                <a16:creationId xmlns:a16="http://schemas.microsoft.com/office/drawing/2014/main" id="{17967359-E27D-B1FC-C6E1-C6E8416BF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240982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3" name="Line 38">
            <a:extLst>
              <a:ext uri="{FF2B5EF4-FFF2-40B4-BE49-F238E27FC236}">
                <a16:creationId xmlns:a16="http://schemas.microsoft.com/office/drawing/2014/main" id="{FE781BDC-7182-8590-AE7C-38F456640F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3838" y="1724025"/>
            <a:ext cx="510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4" name="Line 39">
            <a:extLst>
              <a:ext uri="{FF2B5EF4-FFF2-40B4-BE49-F238E27FC236}">
                <a16:creationId xmlns:a16="http://schemas.microsoft.com/office/drawing/2014/main" id="{51BC2F14-6BA4-C389-EC77-19FEB2F78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17240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5" name="Line 40">
            <a:extLst>
              <a:ext uri="{FF2B5EF4-FFF2-40B4-BE49-F238E27FC236}">
                <a16:creationId xmlns:a16="http://schemas.microsoft.com/office/drawing/2014/main" id="{A0269944-E432-5DDA-4FDC-E7B6C7C72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17240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6" name="Line 41">
            <a:extLst>
              <a:ext uri="{FF2B5EF4-FFF2-40B4-BE49-F238E27FC236}">
                <a16:creationId xmlns:a16="http://schemas.microsoft.com/office/drawing/2014/main" id="{E9424700-7E3B-C21D-8B58-71244A3B5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4438" y="21050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7" name="Text Box 42">
            <a:extLst>
              <a:ext uri="{FF2B5EF4-FFF2-40B4-BE49-F238E27FC236}">
                <a16:creationId xmlns:a16="http://schemas.microsoft.com/office/drawing/2014/main" id="{20058F78-17EB-76FD-A814-293CABA0D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195262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38" name="Rectangle 43" descr="白色大理石">
            <a:extLst>
              <a:ext uri="{FF2B5EF4-FFF2-40B4-BE49-F238E27FC236}">
                <a16:creationId xmlns:a16="http://schemas.microsoft.com/office/drawing/2014/main" id="{CFD0FD7F-1AA3-9945-07F1-C9F185C2B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37814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39" name="Line 44">
            <a:extLst>
              <a:ext uri="{FF2B5EF4-FFF2-40B4-BE49-F238E27FC236}">
                <a16:creationId xmlns:a16="http://schemas.microsoft.com/office/drawing/2014/main" id="{C2F2D2C9-0E87-260A-7B87-2127B79D3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038" y="37814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0" name="Line 45">
            <a:extLst>
              <a:ext uri="{FF2B5EF4-FFF2-40B4-BE49-F238E27FC236}">
                <a16:creationId xmlns:a16="http://schemas.microsoft.com/office/drawing/2014/main" id="{F517A1F8-D5E1-8026-692F-79DBC0064D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1038" y="36290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1" name="Line 46">
            <a:extLst>
              <a:ext uri="{FF2B5EF4-FFF2-40B4-BE49-F238E27FC236}">
                <a16:creationId xmlns:a16="http://schemas.microsoft.com/office/drawing/2014/main" id="{96A647E1-7318-D266-32A8-22762EA3CD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2038" y="36290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2" name="Line 47">
            <a:extLst>
              <a:ext uri="{FF2B5EF4-FFF2-40B4-BE49-F238E27FC236}">
                <a16:creationId xmlns:a16="http://schemas.microsoft.com/office/drawing/2014/main" id="{72A42893-33E5-AEB2-041A-4B8910F7A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038" y="37814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3" name="Rectangle 48" descr="白色大理石">
            <a:extLst>
              <a:ext uri="{FF2B5EF4-FFF2-40B4-BE49-F238E27FC236}">
                <a16:creationId xmlns:a16="http://schemas.microsoft.com/office/drawing/2014/main" id="{C4BCE21B-78F8-A844-BB46-5433AF8E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37814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44" name="Line 49">
            <a:extLst>
              <a:ext uri="{FF2B5EF4-FFF2-40B4-BE49-F238E27FC236}">
                <a16:creationId xmlns:a16="http://schemas.microsoft.com/office/drawing/2014/main" id="{E6DAD746-B637-95C0-D8B9-3161420AD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1238" y="37814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5" name="Line 50">
            <a:extLst>
              <a:ext uri="{FF2B5EF4-FFF2-40B4-BE49-F238E27FC236}">
                <a16:creationId xmlns:a16="http://schemas.microsoft.com/office/drawing/2014/main" id="{3E0ACF7E-65E0-4883-BBB5-633136ABF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0238" y="36290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6" name="Line 51">
            <a:extLst>
              <a:ext uri="{FF2B5EF4-FFF2-40B4-BE49-F238E27FC236}">
                <a16:creationId xmlns:a16="http://schemas.microsoft.com/office/drawing/2014/main" id="{6F3ABFC5-ECDD-2B0A-E6CF-58CBA0B63B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1238" y="36290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7" name="Line 52">
            <a:extLst>
              <a:ext uri="{FF2B5EF4-FFF2-40B4-BE49-F238E27FC236}">
                <a16:creationId xmlns:a16="http://schemas.microsoft.com/office/drawing/2014/main" id="{4E97417F-0CE0-353E-6EBA-4E7D18E54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0238" y="37814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48" name="Rectangle 53" descr="白色大理石">
            <a:extLst>
              <a:ext uri="{FF2B5EF4-FFF2-40B4-BE49-F238E27FC236}">
                <a16:creationId xmlns:a16="http://schemas.microsoft.com/office/drawing/2014/main" id="{1CE2F913-0D5B-C424-B8FC-108437FEB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7814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49" name="Line 54">
            <a:extLst>
              <a:ext uri="{FF2B5EF4-FFF2-40B4-BE49-F238E27FC236}">
                <a16:creationId xmlns:a16="http://schemas.microsoft.com/office/drawing/2014/main" id="{999CFC21-1F9D-E36B-861A-BE88BE782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0438" y="37814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0" name="Line 55">
            <a:extLst>
              <a:ext uri="{FF2B5EF4-FFF2-40B4-BE49-F238E27FC236}">
                <a16:creationId xmlns:a16="http://schemas.microsoft.com/office/drawing/2014/main" id="{784BB68C-6B41-11AB-871B-6782F28B0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89438" y="36290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1" name="Line 56">
            <a:extLst>
              <a:ext uri="{FF2B5EF4-FFF2-40B4-BE49-F238E27FC236}">
                <a16:creationId xmlns:a16="http://schemas.microsoft.com/office/drawing/2014/main" id="{1420ACA1-C87D-2500-1056-1D4B6951CC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0438" y="36290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2" name="Line 57">
            <a:extLst>
              <a:ext uri="{FF2B5EF4-FFF2-40B4-BE49-F238E27FC236}">
                <a16:creationId xmlns:a16="http://schemas.microsoft.com/office/drawing/2014/main" id="{04CF10EC-D60B-6A5F-D097-DB0D3E667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37814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3" name="Line 58">
            <a:extLst>
              <a:ext uri="{FF2B5EF4-FFF2-40B4-BE49-F238E27FC236}">
                <a16:creationId xmlns:a16="http://schemas.microsoft.com/office/drawing/2014/main" id="{7D108543-4CF6-BAC5-747C-035CDBB85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6838" y="3857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4" name="Line 59">
            <a:extLst>
              <a:ext uri="{FF2B5EF4-FFF2-40B4-BE49-F238E27FC236}">
                <a16:creationId xmlns:a16="http://schemas.microsoft.com/office/drawing/2014/main" id="{7426339F-28B9-D8E8-F928-14AAF60F5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3857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5" name="Line 60">
            <a:extLst>
              <a:ext uri="{FF2B5EF4-FFF2-40B4-BE49-F238E27FC236}">
                <a16:creationId xmlns:a16="http://schemas.microsoft.com/office/drawing/2014/main" id="{AF5B10FE-0028-0799-624D-DABCB0CE5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38576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6" name="Line 61">
            <a:extLst>
              <a:ext uri="{FF2B5EF4-FFF2-40B4-BE49-F238E27FC236}">
                <a16:creationId xmlns:a16="http://schemas.microsoft.com/office/drawing/2014/main" id="{75AFFAC0-E78A-BDD6-DEDD-1EE6C44E7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6838" y="40862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7" name="Line 62">
            <a:extLst>
              <a:ext uri="{FF2B5EF4-FFF2-40B4-BE49-F238E27FC236}">
                <a16:creationId xmlns:a16="http://schemas.microsoft.com/office/drawing/2014/main" id="{D28A2AF9-B230-AC0E-B472-1A6609C49C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5238" y="401002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8" name="Line 63">
            <a:extLst>
              <a:ext uri="{FF2B5EF4-FFF2-40B4-BE49-F238E27FC236}">
                <a16:creationId xmlns:a16="http://schemas.microsoft.com/office/drawing/2014/main" id="{5D851D2C-4330-E10E-CCF0-5509F024C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40862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59" name="Line 64">
            <a:extLst>
              <a:ext uri="{FF2B5EF4-FFF2-40B4-BE49-F238E27FC236}">
                <a16:creationId xmlns:a16="http://schemas.microsoft.com/office/drawing/2014/main" id="{A8B5E4DC-182B-13A0-C0E8-B7B0645A9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238" y="40862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0" name="Line 65">
            <a:extLst>
              <a:ext uri="{FF2B5EF4-FFF2-40B4-BE49-F238E27FC236}">
                <a16:creationId xmlns:a16="http://schemas.microsoft.com/office/drawing/2014/main" id="{24A6BCF5-C555-987A-38FD-1EF30F760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40862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1" name="Line 66">
            <a:extLst>
              <a:ext uri="{FF2B5EF4-FFF2-40B4-BE49-F238E27FC236}">
                <a16:creationId xmlns:a16="http://schemas.microsoft.com/office/drawing/2014/main" id="{E274A1E4-388C-6E17-6FAF-74D5B285E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4162425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2" name="Line 67">
            <a:extLst>
              <a:ext uri="{FF2B5EF4-FFF2-40B4-BE49-F238E27FC236}">
                <a16:creationId xmlns:a16="http://schemas.microsoft.com/office/drawing/2014/main" id="{117A5869-F95F-7F4A-8412-0C9AC42E5A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3838" y="4467225"/>
            <a:ext cx="3886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3" name="Line 68">
            <a:extLst>
              <a:ext uri="{FF2B5EF4-FFF2-40B4-BE49-F238E27FC236}">
                <a16:creationId xmlns:a16="http://schemas.microsoft.com/office/drawing/2014/main" id="{B2345F44-9AAF-06EC-A9D5-D6055ED42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4162425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4" name="Line 69">
            <a:extLst>
              <a:ext uri="{FF2B5EF4-FFF2-40B4-BE49-F238E27FC236}">
                <a16:creationId xmlns:a16="http://schemas.microsoft.com/office/drawing/2014/main" id="{D07EF441-F623-753D-E7A5-CC75F6E013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3838" y="3476625"/>
            <a:ext cx="3886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5" name="Line 70">
            <a:extLst>
              <a:ext uri="{FF2B5EF4-FFF2-40B4-BE49-F238E27FC236}">
                <a16:creationId xmlns:a16="http://schemas.microsoft.com/office/drawing/2014/main" id="{54962B22-2CCB-ECC5-542B-AAEB2A447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34766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6" name="Line 71">
            <a:extLst>
              <a:ext uri="{FF2B5EF4-FFF2-40B4-BE49-F238E27FC236}">
                <a16:creationId xmlns:a16="http://schemas.microsoft.com/office/drawing/2014/main" id="{C241C31E-64AB-C745-1960-687D1D946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0038" y="3476625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7" name="Line 72">
            <a:extLst>
              <a:ext uri="{FF2B5EF4-FFF2-40B4-BE49-F238E27FC236}">
                <a16:creationId xmlns:a16="http://schemas.microsoft.com/office/drawing/2014/main" id="{78779FE3-8ABA-CD10-8869-AE2EBC945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238" y="3857625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68" name="Text Box 73">
            <a:extLst>
              <a:ext uri="{FF2B5EF4-FFF2-40B4-BE49-F238E27FC236}">
                <a16:creationId xmlns:a16="http://schemas.microsoft.com/office/drawing/2014/main" id="{5907C4EA-4B5A-2A64-4395-485DA3FCB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3705225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4682" name="Text Box 74">
            <a:extLst>
              <a:ext uri="{FF2B5EF4-FFF2-40B4-BE49-F238E27FC236}">
                <a16:creationId xmlns:a16="http://schemas.microsoft.com/office/drawing/2014/main" id="{B25C2068-A599-B52D-F999-1B2DF9D26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1876425"/>
            <a:ext cx="1449387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非空表</a:t>
            </a:r>
            <a:endParaRPr lang="zh-CN" altLang="en-US" sz="3000">
              <a:latin typeface="+mn-lt"/>
              <a:ea typeface="+mn-ea"/>
            </a:endParaRPr>
          </a:p>
        </p:txBody>
      </p:sp>
      <p:sp>
        <p:nvSpPr>
          <p:cNvPr id="80970" name="Line 75">
            <a:extLst>
              <a:ext uri="{FF2B5EF4-FFF2-40B4-BE49-F238E27FC236}">
                <a16:creationId xmlns:a16="http://schemas.microsoft.com/office/drawing/2014/main" id="{2EA3A908-2893-4CE1-0FD9-3EDAFC0473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1838" y="2562225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71" name="Text Box 76">
            <a:extLst>
              <a:ext uri="{FF2B5EF4-FFF2-40B4-BE49-F238E27FC236}">
                <a16:creationId xmlns:a16="http://schemas.microsoft.com/office/drawing/2014/main" id="{BD345888-7B3F-3ECE-1F60-3D8AF839B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38" y="20288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72" name="Text Box 77">
            <a:extLst>
              <a:ext uri="{FF2B5EF4-FFF2-40B4-BE49-F238E27FC236}">
                <a16:creationId xmlns:a16="http://schemas.microsoft.com/office/drawing/2014/main" id="{815A4BF8-F246-33D0-AACB-AC6D83B41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638" y="20288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48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73" name="Text Box 78">
            <a:extLst>
              <a:ext uri="{FF2B5EF4-FFF2-40B4-BE49-F238E27FC236}">
                <a16:creationId xmlns:a16="http://schemas.microsoft.com/office/drawing/2014/main" id="{18FB0427-DFAC-97ED-4135-C6D41D86D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2028825"/>
            <a:ext cx="50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74" name="Text Box 79">
            <a:extLst>
              <a:ext uri="{FF2B5EF4-FFF2-40B4-BE49-F238E27FC236}">
                <a16:creationId xmlns:a16="http://schemas.microsoft.com/office/drawing/2014/main" id="{B2FFA2CD-C5F8-0878-B41E-A63979475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744788"/>
            <a:ext cx="1493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</p:txBody>
      </p:sp>
      <p:sp>
        <p:nvSpPr>
          <p:cNvPr id="80975" name="Text Box 80">
            <a:extLst>
              <a:ext uri="{FF2B5EF4-FFF2-40B4-BE49-F238E27FC236}">
                <a16:creationId xmlns:a16="http://schemas.microsoft.com/office/drawing/2014/main" id="{D9FEBFEB-7616-2B89-BE8F-F9EF680D8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438" y="379571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76" name="Text Box 81">
            <a:extLst>
              <a:ext uri="{FF2B5EF4-FFF2-40B4-BE49-F238E27FC236}">
                <a16:creationId xmlns:a16="http://schemas.microsoft.com/office/drawing/2014/main" id="{897DEEF0-6CE4-85FD-A1CE-517F8B92C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638" y="379571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77" name="Text Box 84">
            <a:extLst>
              <a:ext uri="{FF2B5EF4-FFF2-40B4-BE49-F238E27FC236}">
                <a16:creationId xmlns:a16="http://schemas.microsoft.com/office/drawing/2014/main" id="{B9CF6A89-054E-1A9A-393F-086368656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648200"/>
            <a:ext cx="7135813" cy="154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      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kumimoji="1" lang="en-US" altLang="zh-CN" sz="3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delete current;</a:t>
            </a:r>
          </a:p>
        </p:txBody>
      </p:sp>
      <p:sp>
        <p:nvSpPr>
          <p:cNvPr id="80978" name="标题 2">
            <a:extLst>
              <a:ext uri="{FF2B5EF4-FFF2-40B4-BE49-F238E27FC236}">
                <a16:creationId xmlns:a16="http://schemas.microsoft.com/office/drawing/2014/main" id="{EC404D36-3D12-DC61-8AEF-51FD8A502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双向循环链表的删除算法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729E40-7242-EF5A-92C9-A08DAB1E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D407F-69AD-4B14-84C5-BF1EBCEB3218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ext Box 2">
            <a:extLst>
              <a:ext uri="{FF2B5EF4-FFF2-40B4-BE49-F238E27FC236}">
                <a16:creationId xmlns:a16="http://schemas.microsoft.com/office/drawing/2014/main" id="{CA838041-C98C-4FD7-3D9F-2EB063C88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3011488"/>
            <a:ext cx="1447800" cy="60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12947" tIns="56473" rIns="112947" bIns="56473">
            <a:spAutoFit/>
          </a:bodyPr>
          <a:lstStyle/>
          <a:p>
            <a:pPr defTabSz="1128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删除</a:t>
            </a:r>
            <a:r>
              <a:rPr lang="en-US" altLang="zh-CN" sz="32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仿宋_GB2312" pitchFamily="49" charset="-122"/>
              </a:rPr>
              <a:t>31</a:t>
            </a:r>
            <a:endParaRPr lang="en-US" altLang="zh-CN" sz="3000">
              <a:latin typeface="+mn-lt"/>
              <a:ea typeface="+mn-ea"/>
            </a:endParaRPr>
          </a:p>
        </p:txBody>
      </p:sp>
      <p:sp>
        <p:nvSpPr>
          <p:cNvPr id="81923" name="Rectangle 4" descr="白色大理石">
            <a:extLst>
              <a:ext uri="{FF2B5EF4-FFF2-40B4-BE49-F238E27FC236}">
                <a16:creationId xmlns:a16="http://schemas.microsoft.com/office/drawing/2014/main" id="{6CCE53C6-C55F-7319-C075-F0E5C91D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938" y="22907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24" name="Line 5">
            <a:extLst>
              <a:ext uri="{FF2B5EF4-FFF2-40B4-BE49-F238E27FC236}">
                <a16:creationId xmlns:a16="http://schemas.microsoft.com/office/drawing/2014/main" id="{687803BD-AE0D-481D-3691-EAD0C52E8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218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Line 6">
            <a:extLst>
              <a:ext uri="{FF2B5EF4-FFF2-40B4-BE49-F238E27FC236}">
                <a16:creationId xmlns:a16="http://schemas.microsoft.com/office/drawing/2014/main" id="{3E454406-8A31-566C-D0BF-42BD9C9CF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2538" y="22907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Line 7">
            <a:extLst>
              <a:ext uri="{FF2B5EF4-FFF2-40B4-BE49-F238E27FC236}">
                <a16:creationId xmlns:a16="http://schemas.microsoft.com/office/drawing/2014/main" id="{73B072D0-407A-453F-DBCA-8B0A84EF56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1538" y="21383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Line 8">
            <a:extLst>
              <a:ext uri="{FF2B5EF4-FFF2-40B4-BE49-F238E27FC236}">
                <a16:creationId xmlns:a16="http://schemas.microsoft.com/office/drawing/2014/main" id="{0DE8866F-F553-DBA6-DC3A-CFB8B20A1F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2538" y="21383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9">
            <a:extLst>
              <a:ext uri="{FF2B5EF4-FFF2-40B4-BE49-F238E27FC236}">
                <a16:creationId xmlns:a16="http://schemas.microsoft.com/office/drawing/2014/main" id="{C18DE9FD-0F3C-3680-4E8C-A8FE3E230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22907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Rectangle 10" descr="羊皮纸">
            <a:extLst>
              <a:ext uri="{FF2B5EF4-FFF2-40B4-BE49-F238E27FC236}">
                <a16:creationId xmlns:a16="http://schemas.microsoft.com/office/drawing/2014/main" id="{D25CAC70-D61B-BE61-7280-427919A7D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290763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0" name="Line 11">
            <a:extLst>
              <a:ext uri="{FF2B5EF4-FFF2-40B4-BE49-F238E27FC236}">
                <a16:creationId xmlns:a16="http://schemas.microsoft.com/office/drawing/2014/main" id="{962E4237-16DD-DDEA-A44F-48EDAC05A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738" y="22907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Line 12">
            <a:extLst>
              <a:ext uri="{FF2B5EF4-FFF2-40B4-BE49-F238E27FC236}">
                <a16:creationId xmlns:a16="http://schemas.microsoft.com/office/drawing/2014/main" id="{0737B05F-AC64-C961-BACF-4091B482E8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0738" y="21383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Line 13">
            <a:extLst>
              <a:ext uri="{FF2B5EF4-FFF2-40B4-BE49-F238E27FC236}">
                <a16:creationId xmlns:a16="http://schemas.microsoft.com/office/drawing/2014/main" id="{CA6E0EE7-943A-579A-5563-F2C619D674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1738" y="21383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Line 14">
            <a:extLst>
              <a:ext uri="{FF2B5EF4-FFF2-40B4-BE49-F238E27FC236}">
                <a16:creationId xmlns:a16="http://schemas.microsoft.com/office/drawing/2014/main" id="{9D3D8D67-03E6-20E2-0767-02619E3EC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22907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Line 15">
            <a:extLst>
              <a:ext uri="{FF2B5EF4-FFF2-40B4-BE49-F238E27FC236}">
                <a16:creationId xmlns:a16="http://schemas.microsoft.com/office/drawing/2014/main" id="{DB8EEC88-2295-F791-598E-E10EBE80B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236696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5" name="Line 16">
            <a:extLst>
              <a:ext uri="{FF2B5EF4-FFF2-40B4-BE49-F238E27FC236}">
                <a16:creationId xmlns:a16="http://schemas.microsoft.com/office/drawing/2014/main" id="{F0D7C302-911E-7626-EBD9-C913252CE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4338" y="2366963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6" name="Line 17">
            <a:extLst>
              <a:ext uri="{FF2B5EF4-FFF2-40B4-BE49-F238E27FC236}">
                <a16:creationId xmlns:a16="http://schemas.microsoft.com/office/drawing/2014/main" id="{5EADC0F5-54C3-D93D-78BD-572D860AF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259556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7" name="Line 18">
            <a:extLst>
              <a:ext uri="{FF2B5EF4-FFF2-40B4-BE49-F238E27FC236}">
                <a16:creationId xmlns:a16="http://schemas.microsoft.com/office/drawing/2014/main" id="{EF26A0E6-8B06-CB67-5ECA-627D0915FE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5738" y="2519363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8" name="Line 19">
            <a:extLst>
              <a:ext uri="{FF2B5EF4-FFF2-40B4-BE49-F238E27FC236}">
                <a16:creationId xmlns:a16="http://schemas.microsoft.com/office/drawing/2014/main" id="{ECB6AF04-B052-64B9-8D44-44C16DA3A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538" y="259556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9" name="Line 20">
            <a:extLst>
              <a:ext uri="{FF2B5EF4-FFF2-40B4-BE49-F238E27FC236}">
                <a16:creationId xmlns:a16="http://schemas.microsoft.com/office/drawing/2014/main" id="{0F5CDF92-E4A9-3F29-DC77-04F7363B3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9556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0" name="Line 21">
            <a:extLst>
              <a:ext uri="{FF2B5EF4-FFF2-40B4-BE49-F238E27FC236}">
                <a16:creationId xmlns:a16="http://schemas.microsoft.com/office/drawing/2014/main" id="{92B38F2F-4AC2-8092-1B84-A2DB0DB3C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4338" y="2671763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1" name="Line 22">
            <a:extLst>
              <a:ext uri="{FF2B5EF4-FFF2-40B4-BE49-F238E27FC236}">
                <a16:creationId xmlns:a16="http://schemas.microsoft.com/office/drawing/2014/main" id="{BC9DF4AB-4E25-46C9-CBBA-FE0861EC5B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84338" y="2976563"/>
            <a:ext cx="2667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2" name="Line 23">
            <a:extLst>
              <a:ext uri="{FF2B5EF4-FFF2-40B4-BE49-F238E27FC236}">
                <a16:creationId xmlns:a16="http://schemas.microsoft.com/office/drawing/2014/main" id="{1456A067-CA9E-3854-84F1-31EC8F7DF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4338" y="2671763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3" name="Line 24">
            <a:extLst>
              <a:ext uri="{FF2B5EF4-FFF2-40B4-BE49-F238E27FC236}">
                <a16:creationId xmlns:a16="http://schemas.microsoft.com/office/drawing/2014/main" id="{6AC5A0EB-122A-3F7B-4C44-36637F3593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84338" y="1985963"/>
            <a:ext cx="2667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4" name="Line 25">
            <a:extLst>
              <a:ext uri="{FF2B5EF4-FFF2-40B4-BE49-F238E27FC236}">
                <a16:creationId xmlns:a16="http://schemas.microsoft.com/office/drawing/2014/main" id="{17ED127A-9C40-99A0-F0D3-71C771373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4338" y="198596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5" name="Line 26">
            <a:extLst>
              <a:ext uri="{FF2B5EF4-FFF2-40B4-BE49-F238E27FC236}">
                <a16:creationId xmlns:a16="http://schemas.microsoft.com/office/drawing/2014/main" id="{D407C408-5B7B-ADC7-4CDC-1A4C205F7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198596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6" name="Line 27">
            <a:extLst>
              <a:ext uri="{FF2B5EF4-FFF2-40B4-BE49-F238E27FC236}">
                <a16:creationId xmlns:a16="http://schemas.microsoft.com/office/drawing/2014/main" id="{78D1AD08-5282-601A-8679-DDD7315D0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538" y="236696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7" name="Text Box 28">
            <a:extLst>
              <a:ext uri="{FF2B5EF4-FFF2-40B4-BE49-F238E27FC236}">
                <a16:creationId xmlns:a16="http://schemas.microsoft.com/office/drawing/2014/main" id="{96D27B21-244A-750B-B9A3-E6D5F247C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2214563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48" name="Rectangle 29" descr="白色大理石">
            <a:extLst>
              <a:ext uri="{FF2B5EF4-FFF2-40B4-BE49-F238E27FC236}">
                <a16:creationId xmlns:a16="http://schemas.microsoft.com/office/drawing/2014/main" id="{6FB1D4C1-6838-95F8-D805-30ACFBE6F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290763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</p:spPr>
        <p:txBody>
          <a:bodyPr wrap="none" anchor="ctr">
            <a:flatTx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49" name="Line 30">
            <a:extLst>
              <a:ext uri="{FF2B5EF4-FFF2-40B4-BE49-F238E27FC236}">
                <a16:creationId xmlns:a16="http://schemas.microsoft.com/office/drawing/2014/main" id="{220EF17F-2695-FD84-3DDE-6B6E1B264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2313" y="22907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0" name="Line 31">
            <a:extLst>
              <a:ext uri="{FF2B5EF4-FFF2-40B4-BE49-F238E27FC236}">
                <a16:creationId xmlns:a16="http://schemas.microsoft.com/office/drawing/2014/main" id="{B6D05BBB-507F-C498-4BBE-7F2BBA2E09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1313" y="21383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1" name="Line 32">
            <a:extLst>
              <a:ext uri="{FF2B5EF4-FFF2-40B4-BE49-F238E27FC236}">
                <a16:creationId xmlns:a16="http://schemas.microsoft.com/office/drawing/2014/main" id="{52F801BB-1DB0-4F3D-B10A-E73C5138A4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2313" y="213836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2" name="Line 33">
            <a:extLst>
              <a:ext uri="{FF2B5EF4-FFF2-40B4-BE49-F238E27FC236}">
                <a16:creationId xmlns:a16="http://schemas.microsoft.com/office/drawing/2014/main" id="{BB05D67B-2838-9116-DC83-D358F5D72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1313" y="22907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3" name="Line 34">
            <a:extLst>
              <a:ext uri="{FF2B5EF4-FFF2-40B4-BE49-F238E27FC236}">
                <a16:creationId xmlns:a16="http://schemas.microsoft.com/office/drawing/2014/main" id="{12DA839D-3E7B-656C-130A-CBB823CB2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113" y="2366963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4" name="Line 35">
            <a:extLst>
              <a:ext uri="{FF2B5EF4-FFF2-40B4-BE49-F238E27FC236}">
                <a16:creationId xmlns:a16="http://schemas.microsoft.com/office/drawing/2014/main" id="{0041FFAE-49AA-036F-77BF-0DEF7598B8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05513" y="2519363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5" name="Line 36">
            <a:extLst>
              <a:ext uri="{FF2B5EF4-FFF2-40B4-BE49-F238E27FC236}">
                <a16:creationId xmlns:a16="http://schemas.microsoft.com/office/drawing/2014/main" id="{EC4F044D-5D5D-01DD-F75B-49A1E3108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7113" y="259556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6" name="Line 37">
            <a:extLst>
              <a:ext uri="{FF2B5EF4-FFF2-40B4-BE49-F238E27FC236}">
                <a16:creationId xmlns:a16="http://schemas.microsoft.com/office/drawing/2014/main" id="{5C1B82B6-3342-DA1F-7391-06A2EAA16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1913" y="259556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7" name="Line 38">
            <a:extLst>
              <a:ext uri="{FF2B5EF4-FFF2-40B4-BE49-F238E27FC236}">
                <a16:creationId xmlns:a16="http://schemas.microsoft.com/office/drawing/2014/main" id="{4A92E44A-9EDB-6E98-5496-87AC3A147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113" y="2671763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8" name="Line 39">
            <a:extLst>
              <a:ext uri="{FF2B5EF4-FFF2-40B4-BE49-F238E27FC236}">
                <a16:creationId xmlns:a16="http://schemas.microsoft.com/office/drawing/2014/main" id="{7686ABB8-4338-9E63-8352-A1FC468D86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4113" y="2976563"/>
            <a:ext cx="1447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9" name="Line 40">
            <a:extLst>
              <a:ext uri="{FF2B5EF4-FFF2-40B4-BE49-F238E27FC236}">
                <a16:creationId xmlns:a16="http://schemas.microsoft.com/office/drawing/2014/main" id="{67D4CE8F-EF52-5DB9-E953-E0EE3FB04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113" y="2671763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0" name="Line 41">
            <a:extLst>
              <a:ext uri="{FF2B5EF4-FFF2-40B4-BE49-F238E27FC236}">
                <a16:creationId xmlns:a16="http://schemas.microsoft.com/office/drawing/2014/main" id="{49F5D79F-2EE9-100A-40AD-AB043B92F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4113" y="1985963"/>
            <a:ext cx="1447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1" name="Line 42">
            <a:extLst>
              <a:ext uri="{FF2B5EF4-FFF2-40B4-BE49-F238E27FC236}">
                <a16:creationId xmlns:a16="http://schemas.microsoft.com/office/drawing/2014/main" id="{5F4FDE65-FC62-7432-0123-46E8A34FA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113" y="198596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2" name="Line 43">
            <a:extLst>
              <a:ext uri="{FF2B5EF4-FFF2-40B4-BE49-F238E27FC236}">
                <a16:creationId xmlns:a16="http://schemas.microsoft.com/office/drawing/2014/main" id="{E402EB21-CAAF-1DA1-1A02-7DAE495F5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1913" y="1985963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3" name="Line 44">
            <a:extLst>
              <a:ext uri="{FF2B5EF4-FFF2-40B4-BE49-F238E27FC236}">
                <a16:creationId xmlns:a16="http://schemas.microsoft.com/office/drawing/2014/main" id="{E206130E-F017-C2CB-ECA1-CCE258810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7113" y="2366963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4" name="Text Box 45">
            <a:extLst>
              <a:ext uri="{FF2B5EF4-FFF2-40B4-BE49-F238E27FC236}">
                <a16:creationId xmlns:a16="http://schemas.microsoft.com/office/drawing/2014/main" id="{DC75DDFD-2BD1-F2BB-B2C6-43767B4E3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738" y="2214563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65" name="Line 46">
            <a:extLst>
              <a:ext uri="{FF2B5EF4-FFF2-40B4-BE49-F238E27FC236}">
                <a16:creationId xmlns:a16="http://schemas.microsoft.com/office/drawing/2014/main" id="{2288637B-E6D0-0F63-F1BC-7F5782041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9338" y="2824163"/>
            <a:ext cx="0" cy="457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6" name="Text Box 47">
            <a:extLst>
              <a:ext uri="{FF2B5EF4-FFF2-40B4-BE49-F238E27FC236}">
                <a16:creationId xmlns:a16="http://schemas.microsoft.com/office/drawing/2014/main" id="{83BD4233-ECC6-10B3-287F-B7AAFF5DC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9938" y="2290763"/>
            <a:ext cx="50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r>
            <a:endParaRPr kumimoji="1"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67" name="Text Box 48">
            <a:extLst>
              <a:ext uri="{FF2B5EF4-FFF2-40B4-BE49-F238E27FC236}">
                <a16:creationId xmlns:a16="http://schemas.microsoft.com/office/drawing/2014/main" id="{294038CD-6D0B-4981-9CFA-D00A10237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3128963"/>
            <a:ext cx="1493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</a:p>
        </p:txBody>
      </p:sp>
      <p:sp>
        <p:nvSpPr>
          <p:cNvPr id="81968" name="Text Box 51">
            <a:extLst>
              <a:ext uri="{FF2B5EF4-FFF2-40B4-BE49-F238E27FC236}">
                <a16:creationId xmlns:a16="http://schemas.microsoft.com/office/drawing/2014/main" id="{3BACD888-12CA-42E9-4909-C733DFBC8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860800"/>
            <a:ext cx="7135812" cy="2022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      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lLink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current</a:t>
            </a:r>
            <a:r>
              <a:rPr kumimoji="1" lang="en-US" altLang="zh-CN" sz="32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kumimoji="1" lang="en-US" altLang="zh-CN" sz="3200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rLink</a:t>
            </a:r>
            <a:r>
              <a:rPr kumimoji="1"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eaLnBrk="1" hangingPunct="1"/>
            <a:r>
              <a:rPr kumimoji="1" lang="en-US" altLang="zh-CN" sz="3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delete current;</a:t>
            </a:r>
          </a:p>
          <a:p>
            <a:pPr eaLnBrk="1" hangingPunct="1"/>
            <a:r>
              <a:rPr kumimoji="1" lang="en-US" altLang="zh-CN" sz="3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kumimoji="1" lang="zh-CN" altLang="en-US" sz="3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程序代码仍然相同</a:t>
            </a:r>
            <a:endParaRPr kumimoji="1" lang="en-US" altLang="zh-CN" sz="30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69" name="标题 2">
            <a:extLst>
              <a:ext uri="{FF2B5EF4-FFF2-40B4-BE49-F238E27FC236}">
                <a16:creationId xmlns:a16="http://schemas.microsoft.com/office/drawing/2014/main" id="{566D9875-586E-A7D0-D0F3-8E3F0431A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双向循环链表的删除算法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059701-B5DE-D409-02F2-C5FAADD7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25D221-10B9-4910-9BBD-6F662A344A48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>
            <a:extLst>
              <a:ext uri="{FF2B5EF4-FFF2-40B4-BE49-F238E27FC236}">
                <a16:creationId xmlns:a16="http://schemas.microsoft.com/office/drawing/2014/main" id="{D93A50EE-BCC9-A93B-166F-5BB4A88E5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676400"/>
          <a:ext cx="6172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公式" r:id="rId3" imgW="2184400" imgH="685800" progId="Equation.3">
                  <p:embed/>
                </p:oleObj>
              </mc:Choice>
              <mc:Fallback>
                <p:oleObj name="公式" r:id="rId3" imgW="2184400" imgH="68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6400"/>
                        <a:ext cx="6172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标题 2">
            <a:extLst>
              <a:ext uri="{FF2B5EF4-FFF2-40B4-BE49-F238E27FC236}">
                <a16:creationId xmlns:a16="http://schemas.microsoft.com/office/drawing/2014/main" id="{320C0F9E-81D5-0DED-EEAF-D8BCB0939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2.5 </a:t>
            </a:r>
            <a:r>
              <a:rPr lang="zh-CN" altLang="en-US"/>
              <a:t>单链表的应用：多项式及其运算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E4AB02-586D-A761-CFE8-6BA882D3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B0C9C9-C0CC-4B9D-8680-E8EA8C43CB83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  <p:sp>
        <p:nvSpPr>
          <p:cNvPr id="363524" name="Rectangle 4">
            <a:extLst>
              <a:ext uri="{FF2B5EF4-FFF2-40B4-BE49-F238E27FC236}">
                <a16:creationId xmlns:a16="http://schemas.microsoft.com/office/drawing/2014/main" id="{A7EE040D-80E2-7F61-5187-DF48EEF216D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306513" y="3810000"/>
            <a:ext cx="7837487" cy="2498725"/>
          </a:xfrm>
        </p:spPr>
        <p:txBody>
          <a:bodyPr/>
          <a:lstStyle/>
          <a:p>
            <a:pPr fontAlgn="auto">
              <a:lnSpc>
                <a:spcPct val="105000"/>
              </a:lnSpc>
              <a:spcBef>
                <a:spcPct val="15000"/>
              </a:spcBef>
              <a:spcAft>
                <a:spcPts val="0"/>
              </a:spcAft>
              <a:buClr>
                <a:srgbClr val="CC0000"/>
              </a:buClr>
              <a:buSzPct val="55000"/>
              <a:buFont typeface="Wingdings" pitchFamily="2" charset="2"/>
              <a:buChar char="n"/>
              <a:defRPr/>
            </a:pP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n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阶多项式 </a:t>
            </a:r>
            <a:r>
              <a:rPr lang="en-US" altLang="zh-CN" sz="3600" b="1" i="1">
                <a:solidFill>
                  <a:schemeClr val="accent2"/>
                </a:solidFill>
                <a:ea typeface="仿宋_GB2312" pitchFamily="49" charset="-122"/>
              </a:rPr>
              <a:t>P</a:t>
            </a:r>
            <a:r>
              <a:rPr lang="en-US" altLang="zh-CN" sz="3600" b="1" i="1" baseline="-25000">
                <a:solidFill>
                  <a:schemeClr val="accent2"/>
                </a:solidFill>
                <a:ea typeface="仿宋_GB2312" pitchFamily="49" charset="-122"/>
              </a:rPr>
              <a:t>n</a:t>
            </a:r>
            <a:r>
              <a:rPr lang="en-US" altLang="zh-CN" sz="3600" b="1">
                <a:solidFill>
                  <a:schemeClr val="accent2"/>
                </a:solidFill>
                <a:ea typeface="仿宋_GB2312" pitchFamily="49" charset="-122"/>
              </a:rPr>
              <a:t>(</a:t>
            </a:r>
            <a:r>
              <a:rPr lang="en-US" altLang="zh-CN" sz="3600" b="1" i="1">
                <a:solidFill>
                  <a:schemeClr val="accent2"/>
                </a:solidFill>
                <a:ea typeface="仿宋_GB2312" pitchFamily="49" charset="-122"/>
              </a:rPr>
              <a:t>x</a:t>
            </a:r>
            <a:r>
              <a:rPr lang="en-US" altLang="zh-CN" sz="3600" b="1">
                <a:solidFill>
                  <a:schemeClr val="accent2"/>
                </a:solidFill>
                <a:ea typeface="仿宋_GB2312" pitchFamily="49" charset="-122"/>
              </a:rPr>
              <a:t>) 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有 </a:t>
            </a: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n</a:t>
            </a: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+1 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项</a:t>
            </a:r>
            <a:r>
              <a:rPr lang="zh-CN" altLang="en-US" sz="3600" b="1">
                <a:solidFill>
                  <a:schemeClr val="accent2"/>
                </a:solidFill>
                <a:ea typeface="仿宋_GB2312" pitchFamily="49" charset="-122"/>
              </a:rPr>
              <a:t>。</a:t>
            </a:r>
          </a:p>
          <a:p>
            <a:pPr lvl="1" fontAlgn="auto">
              <a:lnSpc>
                <a:spcPct val="105000"/>
              </a:lnSpc>
              <a:spcBef>
                <a:spcPct val="15000"/>
              </a:spcBef>
              <a:spcAft>
                <a:spcPts val="0"/>
              </a:spcAft>
              <a:buClr>
                <a:srgbClr val="009900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3600" b="1">
                <a:solidFill>
                  <a:schemeClr val="accent2"/>
                </a:solidFill>
                <a:ea typeface="仿宋_GB2312" pitchFamily="49" charset="-122"/>
              </a:rPr>
              <a:t> 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系数 </a:t>
            </a: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a</a:t>
            </a:r>
            <a:r>
              <a:rPr lang="en-US" altLang="zh-CN" sz="36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0</a:t>
            </a: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, </a:t>
            </a: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a</a:t>
            </a:r>
            <a:r>
              <a:rPr lang="en-US" altLang="zh-CN" sz="36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</a:t>
            </a: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, </a:t>
            </a: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a</a:t>
            </a:r>
            <a:r>
              <a:rPr lang="en-US" altLang="zh-CN" sz="36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2</a:t>
            </a: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, …, </a:t>
            </a: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a</a:t>
            </a:r>
            <a:r>
              <a:rPr lang="en-US" altLang="zh-CN" sz="3600" b="1" i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n </a:t>
            </a:r>
            <a:r>
              <a:rPr lang="zh-CN" altLang="en-US" sz="3600" b="1" i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  <a:endParaRPr lang="zh-CN" altLang="en-US" sz="3600" b="1">
              <a:solidFill>
                <a:schemeClr val="accent2"/>
              </a:solidFill>
              <a:ea typeface="仿宋_GB2312" pitchFamily="49" charset="-122"/>
            </a:endParaRPr>
          </a:p>
          <a:p>
            <a:pPr lvl="1" fontAlgn="auto">
              <a:lnSpc>
                <a:spcPct val="105000"/>
              </a:lnSpc>
              <a:spcBef>
                <a:spcPct val="15000"/>
              </a:spcBef>
              <a:spcAft>
                <a:spcPts val="0"/>
              </a:spcAft>
              <a:buClr>
                <a:srgbClr val="009900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3600" b="1">
                <a:solidFill>
                  <a:schemeClr val="accent2"/>
                </a:solidFill>
                <a:ea typeface="仿宋_GB2312" pitchFamily="49" charset="-122"/>
              </a:rPr>
              <a:t> 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指数 </a:t>
            </a: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0, 1, 2, …, </a:t>
            </a:r>
            <a:r>
              <a:rPr lang="en-US" altLang="zh-CN" sz="36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n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。按升幂排列。</a:t>
            </a:r>
            <a:endParaRPr lang="zh-CN" altLang="en-US" sz="3600">
              <a:ea typeface="仿宋_GB2312" pitchFamily="49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3D2B75F-2221-214F-72F3-B04A6478A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8113" y="4403725"/>
            <a:ext cx="247651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3971" name="标题 2">
            <a:extLst>
              <a:ext uri="{FF2B5EF4-FFF2-40B4-BE49-F238E27FC236}">
                <a16:creationId xmlns:a16="http://schemas.microsoft.com/office/drawing/2014/main" id="{0CF7BA94-6868-F7B8-F56F-C7A23D464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多项式的表示</a:t>
            </a:r>
          </a:p>
        </p:txBody>
      </p:sp>
      <p:sp>
        <p:nvSpPr>
          <p:cNvPr id="367620" name="Rectangle 4">
            <a:extLst>
              <a:ext uri="{FF2B5EF4-FFF2-40B4-BE49-F238E27FC236}">
                <a16:creationId xmlns:a16="http://schemas.microsoft.com/office/drawing/2014/main" id="{85D987CC-2EE5-CD8A-F8AB-7A7AA551F4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41325" y="1825625"/>
            <a:ext cx="4073525" cy="2578100"/>
          </a:xfrm>
        </p:spPr>
        <p:txBody>
          <a:bodyPr>
            <a:normAutofit fontScale="92500" lnSpcReduction="10000"/>
          </a:bodyPr>
          <a:lstStyle/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第一种</a:t>
            </a:r>
            <a:r>
              <a:rPr lang="en-US" altLang="zh-CN" sz="3000" b="1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lang="zh-CN" altLang="en-US" sz="3000" b="1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静态数组表示</a:t>
            </a:r>
            <a:r>
              <a:rPr lang="en-US" altLang="zh-CN" sz="300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lang="en-US" altLang="zh-CN" sz="3000" dirty="0">
                <a:solidFill>
                  <a:srgbClr val="0000FF"/>
                </a:solidFill>
                <a:ea typeface="仿宋_GB2312" pitchFamily="49" charset="-122"/>
              </a:rPr>
              <a:t> </a:t>
            </a:r>
            <a:r>
              <a:rPr lang="zh-CN" alt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：</a:t>
            </a:r>
            <a:r>
              <a:rPr lang="zh-CN" altLang="en-US" sz="3000" b="1" dirty="0">
                <a:ea typeface="仿宋_GB2312" pitchFamily="49" charset="-122"/>
              </a:rPr>
              <a:t>    </a:t>
            </a:r>
            <a:endParaRPr lang="en-US" altLang="zh-CN" sz="3000" b="1" dirty="0">
              <a:ea typeface="仿宋_GB2312" pitchFamily="49" charset="-122"/>
            </a:endParaRP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3500" b="1" dirty="0">
                <a:solidFill>
                  <a:srgbClr val="0000FF"/>
                </a:solidFill>
                <a:ea typeface="仿宋_GB2312" pitchFamily="49" charset="-122"/>
              </a:rPr>
              <a:t>private: </a:t>
            </a: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3500" b="1" dirty="0">
                <a:solidFill>
                  <a:srgbClr val="0000FF"/>
                </a:solidFill>
                <a:ea typeface="仿宋_GB2312" pitchFamily="49" charset="-122"/>
              </a:rPr>
              <a:t>    int </a:t>
            </a:r>
            <a:r>
              <a:rPr lang="en-US" altLang="zh-CN" sz="3500" dirty="0">
                <a:solidFill>
                  <a:srgbClr val="0000FF"/>
                </a:solidFill>
                <a:ea typeface="仿宋_GB2312" pitchFamily="49" charset="-122"/>
              </a:rPr>
              <a:t>degree</a:t>
            </a:r>
            <a:r>
              <a:rPr lang="en-US" altLang="zh-CN" sz="3500" b="1" dirty="0">
                <a:solidFill>
                  <a:srgbClr val="0000FF"/>
                </a:solidFill>
                <a:ea typeface="仿宋_GB2312" pitchFamily="49" charset="-122"/>
              </a:rPr>
              <a:t>;</a:t>
            </a:r>
            <a:r>
              <a:rPr lang="en-US" altLang="zh-CN" sz="3500" dirty="0">
                <a:solidFill>
                  <a:srgbClr val="0000FF"/>
                </a:solidFill>
                <a:ea typeface="仿宋_GB2312" pitchFamily="49" charset="-122"/>
              </a:rPr>
              <a:t>		</a:t>
            </a: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3500" b="1" dirty="0">
                <a:solidFill>
                  <a:srgbClr val="0000FF"/>
                </a:solidFill>
                <a:ea typeface="仿宋_GB2312" pitchFamily="49" charset="-122"/>
              </a:rPr>
              <a:t>    float</a:t>
            </a:r>
            <a:r>
              <a:rPr lang="en-US" altLang="zh-CN" sz="3500" dirty="0">
                <a:solidFill>
                  <a:srgbClr val="0000FF"/>
                </a:solidFill>
                <a:ea typeface="仿宋_GB2312" pitchFamily="49" charset="-122"/>
              </a:rPr>
              <a:t> </a:t>
            </a:r>
            <a:r>
              <a:rPr lang="en-US" altLang="zh-CN" sz="3500" dirty="0" err="1">
                <a:solidFill>
                  <a:srgbClr val="0000FF"/>
                </a:solidFill>
                <a:ea typeface="仿宋_GB2312" pitchFamily="49" charset="-122"/>
              </a:rPr>
              <a:t>coef</a:t>
            </a:r>
            <a:r>
              <a:rPr lang="en-US" altLang="zh-CN" sz="3500" dirty="0">
                <a:solidFill>
                  <a:srgbClr val="0000FF"/>
                </a:solidFill>
                <a:ea typeface="仿宋_GB2312" pitchFamily="49" charset="-122"/>
              </a:rPr>
              <a:t> [maxDegree+1]</a:t>
            </a:r>
            <a:r>
              <a:rPr lang="en-US" altLang="zh-CN" sz="3500" b="1" dirty="0">
                <a:solidFill>
                  <a:srgbClr val="0000FF"/>
                </a:solidFill>
                <a:ea typeface="仿宋_GB2312" pitchFamily="49" charset="-122"/>
              </a:rPr>
              <a:t>;</a:t>
            </a: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  <a:ea typeface="仿宋_GB2312" pitchFamily="49" charset="-122"/>
              </a:rPr>
              <a:t>                 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184032-9E6A-8C7D-61D8-C3B041A0B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2578100"/>
          </a:xfrm>
        </p:spPr>
        <p:txBody>
          <a:bodyPr>
            <a:normAutofit fontScale="92500" lnSpcReduction="10000"/>
          </a:bodyPr>
          <a:lstStyle/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endParaRPr lang="en-US" altLang="zh-CN" sz="28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endParaRPr lang="en-US" altLang="zh-CN" sz="28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CN" sz="2800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P</a:t>
            </a:r>
            <a:r>
              <a:rPr lang="en-US" altLang="zh-CN" sz="2800" baseline="-25000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n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(x)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可以表示为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：</a:t>
            </a:r>
            <a:endParaRPr lang="zh-CN" altLang="en-US" sz="2800" dirty="0">
              <a:solidFill>
                <a:srgbClr val="0000FF"/>
              </a:solidFill>
              <a:ea typeface="仿宋_GB2312" pitchFamily="49" charset="-122"/>
            </a:endParaRPr>
          </a:p>
          <a:p>
            <a:pPr fontAlgn="auto">
              <a:lnSpc>
                <a:spcPct val="85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ea typeface="仿宋_GB2312" pitchFamily="49" charset="-122"/>
              </a:rPr>
              <a:t>     </a:t>
            </a:r>
            <a:r>
              <a:rPr lang="en-US" altLang="zh-CN" sz="2800" dirty="0" err="1">
                <a:solidFill>
                  <a:srgbClr val="0000FF"/>
                </a:solidFill>
                <a:ea typeface="仿宋_GB2312" pitchFamily="49" charset="-122"/>
              </a:rPr>
              <a:t>pl.degree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 = n</a:t>
            </a:r>
          </a:p>
          <a:p>
            <a:pPr fontAlgn="auto">
              <a:lnSpc>
                <a:spcPct val="85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     </a:t>
            </a:r>
            <a:r>
              <a:rPr lang="en-US" altLang="zh-CN" sz="2800" dirty="0" err="1">
                <a:solidFill>
                  <a:srgbClr val="0000FF"/>
                </a:solidFill>
                <a:ea typeface="仿宋_GB2312" pitchFamily="49" charset="-122"/>
              </a:rPr>
              <a:t>pl.coef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[</a:t>
            </a:r>
            <a:r>
              <a:rPr lang="en-US" altLang="zh-CN" sz="2800" i="1" dirty="0" err="1">
                <a:solidFill>
                  <a:srgbClr val="0000FF"/>
                </a:solidFill>
                <a:ea typeface="仿宋_GB2312" pitchFamily="49" charset="-122"/>
              </a:rPr>
              <a:t>i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] = </a:t>
            </a:r>
            <a:r>
              <a:rPr lang="en-US" altLang="zh-CN" sz="2800" i="1" dirty="0">
                <a:solidFill>
                  <a:srgbClr val="0000FF"/>
                </a:solidFill>
                <a:ea typeface="仿宋_GB2312" pitchFamily="49" charset="-122"/>
              </a:rPr>
              <a:t>a</a:t>
            </a:r>
            <a:r>
              <a:rPr lang="en-US" altLang="zh-CN" sz="2800" i="1" baseline="-25000" dirty="0">
                <a:solidFill>
                  <a:srgbClr val="0000FF"/>
                </a:solidFill>
                <a:ea typeface="仿宋_GB2312" pitchFamily="49" charset="-122"/>
              </a:rPr>
              <a:t>i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, 0 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  <a:sym typeface="Symbol" pitchFamily="18" charset="2"/>
              </a:rPr>
              <a:t>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 </a:t>
            </a:r>
            <a:r>
              <a:rPr lang="en-US" altLang="zh-CN" sz="2800" i="1" dirty="0" err="1">
                <a:solidFill>
                  <a:srgbClr val="0000FF"/>
                </a:solidFill>
                <a:ea typeface="仿宋_GB2312" pitchFamily="49" charset="-122"/>
              </a:rPr>
              <a:t>i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  <a:sym typeface="Symbol" pitchFamily="18" charset="2"/>
              </a:rPr>
              <a:t>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 n</a:t>
            </a:r>
            <a:endParaRPr lang="en-US" altLang="zh-CN" sz="2800" dirty="0">
              <a:ea typeface="仿宋_GB2312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DF646E-5388-2C8E-CE2F-563B107F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A811FF-67E7-4969-82DB-553160685552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83975" name="Rectangle 5">
            <a:extLst>
              <a:ext uri="{FF2B5EF4-FFF2-40B4-BE49-F238E27FC236}">
                <a16:creationId xmlns:a16="http://schemas.microsoft.com/office/drawing/2014/main" id="{5774F928-5451-3F6D-9D6F-70D3B1BDA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181600"/>
            <a:ext cx="6096000" cy="609600"/>
          </a:xfrm>
          <a:prstGeom prst="rect">
            <a:avLst/>
          </a:prstGeom>
          <a:solidFill>
            <a:srgbClr val="FF99FF"/>
          </a:solidFill>
          <a:ln w="9525">
            <a:solidFill>
              <a:srgbClr val="FF505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6" name="Text Box 6">
            <a:extLst>
              <a:ext uri="{FF2B5EF4-FFF2-40B4-BE49-F238E27FC236}">
                <a16:creationId xmlns:a16="http://schemas.microsoft.com/office/drawing/2014/main" id="{BD8A9E67-8ECD-AE8D-61B0-6365F2948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35563"/>
            <a:ext cx="5811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……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………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77" name="Line 7">
            <a:extLst>
              <a:ext uri="{FF2B5EF4-FFF2-40B4-BE49-F238E27FC236}">
                <a16:creationId xmlns:a16="http://schemas.microsoft.com/office/drawing/2014/main" id="{99A08DB5-D39C-C039-47AF-68B620AEA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181600"/>
            <a:ext cx="0" cy="6096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8" name="Line 8">
            <a:extLst>
              <a:ext uri="{FF2B5EF4-FFF2-40B4-BE49-F238E27FC236}">
                <a16:creationId xmlns:a16="http://schemas.microsoft.com/office/drawing/2014/main" id="{37D723FB-53CC-587A-8AFA-700FC9522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181600"/>
            <a:ext cx="0" cy="6096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9" name="Line 9">
            <a:extLst>
              <a:ext uri="{FF2B5EF4-FFF2-40B4-BE49-F238E27FC236}">
                <a16:creationId xmlns:a16="http://schemas.microsoft.com/office/drawing/2014/main" id="{054C89C4-ED47-D6D3-86C6-AF8CB6D19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181600"/>
            <a:ext cx="0" cy="6096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0" name="Line 10">
            <a:extLst>
              <a:ext uri="{FF2B5EF4-FFF2-40B4-BE49-F238E27FC236}">
                <a16:creationId xmlns:a16="http://schemas.microsoft.com/office/drawing/2014/main" id="{06B9924F-8748-C677-A988-3C4CBE9E13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5181600"/>
            <a:ext cx="0" cy="6096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1" name="Line 11">
            <a:extLst>
              <a:ext uri="{FF2B5EF4-FFF2-40B4-BE49-F238E27FC236}">
                <a16:creationId xmlns:a16="http://schemas.microsoft.com/office/drawing/2014/main" id="{EA2147D4-C879-DF56-65F3-1752FDFBE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181600"/>
            <a:ext cx="0" cy="6096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2" name="Text Box 12">
            <a:extLst>
              <a:ext uri="{FF2B5EF4-FFF2-40B4-BE49-F238E27FC236}">
                <a16:creationId xmlns:a16="http://schemas.microsoft.com/office/drawing/2014/main" id="{A6C10C7F-AAE7-4376-484B-1F4ADDCEF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572000"/>
            <a:ext cx="736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1      2             degree      maxDegree</a:t>
            </a:r>
            <a:r>
              <a:rPr kumimoji="1" lang="en-US" altLang="zh-CN" sz="3200" b="1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3" name="Text Box 13">
            <a:extLst>
              <a:ext uri="{FF2B5EF4-FFF2-40B4-BE49-F238E27FC236}">
                <a16:creationId xmlns:a16="http://schemas.microsoft.com/office/drawing/2014/main" id="{8426DF8E-C9EB-02F4-F8DC-EF7A872C5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5200650"/>
            <a:ext cx="8842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coef</a:t>
            </a:r>
          </a:p>
        </p:txBody>
      </p:sp>
      <p:sp>
        <p:nvSpPr>
          <p:cNvPr id="83984" name="Line 14">
            <a:extLst>
              <a:ext uri="{FF2B5EF4-FFF2-40B4-BE49-F238E27FC236}">
                <a16:creationId xmlns:a16="http://schemas.microsoft.com/office/drawing/2014/main" id="{42CB8B01-5100-5547-FFA0-9F7EF6F3DE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58674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5" name="Text Box 15">
            <a:extLst>
              <a:ext uri="{FF2B5EF4-FFF2-40B4-BE49-F238E27FC236}">
                <a16:creationId xmlns:a16="http://schemas.microsoft.com/office/drawing/2014/main" id="{08288310-D98F-0CD1-898B-582AC30B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8674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7561B01-B014-41B3-9577-2B918C8E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/>
              <a:t>当</a:t>
            </a:r>
            <a:r>
              <a:rPr lang="en-US" altLang="zh-CN" dirty="0"/>
              <a:t>degree</a:t>
            </a:r>
            <a:r>
              <a:rPr lang="zh-CN" altLang="en-US" dirty="0"/>
              <a:t>远远小于</a:t>
            </a:r>
            <a:r>
              <a:rPr lang="en-US" altLang="zh-CN" dirty="0" err="1"/>
              <a:t>maxDegree</a:t>
            </a:r>
            <a:r>
              <a:rPr lang="zh-CN" altLang="en-US" dirty="0"/>
              <a:t>时，可以采用第二种</a:t>
            </a:r>
            <a:r>
              <a:rPr lang="en-US" altLang="zh-CN" dirty="0"/>
              <a:t>(</a:t>
            </a:r>
            <a:r>
              <a:rPr lang="zh-CN" altLang="en-US" dirty="0"/>
              <a:t>动态数组表示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49BD7FF-FBF3-2F08-BEA3-499FCF9D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private: 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/>
              <a:t>int degree;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float * </a:t>
            </a:r>
            <a:r>
              <a:rPr lang="en-US" altLang="zh-CN" dirty="0" err="1"/>
              <a:t>coef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Polynomial :: Polynomial (int </a:t>
            </a:r>
            <a:r>
              <a:rPr lang="en-US" altLang="zh-CN" dirty="0" err="1"/>
              <a:t>sz</a:t>
            </a:r>
            <a:r>
              <a:rPr lang="en-US" altLang="zh-CN" dirty="0"/>
              <a:t>)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		degree = </a:t>
            </a:r>
            <a:r>
              <a:rPr lang="en-US" altLang="zh-CN" dirty="0" err="1"/>
              <a:t>sz</a:t>
            </a:r>
            <a:r>
              <a:rPr lang="en-US" altLang="zh-CN" dirty="0"/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		</a:t>
            </a:r>
            <a:r>
              <a:rPr lang="en-US" altLang="zh-CN" dirty="0" err="1"/>
              <a:t>coef</a:t>
            </a:r>
            <a:r>
              <a:rPr lang="en-US" altLang="zh-CN" dirty="0"/>
              <a:t> = new float [degree + 1];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	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以上两种存储表示适用于指数连续排列的多项式。但对于指数不全的多项式如 </a:t>
            </a:r>
            <a:r>
              <a:rPr lang="en-US" altLang="zh-CN" dirty="0"/>
              <a:t>P101(x) = 3 + 5x</a:t>
            </a:r>
            <a:r>
              <a:rPr lang="en-US" altLang="zh-CN" baseline="30000" dirty="0"/>
              <a:t>50</a:t>
            </a:r>
            <a:r>
              <a:rPr lang="en-US" altLang="zh-CN" dirty="0"/>
              <a:t> - 14x</a:t>
            </a:r>
            <a:r>
              <a:rPr lang="en-US" altLang="zh-CN" baseline="30000" dirty="0"/>
              <a:t>101</a:t>
            </a:r>
            <a:r>
              <a:rPr lang="en-US" altLang="zh-CN" dirty="0"/>
              <a:t>, </a:t>
            </a:r>
            <a:r>
              <a:rPr lang="zh-CN" altLang="en-US" dirty="0"/>
              <a:t>会浪费部分空间。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67D39F-D83D-67B5-4058-D1805B764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AC3E4-7C8F-4F59-9250-1380F824B56C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862202CE-B7BA-3414-5D75-A8F838200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6553200" cy="1066800"/>
          </a:xfrm>
          <a:prstGeom prst="rect">
            <a:avLst/>
          </a:prstGeom>
          <a:solidFill>
            <a:srgbClr val="FF99FF"/>
          </a:solidFill>
          <a:ln w="9525">
            <a:solidFill>
              <a:srgbClr val="FF505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19" name="Text Box 4">
            <a:extLst>
              <a:ext uri="{FF2B5EF4-FFF2-40B4-BE49-F238E27FC236}">
                <a16:creationId xmlns:a16="http://schemas.microsoft.com/office/drawing/2014/main" id="{9FC957B7-F1B7-E092-E483-F210B3183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5105400"/>
            <a:ext cx="62515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…… 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…… 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kumimoji="1" lang="en-US" altLang="zh-CN" sz="3200" b="1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…… 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1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……    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3200" b="1" i="1" baseline="-25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0" name="Line 5">
            <a:extLst>
              <a:ext uri="{FF2B5EF4-FFF2-40B4-BE49-F238E27FC236}">
                <a16:creationId xmlns:a16="http://schemas.microsoft.com/office/drawing/2014/main" id="{D014430A-4040-A672-2DB6-6DF62415C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81600"/>
            <a:ext cx="0" cy="10668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1" name="Line 6">
            <a:extLst>
              <a:ext uri="{FF2B5EF4-FFF2-40B4-BE49-F238E27FC236}">
                <a16:creationId xmlns:a16="http://schemas.microsoft.com/office/drawing/2014/main" id="{78F18F08-20A0-64FE-CBB8-4BFC5F0B6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181600"/>
            <a:ext cx="0" cy="10668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Line 7">
            <a:extLst>
              <a:ext uri="{FF2B5EF4-FFF2-40B4-BE49-F238E27FC236}">
                <a16:creationId xmlns:a16="http://schemas.microsoft.com/office/drawing/2014/main" id="{BEF3EE16-5491-0E4E-CFDD-259672B1F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181600"/>
            <a:ext cx="0" cy="10668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Line 8">
            <a:extLst>
              <a:ext uri="{FF2B5EF4-FFF2-40B4-BE49-F238E27FC236}">
                <a16:creationId xmlns:a16="http://schemas.microsoft.com/office/drawing/2014/main" id="{EB05DF41-B0E1-5C0D-BE30-5BBAE0F48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181600"/>
            <a:ext cx="0" cy="10668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Line 9">
            <a:extLst>
              <a:ext uri="{FF2B5EF4-FFF2-40B4-BE49-F238E27FC236}">
                <a16:creationId xmlns:a16="http://schemas.microsoft.com/office/drawing/2014/main" id="{2AC2A0EB-DEE2-5679-0D04-72EF6B5AD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5181600"/>
            <a:ext cx="0" cy="10668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Line 10">
            <a:extLst>
              <a:ext uri="{FF2B5EF4-FFF2-40B4-BE49-F238E27FC236}">
                <a16:creationId xmlns:a16="http://schemas.microsoft.com/office/drawing/2014/main" id="{84F3F6BB-C1D2-072D-B9EA-FC9125F99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181600"/>
            <a:ext cx="0" cy="10668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6" name="Line 11">
            <a:extLst>
              <a:ext uri="{FF2B5EF4-FFF2-40B4-BE49-F238E27FC236}">
                <a16:creationId xmlns:a16="http://schemas.microsoft.com/office/drawing/2014/main" id="{8F7596F4-D4EF-53D2-BBA9-8545D22E6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715000"/>
            <a:ext cx="6553200" cy="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Text Box 12">
            <a:extLst>
              <a:ext uri="{FF2B5EF4-FFF2-40B4-BE49-F238E27FC236}">
                <a16:creationId xmlns:a16="http://schemas.microsoft.com/office/drawing/2014/main" id="{686140E6-D663-E818-8D72-76420FC75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181600"/>
            <a:ext cx="8842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coef</a:t>
            </a:r>
          </a:p>
          <a:p>
            <a:pPr eaLnBrk="1" hangingPunct="1"/>
            <a:r>
              <a:rPr kumimoji="1"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exp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8" name="Text Box 13">
            <a:extLst>
              <a:ext uri="{FF2B5EF4-FFF2-40B4-BE49-F238E27FC236}">
                <a16:creationId xmlns:a16="http://schemas.microsoft.com/office/drawing/2014/main" id="{841FB7D1-76E4-91AE-8D68-DE2A0D335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00" y="4602163"/>
            <a:ext cx="6200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0     1      2                  </a:t>
            </a:r>
            <a:r>
              <a:rPr kumimoji="1" lang="en-US" altLang="zh-CN" sz="3200" b="1" i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</a:t>
            </a:r>
            <a:r>
              <a:rPr kumimoji="1" lang="en-US" altLang="zh-CN" sz="3200" b="1" i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kumimoji="1" lang="en-US" altLang="zh-CN" sz="32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9" name="标题 2">
            <a:extLst>
              <a:ext uri="{FF2B5EF4-FFF2-40B4-BE49-F238E27FC236}">
                <a16:creationId xmlns:a16="http://schemas.microsoft.com/office/drawing/2014/main" id="{16AB1D3E-8A4C-7338-0736-8D1492721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第三种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EE5672-9931-C625-D59B-A22B072C4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898775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Polynomial;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term {            //</a:t>
            </a:r>
            <a:r>
              <a:rPr lang="zh-CN" altLang="en-US" dirty="0"/>
              <a:t>多项式的项定义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	   </a:t>
            </a:r>
            <a:r>
              <a:rPr lang="en-US" altLang="zh-CN" dirty="0"/>
              <a:t>friend Polynomial;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	   private: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	      float </a:t>
            </a:r>
            <a:r>
              <a:rPr lang="en-US" altLang="zh-CN" dirty="0" err="1"/>
              <a:t>coef</a:t>
            </a:r>
            <a:r>
              <a:rPr lang="en-US" altLang="zh-CN" dirty="0"/>
              <a:t>;        //</a:t>
            </a:r>
            <a:r>
              <a:rPr lang="zh-CN" altLang="en-US" dirty="0"/>
              <a:t>系数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	      </a:t>
            </a:r>
            <a:r>
              <a:rPr lang="en-US" altLang="zh-CN" dirty="0"/>
              <a:t>int exp;	    //</a:t>
            </a:r>
            <a:r>
              <a:rPr lang="zh-CN" altLang="en-US" dirty="0"/>
              <a:t>指数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9FF71F-A5A9-E9C9-DC1E-F0CAD1E2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3E99B-67BE-4293-A5F6-2FEBA8E3ACF5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>
            <a:extLst>
              <a:ext uri="{FF2B5EF4-FFF2-40B4-BE49-F238E27FC236}">
                <a16:creationId xmlns:a16="http://schemas.microsoft.com/office/drawing/2014/main" id="{CFBA904E-31DA-C3CF-6F0C-ED5197D7E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1793875"/>
            <a:ext cx="62484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en-US" altLang="zh-CN" sz="40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A(</a:t>
            </a:r>
            <a:r>
              <a:rPr kumimoji="1" lang="en-US" altLang="zh-CN" sz="36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2.0</a:t>
            </a:r>
            <a:r>
              <a:rPr kumimoji="1" lang="en-US" altLang="zh-CN" sz="36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600" b="1" baseline="300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+1.8</a:t>
            </a:r>
            <a:endParaRPr kumimoji="1" lang="en-US" altLang="zh-CN" sz="3600" b="1" i="1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5000"/>
              </a:lnSpc>
            </a:pPr>
            <a:r>
              <a:rPr kumimoji="1" lang="en-US" altLang="zh-CN" sz="36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B(</a:t>
            </a:r>
            <a:r>
              <a:rPr kumimoji="1" lang="en-US" altLang="zh-CN" sz="36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1.2 + 51.3</a:t>
            </a:r>
            <a:r>
              <a:rPr kumimoji="1" lang="en-US" altLang="zh-CN" sz="36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600" b="1" baseline="300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+ 3.7</a:t>
            </a:r>
            <a:r>
              <a:rPr kumimoji="1" lang="en-US" altLang="zh-CN" sz="36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600" b="1" baseline="300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101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3" name="Text Box 4">
            <a:extLst>
              <a:ext uri="{FF2B5EF4-FFF2-40B4-BE49-F238E27FC236}">
                <a16:creationId xmlns:a16="http://schemas.microsoft.com/office/drawing/2014/main" id="{CDB82533-5086-744D-EA68-4B241A359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3149600"/>
            <a:ext cx="625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A.start  A.finish  B.start        B.finish   free</a:t>
            </a:r>
            <a:endParaRPr kumimoji="1" lang="en-US" altLang="zh-CN" sz="28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4" name="Rectangle 5">
            <a:extLst>
              <a:ext uri="{FF2B5EF4-FFF2-40B4-BE49-F238E27FC236}">
                <a16:creationId xmlns:a16="http://schemas.microsoft.com/office/drawing/2014/main" id="{652ABC3C-BB1F-E75E-B59F-97319F62B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4202113"/>
            <a:ext cx="6553200" cy="1143000"/>
          </a:xfrm>
          <a:prstGeom prst="rect">
            <a:avLst/>
          </a:prstGeom>
          <a:solidFill>
            <a:srgbClr val="FF99FF"/>
          </a:solidFill>
          <a:ln w="9525">
            <a:solidFill>
              <a:srgbClr val="FF505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5" name="Text Box 6">
            <a:extLst>
              <a:ext uri="{FF2B5EF4-FFF2-40B4-BE49-F238E27FC236}">
                <a16:creationId xmlns:a16="http://schemas.microsoft.com/office/drawing/2014/main" id="{E3A3ECA6-0608-42D8-678A-3B059BEC1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4202113"/>
            <a:ext cx="884237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kumimoji="1" lang="en-US" altLang="zh-CN" sz="32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coef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32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exp</a:t>
            </a:r>
            <a:endParaRPr kumimoji="1" lang="en-US" altLang="zh-CN" sz="32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6" name="Text Box 7">
            <a:extLst>
              <a:ext uri="{FF2B5EF4-FFF2-40B4-BE49-F238E27FC236}">
                <a16:creationId xmlns:a16="http://schemas.microsoft.com/office/drawing/2014/main" id="{FEDD89D3-4307-E13A-4EE3-531956E83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4202113"/>
            <a:ext cx="628015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1.8      2.0     1.2    51.3    3.7      ……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      1000      0       50     101     ……</a:t>
            </a:r>
          </a:p>
        </p:txBody>
      </p:sp>
      <p:sp>
        <p:nvSpPr>
          <p:cNvPr id="87047" name="Line 8">
            <a:extLst>
              <a:ext uri="{FF2B5EF4-FFF2-40B4-BE49-F238E27FC236}">
                <a16:creationId xmlns:a16="http://schemas.microsoft.com/office/drawing/2014/main" id="{8CB87F7A-E533-8C46-D129-B96EE0C5B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4811713"/>
            <a:ext cx="6553200" cy="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8" name="Line 9">
            <a:extLst>
              <a:ext uri="{FF2B5EF4-FFF2-40B4-BE49-F238E27FC236}">
                <a16:creationId xmlns:a16="http://schemas.microsoft.com/office/drawing/2014/main" id="{A250B7AA-0AA8-ACAD-5AB8-71B289165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4202113"/>
            <a:ext cx="0" cy="11430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9" name="Line 10">
            <a:extLst>
              <a:ext uri="{FF2B5EF4-FFF2-40B4-BE49-F238E27FC236}">
                <a16:creationId xmlns:a16="http://schemas.microsoft.com/office/drawing/2014/main" id="{812D1B11-4295-B00B-D38E-B7EBE91A5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4202113"/>
            <a:ext cx="0" cy="11430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0" name="Line 11">
            <a:extLst>
              <a:ext uri="{FF2B5EF4-FFF2-40B4-BE49-F238E27FC236}">
                <a16:creationId xmlns:a16="http://schemas.microsoft.com/office/drawing/2014/main" id="{B32DFC5E-5573-008A-F46A-4757E2E7F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750" y="4202113"/>
            <a:ext cx="0" cy="11430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1" name="Line 12">
            <a:extLst>
              <a:ext uri="{FF2B5EF4-FFF2-40B4-BE49-F238E27FC236}">
                <a16:creationId xmlns:a16="http://schemas.microsoft.com/office/drawing/2014/main" id="{BE6DB5BB-B6E7-B335-0E12-FAE1FABFD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6550" y="4202113"/>
            <a:ext cx="0" cy="11430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2" name="Line 13">
            <a:extLst>
              <a:ext uri="{FF2B5EF4-FFF2-40B4-BE49-F238E27FC236}">
                <a16:creationId xmlns:a16="http://schemas.microsoft.com/office/drawing/2014/main" id="{34554F40-8CF7-A6C0-E631-A89E19182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150" y="4202113"/>
            <a:ext cx="0" cy="114300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3" name="Line 14">
            <a:extLst>
              <a:ext uri="{FF2B5EF4-FFF2-40B4-BE49-F238E27FC236}">
                <a16:creationId xmlns:a16="http://schemas.microsoft.com/office/drawing/2014/main" id="{3F395E52-2192-AB46-05B0-186A625A6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750" y="3668713"/>
            <a:ext cx="0" cy="5334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4" name="Line 15">
            <a:extLst>
              <a:ext uri="{FF2B5EF4-FFF2-40B4-BE49-F238E27FC236}">
                <a16:creationId xmlns:a16="http://schemas.microsoft.com/office/drawing/2014/main" id="{D5760825-F951-6D19-EA4C-D216E2F4F0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9550" y="3668713"/>
            <a:ext cx="0" cy="5334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5" name="Line 16">
            <a:extLst>
              <a:ext uri="{FF2B5EF4-FFF2-40B4-BE49-F238E27FC236}">
                <a16:creationId xmlns:a16="http://schemas.microsoft.com/office/drawing/2014/main" id="{A9801FFD-BABC-297F-5FDB-5BA078BEF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350" y="3668713"/>
            <a:ext cx="0" cy="5334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6" name="Line 17">
            <a:extLst>
              <a:ext uri="{FF2B5EF4-FFF2-40B4-BE49-F238E27FC236}">
                <a16:creationId xmlns:a16="http://schemas.microsoft.com/office/drawing/2014/main" id="{B0BB3C99-768A-499F-C2D7-4F9CBE1C2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3668713"/>
            <a:ext cx="0" cy="5334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7" name="Line 18">
            <a:extLst>
              <a:ext uri="{FF2B5EF4-FFF2-40B4-BE49-F238E27FC236}">
                <a16:creationId xmlns:a16="http://schemas.microsoft.com/office/drawing/2014/main" id="{9F4621D3-380A-D555-8DBA-DC7620034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224" y="3665172"/>
            <a:ext cx="0" cy="5334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8" name="Text Box 19">
            <a:extLst>
              <a:ext uri="{FF2B5EF4-FFF2-40B4-BE49-F238E27FC236}">
                <a16:creationId xmlns:a16="http://schemas.microsoft.com/office/drawing/2014/main" id="{765D8F16-B713-6A31-E0B8-3B6D2C8F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1002" y="3594100"/>
            <a:ext cx="1703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maxTerms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59" name="标题 4">
            <a:extLst>
              <a:ext uri="{FF2B5EF4-FFF2-40B4-BE49-F238E27FC236}">
                <a16:creationId xmlns:a16="http://schemas.microsoft.com/office/drawing/2014/main" id="{D85A938A-CD0E-F1C3-4719-2B25689AE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多个多项式可以存放在同一个</a:t>
            </a:r>
            <a:r>
              <a:rPr lang="en-US" altLang="zh-CN" dirty="0" err="1"/>
              <a:t>termArray</a:t>
            </a:r>
            <a:r>
              <a:rPr lang="zh-CN" altLang="en-US" dirty="0"/>
              <a:t>中。</a:t>
            </a:r>
          </a:p>
        </p:txBody>
      </p:sp>
      <p:sp>
        <p:nvSpPr>
          <p:cNvPr id="87060" name="内容占位符 3">
            <a:extLst>
              <a:ext uri="{FF2B5EF4-FFF2-40B4-BE49-F238E27FC236}">
                <a16:creationId xmlns:a16="http://schemas.microsoft.com/office/drawing/2014/main" id="{70365573-8C67-4EB9-EF2F-177766197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5789613"/>
            <a:ext cx="7886700" cy="719137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插入、删除操作可能导致大量移动存放的数据。这时，用链表存放多项式是一个较好的方案。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4E86F7-91BC-8EE4-1A62-E700B0C9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A830A6-3B34-4EB7-A88B-8F2F0D1A1B3A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6" name="Group 4">
            <a:extLst>
              <a:ext uri="{FF2B5EF4-FFF2-40B4-BE49-F238E27FC236}">
                <a16:creationId xmlns:a16="http://schemas.microsoft.com/office/drawing/2014/main" id="{95F18CF3-4A8A-EB07-90CF-E8CCC8E988A1}"/>
              </a:ext>
            </a:extLst>
          </p:cNvPr>
          <p:cNvGrpSpPr>
            <a:grpSpLocks/>
          </p:cNvGrpSpPr>
          <p:nvPr/>
        </p:nvGrpSpPr>
        <p:grpSpPr bwMode="auto">
          <a:xfrm>
            <a:off x="1500188" y="3141663"/>
            <a:ext cx="6143625" cy="762000"/>
            <a:chOff x="641" y="1728"/>
            <a:chExt cx="3871" cy="480"/>
          </a:xfrm>
        </p:grpSpPr>
        <p:sp>
          <p:nvSpPr>
            <p:cNvPr id="88070" name="Rectangle 5" descr="羊皮纸">
              <a:extLst>
                <a:ext uri="{FF2B5EF4-FFF2-40B4-BE49-F238E27FC236}">
                  <a16:creationId xmlns:a16="http://schemas.microsoft.com/office/drawing/2014/main" id="{4C82EFC3-9242-6AE3-ECE0-8391988E1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824"/>
              <a:ext cx="1488" cy="384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FF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71" name="Rectangle 6" descr="花束">
              <a:extLst>
                <a:ext uri="{FF2B5EF4-FFF2-40B4-BE49-F238E27FC236}">
                  <a16:creationId xmlns:a16="http://schemas.microsoft.com/office/drawing/2014/main" id="{2F451406-2F18-F9E6-0382-9B0D60DBC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824"/>
              <a:ext cx="768" cy="38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CCFF"/>
              </a:extrusionClr>
              <a:contourClr>
                <a:srgbClr val="FFFFFF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72" name="Line 7">
              <a:extLst>
                <a:ext uri="{FF2B5EF4-FFF2-40B4-BE49-F238E27FC236}">
                  <a16:creationId xmlns:a16="http://schemas.microsoft.com/office/drawing/2014/main" id="{866F5320-9855-DDFD-B60D-4F733187C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82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3" name="Line 8">
              <a:extLst>
                <a:ext uri="{FF2B5EF4-FFF2-40B4-BE49-F238E27FC236}">
                  <a16:creationId xmlns:a16="http://schemas.microsoft.com/office/drawing/2014/main" id="{F7F1D281-D4BB-EF0A-7FAE-9A96141E9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72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4" name="Line 9">
              <a:extLst>
                <a:ext uri="{FF2B5EF4-FFF2-40B4-BE49-F238E27FC236}">
                  <a16:creationId xmlns:a16="http://schemas.microsoft.com/office/drawing/2014/main" id="{82D3B216-CC8E-CBF4-6B78-CD22A19A4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82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5" name="Line 10">
              <a:extLst>
                <a:ext uri="{FF2B5EF4-FFF2-40B4-BE49-F238E27FC236}">
                  <a16:creationId xmlns:a16="http://schemas.microsoft.com/office/drawing/2014/main" id="{65F5422C-9FB5-3ABC-C813-346EEC7FD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172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6" name="Text Box 11">
              <a:extLst>
                <a:ext uri="{FF2B5EF4-FFF2-40B4-BE49-F238E27FC236}">
                  <a16:creationId xmlns:a16="http://schemas.microsoft.com/office/drawing/2014/main" id="{F80B7FC5-088B-CCC8-37BA-1CE31F911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795"/>
              <a:ext cx="205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coef     exp     link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88077" name="Text Box 12">
              <a:extLst>
                <a:ext uri="{FF2B5EF4-FFF2-40B4-BE49-F238E27FC236}">
                  <a16:creationId xmlns:a16="http://schemas.microsoft.com/office/drawing/2014/main" id="{1831C1A9-41C6-BC25-5E54-8D1081E5E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" y="1795"/>
              <a:ext cx="152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b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</a:t>
              </a:r>
              <a:r>
                <a:rPr kumimoji="1" lang="en-US" altLang="zh-CN" sz="3200" b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</a:t>
              </a:r>
              <a:r>
                <a:rPr kumimoji="1" lang="en-US" altLang="zh-CN" sz="3200" b="1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Term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067" name="标题 2">
            <a:extLst>
              <a:ext uri="{FF2B5EF4-FFF2-40B4-BE49-F238E27FC236}">
                <a16:creationId xmlns:a16="http://schemas.microsoft.com/office/drawing/2014/main" id="{34BCB93A-8DC8-72D3-E5AE-192984650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多项式的链表表示</a:t>
            </a:r>
          </a:p>
        </p:txBody>
      </p:sp>
      <p:sp>
        <p:nvSpPr>
          <p:cNvPr id="88068" name="内容占位符 3">
            <a:extLst>
              <a:ext uri="{FF2B5EF4-FFF2-40B4-BE49-F238E27FC236}">
                <a16:creationId xmlns:a16="http://schemas.microsoft.com/office/drawing/2014/main" id="{85E8FDD3-905E-9412-31CB-251CB01D0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在多项式的链表表示中每个结点有三个数据成员：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优点是：</a:t>
            </a:r>
          </a:p>
          <a:p>
            <a:pPr lvl="1"/>
            <a:r>
              <a:rPr lang="zh-CN" altLang="en-US" dirty="0"/>
              <a:t>多项式的项数可以动态增长，不存在存储溢出问题。</a:t>
            </a:r>
          </a:p>
          <a:p>
            <a:pPr lvl="1"/>
            <a:r>
              <a:rPr lang="zh-CN" altLang="en-US" dirty="0"/>
              <a:t>插入、删除方便，不移动元素。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F5CC51-C436-9781-FCBB-67B46A5B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452AB5-08A5-4330-A874-A8FE37EE9D96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2">
            <a:extLst>
              <a:ext uri="{FF2B5EF4-FFF2-40B4-BE49-F238E27FC236}">
                <a16:creationId xmlns:a16="http://schemas.microsoft.com/office/drawing/2014/main" id="{4F61C1F5-B05E-81C9-1DBF-F3E6929EB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多项式的类定义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539742-4337-3DB4-D7FE-FC8A81E29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struct Term {	   //</a:t>
            </a:r>
            <a:r>
              <a:rPr lang="zh-CN" altLang="en-US" dirty="0"/>
              <a:t>多项式结点定义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float </a:t>
            </a:r>
            <a:r>
              <a:rPr lang="en-US" altLang="zh-CN" dirty="0" err="1"/>
              <a:t>coef</a:t>
            </a:r>
            <a:r>
              <a:rPr lang="en-US" altLang="zh-CN" dirty="0"/>
              <a:t>;	              //</a:t>
            </a:r>
            <a:r>
              <a:rPr lang="zh-CN" altLang="en-US" dirty="0"/>
              <a:t>系数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int exp;		   //</a:t>
            </a:r>
            <a:r>
              <a:rPr lang="zh-CN" altLang="en-US" dirty="0"/>
              <a:t>指数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Term *link;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Term ( float c, int e, Term* next = NULL )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    { </a:t>
            </a:r>
            <a:r>
              <a:rPr lang="en-US" altLang="zh-CN" dirty="0" err="1"/>
              <a:t>coef</a:t>
            </a:r>
            <a:r>
              <a:rPr lang="en-US" altLang="zh-CN" dirty="0"/>
              <a:t> = c;  exp = e; link = next; 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Term *</a:t>
            </a:r>
            <a:r>
              <a:rPr lang="en-US" altLang="zh-CN" dirty="0" err="1"/>
              <a:t>InsertAfter</a:t>
            </a:r>
            <a:r>
              <a:rPr lang="en-US" altLang="zh-CN" dirty="0"/>
              <a:t>(float c, int e);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friend </a:t>
            </a:r>
            <a:r>
              <a:rPr lang="en-US" altLang="zh-CN" dirty="0" err="1"/>
              <a:t>ostream</a:t>
            </a:r>
            <a:r>
              <a:rPr lang="en-US" altLang="zh-CN" dirty="0"/>
              <a:t>&amp; operator &lt;&lt; (</a:t>
            </a:r>
            <a:r>
              <a:rPr lang="en-US" altLang="zh-CN" dirty="0" err="1"/>
              <a:t>ostream</a:t>
            </a:r>
            <a:r>
              <a:rPr lang="en-US" altLang="zh-CN" dirty="0"/>
              <a:t>&amp;, const Term&amp;);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C23379-D3FD-C348-021C-13D81E47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93455F-6641-45F6-A345-24523277BD9B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4EEE8-8AA1-3704-8036-8D11BBB45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215900"/>
            <a:ext cx="8928992" cy="6426200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Polynomial	{     //</a:t>
            </a:r>
            <a:r>
              <a:rPr lang="zh-CN" altLang="en-US" dirty="0"/>
              <a:t>多项式类的定义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public: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Polynomial( ) {first = new Term(0, -1);}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Polynomial(Polynomial&amp; R);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</a:t>
            </a:r>
            <a:r>
              <a:rPr lang="en-US" altLang="zh-CN" dirty="0" err="1"/>
              <a:t>maxOrder</a:t>
            </a:r>
            <a:r>
              <a:rPr lang="en-US" altLang="zh-CN" dirty="0"/>
              <a:t>(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float </a:t>
            </a:r>
            <a:r>
              <a:rPr lang="en-US" altLang="zh-CN" dirty="0" err="1"/>
              <a:t>calcValue</a:t>
            </a:r>
            <a:r>
              <a:rPr lang="en-US" altLang="zh-CN" dirty="0"/>
              <a:t>(float x);	 //</a:t>
            </a:r>
            <a:r>
              <a:rPr lang="zh-CN" altLang="en-US" dirty="0"/>
              <a:t>求值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private: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Term* first;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float Power(float </a:t>
            </a:r>
            <a:r>
              <a:rPr lang="en-US" altLang="zh-CN" dirty="0" err="1"/>
              <a:t>x,int</a:t>
            </a:r>
            <a:r>
              <a:rPr lang="en-US" altLang="zh-CN" dirty="0"/>
              <a:t> n);	 //</a:t>
            </a:r>
            <a:r>
              <a:rPr lang="zh-CN" altLang="en-US" dirty="0"/>
              <a:t>求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次幂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friend </a:t>
            </a:r>
            <a:r>
              <a:rPr lang="en-US" altLang="zh-CN" dirty="0" err="1"/>
              <a:t>ostream</a:t>
            </a:r>
            <a:r>
              <a:rPr lang="en-US" altLang="zh-CN" dirty="0"/>
              <a:t>&amp; operator&lt;&lt;(</a:t>
            </a:r>
            <a:r>
              <a:rPr lang="en-US" altLang="zh-CN" dirty="0" err="1"/>
              <a:t>ostream</a:t>
            </a:r>
            <a:r>
              <a:rPr lang="en-US" altLang="zh-CN" dirty="0"/>
              <a:t>&amp;, const Polynomial&amp;);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friend </a:t>
            </a:r>
            <a:r>
              <a:rPr lang="en-US" altLang="zh-CN" dirty="0" err="1"/>
              <a:t>istream</a:t>
            </a:r>
            <a:r>
              <a:rPr lang="en-US" altLang="zh-CN" dirty="0"/>
              <a:t>&amp; operator &gt;&gt; (</a:t>
            </a:r>
            <a:r>
              <a:rPr lang="en-US" altLang="zh-CN" dirty="0" err="1"/>
              <a:t>istream</a:t>
            </a:r>
            <a:r>
              <a:rPr lang="en-US" altLang="zh-CN" dirty="0"/>
              <a:t>&amp;, Polynomial&amp;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friend Polynomial operator + ( Polynomial &amp;, Polynomial &amp;);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friend Polynomial operator * ( Polynomial &amp;, Polynomial &amp;);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8301A7-6F7B-C38C-620A-09A0649F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E80A9B-00FE-473E-B011-E69FB9617E2B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5">
            <a:extLst>
              <a:ext uri="{FF2B5EF4-FFF2-40B4-BE49-F238E27FC236}">
                <a16:creationId xmlns:a16="http://schemas.microsoft.com/office/drawing/2014/main" id="{62BC0E55-6AC7-EB9B-87F7-DCA9EA74E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ACD764-0293-400C-AE21-6283BF7F2B40}" type="slidenum">
              <a:rPr lang="en-US" altLang="zh-CN" smtClean="0">
                <a:latin typeface="华文新魏" panose="02010800040101010101" pitchFamily="2" charset="-122"/>
                <a:ea typeface="华文新魏" panose="02010800040101010101" pitchFamily="2" charset="-122"/>
              </a:rPr>
              <a:pPr/>
              <a:t>77</a:t>
            </a:fld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849700B7-D14A-7497-414C-E6F63BF4F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25500"/>
          </a:xfrm>
        </p:spPr>
        <p:txBody>
          <a:bodyPr/>
          <a:lstStyle/>
          <a:p>
            <a:pPr algn="ctr" eaLnBrk="1" hangingPunct="1"/>
            <a:r>
              <a:rPr lang="zh-CN" altLang="en-US" sz="4400" dirty="0"/>
              <a:t>多项式求值算法</a:t>
            </a:r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AB21B8-18D3-B985-26B8-56B0941662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9900" y="1282700"/>
            <a:ext cx="8229600" cy="5054600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800080"/>
              </a:buClr>
              <a:buSzPct val="55000"/>
            </a:pPr>
            <a:r>
              <a:rPr lang="zh-CN" altLang="en-US" sz="3600" dirty="0"/>
              <a:t>如果多项式不缺项，可用如下方式求值：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	 </a:t>
            </a:r>
            <a:r>
              <a:rPr lang="en-US" altLang="zh-CN" sz="27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7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7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700" b="1" i="1" baseline="30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i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700" b="1" i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n-</a:t>
            </a:r>
            <a:r>
              <a:rPr lang="en-US" altLang="zh-CN" sz="27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dirty="0">
                <a:solidFill>
                  <a:schemeClr val="tx2"/>
                </a:solidFill>
                <a:latin typeface="宋体" panose="02010600030101010101" pitchFamily="2" charset="-122"/>
              </a:rPr>
              <a:t>…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= ((…((</a:t>
            </a:r>
            <a:r>
              <a:rPr lang="en-US" altLang="zh-CN" sz="27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dirty="0">
                <a:solidFill>
                  <a:schemeClr val="tx2"/>
                </a:solidFill>
                <a:latin typeface="宋体" panose="02010600030101010101" pitchFamily="2" charset="-122"/>
              </a:rPr>
              <a:t>…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7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7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aseline="-25000" dirty="0">
                <a:solidFill>
                  <a:srgbClr val="003366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600" dirty="0"/>
              <a:t>从最内层括号开始，逐层向外计算。</a:t>
            </a:r>
          </a:p>
          <a:p>
            <a:pPr eaLnBrk="1" hangingPunct="1">
              <a:buClr>
                <a:srgbClr val="800080"/>
              </a:buClr>
              <a:buSzPct val="55000"/>
            </a:pPr>
            <a:r>
              <a:rPr lang="zh-CN" altLang="en-US" sz="3600" dirty="0"/>
              <a:t>多项式 </a:t>
            </a:r>
            <a:r>
              <a:rPr lang="en-US" altLang="zh-CN" sz="3600" dirty="0"/>
              <a:t>pl </a:t>
            </a:r>
            <a:r>
              <a:rPr lang="zh-CN" altLang="en-US" sz="3600" dirty="0"/>
              <a:t>求值的描述为：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700" b="1" dirty="0">
                <a:solidFill>
                  <a:srgbClr val="003366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Term* p = </a:t>
            </a:r>
            <a:r>
              <a:rPr lang="en-US" altLang="zh-CN" sz="2700" dirty="0" err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pl.first</a:t>
            </a:r>
            <a:r>
              <a:rPr lang="en-US" altLang="zh-CN" sz="2700" dirty="0">
                <a:solidFill>
                  <a:schemeClr val="tx2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link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 float 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res = p</a:t>
            </a:r>
            <a:r>
              <a:rPr lang="en-US" altLang="zh-CN" sz="2700" dirty="0">
                <a:solidFill>
                  <a:schemeClr val="tx2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lang="en-US" altLang="zh-CN" sz="2700" dirty="0" err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coef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    </a:t>
            </a:r>
            <a:r>
              <a:rPr lang="en-US" altLang="zh-CN" sz="2700" b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//</a:t>
            </a:r>
            <a:r>
              <a:rPr lang="en-US" altLang="zh-CN" sz="2700" i="1" dirty="0" err="1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</a:t>
            </a:r>
            <a:r>
              <a:rPr lang="en-US" altLang="zh-CN" sz="2700" i="1" baseline="-25000" dirty="0" err="1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while 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 p</a:t>
            </a:r>
            <a:r>
              <a:rPr lang="en-US" altLang="zh-CN" sz="2700" dirty="0">
                <a:solidFill>
                  <a:schemeClr val="tx2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link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!= 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NULL ) 	</a:t>
            </a:r>
            <a:r>
              <a:rPr lang="en-US" altLang="zh-CN" sz="2700" b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//</a:t>
            </a:r>
            <a:r>
              <a:rPr lang="en-US" altLang="zh-CN" sz="2700" i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</a:t>
            </a:r>
            <a:r>
              <a:rPr lang="en-US" altLang="zh-CN" sz="2700" i="1" baseline="-250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700" i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*x</a:t>
            </a:r>
            <a:r>
              <a:rPr lang="en-US" altLang="zh-CN" sz="27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</a:t>
            </a:r>
            <a:r>
              <a:rPr lang="en-US" altLang="zh-CN" sz="2700" i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</a:t>
            </a:r>
            <a:r>
              <a:rPr lang="en-US" altLang="zh-CN" sz="2700" i="1" baseline="-250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700" baseline="-250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-1</a:t>
            </a:r>
            <a:r>
              <a:rPr lang="en-US" altLang="zh-CN" sz="27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 </a:t>
            </a:r>
            <a:r>
              <a:rPr lang="en-US" altLang="zh-CN" sz="2700" i="1" dirty="0" err="1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700" i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7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= </a:t>
            </a:r>
            <a:r>
              <a:rPr lang="en-US" altLang="zh-CN" sz="2700" i="1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en-US" altLang="zh-CN" sz="2700" dirty="0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,…, 1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	{ 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 = p</a:t>
            </a:r>
            <a:r>
              <a:rPr lang="en-US" altLang="zh-CN" sz="2700" dirty="0">
                <a:solidFill>
                  <a:schemeClr val="tx2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link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 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res = res*</a:t>
            </a:r>
            <a:r>
              <a:rPr lang="en-US" altLang="zh-CN" sz="2700" dirty="0" err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x+p</a:t>
            </a:r>
            <a:r>
              <a:rPr lang="en-US" altLang="zh-CN" sz="2700" dirty="0">
                <a:solidFill>
                  <a:schemeClr val="tx2"/>
                </a:solidFill>
                <a:latin typeface="Courier New" panose="02070309020205020404" pitchFamily="49" charset="0"/>
                <a:ea typeface="隶书" panose="02010509060101010101" pitchFamily="49" charset="-122"/>
              </a:rPr>
              <a:t>-&gt;</a:t>
            </a:r>
            <a:r>
              <a:rPr lang="en-US" altLang="zh-CN" sz="2700" dirty="0" err="1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coef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 }</a:t>
            </a:r>
          </a:p>
          <a:p>
            <a:pPr eaLnBrk="1" hangingPunct="1">
              <a:spcBef>
                <a:spcPct val="10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	return </a:t>
            </a:r>
            <a:r>
              <a:rPr lang="en-US" altLang="zh-CN" sz="27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res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buClr>
                <a:srgbClr val="800080"/>
              </a:buClr>
              <a:buSzPct val="55000"/>
            </a:pPr>
            <a:r>
              <a:rPr lang="zh-CN" altLang="en-US" sz="3600" dirty="0"/>
              <a:t>如果多项式缺项，要么补足缺项，要么用以下计算方法。    </a:t>
            </a:r>
          </a:p>
        </p:txBody>
      </p:sp>
    </p:spTree>
  </p:cSld>
  <p:clrMapOvr>
    <a:masterClrMapping/>
  </p:clrMapOvr>
  <p:transition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6">
            <a:extLst>
              <a:ext uri="{FF2B5EF4-FFF2-40B4-BE49-F238E27FC236}">
                <a16:creationId xmlns:a16="http://schemas.microsoft.com/office/drawing/2014/main" id="{492234B4-7346-28A6-22E5-E29D43C44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499F91-6653-4654-8AC5-71792996BE38}" type="slidenum"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pPr/>
              <a:t>78</a:t>
            </a:fld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2E186EC6-CCBD-5B61-8203-AE1092D59D8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8800" y="723900"/>
            <a:ext cx="8039100" cy="56896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  <a:buClr>
                <a:srgbClr val="800080"/>
              </a:buClr>
              <a:buSzPct val="55000"/>
            </a:pPr>
            <a:r>
              <a:rPr lang="zh-CN" altLang="en-US" sz="3600" dirty="0"/>
              <a:t>用升幂形式的多项式链表作为存储表示。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Clr>
                <a:srgbClr val="800080"/>
              </a:buClr>
              <a:buSzPct val="55000"/>
            </a:pPr>
            <a:endParaRPr lang="zh-CN" altLang="en-US" sz="2800" b="1" dirty="0">
              <a:solidFill>
                <a:srgbClr val="003366"/>
              </a:solidFill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Clr>
                <a:srgbClr val="800080"/>
              </a:buClr>
              <a:buSzPct val="55000"/>
            </a:pPr>
            <a:r>
              <a:rPr lang="zh-CN" altLang="en-US" sz="3600" dirty="0"/>
              <a:t>求值通常使用如下方式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Clr>
                <a:srgbClr val="800080"/>
              </a:buClr>
              <a:buSzPct val="55000"/>
            </a:pPr>
            <a:endParaRPr lang="zh-CN" altLang="en-US" sz="2800" b="1" dirty="0">
              <a:solidFill>
                <a:srgbClr val="003366"/>
              </a:solidFill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Clr>
                <a:srgbClr val="800080"/>
              </a:buClr>
              <a:buSzPct val="55000"/>
            </a:pPr>
            <a:endParaRPr lang="zh-CN" altLang="en-US" sz="2800" b="1" dirty="0">
              <a:solidFill>
                <a:srgbClr val="003366"/>
              </a:solidFill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Clr>
                <a:srgbClr val="800080"/>
              </a:buClr>
              <a:buSzPct val="55000"/>
            </a:pPr>
            <a:r>
              <a:rPr lang="zh-CN" altLang="en-US" sz="3600" dirty="0"/>
              <a:t>只要求出</a:t>
            </a:r>
            <a:r>
              <a:rPr lang="zh-CN" altLang="en-US" sz="2800" b="1" dirty="0">
                <a:solidFill>
                  <a:srgbClr val="003366"/>
                </a:solidFill>
                <a:ea typeface="仿宋_GB2312" pitchFamily="49" charset="-122"/>
              </a:rPr>
              <a:t>              </a:t>
            </a:r>
            <a:r>
              <a:rPr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zh-CN" altLang="en-US" sz="3600" dirty="0"/>
              <a:t>可以利用此结果继续计算：                            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	      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= 1, 2, …,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-1</a:t>
            </a:r>
          </a:p>
          <a:p>
            <a:pPr lvl="1" eaLnBrk="1" hangingPunct="1">
              <a:spcBef>
                <a:spcPct val="25000"/>
              </a:spcBef>
              <a:buClr>
                <a:srgbClr val="800080"/>
              </a:buClr>
              <a:buSzPct val="55000"/>
            </a:pPr>
            <a:r>
              <a:rPr lang="zh-CN" altLang="en-US" sz="3300" dirty="0"/>
              <a:t>效果：减少求幂的计算次数。</a:t>
            </a:r>
            <a:endParaRPr lang="en-US" altLang="zh-CN" sz="3300" dirty="0"/>
          </a:p>
          <a:p>
            <a:pPr lvl="1" eaLnBrk="1" hangingPunct="1">
              <a:spcBef>
                <a:spcPct val="25000"/>
              </a:spcBef>
              <a:buClr>
                <a:srgbClr val="800080"/>
              </a:buClr>
              <a:buSzPct val="55000"/>
            </a:pPr>
            <a:r>
              <a:rPr lang="zh-CN" altLang="en-US" sz="3300" dirty="0"/>
              <a:t>为此，在算法中要设置两个工作单元 </a:t>
            </a:r>
            <a:r>
              <a:rPr lang="en-US" altLang="zh-CN" sz="3300" dirty="0"/>
              <a:t>pow</a:t>
            </a:r>
            <a:r>
              <a:rPr lang="zh-CN" altLang="en-US" sz="3300" dirty="0"/>
              <a:t>、</a:t>
            </a:r>
            <a:r>
              <a:rPr lang="en-US" altLang="zh-CN" sz="3300" dirty="0" err="1"/>
              <a:t>oe</a:t>
            </a:r>
            <a:r>
              <a:rPr lang="zh-CN" altLang="en-US" sz="3300" dirty="0"/>
              <a:t>，记住上次计算的结果和上次的 </a:t>
            </a:r>
            <a:r>
              <a:rPr lang="en-US" altLang="zh-CN" sz="3300" dirty="0" err="1"/>
              <a:t>e</a:t>
            </a:r>
            <a:r>
              <a:rPr lang="en-US" altLang="zh-CN" sz="3300" baseline="-25000" dirty="0" err="1"/>
              <a:t>i</a:t>
            </a:r>
            <a:r>
              <a:rPr lang="en-US" altLang="zh-CN" sz="3300" dirty="0"/>
              <a:t> </a:t>
            </a:r>
            <a:r>
              <a:rPr lang="zh-CN" altLang="en-US" sz="3300" dirty="0"/>
              <a:t>值。</a:t>
            </a:r>
          </a:p>
        </p:txBody>
      </p:sp>
      <p:grpSp>
        <p:nvGrpSpPr>
          <p:cNvPr id="123908" name="Group 32">
            <a:extLst>
              <a:ext uri="{FF2B5EF4-FFF2-40B4-BE49-F238E27FC236}">
                <a16:creationId xmlns:a16="http://schemas.microsoft.com/office/drawing/2014/main" id="{2D75A1A4-40CF-AEC9-2D04-1F0439C814F4}"/>
              </a:ext>
            </a:extLst>
          </p:cNvPr>
          <p:cNvGrpSpPr>
            <a:grpSpLocks/>
          </p:cNvGrpSpPr>
          <p:nvPr/>
        </p:nvGrpSpPr>
        <p:grpSpPr bwMode="auto">
          <a:xfrm>
            <a:off x="1203325" y="1330325"/>
            <a:ext cx="6940550" cy="508000"/>
            <a:chOff x="854" y="1126"/>
            <a:chExt cx="4372" cy="320"/>
          </a:xfrm>
        </p:grpSpPr>
        <p:grpSp>
          <p:nvGrpSpPr>
            <p:cNvPr id="123912" name="Group 6">
              <a:extLst>
                <a:ext uri="{FF2B5EF4-FFF2-40B4-BE49-F238E27FC236}">
                  <a16:creationId xmlns:a16="http://schemas.microsoft.com/office/drawing/2014/main" id="{F366C493-13C5-F53E-5A94-8E62BE84B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8" y="1127"/>
              <a:ext cx="981" cy="310"/>
              <a:chOff x="711" y="1240"/>
              <a:chExt cx="981" cy="310"/>
            </a:xfrm>
          </p:grpSpPr>
          <p:grpSp>
            <p:nvGrpSpPr>
              <p:cNvPr id="123930" name="Group 7">
                <a:extLst>
                  <a:ext uri="{FF2B5EF4-FFF2-40B4-BE49-F238E27FC236}">
                    <a16:creationId xmlns:a16="http://schemas.microsoft.com/office/drawing/2014/main" id="{31071851-5F11-507C-5751-1C3E84C02E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1" y="1290"/>
                <a:ext cx="754" cy="260"/>
                <a:chOff x="711" y="1290"/>
                <a:chExt cx="754" cy="260"/>
              </a:xfrm>
            </p:grpSpPr>
            <p:sp>
              <p:nvSpPr>
                <p:cNvPr id="123933" name="Rectangle 8">
                  <a:extLst>
                    <a:ext uri="{FF2B5EF4-FFF2-40B4-BE49-F238E27FC236}">
                      <a16:creationId xmlns:a16="http://schemas.microsoft.com/office/drawing/2014/main" id="{A47AADB6-086E-54E0-B6D7-29551F33A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1293"/>
                  <a:ext cx="754" cy="25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934" name="Line 9">
                  <a:extLst>
                    <a:ext uri="{FF2B5EF4-FFF2-40B4-BE49-F238E27FC236}">
                      <a16:creationId xmlns:a16="http://schemas.microsoft.com/office/drawing/2014/main" id="{30D6D674-9081-E06B-07EB-84ADB2121A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1" y="1291"/>
                  <a:ext cx="2" cy="2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935" name="Line 10">
                  <a:extLst>
                    <a:ext uri="{FF2B5EF4-FFF2-40B4-BE49-F238E27FC236}">
                      <a16:creationId xmlns:a16="http://schemas.microsoft.com/office/drawing/2014/main" id="{916F1C39-38EA-7FE0-B084-7FB2CEA60B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6" y="1290"/>
                  <a:ext cx="2" cy="2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931" name="Text Box 11">
                <a:extLst>
                  <a:ext uri="{FF2B5EF4-FFF2-40B4-BE49-F238E27FC236}">
                    <a16:creationId xmlns:a16="http://schemas.microsoft.com/office/drawing/2014/main" id="{49F58708-6A49-9259-359F-6E5F2CC069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" y="1240"/>
                <a:ext cx="51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  <a:ea typeface="幼圆" panose="02010509060101010101" pitchFamily="49" charset="-122"/>
                  </a:rPr>
                  <a:t>c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2</a:t>
                </a:r>
                <a:r>
                  <a:rPr lang="en-US" altLang="zh-CN" sz="24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</a:t>
                </a:r>
                <a:r>
                  <a:rPr lang="en-US" altLang="zh-CN" sz="2400" i="1">
                    <a:latin typeface="Times New Roman" panose="02020603050405020304" pitchFamily="18" charset="0"/>
                    <a:ea typeface="幼圆" panose="02010509060101010101" pitchFamily="49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2</a:t>
                </a:r>
              </a:p>
            </p:txBody>
          </p:sp>
          <p:sp>
            <p:nvSpPr>
              <p:cNvPr id="123932" name="Line 12">
                <a:extLst>
                  <a:ext uri="{FF2B5EF4-FFF2-40B4-BE49-F238E27FC236}">
                    <a16:creationId xmlns:a16="http://schemas.microsoft.com/office/drawing/2014/main" id="{D055D860-F480-4548-B373-2E4767751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422"/>
                <a:ext cx="3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913" name="Group 13">
              <a:extLst>
                <a:ext uri="{FF2B5EF4-FFF2-40B4-BE49-F238E27FC236}">
                  <a16:creationId xmlns:a16="http://schemas.microsoft.com/office/drawing/2014/main" id="{3193E463-BAD1-1F44-443D-B3EF8756E3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7" y="1126"/>
              <a:ext cx="812" cy="310"/>
              <a:chOff x="4267" y="1134"/>
              <a:chExt cx="812" cy="310"/>
            </a:xfrm>
          </p:grpSpPr>
          <p:grpSp>
            <p:nvGrpSpPr>
              <p:cNvPr id="123925" name="Group 14">
                <a:extLst>
                  <a:ext uri="{FF2B5EF4-FFF2-40B4-BE49-F238E27FC236}">
                    <a16:creationId xmlns:a16="http://schemas.microsoft.com/office/drawing/2014/main" id="{998DEFE4-04B5-C394-AEA1-8EC940F4C0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1" y="1184"/>
                <a:ext cx="808" cy="260"/>
                <a:chOff x="3253" y="1288"/>
                <a:chExt cx="808" cy="260"/>
              </a:xfrm>
            </p:grpSpPr>
            <p:sp>
              <p:nvSpPr>
                <p:cNvPr id="123927" name="Rectangle 15">
                  <a:extLst>
                    <a:ext uri="{FF2B5EF4-FFF2-40B4-BE49-F238E27FC236}">
                      <a16:creationId xmlns:a16="http://schemas.microsoft.com/office/drawing/2014/main" id="{5F55EAA0-25CA-4B6D-605F-8E2D73D9AF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53" y="1291"/>
                  <a:ext cx="808" cy="25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928" name="Line 16">
                  <a:extLst>
                    <a:ext uri="{FF2B5EF4-FFF2-40B4-BE49-F238E27FC236}">
                      <a16:creationId xmlns:a16="http://schemas.microsoft.com/office/drawing/2014/main" id="{45978D6C-7E3F-A36A-21F7-E7E4F53239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23" y="1289"/>
                  <a:ext cx="2" cy="2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929" name="Line 17">
                  <a:extLst>
                    <a:ext uri="{FF2B5EF4-FFF2-40B4-BE49-F238E27FC236}">
                      <a16:creationId xmlns:a16="http://schemas.microsoft.com/office/drawing/2014/main" id="{EBB1A5FF-44BA-3BD0-6627-A11EBACC7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4" y="1288"/>
                  <a:ext cx="2" cy="2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926" name="Text Box 18">
                <a:extLst>
                  <a:ext uri="{FF2B5EF4-FFF2-40B4-BE49-F238E27FC236}">
                    <a16:creationId xmlns:a16="http://schemas.microsoft.com/office/drawing/2014/main" id="{D1050244-CC1F-7101-493C-34A5AC135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7" y="1134"/>
                <a:ext cx="51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  <a:ea typeface="幼圆" panose="02010509060101010101" pitchFamily="49" charset="-122"/>
                  </a:rPr>
                  <a:t>c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1</a:t>
                </a:r>
                <a:r>
                  <a:rPr lang="en-US" altLang="zh-CN" sz="24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</a:t>
                </a:r>
                <a:r>
                  <a:rPr lang="en-US" altLang="zh-CN" sz="2400" i="1">
                    <a:latin typeface="Times New Roman" panose="02020603050405020304" pitchFamily="18" charset="0"/>
                    <a:ea typeface="幼圆" panose="02010509060101010101" pitchFamily="49" charset="-122"/>
                  </a:rPr>
                  <a:t>e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1</a:t>
                </a:r>
                <a:endParaRPr lang="en-US" altLang="zh-CN" sz="2800" baseline="-600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23914" name="Line 19">
              <a:extLst>
                <a:ext uri="{FF2B5EF4-FFF2-40B4-BE49-F238E27FC236}">
                  <a16:creationId xmlns:a16="http://schemas.microsoft.com/office/drawing/2014/main" id="{1E0B359C-55A2-AF7A-1293-B208CF818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2" y="130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5" name="Line 20">
              <a:extLst>
                <a:ext uri="{FF2B5EF4-FFF2-40B4-BE49-F238E27FC236}">
                  <a16:creationId xmlns:a16="http://schemas.microsoft.com/office/drawing/2014/main" id="{E7FDF6B0-6B35-6C1F-A909-6EA2BE088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" y="1299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6" name="Line 21">
              <a:extLst>
                <a:ext uri="{FF2B5EF4-FFF2-40B4-BE49-F238E27FC236}">
                  <a16:creationId xmlns:a16="http://schemas.microsoft.com/office/drawing/2014/main" id="{FA649D3A-FC74-4FDD-8DD3-AA4B40DCD2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0" y="1304"/>
              <a:ext cx="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7" name="Text Box 22">
              <a:extLst>
                <a:ext uri="{FF2B5EF4-FFF2-40B4-BE49-F238E27FC236}">
                  <a16:creationId xmlns:a16="http://schemas.microsoft.com/office/drawing/2014/main" id="{9DE13283-F0EA-BD21-7D36-7F7A56923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1138"/>
              <a:ext cx="48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chemeClr val="tx2"/>
                  </a:solidFill>
                  <a:latin typeface="Times New Roman" panose="02020603050405020304" pitchFamily="18" charset="0"/>
                </a:rPr>
                <a:t>first</a:t>
              </a:r>
            </a:p>
          </p:txBody>
        </p:sp>
        <p:grpSp>
          <p:nvGrpSpPr>
            <p:cNvPr id="123918" name="Group 31">
              <a:extLst>
                <a:ext uri="{FF2B5EF4-FFF2-40B4-BE49-F238E27FC236}">
                  <a16:creationId xmlns:a16="http://schemas.microsoft.com/office/drawing/2014/main" id="{BEBE3097-5342-B628-B4CF-57342C5446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0" y="1136"/>
              <a:ext cx="2906" cy="302"/>
              <a:chOff x="2320" y="1136"/>
              <a:chExt cx="2906" cy="302"/>
            </a:xfrm>
          </p:grpSpPr>
          <p:grpSp>
            <p:nvGrpSpPr>
              <p:cNvPr id="123919" name="Group 24">
                <a:extLst>
                  <a:ext uri="{FF2B5EF4-FFF2-40B4-BE49-F238E27FC236}">
                    <a16:creationId xmlns:a16="http://schemas.microsoft.com/office/drawing/2014/main" id="{67839EDB-94AB-E825-3752-E0B480ADDC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5" y="1178"/>
                <a:ext cx="810" cy="260"/>
                <a:chOff x="711" y="1290"/>
                <a:chExt cx="754" cy="260"/>
              </a:xfrm>
            </p:grpSpPr>
            <p:sp>
              <p:nvSpPr>
                <p:cNvPr id="123922" name="Rectangle 25">
                  <a:extLst>
                    <a:ext uri="{FF2B5EF4-FFF2-40B4-BE49-F238E27FC236}">
                      <a16:creationId xmlns:a16="http://schemas.microsoft.com/office/drawing/2014/main" id="{A5E2BC6D-4F13-6100-FE6E-DFA7551E4C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1293"/>
                  <a:ext cx="754" cy="25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923" name="Line 26">
                  <a:extLst>
                    <a:ext uri="{FF2B5EF4-FFF2-40B4-BE49-F238E27FC236}">
                      <a16:creationId xmlns:a16="http://schemas.microsoft.com/office/drawing/2014/main" id="{AFB1BBE9-71C2-7EBF-C83D-4C9DBCDC0D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1" y="1291"/>
                  <a:ext cx="2" cy="2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924" name="Line 27">
                  <a:extLst>
                    <a:ext uri="{FF2B5EF4-FFF2-40B4-BE49-F238E27FC236}">
                      <a16:creationId xmlns:a16="http://schemas.microsoft.com/office/drawing/2014/main" id="{15DF94F5-A417-41A5-7492-EC32C6F770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6" y="1290"/>
                  <a:ext cx="2" cy="2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920" name="Text Box 28">
                <a:extLst>
                  <a:ext uri="{FF2B5EF4-FFF2-40B4-BE49-F238E27FC236}">
                    <a16:creationId xmlns:a16="http://schemas.microsoft.com/office/drawing/2014/main" id="{80AF00A0-7E0F-6DBD-64E7-D9C6986987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1" y="1136"/>
                <a:ext cx="8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  <a:ea typeface="幼圆" panose="02010509060101010101" pitchFamily="49" charset="-122"/>
                  </a:rPr>
                  <a:t>c</a:t>
                </a:r>
                <a:r>
                  <a:rPr lang="en-US" altLang="zh-CN" sz="2400" i="1" baseline="-25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m</a:t>
                </a:r>
                <a:r>
                  <a:rPr lang="en-US" altLang="zh-CN" sz="24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</a:t>
                </a:r>
                <a:r>
                  <a:rPr lang="en-US" altLang="zh-CN" sz="2400" i="1">
                    <a:latin typeface="Times New Roman" panose="02020603050405020304" pitchFamily="18" charset="0"/>
                    <a:ea typeface="幼圆" panose="02010509060101010101" pitchFamily="49" charset="-122"/>
                  </a:rPr>
                  <a:t>e</a:t>
                </a:r>
                <a:r>
                  <a:rPr lang="en-US" altLang="zh-CN" sz="2400" i="1" baseline="-25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m</a:t>
                </a:r>
                <a:r>
                  <a:rPr lang="en-US" altLang="zh-CN"/>
                  <a:t>  </a:t>
                </a:r>
                <a:r>
                  <a:rPr lang="en-US" altLang="zh-CN" sz="2400" baseline="-4000"/>
                  <a:t>∧</a:t>
                </a:r>
              </a:p>
            </p:txBody>
          </p:sp>
          <p:sp>
            <p:nvSpPr>
              <p:cNvPr id="123921" name="Line 29">
                <a:extLst>
                  <a:ext uri="{FF2B5EF4-FFF2-40B4-BE49-F238E27FC236}">
                    <a16:creationId xmlns:a16="http://schemas.microsoft.com/office/drawing/2014/main" id="{18234487-6F17-6A05-94DC-F50EB8913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0" y="1318"/>
                <a:ext cx="3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23909" name="Object 33">
            <a:extLst>
              <a:ext uri="{FF2B5EF4-FFF2-40B4-BE49-F238E27FC236}">
                <a16:creationId xmlns:a16="http://schemas.microsoft.com/office/drawing/2014/main" id="{A2F64499-5655-27BA-A2FB-612EC458A4C7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88434811"/>
              </p:ext>
            </p:extLst>
          </p:nvPr>
        </p:nvGraphicFramePr>
        <p:xfrm>
          <a:off x="2430463" y="3655217"/>
          <a:ext cx="14541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公式" r:id="rId3" imgW="655391" imgH="220877" progId="Equation.3">
                  <p:embed/>
                </p:oleObj>
              </mc:Choice>
              <mc:Fallback>
                <p:oleObj name="公式" r:id="rId3" imgW="655391" imgH="220877" progId="Equation.3">
                  <p:embed/>
                  <p:pic>
                    <p:nvPicPr>
                      <p:cNvPr id="123909" name="Object 33">
                        <a:extLst>
                          <a:ext uri="{FF2B5EF4-FFF2-40B4-BE49-F238E27FC236}">
                            <a16:creationId xmlns:a16="http://schemas.microsoft.com/office/drawing/2014/main" id="{A2F64499-5655-27BA-A2FB-612EC458A4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3655217"/>
                        <a:ext cx="14541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0" name="Object 36">
            <a:extLst>
              <a:ext uri="{FF2B5EF4-FFF2-40B4-BE49-F238E27FC236}">
                <a16:creationId xmlns:a16="http://schemas.microsoft.com/office/drawing/2014/main" id="{121AC507-3C2D-8C77-DD35-3AE161F84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402690"/>
              </p:ext>
            </p:extLst>
          </p:nvPr>
        </p:nvGraphicFramePr>
        <p:xfrm>
          <a:off x="1335088" y="4243385"/>
          <a:ext cx="4305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5" imgW="1706738" imgH="220877" progId="Equation.3">
                  <p:embed/>
                </p:oleObj>
              </mc:Choice>
              <mc:Fallback>
                <p:oleObj name="公式" r:id="rId5" imgW="1706738" imgH="220877" progId="Equation.3">
                  <p:embed/>
                  <p:pic>
                    <p:nvPicPr>
                      <p:cNvPr id="123910" name="Object 36">
                        <a:extLst>
                          <a:ext uri="{FF2B5EF4-FFF2-40B4-BE49-F238E27FC236}">
                            <a16:creationId xmlns:a16="http://schemas.microsoft.com/office/drawing/2014/main" id="{121AC507-3C2D-8C77-DD35-3AE161F84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4243385"/>
                        <a:ext cx="4305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911" name="图片 7">
            <a:extLst>
              <a:ext uri="{FF2B5EF4-FFF2-40B4-BE49-F238E27FC236}">
                <a16:creationId xmlns:a16="http://schemas.microsoft.com/office/drawing/2014/main" id="{70157F2A-DEAF-8D5C-203D-D2D8C9553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46" y="2535237"/>
            <a:ext cx="77152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6">
            <a:extLst>
              <a:ext uri="{FF2B5EF4-FFF2-40B4-BE49-F238E27FC236}">
                <a16:creationId xmlns:a16="http://schemas.microsoft.com/office/drawing/2014/main" id="{896B55FF-EAB2-DB8B-8FA7-36C39E7B33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992CAE-EE7B-4D4B-9852-0F75776D6C75}" type="slidenum"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pPr/>
              <a:t>79</a:t>
            </a:fld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52C6CB78-BBBE-944D-FC81-A93767204E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622300"/>
            <a:ext cx="7658100" cy="58420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float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Polynomial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::</a:t>
            </a:r>
            <a:r>
              <a:rPr lang="en-US" altLang="zh-CN" sz="27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calcValue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( 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float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x ) 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//</a:t>
            </a:r>
            <a:r>
              <a:rPr lang="zh-CN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计算以单链表表示的多项式的值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Term *p = first</a:t>
            </a:r>
            <a:r>
              <a:rPr lang="en-US" altLang="zh-CN" sz="2700" dirty="0"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link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  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//</a:t>
            </a:r>
            <a:r>
              <a:rPr lang="zh-CN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链表指针越过头结点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int 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ne, </a:t>
            </a:r>
            <a:r>
              <a:rPr lang="en-US" altLang="zh-CN" sz="27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oe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= 0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  float 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pow = 1.0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,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res = 0.0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while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( p != NULL ) 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  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//</a:t>
            </a:r>
            <a:r>
              <a:rPr lang="zh-CN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遍历链表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     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ne = p</a:t>
            </a:r>
            <a:r>
              <a:rPr lang="en-US" altLang="zh-CN" sz="2700" dirty="0"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exp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		  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//</a:t>
            </a:r>
            <a:r>
              <a:rPr lang="en-US" altLang="zh-CN" sz="2700" i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</a:t>
            </a:r>
            <a:r>
              <a:rPr lang="en-US" altLang="zh-CN" sz="2700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7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+1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     pow = pow*Power(x, ne</a:t>
            </a:r>
            <a:r>
              <a:rPr lang="en-US" altLang="zh-CN" sz="2700" dirty="0">
                <a:latin typeface="Courier New" panose="02070309020205020404" pitchFamily="49" charset="0"/>
                <a:ea typeface="隶书" panose="02010509060101010101" pitchFamily="49" charset="-122"/>
              </a:rPr>
              <a:t>-</a:t>
            </a:r>
            <a:r>
              <a:rPr lang="en-US" altLang="zh-CN" sz="27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oe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//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     res = </a:t>
            </a:r>
            <a:r>
              <a:rPr lang="en-US" altLang="zh-CN" sz="27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res+p</a:t>
            </a:r>
            <a:r>
              <a:rPr lang="en-US" altLang="zh-CN" sz="2700" dirty="0"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27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coef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*pow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	   </a:t>
            </a:r>
            <a:r>
              <a:rPr lang="en-US" altLang="zh-CN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//</a:t>
            </a:r>
            <a:r>
              <a:rPr lang="zh-CN" altLang="en-US" sz="27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累加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	     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p = p</a:t>
            </a:r>
            <a:r>
              <a:rPr lang="en-US" altLang="zh-CN" sz="2700" dirty="0"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link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lang="en-US" altLang="zh-CN" sz="27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oe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= ne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	}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	return</a:t>
            </a:r>
            <a:r>
              <a:rPr lang="en-US" altLang="zh-CN" sz="2700" dirty="0">
                <a:latin typeface="Times New Roman" panose="02020603050405020304" pitchFamily="18" charset="0"/>
                <a:ea typeface="隶书" panose="02010509060101010101" pitchFamily="49" charset="-122"/>
              </a:rPr>
              <a:t> res</a:t>
            </a: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None/>
            </a:pPr>
            <a:endParaRPr lang="en-US" altLang="zh-CN" sz="3200" dirty="0"/>
          </a:p>
          <a:p>
            <a:pPr marL="0" indent="0"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None/>
            </a:pPr>
            <a:r>
              <a:rPr lang="zh-CN" altLang="en-US" sz="3200" b="1" dirty="0"/>
              <a:t>说明：</a:t>
            </a:r>
            <a:endParaRPr lang="en-US" altLang="zh-CN" sz="3200" b="1" dirty="0"/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ü"/>
            </a:pPr>
            <a:r>
              <a:rPr lang="zh-CN" altLang="en-US" sz="3200" dirty="0"/>
              <a:t>算法计算  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                    </a:t>
            </a:r>
            <a:r>
              <a:rPr lang="zh-CN" altLang="en-US" sz="3200" dirty="0"/>
              <a:t>执行了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ea typeface="仿宋_GB2312" pitchFamily="49" charset="-122"/>
              </a:rPr>
              <a:t>-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-1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+1</a:t>
            </a:r>
            <a:r>
              <a:rPr lang="zh-CN" altLang="en-US" sz="3200" dirty="0"/>
              <a:t>次乘法。若表达式有</a:t>
            </a:r>
            <a:r>
              <a:rPr lang="en-US" altLang="zh-CN" sz="3200" dirty="0"/>
              <a:t>m</a:t>
            </a:r>
            <a:r>
              <a:rPr lang="zh-CN" altLang="en-US" sz="3200" dirty="0"/>
              <a:t>项，总共执行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+(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ea typeface="仿宋_GB2312" pitchFamily="49" charset="-122"/>
              </a:rPr>
              <a:t>-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+1)+ 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3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ea typeface="仿宋_GB2312" pitchFamily="49" charset="-122"/>
              </a:rPr>
              <a:t>-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+1) +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…+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ea typeface="仿宋_GB2312" pitchFamily="49" charset="-122"/>
              </a:rPr>
              <a:t>-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-1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+1) =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e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+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ea typeface="仿宋_GB2312" pitchFamily="49" charset="-122"/>
              </a:rPr>
              <a:t>-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zh-CN" altLang="en-US" sz="3200" dirty="0"/>
              <a:t>次乘法，</a:t>
            </a:r>
            <a:r>
              <a:rPr lang="en-US" altLang="zh-CN" sz="3200" dirty="0"/>
              <a:t>m-1</a:t>
            </a:r>
            <a:r>
              <a:rPr lang="zh-CN" altLang="en-US" sz="3200" dirty="0"/>
              <a:t>次加法。</a:t>
            </a:r>
            <a:endParaRPr lang="en-US" altLang="zh-CN" sz="3200" dirty="0"/>
          </a:p>
          <a:p>
            <a:pPr eaLnBrk="1" hangingPunct="1">
              <a:lnSpc>
                <a:spcPct val="105000"/>
              </a:lnSpc>
              <a:spcBef>
                <a:spcPct val="50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ü"/>
            </a:pPr>
            <a:r>
              <a:rPr lang="en-US" altLang="zh-CN" sz="3200" dirty="0"/>
              <a:t>Power</a:t>
            </a:r>
            <a:r>
              <a:rPr lang="zh-CN" altLang="en-US" sz="3200" dirty="0"/>
              <a:t>方法的定义见备注。</a:t>
            </a:r>
          </a:p>
        </p:txBody>
      </p:sp>
      <p:graphicFrame>
        <p:nvGraphicFramePr>
          <p:cNvPr id="124932" name="Object 5">
            <a:extLst>
              <a:ext uri="{FF2B5EF4-FFF2-40B4-BE49-F238E27FC236}">
                <a16:creationId xmlns:a16="http://schemas.microsoft.com/office/drawing/2014/main" id="{0C9E8A66-5168-4771-C00B-5A3A1B29B942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45087287"/>
              </p:ext>
            </p:extLst>
          </p:nvPr>
        </p:nvGraphicFramePr>
        <p:xfrm>
          <a:off x="5076056" y="2466354"/>
          <a:ext cx="223224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公式" r:id="rId4" imgW="922055" imgH="198278" progId="Equation.3">
                  <p:embed/>
                </p:oleObj>
              </mc:Choice>
              <mc:Fallback>
                <p:oleObj name="公式" r:id="rId4" imgW="922055" imgH="198278" progId="Equation.3">
                  <p:embed/>
                  <p:pic>
                    <p:nvPicPr>
                      <p:cNvPr id="124932" name="Object 5">
                        <a:extLst>
                          <a:ext uri="{FF2B5EF4-FFF2-40B4-BE49-F238E27FC236}">
                            <a16:creationId xmlns:a16="http://schemas.microsoft.com/office/drawing/2014/main" id="{0C9E8A66-5168-4771-C00B-5A3A1B29B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466354"/>
                        <a:ext cx="223224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3" name="Object 8">
            <a:extLst>
              <a:ext uri="{FF2B5EF4-FFF2-40B4-BE49-F238E27FC236}">
                <a16:creationId xmlns:a16="http://schemas.microsoft.com/office/drawing/2014/main" id="{A57AFC0B-1740-6A4A-AB39-CAD49EAA0392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084044707"/>
              </p:ext>
            </p:extLst>
          </p:nvPr>
        </p:nvGraphicFramePr>
        <p:xfrm>
          <a:off x="5724661" y="2766155"/>
          <a:ext cx="863563" cy="46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公式" r:id="rId6" imgW="434234" imgH="236228" progId="Equation.3">
                  <p:embed/>
                </p:oleObj>
              </mc:Choice>
              <mc:Fallback>
                <p:oleObj name="公式" r:id="rId6" imgW="434234" imgH="236228" progId="Equation.3">
                  <p:embed/>
                  <p:pic>
                    <p:nvPicPr>
                      <p:cNvPr id="124933" name="Object 8">
                        <a:extLst>
                          <a:ext uri="{FF2B5EF4-FFF2-40B4-BE49-F238E27FC236}">
                            <a16:creationId xmlns:a16="http://schemas.microsoft.com/office/drawing/2014/main" id="{A57AFC0B-1740-6A4A-AB39-CAD49EAA03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661" y="2766155"/>
                        <a:ext cx="863563" cy="469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D29A8ED2-CA37-9F40-3676-930EDFFA4E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20176"/>
              </p:ext>
            </p:extLst>
          </p:nvPr>
        </p:nvGraphicFramePr>
        <p:xfrm>
          <a:off x="2123728" y="4725144"/>
          <a:ext cx="1295276" cy="446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公式" r:id="rId8" imgW="769797" imgH="236228" progId="Equation.3">
                  <p:embed/>
                </p:oleObj>
              </mc:Choice>
              <mc:Fallback>
                <p:oleObj name="公式" r:id="rId8" imgW="769797" imgH="236228" progId="Equation.3">
                  <p:embed/>
                  <p:pic>
                    <p:nvPicPr>
                      <p:cNvPr id="125956" name="Object 4">
                        <a:extLst>
                          <a:ext uri="{FF2B5EF4-FFF2-40B4-BE49-F238E27FC236}">
                            <a16:creationId xmlns:a16="http://schemas.microsoft.com/office/drawing/2014/main" id="{367D2A8F-CFDB-06B1-8E7B-50ED81358A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725144"/>
                        <a:ext cx="1295276" cy="446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 descr="羊皮纸">
            <a:extLst>
              <a:ext uri="{FF2B5EF4-FFF2-40B4-BE49-F238E27FC236}">
                <a16:creationId xmlns:a16="http://schemas.microsoft.com/office/drawing/2014/main" id="{AA2A757E-4C4E-3E84-D019-928C6F769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8289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39" name="Text Box 4">
            <a:extLst>
              <a:ext uri="{FF2B5EF4-FFF2-40B4-BE49-F238E27FC236}">
                <a16:creationId xmlns:a16="http://schemas.microsoft.com/office/drawing/2014/main" id="{A39B6F2E-C1BB-CF38-81AA-15B770B92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12875"/>
            <a:ext cx="7543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12871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AH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1 - 3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+ 7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kumimoji="1" lang="en-US" altLang="zh-CN" sz="3200" b="1" i="1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BH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- 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+ 3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- 9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+ 8</a:t>
            </a:r>
            <a:r>
              <a:rPr kumimoji="1" lang="en-US" altLang="zh-CN" sz="3200" b="1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baseline="30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endParaRPr kumimoji="1" lang="en-US" altLang="zh-CN" sz="3600" baseline="30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0" name="Text Box 5">
            <a:extLst>
              <a:ext uri="{FF2B5EF4-FFF2-40B4-BE49-F238E27FC236}">
                <a16:creationId xmlns:a16="http://schemas.microsoft.com/office/drawing/2014/main" id="{32FC6EFC-4540-4B9A-FE99-1196C1A12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289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1" name="Text Box 6">
            <a:extLst>
              <a:ext uri="{FF2B5EF4-FFF2-40B4-BE49-F238E27FC236}">
                <a16:creationId xmlns:a16="http://schemas.microsoft.com/office/drawing/2014/main" id="{1F0B4D64-8C0C-E145-B8AB-8B3E63024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605213"/>
            <a:ext cx="1268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2" name="Line 7">
            <a:extLst>
              <a:ext uri="{FF2B5EF4-FFF2-40B4-BE49-F238E27FC236}">
                <a16:creationId xmlns:a16="http://schemas.microsoft.com/office/drawing/2014/main" id="{F737C892-F9D2-9799-524A-5EFABCCC7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828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3" name="Rectangle 8" descr="花束">
            <a:extLst>
              <a:ext uri="{FF2B5EF4-FFF2-40B4-BE49-F238E27FC236}">
                <a16:creationId xmlns:a16="http://schemas.microsoft.com/office/drawing/2014/main" id="{39DBFB16-A958-0F0B-904F-1B6CBFC6C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28925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4" name="Rectangle 9" descr="羊皮纸">
            <a:extLst>
              <a:ext uri="{FF2B5EF4-FFF2-40B4-BE49-F238E27FC236}">
                <a16:creationId xmlns:a16="http://schemas.microsoft.com/office/drawing/2014/main" id="{DACFC62B-63BC-5BCF-85EB-7C3D85DEC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5909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5" name="Line 10">
            <a:extLst>
              <a:ext uri="{FF2B5EF4-FFF2-40B4-BE49-F238E27FC236}">
                <a16:creationId xmlns:a16="http://schemas.microsoft.com/office/drawing/2014/main" id="{BFAA7216-4C34-804E-0BC0-0E7918970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590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6" name="Rectangle 11" descr="花束">
            <a:extLst>
              <a:ext uri="{FF2B5EF4-FFF2-40B4-BE49-F238E27FC236}">
                <a16:creationId xmlns:a16="http://schemas.microsoft.com/office/drawing/2014/main" id="{4503FDF8-71D5-0D20-7E30-0D09ABAD0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90925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7" name="Rectangle 12" descr="羊皮纸">
            <a:extLst>
              <a:ext uri="{FF2B5EF4-FFF2-40B4-BE49-F238E27FC236}">
                <a16:creationId xmlns:a16="http://schemas.microsoft.com/office/drawing/2014/main" id="{A56C0A0C-7012-F292-857E-3D5B46FE7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8289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8" name="Line 13">
            <a:extLst>
              <a:ext uri="{FF2B5EF4-FFF2-40B4-BE49-F238E27FC236}">
                <a16:creationId xmlns:a16="http://schemas.microsoft.com/office/drawing/2014/main" id="{7083ED2B-0E35-0650-2234-5DC26D932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828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9" name="Rectangle 14" descr="花束">
            <a:extLst>
              <a:ext uri="{FF2B5EF4-FFF2-40B4-BE49-F238E27FC236}">
                <a16:creationId xmlns:a16="http://schemas.microsoft.com/office/drawing/2014/main" id="{CA31F0C6-47F9-9132-A67F-D68F25529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28925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0" name="Rectangle 15" descr="羊皮纸">
            <a:extLst>
              <a:ext uri="{FF2B5EF4-FFF2-40B4-BE49-F238E27FC236}">
                <a16:creationId xmlns:a16="http://schemas.microsoft.com/office/drawing/2014/main" id="{3756481A-59F7-49F3-7E68-E14478DC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909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1" name="Line 16">
            <a:extLst>
              <a:ext uri="{FF2B5EF4-FFF2-40B4-BE49-F238E27FC236}">
                <a16:creationId xmlns:a16="http://schemas.microsoft.com/office/drawing/2014/main" id="{A19824BB-6AF8-488D-9A94-3D95459B3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90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52" name="Rectangle 17" descr="花束">
            <a:extLst>
              <a:ext uri="{FF2B5EF4-FFF2-40B4-BE49-F238E27FC236}">
                <a16:creationId xmlns:a16="http://schemas.microsoft.com/office/drawing/2014/main" id="{D73EAC71-D9F8-06DB-0304-D56028D9F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90925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3" name="Rectangle 18" descr="羊皮纸">
            <a:extLst>
              <a:ext uri="{FF2B5EF4-FFF2-40B4-BE49-F238E27FC236}">
                <a16:creationId xmlns:a16="http://schemas.microsoft.com/office/drawing/2014/main" id="{3D3708F8-1E97-5618-1276-A1B9DFF1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828925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4" name="Line 19">
            <a:extLst>
              <a:ext uri="{FF2B5EF4-FFF2-40B4-BE49-F238E27FC236}">
                <a16:creationId xmlns:a16="http://schemas.microsoft.com/office/drawing/2014/main" id="{CAA2726B-403A-B419-BB6A-B17B7AC3F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828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55" name="Rectangle 20" descr="花束">
            <a:extLst>
              <a:ext uri="{FF2B5EF4-FFF2-40B4-BE49-F238E27FC236}">
                <a16:creationId xmlns:a16="http://schemas.microsoft.com/office/drawing/2014/main" id="{9531DD29-6813-EB85-0ABB-3DBA4A766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28925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6" name="Rectangle 21" descr="羊皮纸">
            <a:extLst>
              <a:ext uri="{FF2B5EF4-FFF2-40B4-BE49-F238E27FC236}">
                <a16:creationId xmlns:a16="http://schemas.microsoft.com/office/drawing/2014/main" id="{5F4C9DCD-416A-CE2B-A5B4-FA46851E5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590925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7" name="Line 22">
            <a:extLst>
              <a:ext uri="{FF2B5EF4-FFF2-40B4-BE49-F238E27FC236}">
                <a16:creationId xmlns:a16="http://schemas.microsoft.com/office/drawing/2014/main" id="{813F43D7-121C-FECD-940F-9FE22E274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590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58" name="Rectangle 23" descr="花束">
            <a:extLst>
              <a:ext uri="{FF2B5EF4-FFF2-40B4-BE49-F238E27FC236}">
                <a16:creationId xmlns:a16="http://schemas.microsoft.com/office/drawing/2014/main" id="{146A402A-4A8C-379B-6CCC-4804BC4E0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90925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9" name="Rectangle 24" descr="羊皮纸">
            <a:extLst>
              <a:ext uri="{FF2B5EF4-FFF2-40B4-BE49-F238E27FC236}">
                <a16:creationId xmlns:a16="http://schemas.microsoft.com/office/drawing/2014/main" id="{A38FA63A-DB16-BEDF-0878-DAA47A44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90925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0" name="Line 25">
            <a:extLst>
              <a:ext uri="{FF2B5EF4-FFF2-40B4-BE49-F238E27FC236}">
                <a16:creationId xmlns:a16="http://schemas.microsoft.com/office/drawing/2014/main" id="{DFF5E24B-0855-48AD-05ED-1882CD543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5909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1" name="Rectangle 26" descr="花束">
            <a:extLst>
              <a:ext uri="{FF2B5EF4-FFF2-40B4-BE49-F238E27FC236}">
                <a16:creationId xmlns:a16="http://schemas.microsoft.com/office/drawing/2014/main" id="{29DFF301-D0F5-61CD-2EBA-83C41A38C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90925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2" name="Line 27">
            <a:extLst>
              <a:ext uri="{FF2B5EF4-FFF2-40B4-BE49-F238E27FC236}">
                <a16:creationId xmlns:a16="http://schemas.microsoft.com/office/drawing/2014/main" id="{36ADFCFC-F93D-BA99-43F8-6146C6F9E5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133725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3" name="Line 28">
            <a:extLst>
              <a:ext uri="{FF2B5EF4-FFF2-40B4-BE49-F238E27FC236}">
                <a16:creationId xmlns:a16="http://schemas.microsoft.com/office/drawing/2014/main" id="{E194C367-8FB1-8B51-43A3-1CB10FDE4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895725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4" name="Line 29">
            <a:extLst>
              <a:ext uri="{FF2B5EF4-FFF2-40B4-BE49-F238E27FC236}">
                <a16:creationId xmlns:a16="http://schemas.microsoft.com/office/drawing/2014/main" id="{476CE7E4-CD92-E5F4-24E9-40C5DAF1B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1337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5" name="Line 30">
            <a:extLst>
              <a:ext uri="{FF2B5EF4-FFF2-40B4-BE49-F238E27FC236}">
                <a16:creationId xmlns:a16="http://schemas.microsoft.com/office/drawing/2014/main" id="{96DF6567-2A7B-F4C2-C726-F6D3D8598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8957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6" name="Line 31">
            <a:extLst>
              <a:ext uri="{FF2B5EF4-FFF2-40B4-BE49-F238E27FC236}">
                <a16:creationId xmlns:a16="http://schemas.microsoft.com/office/drawing/2014/main" id="{24425A9F-55E8-C792-CC5C-4E34A2CCD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8957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7" name="Line 32">
            <a:extLst>
              <a:ext uri="{FF2B5EF4-FFF2-40B4-BE49-F238E27FC236}">
                <a16:creationId xmlns:a16="http://schemas.microsoft.com/office/drawing/2014/main" id="{8F2B9AB2-8500-D035-0125-EDCF595E0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8957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8" name="Line 33">
            <a:extLst>
              <a:ext uri="{FF2B5EF4-FFF2-40B4-BE49-F238E27FC236}">
                <a16:creationId xmlns:a16="http://schemas.microsoft.com/office/drawing/2014/main" id="{C33ED2BD-22A3-AEE5-D529-ABB8FC774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1337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9" name="Text Box 34">
            <a:extLst>
              <a:ext uri="{FF2B5EF4-FFF2-40B4-BE49-F238E27FC236}">
                <a16:creationId xmlns:a16="http://schemas.microsoft.com/office/drawing/2014/main" id="{4BB32A36-BDA5-29AA-CAF2-DFA0D9FF3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2782888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70" name="Text Box 35">
            <a:extLst>
              <a:ext uri="{FF2B5EF4-FFF2-40B4-BE49-F238E27FC236}">
                <a16:creationId xmlns:a16="http://schemas.microsoft.com/office/drawing/2014/main" id="{91B536CC-FED7-8E73-BC6C-6A16DEFD9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3544888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71" name="Text Box 36">
            <a:extLst>
              <a:ext uri="{FF2B5EF4-FFF2-40B4-BE49-F238E27FC236}">
                <a16:creationId xmlns:a16="http://schemas.microsoft.com/office/drawing/2014/main" id="{4E8E0B6B-618A-A437-A792-5096D183D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24413"/>
            <a:ext cx="1268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72" name="Rectangle 37" descr="羊皮纸">
            <a:extLst>
              <a:ext uri="{FF2B5EF4-FFF2-40B4-BE49-F238E27FC236}">
                <a16:creationId xmlns:a16="http://schemas.microsoft.com/office/drawing/2014/main" id="{D6B8A474-870E-FB0B-B933-F850F7E55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8101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3" name="Line 38">
            <a:extLst>
              <a:ext uri="{FF2B5EF4-FFF2-40B4-BE49-F238E27FC236}">
                <a16:creationId xmlns:a16="http://schemas.microsoft.com/office/drawing/2014/main" id="{0039BB70-4401-6B4B-D615-0D8F4476C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8101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74" name="Rectangle 39" descr="花束">
            <a:extLst>
              <a:ext uri="{FF2B5EF4-FFF2-40B4-BE49-F238E27FC236}">
                <a16:creationId xmlns:a16="http://schemas.microsoft.com/office/drawing/2014/main" id="{18D4383D-1954-3FFA-73B9-9331F0DEA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10125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5" name="Rectangle 40" descr="羊皮纸">
            <a:extLst>
              <a:ext uri="{FF2B5EF4-FFF2-40B4-BE49-F238E27FC236}">
                <a16:creationId xmlns:a16="http://schemas.microsoft.com/office/drawing/2014/main" id="{8580BB5B-285F-5210-77BF-E8C24D7AB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810125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6" name="Line 41">
            <a:extLst>
              <a:ext uri="{FF2B5EF4-FFF2-40B4-BE49-F238E27FC236}">
                <a16:creationId xmlns:a16="http://schemas.microsoft.com/office/drawing/2014/main" id="{2E328A88-167C-C45B-2977-D2FBD230B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8101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77" name="Rectangle 42" descr="花束">
            <a:extLst>
              <a:ext uri="{FF2B5EF4-FFF2-40B4-BE49-F238E27FC236}">
                <a16:creationId xmlns:a16="http://schemas.microsoft.com/office/drawing/2014/main" id="{C195A780-A802-4BD6-B793-43DD00A68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810125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8" name="Rectangle 43" descr="羊皮纸">
            <a:extLst>
              <a:ext uri="{FF2B5EF4-FFF2-40B4-BE49-F238E27FC236}">
                <a16:creationId xmlns:a16="http://schemas.microsoft.com/office/drawing/2014/main" id="{6E571E95-C3EB-343C-3188-550BF636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10125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9" name="Line 44">
            <a:extLst>
              <a:ext uri="{FF2B5EF4-FFF2-40B4-BE49-F238E27FC236}">
                <a16:creationId xmlns:a16="http://schemas.microsoft.com/office/drawing/2014/main" id="{A01DB0ED-8AE9-1022-A4D8-4E01AD7C4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810125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80" name="Rectangle 45" descr="花束">
            <a:extLst>
              <a:ext uri="{FF2B5EF4-FFF2-40B4-BE49-F238E27FC236}">
                <a16:creationId xmlns:a16="http://schemas.microsoft.com/office/drawing/2014/main" id="{DF96490B-95ED-920F-232C-CE60869FD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810125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1" name="Line 46">
            <a:extLst>
              <a:ext uri="{FF2B5EF4-FFF2-40B4-BE49-F238E27FC236}">
                <a16:creationId xmlns:a16="http://schemas.microsoft.com/office/drawing/2014/main" id="{E3279097-EF10-9632-948A-89F1DAFB6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114925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82" name="Line 47">
            <a:extLst>
              <a:ext uri="{FF2B5EF4-FFF2-40B4-BE49-F238E27FC236}">
                <a16:creationId xmlns:a16="http://schemas.microsoft.com/office/drawing/2014/main" id="{CD76603D-5626-7942-A47D-5427F2E8E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1149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83" name="Line 48">
            <a:extLst>
              <a:ext uri="{FF2B5EF4-FFF2-40B4-BE49-F238E27FC236}">
                <a16:creationId xmlns:a16="http://schemas.microsoft.com/office/drawing/2014/main" id="{65AF5C38-6E40-1B94-6257-5A61DEDC5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14925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84" name="Rectangle 49" descr="羊皮纸">
            <a:extLst>
              <a:ext uri="{FF2B5EF4-FFF2-40B4-BE49-F238E27FC236}">
                <a16:creationId xmlns:a16="http://schemas.microsoft.com/office/drawing/2014/main" id="{C92ACE8B-5FA2-B50F-C9F2-5E499CAC8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694363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5" name="Line 50">
            <a:extLst>
              <a:ext uri="{FF2B5EF4-FFF2-40B4-BE49-F238E27FC236}">
                <a16:creationId xmlns:a16="http://schemas.microsoft.com/office/drawing/2014/main" id="{7177A7D5-F447-784D-EE09-623001FF4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5694363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86" name="Rectangle 51" descr="花束">
            <a:extLst>
              <a:ext uri="{FF2B5EF4-FFF2-40B4-BE49-F238E27FC236}">
                <a16:creationId xmlns:a16="http://schemas.microsoft.com/office/drawing/2014/main" id="{C2BD66E8-2DB4-30C8-F47E-07E522F35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694363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7" name="Rectangle 52" descr="羊皮纸">
            <a:extLst>
              <a:ext uri="{FF2B5EF4-FFF2-40B4-BE49-F238E27FC236}">
                <a16:creationId xmlns:a16="http://schemas.microsoft.com/office/drawing/2014/main" id="{354237C9-C5A7-DF31-CB4C-A3018988F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694363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8" name="Line 53">
            <a:extLst>
              <a:ext uri="{FF2B5EF4-FFF2-40B4-BE49-F238E27FC236}">
                <a16:creationId xmlns:a16="http://schemas.microsoft.com/office/drawing/2014/main" id="{21AC4369-772E-1695-8D9F-13D6B02F6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694363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89" name="Rectangle 54" descr="花束">
            <a:extLst>
              <a:ext uri="{FF2B5EF4-FFF2-40B4-BE49-F238E27FC236}">
                <a16:creationId xmlns:a16="http://schemas.microsoft.com/office/drawing/2014/main" id="{2BDF18D0-C576-AB2F-3061-32D0F86E2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694363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0" name="Line 55">
            <a:extLst>
              <a:ext uri="{FF2B5EF4-FFF2-40B4-BE49-F238E27FC236}">
                <a16:creationId xmlns:a16="http://schemas.microsoft.com/office/drawing/2014/main" id="{16E8A919-1723-A301-FC8C-D641A496F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999163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91" name="Line 56">
            <a:extLst>
              <a:ext uri="{FF2B5EF4-FFF2-40B4-BE49-F238E27FC236}">
                <a16:creationId xmlns:a16="http://schemas.microsoft.com/office/drawing/2014/main" id="{15088823-F98F-0D60-14A3-78E9D0784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999163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92" name="Text Box 57">
            <a:extLst>
              <a:ext uri="{FF2B5EF4-FFF2-40B4-BE49-F238E27FC236}">
                <a16:creationId xmlns:a16="http://schemas.microsoft.com/office/drawing/2014/main" id="{899B9F8A-AAB3-FA52-0F46-7D310B6C4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5648325"/>
            <a:ext cx="4302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93" name="Line 58">
            <a:extLst>
              <a:ext uri="{FF2B5EF4-FFF2-40B4-BE49-F238E27FC236}">
                <a16:creationId xmlns:a16="http://schemas.microsoft.com/office/drawing/2014/main" id="{5CCB1239-7449-8242-DBB6-8298D23E15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572125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94" name="Line 59">
            <a:extLst>
              <a:ext uri="{FF2B5EF4-FFF2-40B4-BE49-F238E27FC236}">
                <a16:creationId xmlns:a16="http://schemas.microsoft.com/office/drawing/2014/main" id="{56D4C17A-2511-A044-3E24-46EE6ABF6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572125"/>
            <a:ext cx="1905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95" name="Line 60">
            <a:extLst>
              <a:ext uri="{FF2B5EF4-FFF2-40B4-BE49-F238E27FC236}">
                <a16:creationId xmlns:a16="http://schemas.microsoft.com/office/drawing/2014/main" id="{1AE619A4-C741-FFE7-D847-8388E9703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114925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96" name="Line 61">
            <a:extLst>
              <a:ext uri="{FF2B5EF4-FFF2-40B4-BE49-F238E27FC236}">
                <a16:creationId xmlns:a16="http://schemas.microsoft.com/office/drawing/2014/main" id="{4F76BB95-F3CE-87CB-3228-729F1C619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114925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97" name="Text Box 62">
            <a:extLst>
              <a:ext uri="{FF2B5EF4-FFF2-40B4-BE49-F238E27FC236}">
                <a16:creationId xmlns:a16="http://schemas.microsoft.com/office/drawing/2014/main" id="{9DE9F726-F276-B258-4527-B2D4D87A2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50" y="2782888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98" name="Text Box 63">
            <a:extLst>
              <a:ext uri="{FF2B5EF4-FFF2-40B4-BE49-F238E27FC236}">
                <a16:creationId xmlns:a16="http://schemas.microsoft.com/office/drawing/2014/main" id="{B4485B49-9F2D-F92D-DF9D-BEDB8376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50" y="4764088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99" name="Text Box 64">
            <a:extLst>
              <a:ext uri="{FF2B5EF4-FFF2-40B4-BE49-F238E27FC236}">
                <a16:creationId xmlns:a16="http://schemas.microsoft.com/office/drawing/2014/main" id="{384D4DDD-E8BD-7F77-4E7B-FB28C3C18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544888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0" name="Text Box 65">
            <a:extLst>
              <a:ext uri="{FF2B5EF4-FFF2-40B4-BE49-F238E27FC236}">
                <a16:creationId xmlns:a16="http://schemas.microsoft.com/office/drawing/2014/main" id="{BB5A6978-9D05-1E07-875F-45C53B735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913" y="4764088"/>
            <a:ext cx="8270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1" name="Text Box 66">
            <a:extLst>
              <a:ext uri="{FF2B5EF4-FFF2-40B4-BE49-F238E27FC236}">
                <a16:creationId xmlns:a16="http://schemas.microsoft.com/office/drawing/2014/main" id="{999479CF-7020-0AD5-EF9A-EA1275773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782888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2" name="Text Box 67">
            <a:extLst>
              <a:ext uri="{FF2B5EF4-FFF2-40B4-BE49-F238E27FC236}">
                <a16:creationId xmlns:a16="http://schemas.microsoft.com/office/drawing/2014/main" id="{2C18A0E1-0CBE-371C-FCAB-872DE909C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3544888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3" name="Text Box 68">
            <a:extLst>
              <a:ext uri="{FF2B5EF4-FFF2-40B4-BE49-F238E27FC236}">
                <a16:creationId xmlns:a16="http://schemas.microsoft.com/office/drawing/2014/main" id="{1C1C6FBA-59D9-3D82-6CAD-3D99A2DB1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3" y="3544888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4" name="Text Box 69">
            <a:extLst>
              <a:ext uri="{FF2B5EF4-FFF2-40B4-BE49-F238E27FC236}">
                <a16:creationId xmlns:a16="http://schemas.microsoft.com/office/drawing/2014/main" id="{78427049-2AFA-197B-88FB-764B70578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3" y="4764088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5" name="Text Box 70">
            <a:extLst>
              <a:ext uri="{FF2B5EF4-FFF2-40B4-BE49-F238E27FC236}">
                <a16:creationId xmlns:a16="http://schemas.microsoft.com/office/drawing/2014/main" id="{E8CD36DB-674C-A654-6369-DAC59C944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2782888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6" name="Text Box 71">
            <a:extLst>
              <a:ext uri="{FF2B5EF4-FFF2-40B4-BE49-F238E27FC236}">
                <a16:creationId xmlns:a16="http://schemas.microsoft.com/office/drawing/2014/main" id="{904535AD-0799-F1B0-6AF3-CE71FFD90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5648325"/>
            <a:ext cx="895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7" name="Text Box 72">
            <a:extLst>
              <a:ext uri="{FF2B5EF4-FFF2-40B4-BE49-F238E27FC236}">
                <a16:creationId xmlns:a16="http://schemas.microsoft.com/office/drawing/2014/main" id="{0363DC7A-BD24-BC42-AC52-92B463EB7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3544888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8" name="Text Box 73">
            <a:extLst>
              <a:ext uri="{FF2B5EF4-FFF2-40B4-BE49-F238E27FC236}">
                <a16:creationId xmlns:a16="http://schemas.microsoft.com/office/drawing/2014/main" id="{0BE8454F-5C3A-E28D-C7EF-C3612A04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648325"/>
            <a:ext cx="895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209" name="标题 2">
            <a:extLst>
              <a:ext uri="{FF2B5EF4-FFF2-40B4-BE49-F238E27FC236}">
                <a16:creationId xmlns:a16="http://schemas.microsoft.com/office/drawing/2014/main" id="{37B9D46E-DD4C-6827-A60C-1E6745E00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多项式的加法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22DD86-6B62-0C7A-D60F-F6003B23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30E753-C194-4607-B899-BE7719563FAB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2">
            <a:extLst>
              <a:ext uri="{FF2B5EF4-FFF2-40B4-BE49-F238E27FC236}">
                <a16:creationId xmlns:a16="http://schemas.microsoft.com/office/drawing/2014/main" id="{D264B71D-1464-F89C-E7C9-8170563FC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两个多项式的相加算法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77FA74-CD43-189E-1EBA-84DED1C5B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扫描两个多项式，若都未检测完：</a:t>
            </a:r>
          </a:p>
          <a:p>
            <a:pPr lvl="1">
              <a:defRPr/>
            </a:pPr>
            <a:r>
              <a:rPr lang="zh-CN" altLang="en-US" dirty="0"/>
              <a:t>若当前被检测项指数相等，则系数相加，得到的系数和若不等于 </a:t>
            </a:r>
            <a:r>
              <a:rPr lang="en-US" altLang="zh-CN" dirty="0"/>
              <a:t>0</a:t>
            </a:r>
            <a:r>
              <a:rPr lang="zh-CN" altLang="en-US" dirty="0"/>
              <a:t>，则将得到的项加到结果多项式。</a:t>
            </a:r>
          </a:p>
          <a:p>
            <a:pPr lvl="1">
              <a:defRPr/>
            </a:pPr>
            <a:r>
              <a:rPr lang="zh-CN" altLang="en-US" dirty="0"/>
              <a:t>若当前被检测项指数不等，将指数小者加到结果多项式。</a:t>
            </a:r>
          </a:p>
          <a:p>
            <a:pPr>
              <a:defRPr/>
            </a:pPr>
            <a:r>
              <a:rPr lang="zh-CN" altLang="en-US" dirty="0"/>
              <a:t>若一个多项式已检测完，将另一个多项式剩余部分复制到结果多项式。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8433F8-B39F-AC55-DD7D-894190AD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EE613B-5176-45F1-8CED-E6C76287480E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羊皮纸">
            <a:extLst>
              <a:ext uri="{FF2B5EF4-FFF2-40B4-BE49-F238E27FC236}">
                <a16:creationId xmlns:a16="http://schemas.microsoft.com/office/drawing/2014/main" id="{DAF43430-04AB-9481-C02B-FB79C90C9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87" name="Line 3">
            <a:extLst>
              <a:ext uri="{FF2B5EF4-FFF2-40B4-BE49-F238E27FC236}">
                <a16:creationId xmlns:a16="http://schemas.microsoft.com/office/drawing/2014/main" id="{BF53536D-1B49-C5D7-5B84-B0FFC9FA7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B6BF21EC-C533-E082-E6DE-7678C45B7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89" name="Text Box 5">
            <a:extLst>
              <a:ext uri="{FF2B5EF4-FFF2-40B4-BE49-F238E27FC236}">
                <a16:creationId xmlns:a16="http://schemas.microsoft.com/office/drawing/2014/main" id="{7AC6EDC2-C168-1521-51EF-E74D517F0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90" name="Text Box 6">
            <a:extLst>
              <a:ext uri="{FF2B5EF4-FFF2-40B4-BE49-F238E27FC236}">
                <a16:creationId xmlns:a16="http://schemas.microsoft.com/office/drawing/2014/main" id="{DACC281F-6254-EA19-80C4-B91210451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91" name="Line 7">
            <a:extLst>
              <a:ext uri="{FF2B5EF4-FFF2-40B4-BE49-F238E27FC236}">
                <a16:creationId xmlns:a16="http://schemas.microsoft.com/office/drawing/2014/main" id="{82BDC96A-2C69-ECA8-F24D-3A3C41784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2" name="Rectangle 8" descr="花束">
            <a:extLst>
              <a:ext uri="{FF2B5EF4-FFF2-40B4-BE49-F238E27FC236}">
                <a16:creationId xmlns:a16="http://schemas.microsoft.com/office/drawing/2014/main" id="{0D5194E0-5ABF-3322-B454-B1BDA9305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3" name="Rectangle 9" descr="羊皮纸">
            <a:extLst>
              <a:ext uri="{FF2B5EF4-FFF2-40B4-BE49-F238E27FC236}">
                <a16:creationId xmlns:a16="http://schemas.microsoft.com/office/drawing/2014/main" id="{4D1C39C7-5B37-CD08-6B0D-F902DDBDE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4" name="Line 10">
            <a:extLst>
              <a:ext uri="{FF2B5EF4-FFF2-40B4-BE49-F238E27FC236}">
                <a16:creationId xmlns:a16="http://schemas.microsoft.com/office/drawing/2014/main" id="{B67B57B3-B4D0-6FF6-C339-ED3C8BFB1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5" name="Rectangle 11" descr="花束">
            <a:extLst>
              <a:ext uri="{FF2B5EF4-FFF2-40B4-BE49-F238E27FC236}">
                <a16:creationId xmlns:a16="http://schemas.microsoft.com/office/drawing/2014/main" id="{43C49C35-22E6-C227-401D-73198FEE7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6" name="Rectangle 12" descr="羊皮纸">
            <a:extLst>
              <a:ext uri="{FF2B5EF4-FFF2-40B4-BE49-F238E27FC236}">
                <a16:creationId xmlns:a16="http://schemas.microsoft.com/office/drawing/2014/main" id="{44007104-17A0-C7FB-674C-C8FF6452E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7" name="Line 13">
            <a:extLst>
              <a:ext uri="{FF2B5EF4-FFF2-40B4-BE49-F238E27FC236}">
                <a16:creationId xmlns:a16="http://schemas.microsoft.com/office/drawing/2014/main" id="{7F70A434-3D43-7B26-3692-550975259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8" name="Rectangle 14" descr="花束">
            <a:extLst>
              <a:ext uri="{FF2B5EF4-FFF2-40B4-BE49-F238E27FC236}">
                <a16:creationId xmlns:a16="http://schemas.microsoft.com/office/drawing/2014/main" id="{3FD98210-1C74-AC01-3440-2AC30CAC1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9" name="Rectangle 15" descr="羊皮纸">
            <a:extLst>
              <a:ext uri="{FF2B5EF4-FFF2-40B4-BE49-F238E27FC236}">
                <a16:creationId xmlns:a16="http://schemas.microsoft.com/office/drawing/2014/main" id="{301D40B4-B379-B5B4-1A0B-3A787B9D6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0" name="Line 16">
            <a:extLst>
              <a:ext uri="{FF2B5EF4-FFF2-40B4-BE49-F238E27FC236}">
                <a16:creationId xmlns:a16="http://schemas.microsoft.com/office/drawing/2014/main" id="{6FF7427E-3ECA-9812-90FE-2AA772636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1" name="Rectangle 17" descr="花束">
            <a:extLst>
              <a:ext uri="{FF2B5EF4-FFF2-40B4-BE49-F238E27FC236}">
                <a16:creationId xmlns:a16="http://schemas.microsoft.com/office/drawing/2014/main" id="{F820CFC9-3708-B040-8E7A-59B1E4105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2" name="Rectangle 18" descr="羊皮纸">
            <a:extLst>
              <a:ext uri="{FF2B5EF4-FFF2-40B4-BE49-F238E27FC236}">
                <a16:creationId xmlns:a16="http://schemas.microsoft.com/office/drawing/2014/main" id="{56BC0A6E-0D40-484D-CA42-D805EE71D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3" name="Line 19">
            <a:extLst>
              <a:ext uri="{FF2B5EF4-FFF2-40B4-BE49-F238E27FC236}">
                <a16:creationId xmlns:a16="http://schemas.microsoft.com/office/drawing/2014/main" id="{49F22D5B-83D7-1279-2AAE-026255CED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4" name="Rectangle 20" descr="花束">
            <a:extLst>
              <a:ext uri="{FF2B5EF4-FFF2-40B4-BE49-F238E27FC236}">
                <a16:creationId xmlns:a16="http://schemas.microsoft.com/office/drawing/2014/main" id="{DA2EF6A9-D9AF-F20F-C694-F7ADAB336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5" name="Rectangle 21" descr="羊皮纸">
            <a:extLst>
              <a:ext uri="{FF2B5EF4-FFF2-40B4-BE49-F238E27FC236}">
                <a16:creationId xmlns:a16="http://schemas.microsoft.com/office/drawing/2014/main" id="{F99AF260-FF66-EDC2-D6B7-B4970AB67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6" name="Line 22">
            <a:extLst>
              <a:ext uri="{FF2B5EF4-FFF2-40B4-BE49-F238E27FC236}">
                <a16:creationId xmlns:a16="http://schemas.microsoft.com/office/drawing/2014/main" id="{7F269821-E8D7-35BD-E53A-73C4A2987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7" name="Rectangle 23" descr="花束">
            <a:extLst>
              <a:ext uri="{FF2B5EF4-FFF2-40B4-BE49-F238E27FC236}">
                <a16:creationId xmlns:a16="http://schemas.microsoft.com/office/drawing/2014/main" id="{96E34779-064A-71AF-36E8-D71823FAC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8" name="Rectangle 24" descr="羊皮纸">
            <a:extLst>
              <a:ext uri="{FF2B5EF4-FFF2-40B4-BE49-F238E27FC236}">
                <a16:creationId xmlns:a16="http://schemas.microsoft.com/office/drawing/2014/main" id="{84679880-A888-C8C8-3EC7-E80C54D2C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9" name="Line 25">
            <a:extLst>
              <a:ext uri="{FF2B5EF4-FFF2-40B4-BE49-F238E27FC236}">
                <a16:creationId xmlns:a16="http://schemas.microsoft.com/office/drawing/2014/main" id="{928C3423-4544-E919-2AE6-ABCA9E4DD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0" name="Rectangle 26" descr="花束">
            <a:extLst>
              <a:ext uri="{FF2B5EF4-FFF2-40B4-BE49-F238E27FC236}">
                <a16:creationId xmlns:a16="http://schemas.microsoft.com/office/drawing/2014/main" id="{902F4A7C-8CBF-B67C-C934-B647132F5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1" name="Line 27">
            <a:extLst>
              <a:ext uri="{FF2B5EF4-FFF2-40B4-BE49-F238E27FC236}">
                <a16:creationId xmlns:a16="http://schemas.microsoft.com/office/drawing/2014/main" id="{460472D2-8A65-68FD-CF6A-E26DBBAF2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2" name="Line 28">
            <a:extLst>
              <a:ext uri="{FF2B5EF4-FFF2-40B4-BE49-F238E27FC236}">
                <a16:creationId xmlns:a16="http://schemas.microsoft.com/office/drawing/2014/main" id="{93BF08DD-3BF8-EAD8-7CC9-3055AA6E3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3" name="Line 29">
            <a:extLst>
              <a:ext uri="{FF2B5EF4-FFF2-40B4-BE49-F238E27FC236}">
                <a16:creationId xmlns:a16="http://schemas.microsoft.com/office/drawing/2014/main" id="{EC7CE603-7C76-9B36-B90A-EBEA9489D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4" name="Line 30">
            <a:extLst>
              <a:ext uri="{FF2B5EF4-FFF2-40B4-BE49-F238E27FC236}">
                <a16:creationId xmlns:a16="http://schemas.microsoft.com/office/drawing/2014/main" id="{245B9858-AA3B-D63C-1B01-F41947F8F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5" name="Line 31">
            <a:extLst>
              <a:ext uri="{FF2B5EF4-FFF2-40B4-BE49-F238E27FC236}">
                <a16:creationId xmlns:a16="http://schemas.microsoft.com/office/drawing/2014/main" id="{F9EA0B8A-2F6B-7E57-D432-55DA8E07F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6" name="Text Box 32">
            <a:extLst>
              <a:ext uri="{FF2B5EF4-FFF2-40B4-BE49-F238E27FC236}">
                <a16:creationId xmlns:a16="http://schemas.microsoft.com/office/drawing/2014/main" id="{1BF99254-12CD-992B-8B39-A9603142A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17" name="Text Box 33">
            <a:extLst>
              <a:ext uri="{FF2B5EF4-FFF2-40B4-BE49-F238E27FC236}">
                <a16:creationId xmlns:a16="http://schemas.microsoft.com/office/drawing/2014/main" id="{24329668-0826-0AC1-5F5C-8248A7A47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18" name="Text Box 34">
            <a:extLst>
              <a:ext uri="{FF2B5EF4-FFF2-40B4-BE49-F238E27FC236}">
                <a16:creationId xmlns:a16="http://schemas.microsoft.com/office/drawing/2014/main" id="{633FB58C-2A1A-6B6C-3A34-7D86AB8F8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19" name="Rectangle 35">
            <a:extLst>
              <a:ext uri="{FF2B5EF4-FFF2-40B4-BE49-F238E27FC236}">
                <a16:creationId xmlns:a16="http://schemas.microsoft.com/office/drawing/2014/main" id="{76F03676-5033-0066-17E2-D889F07C6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0" name="Line 36">
            <a:extLst>
              <a:ext uri="{FF2B5EF4-FFF2-40B4-BE49-F238E27FC236}">
                <a16:creationId xmlns:a16="http://schemas.microsoft.com/office/drawing/2014/main" id="{122A7B3D-2D5E-4FB2-BF9B-15552F0BE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21" name="Rectangle 37" descr="花束">
            <a:extLst>
              <a:ext uri="{FF2B5EF4-FFF2-40B4-BE49-F238E27FC236}">
                <a16:creationId xmlns:a16="http://schemas.microsoft.com/office/drawing/2014/main" id="{AA6ED273-773D-D0EA-EA6B-25A4E26AC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8" name="Line 44">
            <a:extLst>
              <a:ext uri="{FF2B5EF4-FFF2-40B4-BE49-F238E27FC236}">
                <a16:creationId xmlns:a16="http://schemas.microsoft.com/office/drawing/2014/main" id="{359893DC-8973-60A8-144B-DE194FB27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44" name="Text Box 60">
            <a:extLst>
              <a:ext uri="{FF2B5EF4-FFF2-40B4-BE49-F238E27FC236}">
                <a16:creationId xmlns:a16="http://schemas.microsoft.com/office/drawing/2014/main" id="{441A17B5-38F2-3C1E-B6E3-D33A97759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46" name="Text Box 62">
            <a:extLst>
              <a:ext uri="{FF2B5EF4-FFF2-40B4-BE49-F238E27FC236}">
                <a16:creationId xmlns:a16="http://schemas.microsoft.com/office/drawing/2014/main" id="{1214B3AA-ADBC-853B-7FE4-6F50BF86D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48" name="Text Box 64">
            <a:extLst>
              <a:ext uri="{FF2B5EF4-FFF2-40B4-BE49-F238E27FC236}">
                <a16:creationId xmlns:a16="http://schemas.microsoft.com/office/drawing/2014/main" id="{2CC1B67A-F559-2004-5CE6-C820D7EE7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49" name="Text Box 65">
            <a:extLst>
              <a:ext uri="{FF2B5EF4-FFF2-40B4-BE49-F238E27FC236}">
                <a16:creationId xmlns:a16="http://schemas.microsoft.com/office/drawing/2014/main" id="{83A54F65-54ED-9AB2-8E9E-FCC6F1058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50" name="Text Box 66">
            <a:extLst>
              <a:ext uri="{FF2B5EF4-FFF2-40B4-BE49-F238E27FC236}">
                <a16:creationId xmlns:a16="http://schemas.microsoft.com/office/drawing/2014/main" id="{65807664-610F-94C3-1A7D-BC67C8882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51" name="Text Box 67">
            <a:extLst>
              <a:ext uri="{FF2B5EF4-FFF2-40B4-BE49-F238E27FC236}">
                <a16:creationId xmlns:a16="http://schemas.microsoft.com/office/drawing/2014/main" id="{CD389C17-2F64-CB83-8444-B0100D77B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53" name="Text Box 69">
            <a:extLst>
              <a:ext uri="{FF2B5EF4-FFF2-40B4-BE49-F238E27FC236}">
                <a16:creationId xmlns:a16="http://schemas.microsoft.com/office/drawing/2014/main" id="{ACD6EA90-7E8D-A791-39FD-31406C811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55" name="Line 71">
            <a:extLst>
              <a:ext uri="{FF2B5EF4-FFF2-40B4-BE49-F238E27FC236}">
                <a16:creationId xmlns:a16="http://schemas.microsoft.com/office/drawing/2014/main" id="{F1C6C255-0356-8F5B-7408-1B50DAA2C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1613" y="609600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56" name="Text Box 72">
            <a:extLst>
              <a:ext uri="{FF2B5EF4-FFF2-40B4-BE49-F238E27FC236}">
                <a16:creationId xmlns:a16="http://schemas.microsoft.com/office/drawing/2014/main" id="{33343C7C-091A-9D4D-BFDA-D8B35B34D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319088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59" name="Rectangle 75" descr="花束">
            <a:extLst>
              <a:ext uri="{FF2B5EF4-FFF2-40B4-BE49-F238E27FC236}">
                <a16:creationId xmlns:a16="http://schemas.microsoft.com/office/drawing/2014/main" id="{6E43A9DB-1025-6B5A-82AF-A9A61E179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60" name="Rectangle 76" descr="花束">
            <a:extLst>
              <a:ext uri="{FF2B5EF4-FFF2-40B4-BE49-F238E27FC236}">
                <a16:creationId xmlns:a16="http://schemas.microsoft.com/office/drawing/2014/main" id="{6FA8461D-BD70-C4C0-852B-65A78E48F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61" name="Line 77">
            <a:extLst>
              <a:ext uri="{FF2B5EF4-FFF2-40B4-BE49-F238E27FC236}">
                <a16:creationId xmlns:a16="http://schemas.microsoft.com/office/drawing/2014/main" id="{68EF8826-B4A6-0062-1B7D-4CE773C1B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62" name="Line 78">
            <a:extLst>
              <a:ext uri="{FF2B5EF4-FFF2-40B4-BE49-F238E27FC236}">
                <a16:creationId xmlns:a16="http://schemas.microsoft.com/office/drawing/2014/main" id="{BFBCF831-4BB7-42BF-ED67-E51185B90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63" name="Line 79">
            <a:extLst>
              <a:ext uri="{FF2B5EF4-FFF2-40B4-BE49-F238E27FC236}">
                <a16:creationId xmlns:a16="http://schemas.microsoft.com/office/drawing/2014/main" id="{C808EC4A-8A25-A0CD-4610-A380981FE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4069" y="4060664"/>
            <a:ext cx="304800" cy="3048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64" name="Text Box 80">
            <a:extLst>
              <a:ext uri="{FF2B5EF4-FFF2-40B4-BE49-F238E27FC236}">
                <a16:creationId xmlns:a16="http://schemas.microsoft.com/office/drawing/2014/main" id="{87157C86-0F09-561B-3C17-4269CA03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6394" y="3603464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265" name="Rectangle 81">
            <a:extLst>
              <a:ext uri="{FF2B5EF4-FFF2-40B4-BE49-F238E27FC236}">
                <a16:creationId xmlns:a16="http://schemas.microsoft.com/office/drawing/2014/main" id="{5E457F41-A0D8-69BB-6FDA-DF2EA7F52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66" name="Line 82">
            <a:extLst>
              <a:ext uri="{FF2B5EF4-FFF2-40B4-BE49-F238E27FC236}">
                <a16:creationId xmlns:a16="http://schemas.microsoft.com/office/drawing/2014/main" id="{7ECDC7DF-C7FD-2ACD-5231-639AF7748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67" name="Rectangle 83" descr="花束">
            <a:extLst>
              <a:ext uri="{FF2B5EF4-FFF2-40B4-BE49-F238E27FC236}">
                <a16:creationId xmlns:a16="http://schemas.microsoft.com/office/drawing/2014/main" id="{7CA03A4D-B797-C814-A85A-793445F77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68" name="Line 84">
            <a:extLst>
              <a:ext uri="{FF2B5EF4-FFF2-40B4-BE49-F238E27FC236}">
                <a16:creationId xmlns:a16="http://schemas.microsoft.com/office/drawing/2014/main" id="{83101352-B510-A4D4-3EB6-A9A347E5B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69" name="Line 85">
            <a:extLst>
              <a:ext uri="{FF2B5EF4-FFF2-40B4-BE49-F238E27FC236}">
                <a16:creationId xmlns:a16="http://schemas.microsoft.com/office/drawing/2014/main" id="{DDEB67CA-7880-942B-E666-609B3BD933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73" name="Line 89">
            <a:extLst>
              <a:ext uri="{FF2B5EF4-FFF2-40B4-BE49-F238E27FC236}">
                <a16:creationId xmlns:a16="http://schemas.microsoft.com/office/drawing/2014/main" id="{4AF68919-B358-C35F-9FFF-C85DA0AF79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66975" y="2819400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74" name="Text Box 90">
            <a:extLst>
              <a:ext uri="{FF2B5EF4-FFF2-40B4-BE49-F238E27FC236}">
                <a16:creationId xmlns:a16="http://schemas.microsoft.com/office/drawing/2014/main" id="{8F00A6F3-B592-63C8-37A8-67F5CA0F1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2909888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D89BDC-EF48-50DD-6679-9861693B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54A80-81F0-42FF-B873-27325DC55322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EDD4201C-7592-36F4-9225-5BA76354D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6888" y="4328319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1" name="Text Box 33">
            <a:extLst>
              <a:ext uri="{FF2B5EF4-FFF2-40B4-BE49-F238E27FC236}">
                <a16:creationId xmlns:a16="http://schemas.microsoft.com/office/drawing/2014/main" id="{6C39F789-22A0-4679-2D3D-BA31EF479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42" name="Rectangle 34">
            <a:extLst>
              <a:ext uri="{FF2B5EF4-FFF2-40B4-BE49-F238E27FC236}">
                <a16:creationId xmlns:a16="http://schemas.microsoft.com/office/drawing/2014/main" id="{F8FDE31E-B887-A93B-6ABC-8E224F8B4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3" name="Line 35">
            <a:extLst>
              <a:ext uri="{FF2B5EF4-FFF2-40B4-BE49-F238E27FC236}">
                <a16:creationId xmlns:a16="http://schemas.microsoft.com/office/drawing/2014/main" id="{3C0A6670-3FE2-D1D6-A569-255C1AD54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4" name="Rectangle 36" descr="花束">
            <a:extLst>
              <a:ext uri="{FF2B5EF4-FFF2-40B4-BE49-F238E27FC236}">
                <a16:creationId xmlns:a16="http://schemas.microsoft.com/office/drawing/2014/main" id="{78669967-EF51-9040-9818-3F7616696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5" name="Rectangle 37" descr="羊皮纸">
            <a:extLst>
              <a:ext uri="{FF2B5EF4-FFF2-40B4-BE49-F238E27FC236}">
                <a16:creationId xmlns:a16="http://schemas.microsoft.com/office/drawing/2014/main" id="{1005B025-0575-0CC8-B99F-08B7476E7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6" name="Line 38">
            <a:extLst>
              <a:ext uri="{FF2B5EF4-FFF2-40B4-BE49-F238E27FC236}">
                <a16:creationId xmlns:a16="http://schemas.microsoft.com/office/drawing/2014/main" id="{8D18EF8E-AAE9-EC4D-61F0-2EF49F20C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7" name="Rectangle 39" descr="花束">
            <a:extLst>
              <a:ext uri="{FF2B5EF4-FFF2-40B4-BE49-F238E27FC236}">
                <a16:creationId xmlns:a16="http://schemas.microsoft.com/office/drawing/2014/main" id="{0DD9E7B3-226D-1D51-2C1F-101337D25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51" name="Line 43">
            <a:extLst>
              <a:ext uri="{FF2B5EF4-FFF2-40B4-BE49-F238E27FC236}">
                <a16:creationId xmlns:a16="http://schemas.microsoft.com/office/drawing/2014/main" id="{EE66FA02-10D3-D135-C88F-6694DD179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52" name="Line 44">
            <a:extLst>
              <a:ext uri="{FF2B5EF4-FFF2-40B4-BE49-F238E27FC236}">
                <a16:creationId xmlns:a16="http://schemas.microsoft.com/office/drawing/2014/main" id="{08767651-B7F5-4250-0D85-5B741B127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68" name="Text Box 60">
            <a:extLst>
              <a:ext uri="{FF2B5EF4-FFF2-40B4-BE49-F238E27FC236}">
                <a16:creationId xmlns:a16="http://schemas.microsoft.com/office/drawing/2014/main" id="{9F7A3D42-5A1F-A4C7-EE3B-8B3C43A63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42973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22A999-E674-3D04-3DB7-6833232D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8BD91A-7952-458C-80A8-3040503F284C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  <p:sp>
        <p:nvSpPr>
          <p:cNvPr id="3" name="Rectangle 2" descr="羊皮纸">
            <a:extLst>
              <a:ext uri="{FF2B5EF4-FFF2-40B4-BE49-F238E27FC236}">
                <a16:creationId xmlns:a16="http://schemas.microsoft.com/office/drawing/2014/main" id="{BB6D3827-0ED1-3C16-8229-708FAB691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F7E77EDE-FBA8-8066-7A85-591D5A03E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E055B-FEF8-55CA-89CD-BCF2B3988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29150353-57FF-C445-D1DB-E7B8B6D26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9F5D45D-45BE-90B4-D633-4872BB7A1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75992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6C19CF1-FBE5-5AD3-5D6B-ADF3C3E89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 descr="花束">
            <a:extLst>
              <a:ext uri="{FF2B5EF4-FFF2-40B4-BE49-F238E27FC236}">
                <a16:creationId xmlns:a16="http://schemas.microsoft.com/office/drawing/2014/main" id="{D20F5731-99A9-D897-E45E-F490BE16F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9" descr="羊皮纸">
            <a:extLst>
              <a:ext uri="{FF2B5EF4-FFF2-40B4-BE49-F238E27FC236}">
                <a16:creationId xmlns:a16="http://schemas.microsoft.com/office/drawing/2014/main" id="{D1000B27-FD21-3D1E-42C0-56D090A86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7833D78-45F3-F76C-A094-F5EA48DAB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1" descr="花束">
            <a:extLst>
              <a:ext uri="{FF2B5EF4-FFF2-40B4-BE49-F238E27FC236}">
                <a16:creationId xmlns:a16="http://schemas.microsoft.com/office/drawing/2014/main" id="{32AC0696-FD19-DC0D-0383-43573A4ED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12" descr="羊皮纸">
            <a:extLst>
              <a:ext uri="{FF2B5EF4-FFF2-40B4-BE49-F238E27FC236}">
                <a16:creationId xmlns:a16="http://schemas.microsoft.com/office/drawing/2014/main" id="{994FBD11-B8C8-30DC-D727-E2157D2E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77DCF2F7-9D39-C1A1-B328-401654AA6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 descr="花束">
            <a:extLst>
              <a:ext uri="{FF2B5EF4-FFF2-40B4-BE49-F238E27FC236}">
                <a16:creationId xmlns:a16="http://schemas.microsoft.com/office/drawing/2014/main" id="{B582D849-441D-636C-BCF6-D6F019125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 descr="羊皮纸">
            <a:extLst>
              <a:ext uri="{FF2B5EF4-FFF2-40B4-BE49-F238E27FC236}">
                <a16:creationId xmlns:a16="http://schemas.microsoft.com/office/drawing/2014/main" id="{92A11436-F661-E4E6-3670-521786271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1B64533D-8BEB-C125-1FEF-5E1A176E2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7" descr="花束">
            <a:extLst>
              <a:ext uri="{FF2B5EF4-FFF2-40B4-BE49-F238E27FC236}">
                <a16:creationId xmlns:a16="http://schemas.microsoft.com/office/drawing/2014/main" id="{BA118633-5829-45DC-0AE2-097DDB2EF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8" descr="羊皮纸">
            <a:extLst>
              <a:ext uri="{FF2B5EF4-FFF2-40B4-BE49-F238E27FC236}">
                <a16:creationId xmlns:a16="http://schemas.microsoft.com/office/drawing/2014/main" id="{7FB7D46F-E958-DA3E-8348-55FBBC1A5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ECD1177B-603F-0954-F516-F1DDE332A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0" descr="花束">
            <a:extLst>
              <a:ext uri="{FF2B5EF4-FFF2-40B4-BE49-F238E27FC236}">
                <a16:creationId xmlns:a16="http://schemas.microsoft.com/office/drawing/2014/main" id="{842CC3D7-96D4-E027-A6FA-FACF5AF72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1" descr="羊皮纸">
            <a:extLst>
              <a:ext uri="{FF2B5EF4-FFF2-40B4-BE49-F238E27FC236}">
                <a16:creationId xmlns:a16="http://schemas.microsoft.com/office/drawing/2014/main" id="{56FBE1ED-8537-5A37-1E07-3C861B8B5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68B66491-1ECC-64EA-1DFE-C4248F23A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3" descr="花束">
            <a:extLst>
              <a:ext uri="{FF2B5EF4-FFF2-40B4-BE49-F238E27FC236}">
                <a16:creationId xmlns:a16="http://schemas.microsoft.com/office/drawing/2014/main" id="{F4E0AF82-C109-D59E-3E3C-1974DD75C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Rectangle 24" descr="羊皮纸">
            <a:extLst>
              <a:ext uri="{FF2B5EF4-FFF2-40B4-BE49-F238E27FC236}">
                <a16:creationId xmlns:a16="http://schemas.microsoft.com/office/drawing/2014/main" id="{F61D84A5-C9C4-28D3-0668-1D6284C4E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B2393398-A50E-D8CC-885C-621506959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 descr="花束">
            <a:extLst>
              <a:ext uri="{FF2B5EF4-FFF2-40B4-BE49-F238E27FC236}">
                <a16:creationId xmlns:a16="http://schemas.microsoft.com/office/drawing/2014/main" id="{8A16F189-F295-5D1A-0B2B-75DF3DCAF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E9D98096-66F1-87D4-1C39-330E73ABC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AE8ACC05-6787-F45A-BD06-3AE4A4458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5D8CFED1-78E7-7BA3-FD0E-C13BFE1E5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9F755298-D8FF-CAB4-373A-F9D405FAC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0882577C-0DAE-F4D9-FABF-481BF67555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D74A3CF0-74A7-DBF7-66B8-00C173EEF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46FFC16A-1E38-C692-317D-6DDC6276E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44">
            <a:extLst>
              <a:ext uri="{FF2B5EF4-FFF2-40B4-BE49-F238E27FC236}">
                <a16:creationId xmlns:a16="http://schemas.microsoft.com/office/drawing/2014/main" id="{1907F89B-A282-BF67-9221-6C9F8DF58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60">
            <a:extLst>
              <a:ext uri="{FF2B5EF4-FFF2-40B4-BE49-F238E27FC236}">
                <a16:creationId xmlns:a16="http://schemas.microsoft.com/office/drawing/2014/main" id="{5B7CBD06-967A-76B0-F601-5B61A84E4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2">
            <a:extLst>
              <a:ext uri="{FF2B5EF4-FFF2-40B4-BE49-F238E27FC236}">
                <a16:creationId xmlns:a16="http://schemas.microsoft.com/office/drawing/2014/main" id="{61489D1F-A134-6F26-7A44-640C2A051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64">
            <a:extLst>
              <a:ext uri="{FF2B5EF4-FFF2-40B4-BE49-F238E27FC236}">
                <a16:creationId xmlns:a16="http://schemas.microsoft.com/office/drawing/2014/main" id="{6E837623-E16B-9678-F56F-B2FD405C6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65">
            <a:extLst>
              <a:ext uri="{FF2B5EF4-FFF2-40B4-BE49-F238E27FC236}">
                <a16:creationId xmlns:a16="http://schemas.microsoft.com/office/drawing/2014/main" id="{E4AD89D4-9F1C-2FFF-C9EE-EB7C7BC68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66">
            <a:extLst>
              <a:ext uri="{FF2B5EF4-FFF2-40B4-BE49-F238E27FC236}">
                <a16:creationId xmlns:a16="http://schemas.microsoft.com/office/drawing/2014/main" id="{41EC4373-099E-85B6-CE97-9551A85E0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67">
            <a:extLst>
              <a:ext uri="{FF2B5EF4-FFF2-40B4-BE49-F238E27FC236}">
                <a16:creationId xmlns:a16="http://schemas.microsoft.com/office/drawing/2014/main" id="{8FB58040-C403-0B83-2AAF-3B02FBD4D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Text Box 69">
            <a:extLst>
              <a:ext uri="{FF2B5EF4-FFF2-40B4-BE49-F238E27FC236}">
                <a16:creationId xmlns:a16="http://schemas.microsoft.com/office/drawing/2014/main" id="{06A116D9-2FEB-F7E4-582D-AC9EFCBEB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71">
            <a:extLst>
              <a:ext uri="{FF2B5EF4-FFF2-40B4-BE49-F238E27FC236}">
                <a16:creationId xmlns:a16="http://schemas.microsoft.com/office/drawing/2014/main" id="{97E24411-BA2D-2681-C2DB-AD33D9B63E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263" y="592066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72">
            <a:extLst>
              <a:ext uri="{FF2B5EF4-FFF2-40B4-BE49-F238E27FC236}">
                <a16:creationId xmlns:a16="http://schemas.microsoft.com/office/drawing/2014/main" id="{E6D0BA2D-3B1B-7169-0DBF-AD36D2AD1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4263" y="301554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Rectangle 75" descr="花束">
            <a:extLst>
              <a:ext uri="{FF2B5EF4-FFF2-40B4-BE49-F238E27FC236}">
                <a16:creationId xmlns:a16="http://schemas.microsoft.com/office/drawing/2014/main" id="{FB6757C3-4486-C53C-C0A4-4EA1F8D6D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Rectangle 76" descr="花束">
            <a:extLst>
              <a:ext uri="{FF2B5EF4-FFF2-40B4-BE49-F238E27FC236}">
                <a16:creationId xmlns:a16="http://schemas.microsoft.com/office/drawing/2014/main" id="{A0BED338-1A26-65A2-591C-EEC991C1B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" name="Line 77">
            <a:extLst>
              <a:ext uri="{FF2B5EF4-FFF2-40B4-BE49-F238E27FC236}">
                <a16:creationId xmlns:a16="http://schemas.microsoft.com/office/drawing/2014/main" id="{DFD6032E-F4A9-1B69-32FA-3980F2F49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78">
            <a:extLst>
              <a:ext uri="{FF2B5EF4-FFF2-40B4-BE49-F238E27FC236}">
                <a16:creationId xmlns:a16="http://schemas.microsoft.com/office/drawing/2014/main" id="{ED73C0E9-FC60-14FB-A09A-02B4FD64B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79">
            <a:extLst>
              <a:ext uri="{FF2B5EF4-FFF2-40B4-BE49-F238E27FC236}">
                <a16:creationId xmlns:a16="http://schemas.microsoft.com/office/drawing/2014/main" id="{DBB7D277-D59B-49B2-E1C3-E3F55A5C6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774" y="4077511"/>
            <a:ext cx="304800" cy="3048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80">
            <a:extLst>
              <a:ext uri="{FF2B5EF4-FFF2-40B4-BE49-F238E27FC236}">
                <a16:creationId xmlns:a16="http://schemas.microsoft.com/office/drawing/2014/main" id="{4D6035AF-D9A0-D5B8-99B3-44DCC9830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099" y="362031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Rectangle 81">
            <a:extLst>
              <a:ext uri="{FF2B5EF4-FFF2-40B4-BE49-F238E27FC236}">
                <a16:creationId xmlns:a16="http://schemas.microsoft.com/office/drawing/2014/main" id="{035CA08E-59C5-7E77-98F7-F784A1194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Line 82">
            <a:extLst>
              <a:ext uri="{FF2B5EF4-FFF2-40B4-BE49-F238E27FC236}">
                <a16:creationId xmlns:a16="http://schemas.microsoft.com/office/drawing/2014/main" id="{3740644C-F0A2-A5C8-BC5E-5FAA9CE00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83" descr="花束">
            <a:extLst>
              <a:ext uri="{FF2B5EF4-FFF2-40B4-BE49-F238E27FC236}">
                <a16:creationId xmlns:a16="http://schemas.microsoft.com/office/drawing/2014/main" id="{FC6143C1-BC66-5AE0-39FE-BF0B5BA2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Line 84">
            <a:extLst>
              <a:ext uri="{FF2B5EF4-FFF2-40B4-BE49-F238E27FC236}">
                <a16:creationId xmlns:a16="http://schemas.microsoft.com/office/drawing/2014/main" id="{97EF24D0-EC83-0E31-77A3-22AB5BC97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85">
            <a:extLst>
              <a:ext uri="{FF2B5EF4-FFF2-40B4-BE49-F238E27FC236}">
                <a16:creationId xmlns:a16="http://schemas.microsoft.com/office/drawing/2014/main" id="{5E0D2575-ABEE-C0D4-FD7D-21678BD01F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89">
            <a:extLst>
              <a:ext uri="{FF2B5EF4-FFF2-40B4-BE49-F238E27FC236}">
                <a16:creationId xmlns:a16="http://schemas.microsoft.com/office/drawing/2014/main" id="{CB3353C6-AF52-7438-5155-348BFDBD558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66975" y="2819400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90">
            <a:extLst>
              <a:ext uri="{FF2B5EF4-FFF2-40B4-BE49-F238E27FC236}">
                <a16:creationId xmlns:a16="http://schemas.microsoft.com/office/drawing/2014/main" id="{71D5278C-4F7A-E388-ED54-364E41894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2909888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A159A7D2-B918-B62B-8A82-FC584D0C9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5494" y="4343400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65" name="Text Box 33">
            <a:extLst>
              <a:ext uri="{FF2B5EF4-FFF2-40B4-BE49-F238E27FC236}">
                <a16:creationId xmlns:a16="http://schemas.microsoft.com/office/drawing/2014/main" id="{8A0D37E9-389E-FB6C-84D3-7E47BD677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66" name="Rectangle 34">
            <a:extLst>
              <a:ext uri="{FF2B5EF4-FFF2-40B4-BE49-F238E27FC236}">
                <a16:creationId xmlns:a16="http://schemas.microsoft.com/office/drawing/2014/main" id="{5CF8E43F-F3C6-30F6-9C81-BF39A274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7" name="Line 35">
            <a:extLst>
              <a:ext uri="{FF2B5EF4-FFF2-40B4-BE49-F238E27FC236}">
                <a16:creationId xmlns:a16="http://schemas.microsoft.com/office/drawing/2014/main" id="{1C3634A9-6A9C-E580-06AA-24EF41E8C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8" name="Rectangle 36" descr="花束">
            <a:extLst>
              <a:ext uri="{FF2B5EF4-FFF2-40B4-BE49-F238E27FC236}">
                <a16:creationId xmlns:a16="http://schemas.microsoft.com/office/drawing/2014/main" id="{C99E1C32-BB47-211D-087B-7EB56F05D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9" name="Rectangle 37" descr="羊皮纸">
            <a:extLst>
              <a:ext uri="{FF2B5EF4-FFF2-40B4-BE49-F238E27FC236}">
                <a16:creationId xmlns:a16="http://schemas.microsoft.com/office/drawing/2014/main" id="{461F723C-B897-485B-09B4-7759469B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0" name="Line 38">
            <a:extLst>
              <a:ext uri="{FF2B5EF4-FFF2-40B4-BE49-F238E27FC236}">
                <a16:creationId xmlns:a16="http://schemas.microsoft.com/office/drawing/2014/main" id="{A4C0B3F0-AF37-66BD-206A-6D44EF68B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1" name="Rectangle 39" descr="花束">
            <a:extLst>
              <a:ext uri="{FF2B5EF4-FFF2-40B4-BE49-F238E27FC236}">
                <a16:creationId xmlns:a16="http://schemas.microsoft.com/office/drawing/2014/main" id="{929280C0-71C5-EAE0-0755-33D5D3A03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2" name="Rectangle 40" descr="羊皮纸">
            <a:extLst>
              <a:ext uri="{FF2B5EF4-FFF2-40B4-BE49-F238E27FC236}">
                <a16:creationId xmlns:a16="http://schemas.microsoft.com/office/drawing/2014/main" id="{C0B51C9C-B5EE-1C6D-F584-453BFF295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3" name="Line 41">
            <a:extLst>
              <a:ext uri="{FF2B5EF4-FFF2-40B4-BE49-F238E27FC236}">
                <a16:creationId xmlns:a16="http://schemas.microsoft.com/office/drawing/2014/main" id="{C0269756-0F7B-8109-84EB-B8711B315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4" name="Rectangle 42" descr="花束">
            <a:extLst>
              <a:ext uri="{FF2B5EF4-FFF2-40B4-BE49-F238E27FC236}">
                <a16:creationId xmlns:a16="http://schemas.microsoft.com/office/drawing/2014/main" id="{104925B4-A638-A69D-E586-F68127035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434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5" name="Line 43">
            <a:extLst>
              <a:ext uri="{FF2B5EF4-FFF2-40B4-BE49-F238E27FC236}">
                <a16:creationId xmlns:a16="http://schemas.microsoft.com/office/drawing/2014/main" id="{E48EF395-087A-FC55-6FA3-55C5ABFA9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6" name="Line 44">
            <a:extLst>
              <a:ext uri="{FF2B5EF4-FFF2-40B4-BE49-F238E27FC236}">
                <a16:creationId xmlns:a16="http://schemas.microsoft.com/office/drawing/2014/main" id="{EEA039E6-292E-DF6D-3059-289225CF2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7" name="Line 45">
            <a:extLst>
              <a:ext uri="{FF2B5EF4-FFF2-40B4-BE49-F238E27FC236}">
                <a16:creationId xmlns:a16="http://schemas.microsoft.com/office/drawing/2014/main" id="{C4605437-5769-1E4B-09CE-AEF93E00F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92" name="Text Box 60">
            <a:extLst>
              <a:ext uri="{FF2B5EF4-FFF2-40B4-BE49-F238E27FC236}">
                <a16:creationId xmlns:a16="http://schemas.microsoft.com/office/drawing/2014/main" id="{5AA0B04D-1E2E-6FCC-FFAB-9BDD25195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42973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94" name="Text Box 62">
            <a:extLst>
              <a:ext uri="{FF2B5EF4-FFF2-40B4-BE49-F238E27FC236}">
                <a16:creationId xmlns:a16="http://schemas.microsoft.com/office/drawing/2014/main" id="{7495DF1E-56B8-1FC0-44FF-69391EE9C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73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F52A16-FCC6-C6AD-313A-88E29A3C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B03565-3905-46EB-8DB5-E44C685F5C80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  <p:sp>
        <p:nvSpPr>
          <p:cNvPr id="3" name="Rectangle 2" descr="羊皮纸">
            <a:extLst>
              <a:ext uri="{FF2B5EF4-FFF2-40B4-BE49-F238E27FC236}">
                <a16:creationId xmlns:a16="http://schemas.microsoft.com/office/drawing/2014/main" id="{5618FE0C-6365-4BD4-12B1-26D44267D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1A727706-A5E8-4AE2-7DAF-2CEBF3C96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F560B7-2E9C-1517-6180-848D72023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E34094C-A97B-7853-904B-B2F3F365A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DF1C686-3A1E-5A41-06DE-186B6E8B3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D3F492BA-ACC1-F62A-1175-C33443964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 descr="花束">
            <a:extLst>
              <a:ext uri="{FF2B5EF4-FFF2-40B4-BE49-F238E27FC236}">
                <a16:creationId xmlns:a16="http://schemas.microsoft.com/office/drawing/2014/main" id="{6661C511-1A79-6D6B-2E34-64BC96071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9" descr="羊皮纸">
            <a:extLst>
              <a:ext uri="{FF2B5EF4-FFF2-40B4-BE49-F238E27FC236}">
                <a16:creationId xmlns:a16="http://schemas.microsoft.com/office/drawing/2014/main" id="{D5E71F79-EED8-0C99-F3B8-6DAA0FDCD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46311C9-FF1D-4C62-11AA-0117FB4FD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1" descr="花束">
            <a:extLst>
              <a:ext uri="{FF2B5EF4-FFF2-40B4-BE49-F238E27FC236}">
                <a16:creationId xmlns:a16="http://schemas.microsoft.com/office/drawing/2014/main" id="{8E89E7C9-175A-2F0B-59D7-0F0A6476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12" descr="羊皮纸">
            <a:extLst>
              <a:ext uri="{FF2B5EF4-FFF2-40B4-BE49-F238E27FC236}">
                <a16:creationId xmlns:a16="http://schemas.microsoft.com/office/drawing/2014/main" id="{BEB318C5-DFC6-C1DD-116B-1885D197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C2B1E5E7-3EFA-1F92-911D-F69EB58C2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 descr="花束">
            <a:extLst>
              <a:ext uri="{FF2B5EF4-FFF2-40B4-BE49-F238E27FC236}">
                <a16:creationId xmlns:a16="http://schemas.microsoft.com/office/drawing/2014/main" id="{61C945CE-23A9-83D6-5992-2ACB5621C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 descr="羊皮纸">
            <a:extLst>
              <a:ext uri="{FF2B5EF4-FFF2-40B4-BE49-F238E27FC236}">
                <a16:creationId xmlns:a16="http://schemas.microsoft.com/office/drawing/2014/main" id="{20654602-357B-A458-EC6B-CEA18BC61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56457D-C9F4-85CA-29D5-1F3DCA710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7" descr="花束">
            <a:extLst>
              <a:ext uri="{FF2B5EF4-FFF2-40B4-BE49-F238E27FC236}">
                <a16:creationId xmlns:a16="http://schemas.microsoft.com/office/drawing/2014/main" id="{37B0DD4A-53A1-CBD7-19EF-6733E2B2C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8" descr="羊皮纸">
            <a:extLst>
              <a:ext uri="{FF2B5EF4-FFF2-40B4-BE49-F238E27FC236}">
                <a16:creationId xmlns:a16="http://schemas.microsoft.com/office/drawing/2014/main" id="{378079D1-5EFD-248B-4E17-E9F6D46DF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CF5FC224-98D4-B62E-70B7-34D42474A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0" descr="花束">
            <a:extLst>
              <a:ext uri="{FF2B5EF4-FFF2-40B4-BE49-F238E27FC236}">
                <a16:creationId xmlns:a16="http://schemas.microsoft.com/office/drawing/2014/main" id="{1C412AD7-5D75-4F79-D103-36227CAF7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1" descr="羊皮纸">
            <a:extLst>
              <a:ext uri="{FF2B5EF4-FFF2-40B4-BE49-F238E27FC236}">
                <a16:creationId xmlns:a16="http://schemas.microsoft.com/office/drawing/2014/main" id="{D4B1E8F5-177F-D287-70C1-2135AD166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C85E7B9B-7C80-01ED-8BB4-569B8BDDB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3" descr="花束">
            <a:extLst>
              <a:ext uri="{FF2B5EF4-FFF2-40B4-BE49-F238E27FC236}">
                <a16:creationId xmlns:a16="http://schemas.microsoft.com/office/drawing/2014/main" id="{BD389887-34D5-E972-2E03-17D476372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Rectangle 24" descr="羊皮纸">
            <a:extLst>
              <a:ext uri="{FF2B5EF4-FFF2-40B4-BE49-F238E27FC236}">
                <a16:creationId xmlns:a16="http://schemas.microsoft.com/office/drawing/2014/main" id="{6C57F730-45C3-0EFC-E85F-49ADC2BBD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C6784D75-CB8E-B089-0AF0-CBB1A947B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 descr="花束">
            <a:extLst>
              <a:ext uri="{FF2B5EF4-FFF2-40B4-BE49-F238E27FC236}">
                <a16:creationId xmlns:a16="http://schemas.microsoft.com/office/drawing/2014/main" id="{A8463C33-9F0E-985F-73CD-9392CB75E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F70BB48D-D361-FED4-4610-47ACEF69C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DB5ED78A-E362-5256-8EE4-6DE38C766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08B7860A-F305-CD63-8467-07BC9950A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333F52AC-F2BD-5A4E-22F1-C31B5A6DD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25087A71-88DD-4DF0-CF91-666F9D964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B8D972F2-4AF0-5D0B-BD12-379C41754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0131C84F-3D5E-6B87-35A0-FA6B322C3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44">
            <a:extLst>
              <a:ext uri="{FF2B5EF4-FFF2-40B4-BE49-F238E27FC236}">
                <a16:creationId xmlns:a16="http://schemas.microsoft.com/office/drawing/2014/main" id="{87D342B0-590D-9F3F-E379-17E776192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60">
            <a:extLst>
              <a:ext uri="{FF2B5EF4-FFF2-40B4-BE49-F238E27FC236}">
                <a16:creationId xmlns:a16="http://schemas.microsoft.com/office/drawing/2014/main" id="{F6C53C93-3EC9-23D8-38D5-DEE45373E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2">
            <a:extLst>
              <a:ext uri="{FF2B5EF4-FFF2-40B4-BE49-F238E27FC236}">
                <a16:creationId xmlns:a16="http://schemas.microsoft.com/office/drawing/2014/main" id="{CBADB925-25D4-646C-3800-945240A16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64">
            <a:extLst>
              <a:ext uri="{FF2B5EF4-FFF2-40B4-BE49-F238E27FC236}">
                <a16:creationId xmlns:a16="http://schemas.microsoft.com/office/drawing/2014/main" id="{B741CB70-EFA5-DE9F-D125-D5C7AB24D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65">
            <a:extLst>
              <a:ext uri="{FF2B5EF4-FFF2-40B4-BE49-F238E27FC236}">
                <a16:creationId xmlns:a16="http://schemas.microsoft.com/office/drawing/2014/main" id="{3A72DC25-1AB5-BE00-0757-E5B8EEDA6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66">
            <a:extLst>
              <a:ext uri="{FF2B5EF4-FFF2-40B4-BE49-F238E27FC236}">
                <a16:creationId xmlns:a16="http://schemas.microsoft.com/office/drawing/2014/main" id="{43F1A6AB-EB32-9F99-1369-3CFE0E266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67">
            <a:extLst>
              <a:ext uri="{FF2B5EF4-FFF2-40B4-BE49-F238E27FC236}">
                <a16:creationId xmlns:a16="http://schemas.microsoft.com/office/drawing/2014/main" id="{3E06CBB5-4A8C-FD35-3C07-DDB496FA0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Text Box 69">
            <a:extLst>
              <a:ext uri="{FF2B5EF4-FFF2-40B4-BE49-F238E27FC236}">
                <a16:creationId xmlns:a16="http://schemas.microsoft.com/office/drawing/2014/main" id="{A9BF28E6-D997-96A8-1A5E-F29A530B4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71">
            <a:extLst>
              <a:ext uri="{FF2B5EF4-FFF2-40B4-BE49-F238E27FC236}">
                <a16:creationId xmlns:a16="http://schemas.microsoft.com/office/drawing/2014/main" id="{9FC0FE5B-F7F0-73B6-8743-F3C9CF9D36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9606" y="601664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72">
            <a:extLst>
              <a:ext uri="{FF2B5EF4-FFF2-40B4-BE49-F238E27FC236}">
                <a16:creationId xmlns:a16="http://schemas.microsoft.com/office/drawing/2014/main" id="{619C4A8B-D88D-73DB-FEC4-7FA15679E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0606" y="311152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Rectangle 75" descr="花束">
            <a:extLst>
              <a:ext uri="{FF2B5EF4-FFF2-40B4-BE49-F238E27FC236}">
                <a16:creationId xmlns:a16="http://schemas.microsoft.com/office/drawing/2014/main" id="{93198E51-DE44-0BFA-A770-9D57B643B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Rectangle 76" descr="花束">
            <a:extLst>
              <a:ext uri="{FF2B5EF4-FFF2-40B4-BE49-F238E27FC236}">
                <a16:creationId xmlns:a16="http://schemas.microsoft.com/office/drawing/2014/main" id="{016596B4-C044-A1B6-918C-77E2F8C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" name="Line 77">
            <a:extLst>
              <a:ext uri="{FF2B5EF4-FFF2-40B4-BE49-F238E27FC236}">
                <a16:creationId xmlns:a16="http://schemas.microsoft.com/office/drawing/2014/main" id="{0DA094D2-9F5F-E18C-C9AD-B6B61CB5A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78">
            <a:extLst>
              <a:ext uri="{FF2B5EF4-FFF2-40B4-BE49-F238E27FC236}">
                <a16:creationId xmlns:a16="http://schemas.microsoft.com/office/drawing/2014/main" id="{348A2564-2489-5160-0CA0-56F2A25A6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79">
            <a:extLst>
              <a:ext uri="{FF2B5EF4-FFF2-40B4-BE49-F238E27FC236}">
                <a16:creationId xmlns:a16="http://schemas.microsoft.com/office/drawing/2014/main" id="{976ADF56-0C36-64A2-6DA4-10116FF14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5670" y="4052888"/>
            <a:ext cx="304800" cy="3048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80">
            <a:extLst>
              <a:ext uri="{FF2B5EF4-FFF2-40B4-BE49-F238E27FC236}">
                <a16:creationId xmlns:a16="http://schemas.microsoft.com/office/drawing/2014/main" id="{BA637289-BD3E-1773-ED20-C9886EF71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995" y="3595688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Rectangle 81">
            <a:extLst>
              <a:ext uri="{FF2B5EF4-FFF2-40B4-BE49-F238E27FC236}">
                <a16:creationId xmlns:a16="http://schemas.microsoft.com/office/drawing/2014/main" id="{98404F7C-8C00-AF52-6E4A-18F23ECA9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Line 82">
            <a:extLst>
              <a:ext uri="{FF2B5EF4-FFF2-40B4-BE49-F238E27FC236}">
                <a16:creationId xmlns:a16="http://schemas.microsoft.com/office/drawing/2014/main" id="{C88B664C-682D-9055-B788-1A51E7A15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83" descr="花束">
            <a:extLst>
              <a:ext uri="{FF2B5EF4-FFF2-40B4-BE49-F238E27FC236}">
                <a16:creationId xmlns:a16="http://schemas.microsoft.com/office/drawing/2014/main" id="{911BE560-93BA-365F-1EE0-C8021E4D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Line 84">
            <a:extLst>
              <a:ext uri="{FF2B5EF4-FFF2-40B4-BE49-F238E27FC236}">
                <a16:creationId xmlns:a16="http://schemas.microsoft.com/office/drawing/2014/main" id="{384284F5-BA83-1344-D965-DDC7A1EE6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85">
            <a:extLst>
              <a:ext uri="{FF2B5EF4-FFF2-40B4-BE49-F238E27FC236}">
                <a16:creationId xmlns:a16="http://schemas.microsoft.com/office/drawing/2014/main" id="{7DD670E2-E8D3-F3D2-4545-ABB3F77C3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89">
            <a:extLst>
              <a:ext uri="{FF2B5EF4-FFF2-40B4-BE49-F238E27FC236}">
                <a16:creationId xmlns:a16="http://schemas.microsoft.com/office/drawing/2014/main" id="{BA6C3FFC-43F4-9A3F-8523-32111DC3C6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91000" y="2799816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90">
            <a:extLst>
              <a:ext uri="{FF2B5EF4-FFF2-40B4-BE49-F238E27FC236}">
                <a16:creationId xmlns:a16="http://schemas.microsoft.com/office/drawing/2014/main" id="{EB5353C1-D01E-D0B5-0024-9C1E84507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890304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199377E5-3C46-50F0-8039-53C4894D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670" y="4343400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89" name="Text Box 33">
            <a:extLst>
              <a:ext uri="{FF2B5EF4-FFF2-40B4-BE49-F238E27FC236}">
                <a16:creationId xmlns:a16="http://schemas.microsoft.com/office/drawing/2014/main" id="{D9B1CF77-BADC-34B5-DCD7-FABFA30A5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90" name="Rectangle 34">
            <a:extLst>
              <a:ext uri="{FF2B5EF4-FFF2-40B4-BE49-F238E27FC236}">
                <a16:creationId xmlns:a16="http://schemas.microsoft.com/office/drawing/2014/main" id="{E513298C-6CA8-F710-5339-E844B213B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1" name="Line 35">
            <a:extLst>
              <a:ext uri="{FF2B5EF4-FFF2-40B4-BE49-F238E27FC236}">
                <a16:creationId xmlns:a16="http://schemas.microsoft.com/office/drawing/2014/main" id="{C195C17B-0C3C-E407-26F5-4A56971C9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92" name="Rectangle 36" descr="花束">
            <a:extLst>
              <a:ext uri="{FF2B5EF4-FFF2-40B4-BE49-F238E27FC236}">
                <a16:creationId xmlns:a16="http://schemas.microsoft.com/office/drawing/2014/main" id="{578BE5F4-1D05-41EF-EA6B-7D883C326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3" name="Rectangle 37" descr="羊皮纸">
            <a:extLst>
              <a:ext uri="{FF2B5EF4-FFF2-40B4-BE49-F238E27FC236}">
                <a16:creationId xmlns:a16="http://schemas.microsoft.com/office/drawing/2014/main" id="{1E6BA5D8-8D7C-181B-00B0-ECE96CB55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4" name="Line 38">
            <a:extLst>
              <a:ext uri="{FF2B5EF4-FFF2-40B4-BE49-F238E27FC236}">
                <a16:creationId xmlns:a16="http://schemas.microsoft.com/office/drawing/2014/main" id="{D6A6EE51-1B32-79EC-091D-839F97E8A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95" name="Rectangle 39" descr="花束">
            <a:extLst>
              <a:ext uri="{FF2B5EF4-FFF2-40B4-BE49-F238E27FC236}">
                <a16:creationId xmlns:a16="http://schemas.microsoft.com/office/drawing/2014/main" id="{77A7E3D1-7C2F-AD31-884A-27867A5EF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6" name="Rectangle 40" descr="羊皮纸">
            <a:extLst>
              <a:ext uri="{FF2B5EF4-FFF2-40B4-BE49-F238E27FC236}">
                <a16:creationId xmlns:a16="http://schemas.microsoft.com/office/drawing/2014/main" id="{CEEA2372-BD1A-710B-E0F9-92E6931B0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7" name="Line 41">
            <a:extLst>
              <a:ext uri="{FF2B5EF4-FFF2-40B4-BE49-F238E27FC236}">
                <a16:creationId xmlns:a16="http://schemas.microsoft.com/office/drawing/2014/main" id="{C32EF317-434F-6A98-D80E-8473A4220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98" name="Rectangle 42" descr="花束">
            <a:extLst>
              <a:ext uri="{FF2B5EF4-FFF2-40B4-BE49-F238E27FC236}">
                <a16:creationId xmlns:a16="http://schemas.microsoft.com/office/drawing/2014/main" id="{CECB5AF3-081A-97C9-8D60-C54B9891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434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9" name="Line 43">
            <a:extLst>
              <a:ext uri="{FF2B5EF4-FFF2-40B4-BE49-F238E27FC236}">
                <a16:creationId xmlns:a16="http://schemas.microsoft.com/office/drawing/2014/main" id="{2149E73F-78CC-9F66-ECDB-ACE4E006E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00" name="Line 44">
            <a:extLst>
              <a:ext uri="{FF2B5EF4-FFF2-40B4-BE49-F238E27FC236}">
                <a16:creationId xmlns:a16="http://schemas.microsoft.com/office/drawing/2014/main" id="{DF96C806-E22E-D27D-D33E-A462142AF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01" name="Line 45">
            <a:extLst>
              <a:ext uri="{FF2B5EF4-FFF2-40B4-BE49-F238E27FC236}">
                <a16:creationId xmlns:a16="http://schemas.microsoft.com/office/drawing/2014/main" id="{7C86558C-A590-EDED-D581-7C2A1AB95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16" name="Text Box 60">
            <a:extLst>
              <a:ext uri="{FF2B5EF4-FFF2-40B4-BE49-F238E27FC236}">
                <a16:creationId xmlns:a16="http://schemas.microsoft.com/office/drawing/2014/main" id="{7E2B739C-9BEA-7A07-5270-6690DE7B5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42973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318" name="Text Box 62">
            <a:extLst>
              <a:ext uri="{FF2B5EF4-FFF2-40B4-BE49-F238E27FC236}">
                <a16:creationId xmlns:a16="http://schemas.microsoft.com/office/drawing/2014/main" id="{F24E7BC2-72B9-4710-4319-8060C6F0F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73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2F6CA6-9BD1-ED2B-79C1-031F0B0D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57C1D3-AEAE-4118-99B7-FE155B1E3EA7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  <p:sp>
        <p:nvSpPr>
          <p:cNvPr id="3" name="Rectangle 2" descr="羊皮纸">
            <a:extLst>
              <a:ext uri="{FF2B5EF4-FFF2-40B4-BE49-F238E27FC236}">
                <a16:creationId xmlns:a16="http://schemas.microsoft.com/office/drawing/2014/main" id="{C4F2D8EC-C998-57BF-CD22-FEA981D65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F0441147-D90D-9E69-FC71-D043FA0C2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1B6E6-EBA1-45B6-359A-8113A367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27F9C1F-3E5C-B770-2D88-76773BE65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ED6AF64-C3E9-E814-FA5B-4F08E0C69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D06B6ACE-2482-84AF-9359-1581A6861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 descr="花束">
            <a:extLst>
              <a:ext uri="{FF2B5EF4-FFF2-40B4-BE49-F238E27FC236}">
                <a16:creationId xmlns:a16="http://schemas.microsoft.com/office/drawing/2014/main" id="{7B8C10A2-D3BB-1D29-74A2-5923C2F9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9" descr="羊皮纸">
            <a:extLst>
              <a:ext uri="{FF2B5EF4-FFF2-40B4-BE49-F238E27FC236}">
                <a16:creationId xmlns:a16="http://schemas.microsoft.com/office/drawing/2014/main" id="{A9BDF1EE-217A-8A8B-23F1-BF78B4626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74972D12-6F3D-E26F-92E7-704D5E390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1" descr="花束">
            <a:extLst>
              <a:ext uri="{FF2B5EF4-FFF2-40B4-BE49-F238E27FC236}">
                <a16:creationId xmlns:a16="http://schemas.microsoft.com/office/drawing/2014/main" id="{02B879FF-C6BB-2B6C-4E1F-9B9E855F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12" descr="羊皮纸">
            <a:extLst>
              <a:ext uri="{FF2B5EF4-FFF2-40B4-BE49-F238E27FC236}">
                <a16:creationId xmlns:a16="http://schemas.microsoft.com/office/drawing/2014/main" id="{98580829-5EB1-8038-48AC-C4F175809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879BC540-5280-0467-822E-FFE154C7F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 descr="花束">
            <a:extLst>
              <a:ext uri="{FF2B5EF4-FFF2-40B4-BE49-F238E27FC236}">
                <a16:creationId xmlns:a16="http://schemas.microsoft.com/office/drawing/2014/main" id="{DE4F8A28-00EF-5BE1-DF56-15D565414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 descr="羊皮纸">
            <a:extLst>
              <a:ext uri="{FF2B5EF4-FFF2-40B4-BE49-F238E27FC236}">
                <a16:creationId xmlns:a16="http://schemas.microsoft.com/office/drawing/2014/main" id="{C076E37A-00C7-9803-68AB-77097F436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BBDDC1F-30A4-3D85-E82E-E37D8A597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7" descr="花束">
            <a:extLst>
              <a:ext uri="{FF2B5EF4-FFF2-40B4-BE49-F238E27FC236}">
                <a16:creationId xmlns:a16="http://schemas.microsoft.com/office/drawing/2014/main" id="{22229890-8D2F-1F4B-606B-6CAAEC497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8" descr="羊皮纸">
            <a:extLst>
              <a:ext uri="{FF2B5EF4-FFF2-40B4-BE49-F238E27FC236}">
                <a16:creationId xmlns:a16="http://schemas.microsoft.com/office/drawing/2014/main" id="{6036329E-DE31-928F-FFDC-C829662D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23E39E8-AB7B-1C98-DC69-638D1CC95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0" descr="花束">
            <a:extLst>
              <a:ext uri="{FF2B5EF4-FFF2-40B4-BE49-F238E27FC236}">
                <a16:creationId xmlns:a16="http://schemas.microsoft.com/office/drawing/2014/main" id="{2E4F8D26-FA6B-E36C-1820-4460B729E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1" descr="羊皮纸">
            <a:extLst>
              <a:ext uri="{FF2B5EF4-FFF2-40B4-BE49-F238E27FC236}">
                <a16:creationId xmlns:a16="http://schemas.microsoft.com/office/drawing/2014/main" id="{8E6962EA-D68A-1238-0BE3-4792110CD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3ABF7F5-314A-A493-48C8-F0EDAA2FC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3" descr="花束">
            <a:extLst>
              <a:ext uri="{FF2B5EF4-FFF2-40B4-BE49-F238E27FC236}">
                <a16:creationId xmlns:a16="http://schemas.microsoft.com/office/drawing/2014/main" id="{05C6091D-BA77-5BAA-F5F8-E643A05C0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Rectangle 24" descr="羊皮纸">
            <a:extLst>
              <a:ext uri="{FF2B5EF4-FFF2-40B4-BE49-F238E27FC236}">
                <a16:creationId xmlns:a16="http://schemas.microsoft.com/office/drawing/2014/main" id="{2DEDCCF7-A5B3-6167-2C7C-A71DF8B2B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A681BEBF-2647-AF46-0781-727EEF644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 descr="花束">
            <a:extLst>
              <a:ext uri="{FF2B5EF4-FFF2-40B4-BE49-F238E27FC236}">
                <a16:creationId xmlns:a16="http://schemas.microsoft.com/office/drawing/2014/main" id="{22949E9F-6F2A-D2BD-9370-B05B15B11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A3892EC0-661E-E3E3-89E9-4F5FE6D73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BDF8DF13-3D43-D955-5825-3B5610A0F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6BD8DE0A-4EB3-F056-578D-4E64EB00A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66BF029A-1C9D-190A-152B-CF94D9C31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A8AF0D7F-E0AB-7015-E41A-97C6028174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1348FECD-95B0-8261-F306-2A6723689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B4694C0C-968B-E435-C2D1-0AEA7372A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44">
            <a:extLst>
              <a:ext uri="{FF2B5EF4-FFF2-40B4-BE49-F238E27FC236}">
                <a16:creationId xmlns:a16="http://schemas.microsoft.com/office/drawing/2014/main" id="{8C34F90F-B4A6-F48F-78A3-3F0B0A554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60">
            <a:extLst>
              <a:ext uri="{FF2B5EF4-FFF2-40B4-BE49-F238E27FC236}">
                <a16:creationId xmlns:a16="http://schemas.microsoft.com/office/drawing/2014/main" id="{B1FA83CA-E1AA-A897-08A3-A3A4E6218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2">
            <a:extLst>
              <a:ext uri="{FF2B5EF4-FFF2-40B4-BE49-F238E27FC236}">
                <a16:creationId xmlns:a16="http://schemas.microsoft.com/office/drawing/2014/main" id="{5C12A03E-43FF-7D23-331E-67862AEF8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64">
            <a:extLst>
              <a:ext uri="{FF2B5EF4-FFF2-40B4-BE49-F238E27FC236}">
                <a16:creationId xmlns:a16="http://schemas.microsoft.com/office/drawing/2014/main" id="{0D365024-98CB-66DA-D9C1-F00D830FD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65">
            <a:extLst>
              <a:ext uri="{FF2B5EF4-FFF2-40B4-BE49-F238E27FC236}">
                <a16:creationId xmlns:a16="http://schemas.microsoft.com/office/drawing/2014/main" id="{9C0093DB-77B6-0F58-6814-7255CD3E6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66">
            <a:extLst>
              <a:ext uri="{FF2B5EF4-FFF2-40B4-BE49-F238E27FC236}">
                <a16:creationId xmlns:a16="http://schemas.microsoft.com/office/drawing/2014/main" id="{9A1680C3-CFCE-2CB1-2443-95B81663E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67">
            <a:extLst>
              <a:ext uri="{FF2B5EF4-FFF2-40B4-BE49-F238E27FC236}">
                <a16:creationId xmlns:a16="http://schemas.microsoft.com/office/drawing/2014/main" id="{2DB1B01A-DA8D-55B8-32FC-94939A1F8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Text Box 69">
            <a:extLst>
              <a:ext uri="{FF2B5EF4-FFF2-40B4-BE49-F238E27FC236}">
                <a16:creationId xmlns:a16="http://schemas.microsoft.com/office/drawing/2014/main" id="{CEC4EF46-1B2E-59A4-7656-1CFA7858F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71">
            <a:extLst>
              <a:ext uri="{FF2B5EF4-FFF2-40B4-BE49-F238E27FC236}">
                <a16:creationId xmlns:a16="http://schemas.microsoft.com/office/drawing/2014/main" id="{086CAF46-AC6C-5F32-F530-1F8A2CC2FF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98152" y="610588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72">
            <a:extLst>
              <a:ext uri="{FF2B5EF4-FFF2-40B4-BE49-F238E27FC236}">
                <a16:creationId xmlns:a16="http://schemas.microsoft.com/office/drawing/2014/main" id="{1ECAB3B8-A8E3-4184-E431-207D5919C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152" y="320076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Rectangle 75" descr="花束">
            <a:extLst>
              <a:ext uri="{FF2B5EF4-FFF2-40B4-BE49-F238E27FC236}">
                <a16:creationId xmlns:a16="http://schemas.microsoft.com/office/drawing/2014/main" id="{6241485F-1A3B-1815-4971-851C9B67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Rectangle 76" descr="花束">
            <a:extLst>
              <a:ext uri="{FF2B5EF4-FFF2-40B4-BE49-F238E27FC236}">
                <a16:creationId xmlns:a16="http://schemas.microsoft.com/office/drawing/2014/main" id="{F0524775-D74A-91C3-FDE6-1A4F267EF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" name="Line 77">
            <a:extLst>
              <a:ext uri="{FF2B5EF4-FFF2-40B4-BE49-F238E27FC236}">
                <a16:creationId xmlns:a16="http://schemas.microsoft.com/office/drawing/2014/main" id="{16E88FEC-637F-B8E2-4B8A-C2F480CCF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78">
            <a:extLst>
              <a:ext uri="{FF2B5EF4-FFF2-40B4-BE49-F238E27FC236}">
                <a16:creationId xmlns:a16="http://schemas.microsoft.com/office/drawing/2014/main" id="{C25ED175-2508-6934-E374-A4A3C9517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79">
            <a:extLst>
              <a:ext uri="{FF2B5EF4-FFF2-40B4-BE49-F238E27FC236}">
                <a16:creationId xmlns:a16="http://schemas.microsoft.com/office/drawing/2014/main" id="{9624CF3F-2A17-7EBA-7635-D4AE9DD7D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080" y="3992562"/>
            <a:ext cx="288032" cy="304791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80">
            <a:extLst>
              <a:ext uri="{FF2B5EF4-FFF2-40B4-BE49-F238E27FC236}">
                <a16:creationId xmlns:a16="http://schemas.microsoft.com/office/drawing/2014/main" id="{16B4CAC9-6862-DAD7-B05E-CD10D52A9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63" y="3610768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Rectangle 81">
            <a:extLst>
              <a:ext uri="{FF2B5EF4-FFF2-40B4-BE49-F238E27FC236}">
                <a16:creationId xmlns:a16="http://schemas.microsoft.com/office/drawing/2014/main" id="{C691A42D-C1F3-2B55-5AAF-AF4EA5BB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Line 82">
            <a:extLst>
              <a:ext uri="{FF2B5EF4-FFF2-40B4-BE49-F238E27FC236}">
                <a16:creationId xmlns:a16="http://schemas.microsoft.com/office/drawing/2014/main" id="{7EB2919A-35EE-3CF9-003E-436DD0074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83" descr="花束">
            <a:extLst>
              <a:ext uri="{FF2B5EF4-FFF2-40B4-BE49-F238E27FC236}">
                <a16:creationId xmlns:a16="http://schemas.microsoft.com/office/drawing/2014/main" id="{F1E3FC8C-8866-602F-8E96-65C9D1356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Line 84">
            <a:extLst>
              <a:ext uri="{FF2B5EF4-FFF2-40B4-BE49-F238E27FC236}">
                <a16:creationId xmlns:a16="http://schemas.microsoft.com/office/drawing/2014/main" id="{5AC9F7E6-6507-CB74-67AD-CB4E6C773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85">
            <a:extLst>
              <a:ext uri="{FF2B5EF4-FFF2-40B4-BE49-F238E27FC236}">
                <a16:creationId xmlns:a16="http://schemas.microsoft.com/office/drawing/2014/main" id="{40FE9DFB-98CF-5730-291B-EE0E5C6F18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89">
            <a:extLst>
              <a:ext uri="{FF2B5EF4-FFF2-40B4-BE49-F238E27FC236}">
                <a16:creationId xmlns:a16="http://schemas.microsoft.com/office/drawing/2014/main" id="{1BACB028-2132-A310-2ABF-07AEA01988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93837" y="2827337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90">
            <a:extLst>
              <a:ext uri="{FF2B5EF4-FFF2-40B4-BE49-F238E27FC236}">
                <a16:creationId xmlns:a16="http://schemas.microsoft.com/office/drawing/2014/main" id="{4B9AED37-988E-0DBB-E40E-DCB9FABBA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4837" y="2917825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6779B951-643B-BBE3-C157-2C29C704B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5137" y="4337050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09" name="Text Box 29">
            <a:extLst>
              <a:ext uri="{FF2B5EF4-FFF2-40B4-BE49-F238E27FC236}">
                <a16:creationId xmlns:a16="http://schemas.microsoft.com/office/drawing/2014/main" id="{04933D6E-EF4D-6CC0-FACC-97393F172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310" name="Rectangle 30">
            <a:extLst>
              <a:ext uri="{FF2B5EF4-FFF2-40B4-BE49-F238E27FC236}">
                <a16:creationId xmlns:a16="http://schemas.microsoft.com/office/drawing/2014/main" id="{DB935885-EB21-922B-9EB3-728E76307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11" name="Line 31">
            <a:extLst>
              <a:ext uri="{FF2B5EF4-FFF2-40B4-BE49-F238E27FC236}">
                <a16:creationId xmlns:a16="http://schemas.microsoft.com/office/drawing/2014/main" id="{86732687-8899-E152-9A52-BC4A30175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12" name="Rectangle 32" descr="花束">
            <a:extLst>
              <a:ext uri="{FF2B5EF4-FFF2-40B4-BE49-F238E27FC236}">
                <a16:creationId xmlns:a16="http://schemas.microsoft.com/office/drawing/2014/main" id="{C6705997-BCF2-F547-E9D4-AF6DA3988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13" name="Rectangle 33" descr="羊皮纸">
            <a:extLst>
              <a:ext uri="{FF2B5EF4-FFF2-40B4-BE49-F238E27FC236}">
                <a16:creationId xmlns:a16="http://schemas.microsoft.com/office/drawing/2014/main" id="{2CBB4805-937E-74D7-E6A2-38A1336F7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14" name="Line 34">
            <a:extLst>
              <a:ext uri="{FF2B5EF4-FFF2-40B4-BE49-F238E27FC236}">
                <a16:creationId xmlns:a16="http://schemas.microsoft.com/office/drawing/2014/main" id="{727B4AA1-B027-959A-236D-E1BAA5CFE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15" name="Rectangle 35" descr="花束">
            <a:extLst>
              <a:ext uri="{FF2B5EF4-FFF2-40B4-BE49-F238E27FC236}">
                <a16:creationId xmlns:a16="http://schemas.microsoft.com/office/drawing/2014/main" id="{D2BB72B2-AB8A-4CA4-6635-179FE1677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16" name="Rectangle 36" descr="羊皮纸">
            <a:extLst>
              <a:ext uri="{FF2B5EF4-FFF2-40B4-BE49-F238E27FC236}">
                <a16:creationId xmlns:a16="http://schemas.microsoft.com/office/drawing/2014/main" id="{149897B8-3170-679D-355B-EFBBC8F9D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17" name="Line 37">
            <a:extLst>
              <a:ext uri="{FF2B5EF4-FFF2-40B4-BE49-F238E27FC236}">
                <a16:creationId xmlns:a16="http://schemas.microsoft.com/office/drawing/2014/main" id="{999FDAC5-B0EF-E538-EC6A-B47EE9456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18" name="Rectangle 38" descr="花束">
            <a:extLst>
              <a:ext uri="{FF2B5EF4-FFF2-40B4-BE49-F238E27FC236}">
                <a16:creationId xmlns:a16="http://schemas.microsoft.com/office/drawing/2014/main" id="{2E02F50D-6534-8C5F-ACDB-C80CF6A3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434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19" name="Line 39">
            <a:extLst>
              <a:ext uri="{FF2B5EF4-FFF2-40B4-BE49-F238E27FC236}">
                <a16:creationId xmlns:a16="http://schemas.microsoft.com/office/drawing/2014/main" id="{5C7C32E6-F84A-8E9D-9855-EC446A401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20" name="Line 40">
            <a:extLst>
              <a:ext uri="{FF2B5EF4-FFF2-40B4-BE49-F238E27FC236}">
                <a16:creationId xmlns:a16="http://schemas.microsoft.com/office/drawing/2014/main" id="{EFCB9885-7B3B-92C8-B615-0DE6A747D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21" name="Line 41">
            <a:extLst>
              <a:ext uri="{FF2B5EF4-FFF2-40B4-BE49-F238E27FC236}">
                <a16:creationId xmlns:a16="http://schemas.microsoft.com/office/drawing/2014/main" id="{3849D3CB-E52E-9773-A74A-80BCB5156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28" name="Line 48">
            <a:extLst>
              <a:ext uri="{FF2B5EF4-FFF2-40B4-BE49-F238E27FC236}">
                <a16:creationId xmlns:a16="http://schemas.microsoft.com/office/drawing/2014/main" id="{B26F0B12-E99F-274E-551F-711202832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761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31" name="Line 51">
            <a:extLst>
              <a:ext uri="{FF2B5EF4-FFF2-40B4-BE49-F238E27FC236}">
                <a16:creationId xmlns:a16="http://schemas.microsoft.com/office/drawing/2014/main" id="{4078FAAB-90A0-7627-C5D0-915166A83B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5181600"/>
            <a:ext cx="0" cy="609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32" name="Line 52">
            <a:extLst>
              <a:ext uri="{FF2B5EF4-FFF2-40B4-BE49-F238E27FC236}">
                <a16:creationId xmlns:a16="http://schemas.microsoft.com/office/drawing/2014/main" id="{4317E89D-E6CF-B122-AA1E-7107A814D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181600"/>
            <a:ext cx="3505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33" name="Line 53">
            <a:extLst>
              <a:ext uri="{FF2B5EF4-FFF2-40B4-BE49-F238E27FC236}">
                <a16:creationId xmlns:a16="http://schemas.microsoft.com/office/drawing/2014/main" id="{45B12262-0BFB-EDB7-F76D-F2D80720B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6482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34" name="Line 54">
            <a:extLst>
              <a:ext uri="{FF2B5EF4-FFF2-40B4-BE49-F238E27FC236}">
                <a16:creationId xmlns:a16="http://schemas.microsoft.com/office/drawing/2014/main" id="{B0CF5046-D439-EF1B-8539-4C1FDE1C1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648200"/>
            <a:ext cx="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36" name="Text Box 56">
            <a:extLst>
              <a:ext uri="{FF2B5EF4-FFF2-40B4-BE49-F238E27FC236}">
                <a16:creationId xmlns:a16="http://schemas.microsoft.com/office/drawing/2014/main" id="{FC104360-C707-0916-9403-4A376512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42973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338" name="Text Box 58">
            <a:extLst>
              <a:ext uri="{FF2B5EF4-FFF2-40B4-BE49-F238E27FC236}">
                <a16:creationId xmlns:a16="http://schemas.microsoft.com/office/drawing/2014/main" id="{31EC4C74-A1CC-DA0F-BA8B-69B5B6419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73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355" name="Rectangle 75" descr="羊皮纸">
            <a:extLst>
              <a:ext uri="{FF2B5EF4-FFF2-40B4-BE49-F238E27FC236}">
                <a16:creationId xmlns:a16="http://schemas.microsoft.com/office/drawing/2014/main" id="{84FF0671-A052-1453-41F5-4183531D8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56238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56" name="Rectangle 76" descr="花束">
            <a:extLst>
              <a:ext uri="{FF2B5EF4-FFF2-40B4-BE49-F238E27FC236}">
                <a16:creationId xmlns:a16="http://schemas.microsoft.com/office/drawing/2014/main" id="{4DB45854-8CDB-EA03-E908-381A1A1E4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56238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357" name="Text Box 77">
            <a:extLst>
              <a:ext uri="{FF2B5EF4-FFF2-40B4-BE49-F238E27FC236}">
                <a16:creationId xmlns:a16="http://schemas.microsoft.com/office/drawing/2014/main" id="{2EC77A2F-5BAB-5575-0F07-9D50C25E3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13" y="5410200"/>
            <a:ext cx="1030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AF4B61-1A3A-4B43-E1A2-641BB6BC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37B31-DE4C-4DAF-A5C3-79446078FDBA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  <p:sp>
        <p:nvSpPr>
          <p:cNvPr id="3" name="Rectangle 2" descr="羊皮纸">
            <a:extLst>
              <a:ext uri="{FF2B5EF4-FFF2-40B4-BE49-F238E27FC236}">
                <a16:creationId xmlns:a16="http://schemas.microsoft.com/office/drawing/2014/main" id="{6940CFD2-E2B3-7585-6BEC-905BAB025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82C683A7-42AC-8937-C1B7-0C9AA3C09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D73D2-30C7-2C2B-D7BA-4E7E336BC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2792FB7-A7C9-B71B-04F1-D64A64501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5BA4C0D6-DCB7-4623-AC46-4106527C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FE9D422A-1E2A-F505-64C0-AE04662B3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 descr="花束">
            <a:extLst>
              <a:ext uri="{FF2B5EF4-FFF2-40B4-BE49-F238E27FC236}">
                <a16:creationId xmlns:a16="http://schemas.microsoft.com/office/drawing/2014/main" id="{0EB60F52-814E-E4BC-D0A8-21798D10E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9" descr="羊皮纸">
            <a:extLst>
              <a:ext uri="{FF2B5EF4-FFF2-40B4-BE49-F238E27FC236}">
                <a16:creationId xmlns:a16="http://schemas.microsoft.com/office/drawing/2014/main" id="{C05AC146-22CC-8F6E-D889-470BF07B4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340AE4AE-8BB1-16C1-8102-5F7213894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1" descr="花束">
            <a:extLst>
              <a:ext uri="{FF2B5EF4-FFF2-40B4-BE49-F238E27FC236}">
                <a16:creationId xmlns:a16="http://schemas.microsoft.com/office/drawing/2014/main" id="{AF271F09-9897-BB4B-502F-205E2ED25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12" descr="羊皮纸">
            <a:extLst>
              <a:ext uri="{FF2B5EF4-FFF2-40B4-BE49-F238E27FC236}">
                <a16:creationId xmlns:a16="http://schemas.microsoft.com/office/drawing/2014/main" id="{CE8152CB-999F-CFF5-EAF4-727EB23C6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F27FB157-2FAF-940C-A6BA-126506AD0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 descr="花束">
            <a:extLst>
              <a:ext uri="{FF2B5EF4-FFF2-40B4-BE49-F238E27FC236}">
                <a16:creationId xmlns:a16="http://schemas.microsoft.com/office/drawing/2014/main" id="{DE870154-5FFA-1171-6DB7-102F05ACD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 descr="羊皮纸">
            <a:extLst>
              <a:ext uri="{FF2B5EF4-FFF2-40B4-BE49-F238E27FC236}">
                <a16:creationId xmlns:a16="http://schemas.microsoft.com/office/drawing/2014/main" id="{39A84747-8E27-CA60-E024-5816E5CCD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81F854CE-E453-401D-8C03-6F782B3AB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7" descr="花束">
            <a:extLst>
              <a:ext uri="{FF2B5EF4-FFF2-40B4-BE49-F238E27FC236}">
                <a16:creationId xmlns:a16="http://schemas.microsoft.com/office/drawing/2014/main" id="{B61F661B-5A3C-D518-4DA1-F92C35B60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8" descr="羊皮纸">
            <a:extLst>
              <a:ext uri="{FF2B5EF4-FFF2-40B4-BE49-F238E27FC236}">
                <a16:creationId xmlns:a16="http://schemas.microsoft.com/office/drawing/2014/main" id="{7D9DDFF5-570E-C2D9-C88C-1F4B86DE4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477B6A0A-C899-ED14-7A74-1BF26E430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0" descr="花束">
            <a:extLst>
              <a:ext uri="{FF2B5EF4-FFF2-40B4-BE49-F238E27FC236}">
                <a16:creationId xmlns:a16="http://schemas.microsoft.com/office/drawing/2014/main" id="{B50A332D-6793-2CD6-CCC0-A6AF0ADE1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1" descr="羊皮纸">
            <a:extLst>
              <a:ext uri="{FF2B5EF4-FFF2-40B4-BE49-F238E27FC236}">
                <a16:creationId xmlns:a16="http://schemas.microsoft.com/office/drawing/2014/main" id="{360AA258-96EA-B668-DA4B-4BDBCC01C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8284594-8261-1831-B9E6-E34A0E21E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3" descr="花束">
            <a:extLst>
              <a:ext uri="{FF2B5EF4-FFF2-40B4-BE49-F238E27FC236}">
                <a16:creationId xmlns:a16="http://schemas.microsoft.com/office/drawing/2014/main" id="{FCEB2214-0BE1-76BC-1575-13DBA3964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Rectangle 24" descr="羊皮纸">
            <a:extLst>
              <a:ext uri="{FF2B5EF4-FFF2-40B4-BE49-F238E27FC236}">
                <a16:creationId xmlns:a16="http://schemas.microsoft.com/office/drawing/2014/main" id="{4967B467-10EA-C740-2E28-BFAFCCC13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89F65EAB-B857-0111-69C6-CD4F595F5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 descr="花束">
            <a:extLst>
              <a:ext uri="{FF2B5EF4-FFF2-40B4-BE49-F238E27FC236}">
                <a16:creationId xmlns:a16="http://schemas.microsoft.com/office/drawing/2014/main" id="{2451AAFA-558A-9816-2A81-689288C8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38082752-719B-2B8F-752A-96E5F2954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B4DF5999-D232-CC2D-0B80-930FF933D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3EB18B5B-75A2-652F-818A-9792E1187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EF3EC609-2896-1A2D-60CD-0DFF50CE1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6C8672A-5995-0FCB-89D4-64603584B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F902A7A3-41E1-156A-9130-D328A3D7C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12EC5E60-4FFF-85D0-AAB7-0EB32EA27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44">
            <a:extLst>
              <a:ext uri="{FF2B5EF4-FFF2-40B4-BE49-F238E27FC236}">
                <a16:creationId xmlns:a16="http://schemas.microsoft.com/office/drawing/2014/main" id="{7C8ED41D-FC07-A445-738B-D397A735A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60">
            <a:extLst>
              <a:ext uri="{FF2B5EF4-FFF2-40B4-BE49-F238E27FC236}">
                <a16:creationId xmlns:a16="http://schemas.microsoft.com/office/drawing/2014/main" id="{B9409329-4D2E-7C31-36B4-C81D3460B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2">
            <a:extLst>
              <a:ext uri="{FF2B5EF4-FFF2-40B4-BE49-F238E27FC236}">
                <a16:creationId xmlns:a16="http://schemas.microsoft.com/office/drawing/2014/main" id="{720D68A9-91CD-EB82-AEA9-427533FCE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64">
            <a:extLst>
              <a:ext uri="{FF2B5EF4-FFF2-40B4-BE49-F238E27FC236}">
                <a16:creationId xmlns:a16="http://schemas.microsoft.com/office/drawing/2014/main" id="{50D44EF7-7B6E-B315-F24A-24A0A7805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65">
            <a:extLst>
              <a:ext uri="{FF2B5EF4-FFF2-40B4-BE49-F238E27FC236}">
                <a16:creationId xmlns:a16="http://schemas.microsoft.com/office/drawing/2014/main" id="{A8CC7385-BFF0-28E7-CBE4-96276B774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66">
            <a:extLst>
              <a:ext uri="{FF2B5EF4-FFF2-40B4-BE49-F238E27FC236}">
                <a16:creationId xmlns:a16="http://schemas.microsoft.com/office/drawing/2014/main" id="{E723B6C5-8EE8-073E-7A6F-4B3AB62A3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67">
            <a:extLst>
              <a:ext uri="{FF2B5EF4-FFF2-40B4-BE49-F238E27FC236}">
                <a16:creationId xmlns:a16="http://schemas.microsoft.com/office/drawing/2014/main" id="{6F469EE6-DAAC-6039-5BC3-ECED822AA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Text Box 69">
            <a:extLst>
              <a:ext uri="{FF2B5EF4-FFF2-40B4-BE49-F238E27FC236}">
                <a16:creationId xmlns:a16="http://schemas.microsoft.com/office/drawing/2014/main" id="{5DBF671D-B0FB-D424-107D-172EAF8C6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71">
            <a:extLst>
              <a:ext uri="{FF2B5EF4-FFF2-40B4-BE49-F238E27FC236}">
                <a16:creationId xmlns:a16="http://schemas.microsoft.com/office/drawing/2014/main" id="{A7E6B29B-0212-F165-E8FB-9F597D6E4B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4107" y="594906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72">
            <a:extLst>
              <a:ext uri="{FF2B5EF4-FFF2-40B4-BE49-F238E27FC236}">
                <a16:creationId xmlns:a16="http://schemas.microsoft.com/office/drawing/2014/main" id="{8C267DB7-C5BB-DCC9-7764-1C032299A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107" y="304394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Rectangle 75" descr="花束">
            <a:extLst>
              <a:ext uri="{FF2B5EF4-FFF2-40B4-BE49-F238E27FC236}">
                <a16:creationId xmlns:a16="http://schemas.microsoft.com/office/drawing/2014/main" id="{28630189-B6EC-7523-B053-F1847D221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Rectangle 76" descr="花束">
            <a:extLst>
              <a:ext uri="{FF2B5EF4-FFF2-40B4-BE49-F238E27FC236}">
                <a16:creationId xmlns:a16="http://schemas.microsoft.com/office/drawing/2014/main" id="{0E7FE8AC-AB71-C8C0-287B-0FC45B668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" name="Line 77">
            <a:extLst>
              <a:ext uri="{FF2B5EF4-FFF2-40B4-BE49-F238E27FC236}">
                <a16:creationId xmlns:a16="http://schemas.microsoft.com/office/drawing/2014/main" id="{81EAB476-A28C-CA0F-BB80-2E487C896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78">
            <a:extLst>
              <a:ext uri="{FF2B5EF4-FFF2-40B4-BE49-F238E27FC236}">
                <a16:creationId xmlns:a16="http://schemas.microsoft.com/office/drawing/2014/main" id="{660FB4CB-FC07-B580-3010-7CA5E3FB7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79">
            <a:extLst>
              <a:ext uri="{FF2B5EF4-FFF2-40B4-BE49-F238E27FC236}">
                <a16:creationId xmlns:a16="http://schemas.microsoft.com/office/drawing/2014/main" id="{76B47F84-68CF-27B9-1EAE-D542658212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0488" y="5989638"/>
            <a:ext cx="445374" cy="302048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80">
            <a:extLst>
              <a:ext uri="{FF2B5EF4-FFF2-40B4-BE49-F238E27FC236}">
                <a16:creationId xmlns:a16="http://schemas.microsoft.com/office/drawing/2014/main" id="{AECF12F9-0F59-D8F0-99AE-30F9BE251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6077373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Rectangle 81">
            <a:extLst>
              <a:ext uri="{FF2B5EF4-FFF2-40B4-BE49-F238E27FC236}">
                <a16:creationId xmlns:a16="http://schemas.microsoft.com/office/drawing/2014/main" id="{7E151BA1-E015-6D46-2611-72B67653F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Line 82">
            <a:extLst>
              <a:ext uri="{FF2B5EF4-FFF2-40B4-BE49-F238E27FC236}">
                <a16:creationId xmlns:a16="http://schemas.microsoft.com/office/drawing/2014/main" id="{F4AC7F48-EA82-1D50-AE48-07DDAA552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83" descr="花束">
            <a:extLst>
              <a:ext uri="{FF2B5EF4-FFF2-40B4-BE49-F238E27FC236}">
                <a16:creationId xmlns:a16="http://schemas.microsoft.com/office/drawing/2014/main" id="{8F9B8691-ED2F-6BB3-05B2-1E696E28A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Line 84">
            <a:extLst>
              <a:ext uri="{FF2B5EF4-FFF2-40B4-BE49-F238E27FC236}">
                <a16:creationId xmlns:a16="http://schemas.microsoft.com/office/drawing/2014/main" id="{2E4C2C4B-E7C1-0AE8-3E4A-12D1D9D32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85">
            <a:extLst>
              <a:ext uri="{FF2B5EF4-FFF2-40B4-BE49-F238E27FC236}">
                <a16:creationId xmlns:a16="http://schemas.microsoft.com/office/drawing/2014/main" id="{395367CA-2877-A790-697E-8AAB4B45C7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89">
            <a:extLst>
              <a:ext uri="{FF2B5EF4-FFF2-40B4-BE49-F238E27FC236}">
                <a16:creationId xmlns:a16="http://schemas.microsoft.com/office/drawing/2014/main" id="{2D1F9788-8E67-013F-D9DF-454D1E50F6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29487" y="2823450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90">
            <a:extLst>
              <a:ext uri="{FF2B5EF4-FFF2-40B4-BE49-F238E27FC236}">
                <a16:creationId xmlns:a16="http://schemas.microsoft.com/office/drawing/2014/main" id="{D9C09B2A-33AE-F174-1EF1-21DA91C5A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7" y="2913938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47B7DB53-69D7-AEB6-E95E-2F6CAE39C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190" y="5425281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28" name="Text Box 24">
            <a:extLst>
              <a:ext uri="{FF2B5EF4-FFF2-40B4-BE49-F238E27FC236}">
                <a16:creationId xmlns:a16="http://schemas.microsoft.com/office/drawing/2014/main" id="{5111EF4B-8945-615F-F818-4AA76B06F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29" name="Rectangle 25">
            <a:extLst>
              <a:ext uri="{FF2B5EF4-FFF2-40B4-BE49-F238E27FC236}">
                <a16:creationId xmlns:a16="http://schemas.microsoft.com/office/drawing/2014/main" id="{421C8896-5E9B-3DAF-4289-2D7BFE0C8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30" name="Line 26">
            <a:extLst>
              <a:ext uri="{FF2B5EF4-FFF2-40B4-BE49-F238E27FC236}">
                <a16:creationId xmlns:a16="http://schemas.microsoft.com/office/drawing/2014/main" id="{C4233979-295B-E98A-388A-1AAA1176C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1" name="Rectangle 27" descr="花束">
            <a:extLst>
              <a:ext uri="{FF2B5EF4-FFF2-40B4-BE49-F238E27FC236}">
                <a16:creationId xmlns:a16="http://schemas.microsoft.com/office/drawing/2014/main" id="{64CCC809-BBCC-AEC9-EC6A-CE2CF8801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32" name="Rectangle 28" descr="羊皮纸">
            <a:extLst>
              <a:ext uri="{FF2B5EF4-FFF2-40B4-BE49-F238E27FC236}">
                <a16:creationId xmlns:a16="http://schemas.microsoft.com/office/drawing/2014/main" id="{D2C0AB32-9BC2-B1F9-6719-FF65E600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33" name="Line 29">
            <a:extLst>
              <a:ext uri="{FF2B5EF4-FFF2-40B4-BE49-F238E27FC236}">
                <a16:creationId xmlns:a16="http://schemas.microsoft.com/office/drawing/2014/main" id="{C7363945-20D3-AE9D-5CE8-FBA4DB1A2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4" name="Rectangle 30" descr="花束">
            <a:extLst>
              <a:ext uri="{FF2B5EF4-FFF2-40B4-BE49-F238E27FC236}">
                <a16:creationId xmlns:a16="http://schemas.microsoft.com/office/drawing/2014/main" id="{EC1DE1B7-902C-7236-348C-A577EA015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35" name="Rectangle 31" descr="羊皮纸">
            <a:extLst>
              <a:ext uri="{FF2B5EF4-FFF2-40B4-BE49-F238E27FC236}">
                <a16:creationId xmlns:a16="http://schemas.microsoft.com/office/drawing/2014/main" id="{7C23A3FD-4D80-7AB8-BFC0-FE282712D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36" name="Line 32">
            <a:extLst>
              <a:ext uri="{FF2B5EF4-FFF2-40B4-BE49-F238E27FC236}">
                <a16:creationId xmlns:a16="http://schemas.microsoft.com/office/drawing/2014/main" id="{E73A674D-F2D3-898C-A3ED-755D6BB5F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7" name="Rectangle 33" descr="花束">
            <a:extLst>
              <a:ext uri="{FF2B5EF4-FFF2-40B4-BE49-F238E27FC236}">
                <a16:creationId xmlns:a16="http://schemas.microsoft.com/office/drawing/2014/main" id="{0AEDE1FC-B90E-8605-EA4E-7A7E14A57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434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38" name="Line 34">
            <a:extLst>
              <a:ext uri="{FF2B5EF4-FFF2-40B4-BE49-F238E27FC236}">
                <a16:creationId xmlns:a16="http://schemas.microsoft.com/office/drawing/2014/main" id="{48781A0A-7237-1682-308C-3684E39D6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9" name="Line 35">
            <a:extLst>
              <a:ext uri="{FF2B5EF4-FFF2-40B4-BE49-F238E27FC236}">
                <a16:creationId xmlns:a16="http://schemas.microsoft.com/office/drawing/2014/main" id="{A16C15DD-E287-A62E-4452-8CDEE599B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0" name="Line 36">
            <a:extLst>
              <a:ext uri="{FF2B5EF4-FFF2-40B4-BE49-F238E27FC236}">
                <a16:creationId xmlns:a16="http://schemas.microsoft.com/office/drawing/2014/main" id="{DFCB6A77-7922-BA3C-DE2D-1820524B5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1" name="Rectangle 37" descr="羊皮纸">
            <a:extLst>
              <a:ext uri="{FF2B5EF4-FFF2-40B4-BE49-F238E27FC236}">
                <a16:creationId xmlns:a16="http://schemas.microsoft.com/office/drawing/2014/main" id="{C88FCBBE-1B07-AB64-085E-CB31E53D9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456238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42" name="Line 38">
            <a:extLst>
              <a:ext uri="{FF2B5EF4-FFF2-40B4-BE49-F238E27FC236}">
                <a16:creationId xmlns:a16="http://schemas.microsoft.com/office/drawing/2014/main" id="{ED954B47-173F-3803-0EBE-197414301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456238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3" name="Rectangle 39" descr="花束">
            <a:extLst>
              <a:ext uri="{FF2B5EF4-FFF2-40B4-BE49-F238E27FC236}">
                <a16:creationId xmlns:a16="http://schemas.microsoft.com/office/drawing/2014/main" id="{8A675F59-96C7-4E41-67D1-C3A4321C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56238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47" name="Line 43">
            <a:extLst>
              <a:ext uri="{FF2B5EF4-FFF2-40B4-BE49-F238E27FC236}">
                <a16:creationId xmlns:a16="http://schemas.microsoft.com/office/drawing/2014/main" id="{999270F9-84DE-57B4-E6EC-A0F366674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761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0" name="Line 46">
            <a:extLst>
              <a:ext uri="{FF2B5EF4-FFF2-40B4-BE49-F238E27FC236}">
                <a16:creationId xmlns:a16="http://schemas.microsoft.com/office/drawing/2014/main" id="{40D1E9B4-53F8-6AB3-EC4B-C6E8F9F092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5181600"/>
            <a:ext cx="0" cy="609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1" name="Line 47">
            <a:extLst>
              <a:ext uri="{FF2B5EF4-FFF2-40B4-BE49-F238E27FC236}">
                <a16:creationId xmlns:a16="http://schemas.microsoft.com/office/drawing/2014/main" id="{13CF768E-AC17-E586-45E3-BBBD362A8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181600"/>
            <a:ext cx="3505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2" name="Line 48">
            <a:extLst>
              <a:ext uri="{FF2B5EF4-FFF2-40B4-BE49-F238E27FC236}">
                <a16:creationId xmlns:a16="http://schemas.microsoft.com/office/drawing/2014/main" id="{D6C5C72B-2168-6894-AF75-884E64C2F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6482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3" name="Line 49">
            <a:extLst>
              <a:ext uri="{FF2B5EF4-FFF2-40B4-BE49-F238E27FC236}">
                <a16:creationId xmlns:a16="http://schemas.microsoft.com/office/drawing/2014/main" id="{C14B7281-1AD6-5EC0-B825-C45ADC3EA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648200"/>
            <a:ext cx="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5" name="Text Box 51">
            <a:extLst>
              <a:ext uri="{FF2B5EF4-FFF2-40B4-BE49-F238E27FC236}">
                <a16:creationId xmlns:a16="http://schemas.microsoft.com/office/drawing/2014/main" id="{DDF6D22A-5255-F789-54DE-D700C4DF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42973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57" name="Text Box 53">
            <a:extLst>
              <a:ext uri="{FF2B5EF4-FFF2-40B4-BE49-F238E27FC236}">
                <a16:creationId xmlns:a16="http://schemas.microsoft.com/office/drawing/2014/main" id="{3B03C1A7-77AE-9EA5-371F-DF5D5F0E2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73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60" name="Text Box 56">
            <a:extLst>
              <a:ext uri="{FF2B5EF4-FFF2-40B4-BE49-F238E27FC236}">
                <a16:creationId xmlns:a16="http://schemas.microsoft.com/office/drawing/2014/main" id="{C726F730-2C29-47BC-7356-B85860F46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5410200"/>
            <a:ext cx="895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71" name="Rectangle 67" descr="羊皮纸">
            <a:extLst>
              <a:ext uri="{FF2B5EF4-FFF2-40B4-BE49-F238E27FC236}">
                <a16:creationId xmlns:a16="http://schemas.microsoft.com/office/drawing/2014/main" id="{797FC084-4CFD-02A4-7889-31D57B3F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56238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72" name="Rectangle 68" descr="花束">
            <a:extLst>
              <a:ext uri="{FF2B5EF4-FFF2-40B4-BE49-F238E27FC236}">
                <a16:creationId xmlns:a16="http://schemas.microsoft.com/office/drawing/2014/main" id="{023B2822-5D32-E586-6BD3-FA34D5A3A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56238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373" name="Text Box 69">
            <a:extLst>
              <a:ext uri="{FF2B5EF4-FFF2-40B4-BE49-F238E27FC236}">
                <a16:creationId xmlns:a16="http://schemas.microsoft.com/office/drawing/2014/main" id="{7D3277D6-EFC3-93AD-B19E-161B05EE5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13" y="5410200"/>
            <a:ext cx="1030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76" name="Line 72">
            <a:extLst>
              <a:ext uri="{FF2B5EF4-FFF2-40B4-BE49-F238E27FC236}">
                <a16:creationId xmlns:a16="http://schemas.microsoft.com/office/drawing/2014/main" id="{5A02D514-2058-51E1-4F77-BD15B86F8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573405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0FC5F4-7C28-3B1F-87CE-7A978106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1449" y="6353855"/>
            <a:ext cx="2057400" cy="365125"/>
          </a:xfrm>
        </p:spPr>
        <p:txBody>
          <a:bodyPr/>
          <a:lstStyle/>
          <a:p>
            <a:pPr>
              <a:defRPr/>
            </a:pPr>
            <a:fld id="{6EFD7E37-DB79-4861-902A-E9ADCB074669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  <p:sp>
        <p:nvSpPr>
          <p:cNvPr id="3" name="Rectangle 2" descr="羊皮纸">
            <a:extLst>
              <a:ext uri="{FF2B5EF4-FFF2-40B4-BE49-F238E27FC236}">
                <a16:creationId xmlns:a16="http://schemas.microsoft.com/office/drawing/2014/main" id="{AB7E150D-59AC-E41A-3A79-3E7426B91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BCAAFDDF-A56B-48FA-033C-421552B22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6317B4-ED53-9D10-77CC-A4A9ECBED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6F2439AE-65BE-0D45-0439-6019F4BC1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C7411B4-E322-935D-5B03-37F08550A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1588ECF0-BD2D-719A-0EC0-C86BE96BD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 descr="花束">
            <a:extLst>
              <a:ext uri="{FF2B5EF4-FFF2-40B4-BE49-F238E27FC236}">
                <a16:creationId xmlns:a16="http://schemas.microsoft.com/office/drawing/2014/main" id="{C97B6D63-A8F9-79E6-C766-684EC61C1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9" descr="羊皮纸">
            <a:extLst>
              <a:ext uri="{FF2B5EF4-FFF2-40B4-BE49-F238E27FC236}">
                <a16:creationId xmlns:a16="http://schemas.microsoft.com/office/drawing/2014/main" id="{AA9AD5F9-DA06-EE56-EB55-FDF3F751B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EA063B2-4701-19A4-98C6-DF7365003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1" descr="花束">
            <a:extLst>
              <a:ext uri="{FF2B5EF4-FFF2-40B4-BE49-F238E27FC236}">
                <a16:creationId xmlns:a16="http://schemas.microsoft.com/office/drawing/2014/main" id="{C9D424E7-78E3-AB41-50A7-919B73C49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12" descr="羊皮纸">
            <a:extLst>
              <a:ext uri="{FF2B5EF4-FFF2-40B4-BE49-F238E27FC236}">
                <a16:creationId xmlns:a16="http://schemas.microsoft.com/office/drawing/2014/main" id="{733A0665-C429-F611-34B7-57007D146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3B2A180A-368A-F594-47E4-A6B8A921F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 descr="花束">
            <a:extLst>
              <a:ext uri="{FF2B5EF4-FFF2-40B4-BE49-F238E27FC236}">
                <a16:creationId xmlns:a16="http://schemas.microsoft.com/office/drawing/2014/main" id="{8AFEBA31-8426-B428-3213-47A2D00A6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 descr="羊皮纸">
            <a:extLst>
              <a:ext uri="{FF2B5EF4-FFF2-40B4-BE49-F238E27FC236}">
                <a16:creationId xmlns:a16="http://schemas.microsoft.com/office/drawing/2014/main" id="{E4EBE6AD-E6BF-4D73-7124-8E4CE9AFE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6D7C0D13-F9E9-230E-DE9F-F6C02214F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7" descr="花束">
            <a:extLst>
              <a:ext uri="{FF2B5EF4-FFF2-40B4-BE49-F238E27FC236}">
                <a16:creationId xmlns:a16="http://schemas.microsoft.com/office/drawing/2014/main" id="{E813AD86-77BE-A762-C981-B52233AB8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8" descr="羊皮纸">
            <a:extLst>
              <a:ext uri="{FF2B5EF4-FFF2-40B4-BE49-F238E27FC236}">
                <a16:creationId xmlns:a16="http://schemas.microsoft.com/office/drawing/2014/main" id="{D080D259-8A65-CCD4-A0C7-FC0D55B20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84FD2BA1-E7C4-8229-9DF6-9E6BE7163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0" descr="花束">
            <a:extLst>
              <a:ext uri="{FF2B5EF4-FFF2-40B4-BE49-F238E27FC236}">
                <a16:creationId xmlns:a16="http://schemas.microsoft.com/office/drawing/2014/main" id="{7BD1A6BD-731A-A9A3-0DA3-1B2AD0BC6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1" descr="羊皮纸">
            <a:extLst>
              <a:ext uri="{FF2B5EF4-FFF2-40B4-BE49-F238E27FC236}">
                <a16:creationId xmlns:a16="http://schemas.microsoft.com/office/drawing/2014/main" id="{BD07F1CB-23FE-0FA5-03D2-123CB5B8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DF4BE098-E3E7-9878-6E20-8B48A3E89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3" descr="花束">
            <a:extLst>
              <a:ext uri="{FF2B5EF4-FFF2-40B4-BE49-F238E27FC236}">
                <a16:creationId xmlns:a16="http://schemas.microsoft.com/office/drawing/2014/main" id="{ED44AB5B-84ED-258B-C98F-1830CE0C4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Rectangle 24" descr="羊皮纸">
            <a:extLst>
              <a:ext uri="{FF2B5EF4-FFF2-40B4-BE49-F238E27FC236}">
                <a16:creationId xmlns:a16="http://schemas.microsoft.com/office/drawing/2014/main" id="{35A3A389-7DDC-92BD-0D26-5B80AFBB7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74A0629B-BBC8-9A9A-6B58-356CC5093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 descr="花束">
            <a:extLst>
              <a:ext uri="{FF2B5EF4-FFF2-40B4-BE49-F238E27FC236}">
                <a16:creationId xmlns:a16="http://schemas.microsoft.com/office/drawing/2014/main" id="{814D9A60-936B-9492-B4EC-C35646CC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1E469395-8053-00A1-D081-F892B1141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7B2E08B5-24F0-3836-F513-09C402780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3B16DDE3-9EE9-BD21-E3B3-5BA5B2A27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236901D4-B5B0-A3A3-FDCC-540DAA722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6CA7C48B-9162-2FED-CF3E-178A6E3FA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DBDF3ABD-5F66-8FE1-F88E-7D60EC459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18CF9A85-FBFE-6121-BB71-153D71EB1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60">
            <a:extLst>
              <a:ext uri="{FF2B5EF4-FFF2-40B4-BE49-F238E27FC236}">
                <a16:creationId xmlns:a16="http://schemas.microsoft.com/office/drawing/2014/main" id="{9D0486DF-8750-D161-BBD8-03C40ED97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Text Box 62">
            <a:extLst>
              <a:ext uri="{FF2B5EF4-FFF2-40B4-BE49-F238E27FC236}">
                <a16:creationId xmlns:a16="http://schemas.microsoft.com/office/drawing/2014/main" id="{DCDED4D2-24C8-961B-9D2B-73D3AEBB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4">
            <a:extLst>
              <a:ext uri="{FF2B5EF4-FFF2-40B4-BE49-F238E27FC236}">
                <a16:creationId xmlns:a16="http://schemas.microsoft.com/office/drawing/2014/main" id="{A7462BBE-3399-FD30-6E60-0AD8BC1C1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65">
            <a:extLst>
              <a:ext uri="{FF2B5EF4-FFF2-40B4-BE49-F238E27FC236}">
                <a16:creationId xmlns:a16="http://schemas.microsoft.com/office/drawing/2014/main" id="{8D029714-CC67-AF9D-A917-30C701D50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66">
            <a:extLst>
              <a:ext uri="{FF2B5EF4-FFF2-40B4-BE49-F238E27FC236}">
                <a16:creationId xmlns:a16="http://schemas.microsoft.com/office/drawing/2014/main" id="{FD7365E5-0249-5683-0FFB-CFB77F310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67">
            <a:extLst>
              <a:ext uri="{FF2B5EF4-FFF2-40B4-BE49-F238E27FC236}">
                <a16:creationId xmlns:a16="http://schemas.microsoft.com/office/drawing/2014/main" id="{0473B19A-DF0C-484A-533E-1FE3E50D4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69">
            <a:extLst>
              <a:ext uri="{FF2B5EF4-FFF2-40B4-BE49-F238E27FC236}">
                <a16:creationId xmlns:a16="http://schemas.microsoft.com/office/drawing/2014/main" id="{58A55716-CB94-6918-B6EE-B08504557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71">
            <a:extLst>
              <a:ext uri="{FF2B5EF4-FFF2-40B4-BE49-F238E27FC236}">
                <a16:creationId xmlns:a16="http://schemas.microsoft.com/office/drawing/2014/main" id="{E0706CE8-4059-4951-4691-534F2B209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787" y="617701"/>
            <a:ext cx="4111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72">
            <a:extLst>
              <a:ext uri="{FF2B5EF4-FFF2-40B4-BE49-F238E27FC236}">
                <a16:creationId xmlns:a16="http://schemas.microsoft.com/office/drawing/2014/main" id="{74C39561-A258-D9C9-5681-DFB58BC34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00750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Rectangle 75" descr="花束">
            <a:extLst>
              <a:ext uri="{FF2B5EF4-FFF2-40B4-BE49-F238E27FC236}">
                <a16:creationId xmlns:a16="http://schemas.microsoft.com/office/drawing/2014/main" id="{D90B81FD-05A4-3D0B-8452-A9E46543F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" name="Rectangle 76" descr="花束">
            <a:extLst>
              <a:ext uri="{FF2B5EF4-FFF2-40B4-BE49-F238E27FC236}">
                <a16:creationId xmlns:a16="http://schemas.microsoft.com/office/drawing/2014/main" id="{BF92E57E-C090-8986-AC08-A403FCA97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Line 77">
            <a:extLst>
              <a:ext uri="{FF2B5EF4-FFF2-40B4-BE49-F238E27FC236}">
                <a16:creationId xmlns:a16="http://schemas.microsoft.com/office/drawing/2014/main" id="{C5EA006B-EDB8-45D7-E4BC-4CD99B862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78">
            <a:extLst>
              <a:ext uri="{FF2B5EF4-FFF2-40B4-BE49-F238E27FC236}">
                <a16:creationId xmlns:a16="http://schemas.microsoft.com/office/drawing/2014/main" id="{84FE49C3-14F7-1D77-1CB2-27FB16EE8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81">
            <a:extLst>
              <a:ext uri="{FF2B5EF4-FFF2-40B4-BE49-F238E27FC236}">
                <a16:creationId xmlns:a16="http://schemas.microsoft.com/office/drawing/2014/main" id="{D11E12BB-89C5-9488-B9D5-621BED014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" name="Line 82">
            <a:extLst>
              <a:ext uri="{FF2B5EF4-FFF2-40B4-BE49-F238E27FC236}">
                <a16:creationId xmlns:a16="http://schemas.microsoft.com/office/drawing/2014/main" id="{F5017E55-7F42-9488-DEC4-5454734A2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Rectangle 83" descr="花束">
            <a:extLst>
              <a:ext uri="{FF2B5EF4-FFF2-40B4-BE49-F238E27FC236}">
                <a16:creationId xmlns:a16="http://schemas.microsoft.com/office/drawing/2014/main" id="{CEE2C83C-AA18-CD1C-1843-1D6A0776B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" name="Line 84">
            <a:extLst>
              <a:ext uri="{FF2B5EF4-FFF2-40B4-BE49-F238E27FC236}">
                <a16:creationId xmlns:a16="http://schemas.microsoft.com/office/drawing/2014/main" id="{65BE1EE9-EC3F-D081-1DAD-0FFFE9136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85">
            <a:extLst>
              <a:ext uri="{FF2B5EF4-FFF2-40B4-BE49-F238E27FC236}">
                <a16:creationId xmlns:a16="http://schemas.microsoft.com/office/drawing/2014/main" id="{923068DB-7E95-B1EC-30B0-6AA269C296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89">
            <a:extLst>
              <a:ext uri="{FF2B5EF4-FFF2-40B4-BE49-F238E27FC236}">
                <a16:creationId xmlns:a16="http://schemas.microsoft.com/office/drawing/2014/main" id="{AA49E385-4A30-A05D-24BB-6E8ECE222D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29487" y="2823450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90">
            <a:extLst>
              <a:ext uri="{FF2B5EF4-FFF2-40B4-BE49-F238E27FC236}">
                <a16:creationId xmlns:a16="http://schemas.microsoft.com/office/drawing/2014/main" id="{B027F591-C476-FFEE-E4D3-889EAD54E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7" y="2913938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79">
            <a:extLst>
              <a:ext uri="{FF2B5EF4-FFF2-40B4-BE49-F238E27FC236}">
                <a16:creationId xmlns:a16="http://schemas.microsoft.com/office/drawing/2014/main" id="{F787A63C-0DEC-24CB-DC63-4E0486FB1D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8030" y="6144790"/>
            <a:ext cx="445374" cy="302048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80">
            <a:extLst>
              <a:ext uri="{FF2B5EF4-FFF2-40B4-BE49-F238E27FC236}">
                <a16:creationId xmlns:a16="http://schemas.microsoft.com/office/drawing/2014/main" id="{ABEBFE44-E014-48C9-AF51-9A04F68D5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667" y="62325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Text Box 32">
            <a:extLst>
              <a:ext uri="{FF2B5EF4-FFF2-40B4-BE49-F238E27FC236}">
                <a16:creationId xmlns:a16="http://schemas.microsoft.com/office/drawing/2014/main" id="{351F2E1B-8A3E-00D3-4F99-12DB55939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048" y="270587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Text Box 32">
            <a:extLst>
              <a:ext uri="{FF2B5EF4-FFF2-40B4-BE49-F238E27FC236}">
                <a16:creationId xmlns:a16="http://schemas.microsoft.com/office/drawing/2014/main" id="{2D992432-BC61-E8B4-A727-DCAAD969F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5445190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52" name="Text Box 24">
            <a:extLst>
              <a:ext uri="{FF2B5EF4-FFF2-40B4-BE49-F238E27FC236}">
                <a16:creationId xmlns:a16="http://schemas.microsoft.com/office/drawing/2014/main" id="{EC8495B7-1BE3-4CEB-EDA1-8C1143301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327525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53" name="Rectangle 25">
            <a:extLst>
              <a:ext uri="{FF2B5EF4-FFF2-40B4-BE49-F238E27FC236}">
                <a16:creationId xmlns:a16="http://schemas.microsoft.com/office/drawing/2014/main" id="{3E8DBA8A-6079-B193-F4A9-3F40A8DF0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13238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54" name="Line 26">
            <a:extLst>
              <a:ext uri="{FF2B5EF4-FFF2-40B4-BE49-F238E27FC236}">
                <a16:creationId xmlns:a16="http://schemas.microsoft.com/office/drawing/2014/main" id="{409A882F-80C0-1AB6-96DF-0C13C3D03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5" name="Rectangle 27" descr="花束">
            <a:extLst>
              <a:ext uri="{FF2B5EF4-FFF2-40B4-BE49-F238E27FC236}">
                <a16:creationId xmlns:a16="http://schemas.microsoft.com/office/drawing/2014/main" id="{804FD5BC-533C-9C5A-BD03-4F4EB39E6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313238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56" name="Rectangle 28" descr="羊皮纸">
            <a:extLst>
              <a:ext uri="{FF2B5EF4-FFF2-40B4-BE49-F238E27FC236}">
                <a16:creationId xmlns:a16="http://schemas.microsoft.com/office/drawing/2014/main" id="{9A40076F-5AF9-B58D-587C-6AF73F26E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57" name="Line 29">
            <a:extLst>
              <a:ext uri="{FF2B5EF4-FFF2-40B4-BE49-F238E27FC236}">
                <a16:creationId xmlns:a16="http://schemas.microsoft.com/office/drawing/2014/main" id="{1CC13100-0CFE-7E3F-ADC7-3BD5BF7D1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8" name="Rectangle 30" descr="花束">
            <a:extLst>
              <a:ext uri="{FF2B5EF4-FFF2-40B4-BE49-F238E27FC236}">
                <a16:creationId xmlns:a16="http://schemas.microsoft.com/office/drawing/2014/main" id="{F8837EFB-C72C-0CA1-C337-2165D3B5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59" name="Rectangle 31" descr="羊皮纸">
            <a:extLst>
              <a:ext uri="{FF2B5EF4-FFF2-40B4-BE49-F238E27FC236}">
                <a16:creationId xmlns:a16="http://schemas.microsoft.com/office/drawing/2014/main" id="{AB9B3960-123D-454F-F8FF-B9E48BA52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60" name="Line 32">
            <a:extLst>
              <a:ext uri="{FF2B5EF4-FFF2-40B4-BE49-F238E27FC236}">
                <a16:creationId xmlns:a16="http://schemas.microsoft.com/office/drawing/2014/main" id="{974506A7-4675-2F2F-1120-61AD4B43A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3434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1" name="Rectangle 33" descr="花束">
            <a:extLst>
              <a:ext uri="{FF2B5EF4-FFF2-40B4-BE49-F238E27FC236}">
                <a16:creationId xmlns:a16="http://schemas.microsoft.com/office/drawing/2014/main" id="{0975E7CE-E08A-56AD-7C0F-44D9F488A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434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62" name="Line 34">
            <a:extLst>
              <a:ext uri="{FF2B5EF4-FFF2-40B4-BE49-F238E27FC236}">
                <a16:creationId xmlns:a16="http://schemas.microsoft.com/office/drawing/2014/main" id="{8A74FE23-EAAB-04A2-3192-8233E7598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18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3" name="Line 35">
            <a:extLst>
              <a:ext uri="{FF2B5EF4-FFF2-40B4-BE49-F238E27FC236}">
                <a16:creationId xmlns:a16="http://schemas.microsoft.com/office/drawing/2014/main" id="{A6CCEB26-6C15-7081-F81D-C90463027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4" name="Line 36">
            <a:extLst>
              <a:ext uri="{FF2B5EF4-FFF2-40B4-BE49-F238E27FC236}">
                <a16:creationId xmlns:a16="http://schemas.microsoft.com/office/drawing/2014/main" id="{69E2898B-DF20-6003-CAD8-C1C02393F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618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5" name="Rectangle 37" descr="羊皮纸">
            <a:extLst>
              <a:ext uri="{FF2B5EF4-FFF2-40B4-BE49-F238E27FC236}">
                <a16:creationId xmlns:a16="http://schemas.microsoft.com/office/drawing/2014/main" id="{05E60754-29C7-F14C-C2C9-05D5447F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456238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66" name="Line 38">
            <a:extLst>
              <a:ext uri="{FF2B5EF4-FFF2-40B4-BE49-F238E27FC236}">
                <a16:creationId xmlns:a16="http://schemas.microsoft.com/office/drawing/2014/main" id="{875ECF85-126B-E016-5797-0AC7F8851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456238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7" name="Rectangle 39" descr="花束">
            <a:extLst>
              <a:ext uri="{FF2B5EF4-FFF2-40B4-BE49-F238E27FC236}">
                <a16:creationId xmlns:a16="http://schemas.microsoft.com/office/drawing/2014/main" id="{5733A3CD-B4F1-D8E0-E7F7-5B2A96603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56238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68" name="Rectangle 40" descr="羊皮纸">
            <a:extLst>
              <a:ext uri="{FF2B5EF4-FFF2-40B4-BE49-F238E27FC236}">
                <a16:creationId xmlns:a16="http://schemas.microsoft.com/office/drawing/2014/main" id="{334BBACB-2C52-14AD-A036-63A304A35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56238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69" name="Line 41">
            <a:extLst>
              <a:ext uri="{FF2B5EF4-FFF2-40B4-BE49-F238E27FC236}">
                <a16:creationId xmlns:a16="http://schemas.microsoft.com/office/drawing/2014/main" id="{FC42F448-F85A-7128-8F88-83FEF7D8E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456238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0" name="Rectangle 42" descr="花束">
            <a:extLst>
              <a:ext uri="{FF2B5EF4-FFF2-40B4-BE49-F238E27FC236}">
                <a16:creationId xmlns:a16="http://schemas.microsoft.com/office/drawing/2014/main" id="{572504EC-29B9-A408-24DD-C85128626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456238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71" name="Line 43">
            <a:extLst>
              <a:ext uri="{FF2B5EF4-FFF2-40B4-BE49-F238E27FC236}">
                <a16:creationId xmlns:a16="http://schemas.microsoft.com/office/drawing/2014/main" id="{004E4ACB-6A74-3739-864A-7ADDD5A3A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76103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2" name="Line 44">
            <a:extLst>
              <a:ext uri="{FF2B5EF4-FFF2-40B4-BE49-F238E27FC236}">
                <a16:creationId xmlns:a16="http://schemas.microsoft.com/office/drawing/2014/main" id="{8A7D6D74-8E97-5B45-299D-A63316AE1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761038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3" name="Text Box 45">
            <a:extLst>
              <a:ext uri="{FF2B5EF4-FFF2-40B4-BE49-F238E27FC236}">
                <a16:creationId xmlns:a16="http://schemas.microsoft.com/office/drawing/2014/main" id="{A81FA108-C0FD-C647-BD7E-A63A8C7D4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5410200"/>
            <a:ext cx="4302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74" name="Line 46">
            <a:extLst>
              <a:ext uri="{FF2B5EF4-FFF2-40B4-BE49-F238E27FC236}">
                <a16:creationId xmlns:a16="http://schemas.microsoft.com/office/drawing/2014/main" id="{37653287-7546-4160-A61E-97F0A7304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5181600"/>
            <a:ext cx="0" cy="609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5" name="Line 47">
            <a:extLst>
              <a:ext uri="{FF2B5EF4-FFF2-40B4-BE49-F238E27FC236}">
                <a16:creationId xmlns:a16="http://schemas.microsoft.com/office/drawing/2014/main" id="{0EF0E716-582A-B884-8E32-13C3E5396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181600"/>
            <a:ext cx="3505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6" name="Line 48">
            <a:extLst>
              <a:ext uri="{FF2B5EF4-FFF2-40B4-BE49-F238E27FC236}">
                <a16:creationId xmlns:a16="http://schemas.microsoft.com/office/drawing/2014/main" id="{4F9D7839-8817-3988-D81E-729312E75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648200"/>
            <a:ext cx="457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7" name="Line 49">
            <a:extLst>
              <a:ext uri="{FF2B5EF4-FFF2-40B4-BE49-F238E27FC236}">
                <a16:creationId xmlns:a16="http://schemas.microsoft.com/office/drawing/2014/main" id="{B54BD3E4-2565-4F4C-9BFF-C1939D9DC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648200"/>
            <a:ext cx="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9" name="Text Box 51">
            <a:extLst>
              <a:ext uri="{FF2B5EF4-FFF2-40B4-BE49-F238E27FC236}">
                <a16:creationId xmlns:a16="http://schemas.microsoft.com/office/drawing/2014/main" id="{3A67F87C-5492-0567-F404-538D0DEA3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42973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81" name="Text Box 53">
            <a:extLst>
              <a:ext uri="{FF2B5EF4-FFF2-40B4-BE49-F238E27FC236}">
                <a16:creationId xmlns:a16="http://schemas.microsoft.com/office/drawing/2014/main" id="{6189DF30-3DBA-3592-D2EB-FC3EB0028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73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84" name="Text Box 56">
            <a:extLst>
              <a:ext uri="{FF2B5EF4-FFF2-40B4-BE49-F238E27FC236}">
                <a16:creationId xmlns:a16="http://schemas.microsoft.com/office/drawing/2014/main" id="{99D6D10A-D8DA-8B47-4D29-4B081C14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5410200"/>
            <a:ext cx="895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86" name="Text Box 58">
            <a:extLst>
              <a:ext uri="{FF2B5EF4-FFF2-40B4-BE49-F238E27FC236}">
                <a16:creationId xmlns:a16="http://schemas.microsoft.com/office/drawing/2014/main" id="{A49B6772-C6F9-0021-9C48-C95B33A4A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410200"/>
            <a:ext cx="895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95" name="Rectangle 67" descr="羊皮纸">
            <a:extLst>
              <a:ext uri="{FF2B5EF4-FFF2-40B4-BE49-F238E27FC236}">
                <a16:creationId xmlns:a16="http://schemas.microsoft.com/office/drawing/2014/main" id="{35A009E2-4881-AB74-EE1B-3AE9FDCD8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56238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96" name="Rectangle 68" descr="花束">
            <a:extLst>
              <a:ext uri="{FF2B5EF4-FFF2-40B4-BE49-F238E27FC236}">
                <a16:creationId xmlns:a16="http://schemas.microsoft.com/office/drawing/2014/main" id="{299BD29E-04F1-825D-DD8B-4A401B308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56238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97" name="Text Box 69">
            <a:extLst>
              <a:ext uri="{FF2B5EF4-FFF2-40B4-BE49-F238E27FC236}">
                <a16:creationId xmlns:a16="http://schemas.microsoft.com/office/drawing/2014/main" id="{C56B7642-F46D-716F-DCB5-41CF789B8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13" y="5410200"/>
            <a:ext cx="1030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400" name="Line 72">
            <a:extLst>
              <a:ext uri="{FF2B5EF4-FFF2-40B4-BE49-F238E27FC236}">
                <a16:creationId xmlns:a16="http://schemas.microsoft.com/office/drawing/2014/main" id="{54DA2829-8809-5CA4-2BC7-1E4ACF187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573405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C8F63A-4EAB-5FFE-9EE8-38890C12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AB3B33-94FC-4C1B-8D6F-690EE99E2FD0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  <p:sp>
        <p:nvSpPr>
          <p:cNvPr id="3" name="Rectangle 2" descr="羊皮纸">
            <a:extLst>
              <a:ext uri="{FF2B5EF4-FFF2-40B4-BE49-F238E27FC236}">
                <a16:creationId xmlns:a16="http://schemas.microsoft.com/office/drawing/2014/main" id="{90932E69-0C57-C21F-6D01-693E9B21C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036A623A-F77C-68D2-B1A5-D7E8EC973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A8013-A5CD-97C7-6B5B-9709BC886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9F2593C-B08D-7272-A613-78A232E43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DBA4295E-A2E7-8997-A09C-3CE8B2A91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126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BH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.first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E1F182C4-2A60-B5ED-83E4-BFFB5F50A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 descr="花束">
            <a:extLst>
              <a:ext uri="{FF2B5EF4-FFF2-40B4-BE49-F238E27FC236}">
                <a16:creationId xmlns:a16="http://schemas.microsoft.com/office/drawing/2014/main" id="{748787A6-6B9E-1CA7-7300-3F893D384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9" descr="羊皮纸">
            <a:extLst>
              <a:ext uri="{FF2B5EF4-FFF2-40B4-BE49-F238E27FC236}">
                <a16:creationId xmlns:a16="http://schemas.microsoft.com/office/drawing/2014/main" id="{73EDFFE7-FBC8-62E2-367F-E2FE00387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D81E78D5-904B-C370-774B-3468799A2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1" descr="花束">
            <a:extLst>
              <a:ext uri="{FF2B5EF4-FFF2-40B4-BE49-F238E27FC236}">
                <a16:creationId xmlns:a16="http://schemas.microsoft.com/office/drawing/2014/main" id="{5B51A07F-2A8F-333D-35A8-403B2CB4C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12" descr="羊皮纸">
            <a:extLst>
              <a:ext uri="{FF2B5EF4-FFF2-40B4-BE49-F238E27FC236}">
                <a16:creationId xmlns:a16="http://schemas.microsoft.com/office/drawing/2014/main" id="{9B838E8D-C060-99D2-9A44-793B0001B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9906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CF3933C1-197B-79B0-95E2-CEC5C3229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 descr="花束">
            <a:extLst>
              <a:ext uri="{FF2B5EF4-FFF2-40B4-BE49-F238E27FC236}">
                <a16:creationId xmlns:a16="http://schemas.microsoft.com/office/drawing/2014/main" id="{D22B93EF-D874-5339-450B-07BEFC001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 descr="羊皮纸">
            <a:extLst>
              <a:ext uri="{FF2B5EF4-FFF2-40B4-BE49-F238E27FC236}">
                <a16:creationId xmlns:a16="http://schemas.microsoft.com/office/drawing/2014/main" id="{E026AD92-BC02-A2B6-9C02-36240883D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8382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81A35FA3-C66D-7D5E-1DB7-123F5FC0B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7" descr="花束">
            <a:extLst>
              <a:ext uri="{FF2B5EF4-FFF2-40B4-BE49-F238E27FC236}">
                <a16:creationId xmlns:a16="http://schemas.microsoft.com/office/drawing/2014/main" id="{05A2BB90-FD80-1149-AE08-0CADA02D6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8" descr="羊皮纸">
            <a:extLst>
              <a:ext uri="{FF2B5EF4-FFF2-40B4-BE49-F238E27FC236}">
                <a16:creationId xmlns:a16="http://schemas.microsoft.com/office/drawing/2014/main" id="{77BB753C-E8A2-CB0E-497B-1203C712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FA36B099-D6FC-1693-717B-02244AF69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9906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0" descr="花束">
            <a:extLst>
              <a:ext uri="{FF2B5EF4-FFF2-40B4-BE49-F238E27FC236}">
                <a16:creationId xmlns:a16="http://schemas.microsoft.com/office/drawing/2014/main" id="{316464AB-7CB1-5DE2-F829-00EB71DE6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906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1" descr="羊皮纸">
            <a:extLst>
              <a:ext uri="{FF2B5EF4-FFF2-40B4-BE49-F238E27FC236}">
                <a16:creationId xmlns:a16="http://schemas.microsoft.com/office/drawing/2014/main" id="{F22739D2-9A22-EDA6-7959-786EADDA6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4A73EBD7-6886-2AD1-85E3-61E5670B6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3" descr="花束">
            <a:extLst>
              <a:ext uri="{FF2B5EF4-FFF2-40B4-BE49-F238E27FC236}">
                <a16:creationId xmlns:a16="http://schemas.microsoft.com/office/drawing/2014/main" id="{20567A47-8A4F-C27D-83C1-5EE458466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Rectangle 24" descr="羊皮纸">
            <a:extLst>
              <a:ext uri="{FF2B5EF4-FFF2-40B4-BE49-F238E27FC236}">
                <a16:creationId xmlns:a16="http://schemas.microsoft.com/office/drawing/2014/main" id="{B1A36C86-F353-B156-0BD1-FAA55345D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9144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5FCB7C5B-BBC7-4185-9C83-AED743625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 descr="花束">
            <a:extLst>
              <a:ext uri="{FF2B5EF4-FFF2-40B4-BE49-F238E27FC236}">
                <a16:creationId xmlns:a16="http://schemas.microsoft.com/office/drawing/2014/main" id="{005DB6FD-094B-8628-D01D-6A2BCBFEE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209800"/>
            <a:ext cx="304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6C77FB44-A272-FB2D-60BE-58E142A99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95400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4EC455B1-B16C-2795-6E2E-B51020BCF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5146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74270ED3-0A55-0919-85A7-A15529820A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733A33B3-A12C-FF74-6CA5-0B5BE8E36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328E68E4-9B14-09CE-B6A5-0F9FBF150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954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9DE5CB4-C61D-2962-723F-2881A0AF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9445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260F011D-D043-EA6D-59D0-F9CCFFD2A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21637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60">
            <a:extLst>
              <a:ext uri="{FF2B5EF4-FFF2-40B4-BE49-F238E27FC236}">
                <a16:creationId xmlns:a16="http://schemas.microsoft.com/office/drawing/2014/main" id="{CFF25BAD-A3D3-4F2C-38E1-BFBBEA912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9445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Text Box 62">
            <a:extLst>
              <a:ext uri="{FF2B5EF4-FFF2-40B4-BE49-F238E27FC236}">
                <a16:creationId xmlns:a16="http://schemas.microsoft.com/office/drawing/2014/main" id="{A001CBBB-E3EE-8DA3-426D-7D4D4170C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4">
            <a:extLst>
              <a:ext uri="{FF2B5EF4-FFF2-40B4-BE49-F238E27FC236}">
                <a16:creationId xmlns:a16="http://schemas.microsoft.com/office/drawing/2014/main" id="{530A32F1-FEE8-AF16-3983-8905E28F0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944563"/>
            <a:ext cx="827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65">
            <a:extLst>
              <a:ext uri="{FF2B5EF4-FFF2-40B4-BE49-F238E27FC236}">
                <a16:creationId xmlns:a16="http://schemas.microsoft.com/office/drawing/2014/main" id="{92B2ECC2-305A-0341-1737-AD232240C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450" y="216376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3  6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66">
            <a:extLst>
              <a:ext uri="{FF2B5EF4-FFF2-40B4-BE49-F238E27FC236}">
                <a16:creationId xmlns:a16="http://schemas.microsoft.com/office/drawing/2014/main" id="{4AEDBA38-72A4-9D86-5540-88DF6F16F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2163763"/>
            <a:ext cx="1030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-9 10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67">
            <a:extLst>
              <a:ext uri="{FF2B5EF4-FFF2-40B4-BE49-F238E27FC236}">
                <a16:creationId xmlns:a16="http://schemas.microsoft.com/office/drawing/2014/main" id="{F6B8B4AF-C39C-2491-A113-9ACE98C0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9445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7 12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69">
            <a:extLst>
              <a:ext uri="{FF2B5EF4-FFF2-40B4-BE49-F238E27FC236}">
                <a16:creationId xmlns:a16="http://schemas.microsoft.com/office/drawing/2014/main" id="{0C68EB81-2096-69B2-A274-2FD15A9AD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2163763"/>
            <a:ext cx="895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8 14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71">
            <a:extLst>
              <a:ext uri="{FF2B5EF4-FFF2-40B4-BE49-F238E27FC236}">
                <a16:creationId xmlns:a16="http://schemas.microsoft.com/office/drawing/2014/main" id="{8C8E6B7F-754B-B738-F95C-671D11F16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787" y="617701"/>
            <a:ext cx="4111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72">
            <a:extLst>
              <a:ext uri="{FF2B5EF4-FFF2-40B4-BE49-F238E27FC236}">
                <a16:creationId xmlns:a16="http://schemas.microsoft.com/office/drawing/2014/main" id="{6F944B0C-981E-65F0-BBF4-DDA2EF000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00750"/>
            <a:ext cx="56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Rectangle 75" descr="花束">
            <a:extLst>
              <a:ext uri="{FF2B5EF4-FFF2-40B4-BE49-F238E27FC236}">
                <a16:creationId xmlns:a16="http://schemas.microsoft.com/office/drawing/2014/main" id="{C66D2160-E09A-DD79-496A-A07F8DCBE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" name="Rectangle 76" descr="花束">
            <a:extLst>
              <a:ext uri="{FF2B5EF4-FFF2-40B4-BE49-F238E27FC236}">
                <a16:creationId xmlns:a16="http://schemas.microsoft.com/office/drawing/2014/main" id="{7C01CD44-12EC-0E6A-44AB-6054BEE0A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906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Line 77">
            <a:extLst>
              <a:ext uri="{FF2B5EF4-FFF2-40B4-BE49-F238E27FC236}">
                <a16:creationId xmlns:a16="http://schemas.microsoft.com/office/drawing/2014/main" id="{EFD5BABB-7E6B-7ADC-0F47-E5BFC7DF8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78">
            <a:extLst>
              <a:ext uri="{FF2B5EF4-FFF2-40B4-BE49-F238E27FC236}">
                <a16:creationId xmlns:a16="http://schemas.microsoft.com/office/drawing/2014/main" id="{84E73295-09C8-2827-35EA-FAC2467DA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295400"/>
            <a:ext cx="609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81">
            <a:extLst>
              <a:ext uri="{FF2B5EF4-FFF2-40B4-BE49-F238E27FC236}">
                <a16:creationId xmlns:a16="http://schemas.microsoft.com/office/drawing/2014/main" id="{4B4E441D-C9DA-A94F-970A-12DD7A9D5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838200" cy="533400"/>
          </a:xfrm>
          <a:prstGeom prst="rect">
            <a:avLst/>
          </a:prstGeom>
          <a:solidFill>
            <a:srgbClr val="FF6600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" name="Line 82">
            <a:extLst>
              <a:ext uri="{FF2B5EF4-FFF2-40B4-BE49-F238E27FC236}">
                <a16:creationId xmlns:a16="http://schemas.microsoft.com/office/drawing/2014/main" id="{5B3B597E-44F7-E2A6-1BD6-3241D171B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Rectangle 83" descr="花束">
            <a:extLst>
              <a:ext uri="{FF2B5EF4-FFF2-40B4-BE49-F238E27FC236}">
                <a16:creationId xmlns:a16="http://schemas.microsoft.com/office/drawing/2014/main" id="{DA1BEF54-FC61-0CAF-FC89-42C53BDA8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09800"/>
            <a:ext cx="3810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" name="Line 84">
            <a:extLst>
              <a:ext uri="{FF2B5EF4-FFF2-40B4-BE49-F238E27FC236}">
                <a16:creationId xmlns:a16="http://schemas.microsoft.com/office/drawing/2014/main" id="{C7FD2D8B-04BC-F2C3-0EA7-13F19A34A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85">
            <a:extLst>
              <a:ext uri="{FF2B5EF4-FFF2-40B4-BE49-F238E27FC236}">
                <a16:creationId xmlns:a16="http://schemas.microsoft.com/office/drawing/2014/main" id="{E8DC3D2A-3FAC-42C3-4E96-A1826CD1C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2819400"/>
            <a:ext cx="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89">
            <a:extLst>
              <a:ext uri="{FF2B5EF4-FFF2-40B4-BE49-F238E27FC236}">
                <a16:creationId xmlns:a16="http://schemas.microsoft.com/office/drawing/2014/main" id="{5005572E-4565-CA20-2B79-170DCFAC9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0012" y="3270689"/>
            <a:ext cx="430212" cy="140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90">
            <a:extLst>
              <a:ext uri="{FF2B5EF4-FFF2-40B4-BE49-F238E27FC236}">
                <a16:creationId xmlns:a16="http://schemas.microsoft.com/office/drawing/2014/main" id="{CEC7F9EE-9B3F-DB50-28F0-13DBBD12E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987" y="2945087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79">
            <a:extLst>
              <a:ext uri="{FF2B5EF4-FFF2-40B4-BE49-F238E27FC236}">
                <a16:creationId xmlns:a16="http://schemas.microsoft.com/office/drawing/2014/main" id="{EE261120-B4B9-D23A-6FA9-0A1117706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8300" y="4997661"/>
            <a:ext cx="17898" cy="35230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Text Box 80">
            <a:extLst>
              <a:ext uri="{FF2B5EF4-FFF2-40B4-BE49-F238E27FC236}">
                <a16:creationId xmlns:a16="http://schemas.microsoft.com/office/drawing/2014/main" id="{B8CCED0B-7E4D-908A-0F31-023EF0C81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7" y="4464148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8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Text Box 32">
            <a:extLst>
              <a:ext uri="{FF2B5EF4-FFF2-40B4-BE49-F238E27FC236}">
                <a16:creationId xmlns:a16="http://schemas.microsoft.com/office/drawing/2014/main" id="{B7B75F91-36BD-38BF-EDFC-620FE4FBD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4494" y="248362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Text Box 32">
            <a:extLst>
              <a:ext uri="{FF2B5EF4-FFF2-40B4-BE49-F238E27FC236}">
                <a16:creationId xmlns:a16="http://schemas.microsoft.com/office/drawing/2014/main" id="{9AFB9F16-A32E-1A56-E68B-9A547EF9A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5359" y="2918002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pli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A497747-8B11-46C1-B08D-F56494AA9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136525"/>
            <a:ext cx="8830129" cy="65849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dirty="0"/>
              <a:t>Polynomial operator +  ( Polynomial&amp; A, Polynomial&amp; B ) {</a:t>
            </a:r>
          </a:p>
          <a:p>
            <a:pPr marL="0" indent="0">
              <a:buNone/>
            </a:pPr>
            <a:r>
              <a:rPr lang="en-US" altLang="zh-CN" dirty="0"/>
              <a:t>    Term *pa, *pb, *pc, *p;       float temp;       Polynomial C;      pc = </a:t>
            </a:r>
            <a:r>
              <a:rPr lang="en-US" altLang="zh-CN" dirty="0" err="1"/>
              <a:t>C.first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pa = </a:t>
            </a:r>
            <a:r>
              <a:rPr lang="en-US" altLang="zh-CN" dirty="0" err="1"/>
              <a:t>A.first</a:t>
            </a:r>
            <a:r>
              <a:rPr lang="en-US" altLang="zh-CN" dirty="0"/>
              <a:t>-&gt;link;    pb = </a:t>
            </a:r>
            <a:r>
              <a:rPr lang="en-US" altLang="zh-CN" dirty="0" err="1"/>
              <a:t>B.first</a:t>
            </a:r>
            <a:r>
              <a:rPr lang="en-US" altLang="zh-CN" dirty="0"/>
              <a:t>-&gt;link;</a:t>
            </a:r>
          </a:p>
          <a:p>
            <a:pPr marL="0" indent="0">
              <a:buNone/>
            </a:pPr>
            <a:r>
              <a:rPr lang="en-US" altLang="zh-CN" dirty="0"/>
              <a:t>    while ( pa != NULL &amp;&amp; pb != NULL ) {</a:t>
            </a:r>
          </a:p>
          <a:p>
            <a:pPr marL="0" indent="0">
              <a:buNone/>
            </a:pPr>
            <a:r>
              <a:rPr lang="en-US" altLang="zh-CN" dirty="0"/>
              <a:t>       if ( pa-&gt;exp == pb-&gt;exp  ) {</a:t>
            </a:r>
          </a:p>
          <a:p>
            <a:pPr marL="0" indent="0">
              <a:buNone/>
            </a:pPr>
            <a:r>
              <a:rPr lang="en-US" altLang="zh-CN" dirty="0"/>
              <a:t>	   temp = pa-&gt;</a:t>
            </a:r>
            <a:r>
              <a:rPr lang="en-US" altLang="zh-CN" dirty="0" err="1"/>
              <a:t>coef</a:t>
            </a:r>
            <a:r>
              <a:rPr lang="en-US" altLang="zh-CN" dirty="0"/>
              <a:t> + pb-&gt;</a:t>
            </a:r>
            <a:r>
              <a:rPr lang="en-US" altLang="zh-CN" dirty="0" err="1"/>
              <a:t>coef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   if ( fabs(temp) &gt; 0.001)     pc = pc-&gt;</a:t>
            </a:r>
            <a:r>
              <a:rPr lang="en-US" altLang="zh-CN" dirty="0" err="1"/>
              <a:t>InsertAfter</a:t>
            </a:r>
            <a:r>
              <a:rPr lang="en-US" altLang="zh-CN" dirty="0"/>
              <a:t>(temp, pa-&gt;exp);</a:t>
            </a:r>
          </a:p>
          <a:p>
            <a:pPr marL="0" indent="0">
              <a:buNone/>
            </a:pPr>
            <a:r>
              <a:rPr lang="en-US" altLang="zh-CN" dirty="0"/>
              <a:t>               pa = pa-&gt;link;       pb = pb-&gt;link;</a:t>
            </a:r>
          </a:p>
          <a:p>
            <a:pPr marL="0" indent="0">
              <a:buNone/>
            </a:pPr>
            <a:r>
              <a:rPr lang="en-US" altLang="zh-CN" dirty="0"/>
              <a:t>        }	                 //</a:t>
            </a:r>
            <a:r>
              <a:rPr lang="zh-CN" altLang="en-US" dirty="0"/>
              <a:t>相加为零</a:t>
            </a:r>
            <a:r>
              <a:rPr lang="en-US" altLang="zh-CN" dirty="0"/>
              <a:t>, </a:t>
            </a:r>
            <a:r>
              <a:rPr lang="zh-CN" altLang="en-US" dirty="0"/>
              <a:t>该项不要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else if (pa-&gt;exp &lt; pb-&gt;exp ) {</a:t>
            </a:r>
          </a:p>
          <a:p>
            <a:pPr marL="0" indent="0">
              <a:buNone/>
            </a:pPr>
            <a:r>
              <a:rPr lang="en-US" altLang="zh-CN" dirty="0"/>
              <a:t>            pc = pc-&gt;</a:t>
            </a:r>
            <a:r>
              <a:rPr lang="en-US" altLang="zh-CN" dirty="0" err="1"/>
              <a:t>InsertAfter</a:t>
            </a:r>
            <a:r>
              <a:rPr lang="en-US" altLang="zh-CN" dirty="0"/>
              <a:t>(pa-&gt;</a:t>
            </a:r>
            <a:r>
              <a:rPr lang="en-US" altLang="zh-CN" dirty="0" err="1"/>
              <a:t>coef</a:t>
            </a:r>
            <a:r>
              <a:rPr lang="en-US" altLang="zh-CN" dirty="0"/>
              <a:t>, pa-&gt;exp);        pa = pa-&gt;link;</a:t>
            </a:r>
          </a:p>
          <a:p>
            <a:pPr marL="0" indent="0">
              <a:buNone/>
            </a:pPr>
            <a:r>
              <a:rPr lang="en-US" altLang="zh-CN" dirty="0"/>
              <a:t>        }</a:t>
            </a:r>
          </a:p>
          <a:p>
            <a:pPr marL="0" indent="0">
              <a:buNone/>
            </a:pPr>
            <a:r>
              <a:rPr lang="en-US" altLang="zh-CN" dirty="0"/>
              <a:t>         else {  pc = pc-&gt;</a:t>
            </a:r>
            <a:r>
              <a:rPr lang="en-US" altLang="zh-CN" dirty="0" err="1"/>
              <a:t>InsertAfter</a:t>
            </a:r>
            <a:r>
              <a:rPr lang="en-US" altLang="zh-CN" dirty="0"/>
              <a:t>(pb-&gt;</a:t>
            </a:r>
            <a:r>
              <a:rPr lang="en-US" altLang="zh-CN" dirty="0" err="1"/>
              <a:t>coef</a:t>
            </a:r>
            <a:r>
              <a:rPr lang="en-US" altLang="zh-CN" dirty="0"/>
              <a:t>, pb-&gt;exp);       pb = pb-&gt;link;  }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if(pa != NULL) p = pa;    else p = pb;</a:t>
            </a:r>
          </a:p>
          <a:p>
            <a:pPr marL="0" indent="0">
              <a:buNone/>
            </a:pPr>
            <a:r>
              <a:rPr lang="en-US" altLang="zh-CN" dirty="0"/>
              <a:t>    while (p != NULL) {</a:t>
            </a:r>
          </a:p>
          <a:p>
            <a:pPr marL="0" indent="0">
              <a:buNone/>
            </a:pPr>
            <a:r>
              <a:rPr lang="en-US" altLang="zh-CN" dirty="0"/>
              <a:t>         pc = pc-&gt;</a:t>
            </a:r>
            <a:r>
              <a:rPr lang="en-US" altLang="zh-CN" dirty="0" err="1"/>
              <a:t>InsertAfter</a:t>
            </a:r>
            <a:r>
              <a:rPr lang="en-US" altLang="zh-CN" dirty="0"/>
              <a:t>(p-&gt;</a:t>
            </a:r>
            <a:r>
              <a:rPr lang="en-US" altLang="zh-CN" dirty="0" err="1"/>
              <a:t>coef</a:t>
            </a:r>
            <a:r>
              <a:rPr lang="en-US" altLang="zh-CN" dirty="0"/>
              <a:t>, p-&gt;exp);         p = p-&gt;link;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return C;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180210-14AD-C702-CA50-DA560197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49765-6213-460B-BD6D-75F7005AEE28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5">
            <a:extLst>
              <a:ext uri="{FF2B5EF4-FFF2-40B4-BE49-F238E27FC236}">
                <a16:creationId xmlns:a16="http://schemas.microsoft.com/office/drawing/2014/main" id="{E885B7F7-9B8F-FF5C-E8E5-9F795B3B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性能分析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66EA42F-318B-3B69-6A53-41BE0BDDB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设两个多项式链表的长度分别为</a:t>
            </a:r>
            <a:r>
              <a:rPr lang="en-US" altLang="zh-CN" dirty="0"/>
              <a:t>m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，则总的比较次数为</a:t>
            </a:r>
            <a:r>
              <a:rPr lang="en-US" altLang="zh-CN" dirty="0"/>
              <a:t>O(</a:t>
            </a:r>
            <a:r>
              <a:rPr lang="en-US" altLang="zh-CN" dirty="0" err="1"/>
              <a:t>m+n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  <a:p>
            <a:pPr>
              <a:defRPr/>
            </a:pPr>
            <a:r>
              <a:rPr lang="zh-CN" altLang="en-US" dirty="0"/>
              <a:t>有了多项式的加法，则可容易地定义多项式的减法、乘法和除法。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16244B-D223-86EC-B979-C214ACEB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A9B5CC-D767-4C26-9250-A2BF45857889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1CCC69BB-E2EE-E21C-415C-229EACCDB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多项式的乘法（自学）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E64B3169-C696-DD1F-700C-3A86C41779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基本思路</a:t>
            </a:r>
            <a:endParaRPr lang="en-US" altLang="zh-CN" dirty="0"/>
          </a:p>
          <a:p>
            <a:pPr lvl="1"/>
            <a:r>
              <a:rPr lang="zh-CN" altLang="en-US" dirty="0"/>
              <a:t>准备好一个数组</a:t>
            </a:r>
            <a:r>
              <a:rPr lang="en-US" altLang="zh-CN" dirty="0"/>
              <a:t>result</a:t>
            </a:r>
            <a:r>
              <a:rPr lang="zh-CN" altLang="en-US" dirty="0"/>
              <a:t>，数组大小与最大允许阶数相同。乘积中的每个项的系数保存在以该项阶数为下标的数组元素中</a:t>
            </a:r>
            <a:endParaRPr lang="en-US" altLang="zh-CN" dirty="0"/>
          </a:p>
          <a:p>
            <a:pPr lvl="1"/>
            <a:r>
              <a:rPr lang="zh-CN" altLang="en-US" dirty="0"/>
              <a:t>循环取得多项式</a:t>
            </a:r>
            <a:r>
              <a:rPr lang="en-US" altLang="zh-CN" dirty="0"/>
              <a:t>1</a:t>
            </a:r>
            <a:r>
              <a:rPr lang="zh-CN" altLang="en-US" dirty="0"/>
              <a:t>的每一项</a:t>
            </a:r>
            <a:endParaRPr lang="en-US" altLang="zh-CN" dirty="0"/>
          </a:p>
          <a:p>
            <a:pPr lvl="2"/>
            <a:r>
              <a:rPr lang="zh-CN" altLang="en-US" dirty="0"/>
              <a:t>循环将多项式</a:t>
            </a:r>
            <a:r>
              <a:rPr lang="en-US" altLang="zh-CN" dirty="0"/>
              <a:t>1</a:t>
            </a:r>
            <a:r>
              <a:rPr lang="zh-CN" altLang="en-US" dirty="0"/>
              <a:t>的当前项乘以多项式</a:t>
            </a:r>
            <a:r>
              <a:rPr lang="en-US" altLang="zh-CN" dirty="0"/>
              <a:t>2</a:t>
            </a:r>
            <a:r>
              <a:rPr lang="zh-CN" altLang="en-US" dirty="0"/>
              <a:t>的每一项，结果累加到</a:t>
            </a:r>
            <a:r>
              <a:rPr lang="en-US" altLang="zh-CN" dirty="0"/>
              <a:t>result</a:t>
            </a:r>
            <a:r>
              <a:rPr lang="zh-CN" altLang="en-US" dirty="0"/>
              <a:t>数组的对应项中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8F0AB7-1F39-2A77-B588-F341AB8A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CB7E9A-02DD-474E-971B-F8CD7A627CCC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2">
            <a:extLst>
              <a:ext uri="{FF2B5EF4-FFF2-40B4-BE49-F238E27FC236}">
                <a16:creationId xmlns:a16="http://schemas.microsoft.com/office/drawing/2014/main" id="{ECBC5ED9-DE90-26F9-2A80-015A08D64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</a:t>
            </a:r>
            <a:r>
              <a:rPr lang="zh-CN" altLang="en-US" dirty="0"/>
              <a:t>静态链表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B39EBF-47BB-6A44-3538-5950320D8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/>
              <a:t>为数组中每一个元素附加一个链接指针；</a:t>
            </a:r>
          </a:p>
          <a:p>
            <a:pPr>
              <a:defRPr/>
            </a:pPr>
            <a:r>
              <a:rPr lang="zh-CN" altLang="en-US" dirty="0"/>
              <a:t>允许不改变各元素的物理位置，只要重新链接就能够改变这些元素的逻辑顺序；</a:t>
            </a:r>
          </a:p>
          <a:p>
            <a:pPr>
              <a:defRPr/>
            </a:pPr>
            <a:r>
              <a:rPr lang="zh-CN" altLang="en-US" dirty="0"/>
              <a:t>利用数组定义，在整个运算过程中存储空间的大小不会变化</a:t>
            </a:r>
            <a:r>
              <a:rPr lang="en-US" altLang="zh-CN" dirty="0"/>
              <a:t>——</a:t>
            </a:r>
            <a:r>
              <a:rPr lang="zh-CN" altLang="en-US" dirty="0"/>
              <a:t>静态链表。</a:t>
            </a:r>
          </a:p>
          <a:p>
            <a:pPr>
              <a:defRPr/>
            </a:pPr>
            <a:r>
              <a:rPr lang="zh-CN" altLang="en-US" dirty="0"/>
              <a:t>每个结点由两个数据成员构成：</a:t>
            </a:r>
          </a:p>
          <a:p>
            <a:pPr lvl="1">
              <a:defRPr/>
            </a:pPr>
            <a:r>
              <a:rPr lang="en-US" altLang="zh-CN" dirty="0"/>
              <a:t>data</a:t>
            </a:r>
            <a:r>
              <a:rPr lang="zh-CN" altLang="en-US" dirty="0"/>
              <a:t>域存储数据；</a:t>
            </a:r>
          </a:p>
          <a:p>
            <a:pPr lvl="1">
              <a:defRPr/>
            </a:pPr>
            <a:r>
              <a:rPr lang="en-US" altLang="zh-CN" dirty="0"/>
              <a:t>link</a:t>
            </a:r>
            <a:r>
              <a:rPr lang="zh-CN" altLang="en-US" dirty="0"/>
              <a:t>域存放链接指针。</a:t>
            </a:r>
          </a:p>
          <a:p>
            <a:pPr>
              <a:defRPr/>
            </a:pPr>
            <a:r>
              <a:rPr lang="zh-CN" altLang="en-US" dirty="0"/>
              <a:t>所有结点形成一个结点数组</a:t>
            </a:r>
            <a:r>
              <a:rPr lang="en-US" altLang="zh-CN" dirty="0"/>
              <a:t>;</a:t>
            </a:r>
          </a:p>
          <a:p>
            <a:pPr>
              <a:defRPr/>
            </a:pPr>
            <a:r>
              <a:rPr lang="zh-CN" altLang="en-US" dirty="0"/>
              <a:t>可带有表头结点。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C9E4AB-23B0-8B58-E548-4C80E61B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F24256-D66C-43A2-9ED0-272A7BA86388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98" name="Group 1027">
            <a:extLst>
              <a:ext uri="{FF2B5EF4-FFF2-40B4-BE49-F238E27FC236}">
                <a16:creationId xmlns:a16="http://schemas.microsoft.com/office/drawing/2014/main" id="{2F97E646-FF37-F1B0-D2C8-50BFCCFC1879}"/>
              </a:ext>
            </a:extLst>
          </p:cNvPr>
          <p:cNvGrpSpPr>
            <a:grpSpLocks/>
          </p:cNvGrpSpPr>
          <p:nvPr/>
        </p:nvGrpSpPr>
        <p:grpSpPr bwMode="auto">
          <a:xfrm>
            <a:off x="269875" y="1268413"/>
            <a:ext cx="8604250" cy="4954587"/>
            <a:chOff x="0" y="672"/>
            <a:chExt cx="5760" cy="3264"/>
          </a:xfrm>
        </p:grpSpPr>
        <p:pic>
          <p:nvPicPr>
            <p:cNvPr id="106501" name="Picture 1028">
              <a:extLst>
                <a:ext uri="{FF2B5EF4-FFF2-40B4-BE49-F238E27FC236}">
                  <a16:creationId xmlns:a16="http://schemas.microsoft.com/office/drawing/2014/main" id="{28ABFF7A-CA0B-A377-25BE-8D200A58BD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72"/>
              <a:ext cx="5760" cy="3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02" name="Text Box 1029">
              <a:extLst>
                <a:ext uri="{FF2B5EF4-FFF2-40B4-BE49-F238E27FC236}">
                  <a16:creationId xmlns:a16="http://schemas.microsoft.com/office/drawing/2014/main" id="{1A6993F6-C901-4BBF-366D-8BDDBEB05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960"/>
              <a:ext cx="384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6503" name="Text Box 1030">
              <a:extLst>
                <a:ext uri="{FF2B5EF4-FFF2-40B4-BE49-F238E27FC236}">
                  <a16:creationId xmlns:a16="http://schemas.microsoft.com/office/drawing/2014/main" id="{FD9F030A-D4DD-C809-B074-6B4CAC043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60"/>
              <a:ext cx="384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6504" name="Text Box 1031">
              <a:extLst>
                <a:ext uri="{FF2B5EF4-FFF2-40B4-BE49-F238E27FC236}">
                  <a16:creationId xmlns:a16="http://schemas.microsoft.com/office/drawing/2014/main" id="{F56F4C00-0842-C57E-5C5B-F4845357F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960"/>
              <a:ext cx="384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kumimoji="1" lang="en-US" altLang="zh-CN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06499" name="标题 2">
            <a:extLst>
              <a:ext uri="{FF2B5EF4-FFF2-40B4-BE49-F238E27FC236}">
                <a16:creationId xmlns:a16="http://schemas.microsoft.com/office/drawing/2014/main" id="{8C3021E6-5034-F834-C290-06342404A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静态链表结构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4F41B8-3FBA-5D84-C34E-DF493D83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D9F90-F373-4C76-9B10-0196DFFB4E75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5">
            <a:extLst>
              <a:ext uri="{FF2B5EF4-FFF2-40B4-BE49-F238E27FC236}">
                <a16:creationId xmlns:a16="http://schemas.microsoft.com/office/drawing/2014/main" id="{A4C67E0F-7189-CD75-72AE-5589E83FD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静态链表上的操作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1B3B2CD-6E55-4332-3C2D-77D9913C2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/>
              <a:t>需要分配一个结点时，从</a:t>
            </a:r>
            <a:r>
              <a:rPr lang="en-US" altLang="zh-CN" dirty="0" err="1"/>
              <a:t>avil</a:t>
            </a:r>
            <a:r>
              <a:rPr lang="zh-CN" altLang="en-US" dirty="0"/>
              <a:t>为头指针的链中摘下第一个结点分配出去，并用指针</a:t>
            </a:r>
            <a:r>
              <a:rPr lang="en-US" altLang="zh-CN" dirty="0"/>
              <a:t>j</a:t>
            </a:r>
            <a:r>
              <a:rPr lang="zh-CN" altLang="en-US" dirty="0"/>
              <a:t>指示；</a:t>
            </a:r>
          </a:p>
          <a:p>
            <a:pPr>
              <a:defRPr/>
            </a:pPr>
            <a:r>
              <a:rPr lang="zh-CN" altLang="en-US" dirty="0"/>
              <a:t>头指针</a:t>
            </a:r>
            <a:r>
              <a:rPr lang="en-US" altLang="zh-CN" dirty="0" err="1"/>
              <a:t>avil</a:t>
            </a:r>
            <a:r>
              <a:rPr lang="zh-CN" altLang="en-US" dirty="0"/>
              <a:t>退到可利用空间表的第二个结点，即下一次可分配的结点地址。</a:t>
            </a:r>
          </a:p>
          <a:p>
            <a:pPr lvl="1">
              <a:defRPr/>
            </a:pPr>
            <a:r>
              <a:rPr lang="en-US" altLang="zh-CN" dirty="0"/>
              <a:t>j = </a:t>
            </a:r>
            <a:r>
              <a:rPr lang="en-US" altLang="zh-CN" dirty="0" err="1"/>
              <a:t>avil</a:t>
            </a:r>
            <a:r>
              <a:rPr lang="en-US" altLang="zh-CN" dirty="0"/>
              <a:t>;  </a:t>
            </a:r>
            <a:r>
              <a:rPr lang="en-US" altLang="zh-CN" dirty="0" err="1"/>
              <a:t>avil</a:t>
            </a:r>
            <a:r>
              <a:rPr lang="en-US" altLang="zh-CN" dirty="0"/>
              <a:t> = </a:t>
            </a:r>
            <a:r>
              <a:rPr lang="en-US" altLang="zh-CN" dirty="0" err="1"/>
              <a:t>elem</a:t>
            </a:r>
            <a:r>
              <a:rPr lang="en-US" altLang="zh-CN" dirty="0"/>
              <a:t>[</a:t>
            </a:r>
            <a:r>
              <a:rPr lang="en-US" altLang="zh-CN" dirty="0" err="1"/>
              <a:t>avil</a:t>
            </a:r>
            <a:r>
              <a:rPr lang="en-US" altLang="zh-CN" dirty="0"/>
              <a:t>].link;</a:t>
            </a:r>
          </a:p>
          <a:p>
            <a:pPr>
              <a:defRPr/>
            </a:pPr>
            <a:r>
              <a:rPr lang="zh-CN" altLang="en-US" dirty="0"/>
              <a:t>需要释放由指针</a:t>
            </a:r>
            <a:r>
              <a:rPr lang="en-US" altLang="zh-CN" dirty="0" err="1"/>
              <a:t>i</a:t>
            </a:r>
            <a:r>
              <a:rPr lang="zh-CN" altLang="en-US" dirty="0"/>
              <a:t>指示的结点时，将其链入</a:t>
            </a:r>
            <a:r>
              <a:rPr lang="en-US" altLang="zh-CN" dirty="0" err="1"/>
              <a:t>avil</a:t>
            </a:r>
            <a:r>
              <a:rPr lang="zh-CN" altLang="en-US" dirty="0"/>
              <a:t>所指示的链中的最前端，并由</a:t>
            </a:r>
            <a:r>
              <a:rPr lang="en-US" altLang="zh-CN" dirty="0" err="1"/>
              <a:t>avil</a:t>
            </a:r>
            <a:r>
              <a:rPr lang="zh-CN" altLang="en-US" dirty="0"/>
              <a:t>指示。</a:t>
            </a:r>
          </a:p>
          <a:p>
            <a:pPr lvl="1">
              <a:defRPr/>
            </a:pPr>
            <a:r>
              <a:rPr lang="en-US" altLang="zh-CN" dirty="0" err="1"/>
              <a:t>elem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].link = </a:t>
            </a:r>
            <a:r>
              <a:rPr lang="en-US" altLang="zh-CN" dirty="0" err="1"/>
              <a:t>avil</a:t>
            </a:r>
            <a:r>
              <a:rPr lang="en-US" altLang="zh-CN" dirty="0"/>
              <a:t>;  </a:t>
            </a:r>
            <a:r>
              <a:rPr lang="en-US" altLang="zh-CN" dirty="0" err="1"/>
              <a:t>avil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>
              <a:defRPr/>
            </a:pPr>
            <a:r>
              <a:rPr lang="zh-CN" altLang="en-US" dirty="0"/>
              <a:t>表头结点一般在第</a:t>
            </a:r>
            <a:r>
              <a:rPr lang="en-US" altLang="zh-CN" dirty="0"/>
              <a:t>0</a:t>
            </a:r>
            <a:r>
              <a:rPr lang="zh-CN" altLang="en-US" dirty="0"/>
              <a:t>个位置，其</a:t>
            </a:r>
            <a:r>
              <a:rPr lang="en-US" altLang="zh-CN" dirty="0"/>
              <a:t>link</a:t>
            </a:r>
            <a:r>
              <a:rPr lang="zh-CN" altLang="en-US" dirty="0"/>
              <a:t>指针指向链表中第一个结点。</a:t>
            </a:r>
          </a:p>
          <a:p>
            <a:pPr>
              <a:defRPr/>
            </a:pPr>
            <a:r>
              <a:rPr lang="zh-CN" altLang="en-US" dirty="0"/>
              <a:t>最后一个结点的</a:t>
            </a:r>
            <a:r>
              <a:rPr lang="en-US" altLang="zh-CN" dirty="0"/>
              <a:t>link</a:t>
            </a:r>
            <a:r>
              <a:rPr lang="zh-CN" altLang="en-US" dirty="0"/>
              <a:t>指针为</a:t>
            </a:r>
            <a:r>
              <a:rPr lang="en-US" altLang="zh-CN" dirty="0"/>
              <a:t>-1</a:t>
            </a:r>
            <a:r>
              <a:rPr lang="zh-CN" altLang="en-US" dirty="0"/>
              <a:t>，表示链表终止。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9C578D-61CB-D4C2-77F5-B270974C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7C0113-5532-4E77-92AB-D7E4C0E01D59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2">
            <a:extLst>
              <a:ext uri="{FF2B5EF4-FFF2-40B4-BE49-F238E27FC236}">
                <a16:creationId xmlns:a16="http://schemas.microsoft.com/office/drawing/2014/main" id="{282E6834-AFD9-F2ED-F405-14B4F7FCF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静态链表定义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2FFD0-07E9-C3F3-E479-EAE06AB0D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const int </a:t>
            </a:r>
            <a:r>
              <a:rPr lang="en-US" altLang="zh-CN" dirty="0" err="1"/>
              <a:t>maxSize</a:t>
            </a:r>
            <a:r>
              <a:rPr lang="en-US" altLang="zh-CN" dirty="0"/>
              <a:t> = 100;     //</a:t>
            </a:r>
            <a:r>
              <a:rPr lang="zh-CN" altLang="en-US" dirty="0"/>
              <a:t>静态链表大小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struct </a:t>
            </a:r>
            <a:r>
              <a:rPr lang="en-US" altLang="zh-CN" dirty="0" err="1"/>
              <a:t>SLinkNode</a:t>
            </a:r>
            <a:r>
              <a:rPr lang="en-US" altLang="zh-CN" dirty="0"/>
              <a:t> {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T data;                  //</a:t>
            </a:r>
            <a:r>
              <a:rPr lang="zh-CN" altLang="en-US" dirty="0"/>
              <a:t>结点数据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int link;                 //</a:t>
            </a:r>
            <a:r>
              <a:rPr lang="zh-CN" altLang="en-US" dirty="0"/>
              <a:t>结点链接指针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00BC238-2D25-0CCB-22AB-009D00480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46538" cy="4351338"/>
          </a:xfrm>
          <a:solidFill>
            <a:schemeClr val="bg2">
              <a:lumMod val="90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</a:t>
            </a:r>
            <a:r>
              <a:rPr lang="en-US" altLang="zh-CN" dirty="0" err="1"/>
              <a:t>StaticList</a:t>
            </a:r>
            <a:r>
              <a:rPr lang="en-US" altLang="zh-CN" dirty="0"/>
              <a:t> {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SLinkNode</a:t>
            </a:r>
            <a:r>
              <a:rPr lang="en-US" altLang="zh-CN" dirty="0"/>
              <a:t>&lt;T&gt; </a:t>
            </a:r>
            <a:r>
              <a:rPr lang="en-US" altLang="zh-CN" dirty="0" err="1"/>
              <a:t>elem</a:t>
            </a:r>
            <a:r>
              <a:rPr lang="en-US" altLang="zh-CN" dirty="0"/>
              <a:t>[</a:t>
            </a:r>
            <a:r>
              <a:rPr lang="en-US" altLang="zh-CN" dirty="0" err="1"/>
              <a:t>maxSize</a:t>
            </a:r>
            <a:r>
              <a:rPr lang="en-US" altLang="zh-CN" dirty="0"/>
              <a:t>];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</a:t>
            </a:r>
            <a:r>
              <a:rPr lang="en-US" altLang="zh-CN" dirty="0" err="1"/>
              <a:t>avil</a:t>
            </a:r>
            <a:r>
              <a:rPr lang="en-US" altLang="zh-CN" dirty="0"/>
              <a:t>;    //</a:t>
            </a:r>
            <a:r>
              <a:rPr lang="zh-CN" altLang="en-US" dirty="0"/>
              <a:t>当前可分配空间首地址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public: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void </a:t>
            </a:r>
            <a:r>
              <a:rPr lang="en-US" altLang="zh-CN" dirty="0" err="1"/>
              <a:t>InitList</a:t>
            </a:r>
            <a:r>
              <a:rPr lang="en-US" altLang="zh-CN" dirty="0"/>
              <a:t>(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Length(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Search(T x);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int Locate(int 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Append(T x);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Insert(int </a:t>
            </a:r>
            <a:r>
              <a:rPr lang="en-US" altLang="zh-CN" dirty="0" err="1"/>
              <a:t>i</a:t>
            </a:r>
            <a:r>
              <a:rPr lang="en-US" altLang="zh-CN" dirty="0"/>
              <a:t>, T x);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Remove(int 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    bool </a:t>
            </a:r>
            <a:r>
              <a:rPr lang="en-US" altLang="zh-CN" dirty="0" err="1"/>
              <a:t>IsEmpty</a:t>
            </a:r>
            <a:r>
              <a:rPr lang="en-US" altLang="zh-CN" dirty="0"/>
              <a:t>( );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02CE2A-621E-30D4-9838-694A30BC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76DA3D-2ABB-46E7-95D6-3B1C61764AF8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2">
            <a:extLst>
              <a:ext uri="{FF2B5EF4-FFF2-40B4-BE49-F238E27FC236}">
                <a16:creationId xmlns:a16="http://schemas.microsoft.com/office/drawing/2014/main" id="{535764D0-F565-D504-FFFD-E985F38E6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将链表空间初始化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F56B52-AEDC-B9E4-66EB-936E3A477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4513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 err="1"/>
              <a:t>StaticList</a:t>
            </a:r>
            <a:r>
              <a:rPr lang="en-US" altLang="zh-CN" dirty="0"/>
              <a:t>&lt;T&gt; :: </a:t>
            </a:r>
            <a:r>
              <a:rPr lang="en-US" altLang="zh-CN" dirty="0" err="1"/>
              <a:t>InitList</a:t>
            </a:r>
            <a:r>
              <a:rPr lang="en-US" altLang="zh-CN" dirty="0"/>
              <a:t> ( ) {</a:t>
            </a:r>
          </a:p>
          <a:p>
            <a:pPr marL="0" indent="0"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elem</a:t>
            </a:r>
            <a:r>
              <a:rPr lang="en-US" altLang="zh-CN" dirty="0"/>
              <a:t>[0].link = -1;    </a:t>
            </a:r>
          </a:p>
          <a:p>
            <a:pPr marL="0" indent="0"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avil</a:t>
            </a:r>
            <a:r>
              <a:rPr lang="en-US" altLang="zh-CN" dirty="0"/>
              <a:t> = 1;      //</a:t>
            </a:r>
            <a:r>
              <a:rPr lang="zh-CN" altLang="en-US" dirty="0"/>
              <a:t>当前可分配空间从 </a:t>
            </a:r>
            <a:r>
              <a:rPr lang="en-US" altLang="zh-CN" dirty="0"/>
              <a:t>1 </a:t>
            </a:r>
            <a:r>
              <a:rPr lang="zh-CN" altLang="en-US" dirty="0"/>
              <a:t>开始建</a:t>
            </a:r>
          </a:p>
          <a:p>
            <a:pPr marL="0" indent="0">
              <a:buNone/>
              <a:defRPr/>
            </a:pPr>
            <a:r>
              <a:rPr lang="zh-CN" altLang="en-US" dirty="0"/>
              <a:t>                      </a:t>
            </a:r>
            <a:r>
              <a:rPr lang="en-US" altLang="zh-CN" dirty="0"/>
              <a:t>//</a:t>
            </a:r>
            <a:r>
              <a:rPr lang="zh-CN" altLang="en-US" dirty="0"/>
              <a:t>立带表头结点的空链表</a:t>
            </a:r>
          </a:p>
          <a:p>
            <a:pPr marL="0" indent="0"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for ( int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 maxSize-1; </a:t>
            </a:r>
            <a:r>
              <a:rPr lang="en-US" altLang="zh-CN" dirty="0" err="1"/>
              <a:t>i</a:t>
            </a:r>
            <a:r>
              <a:rPr lang="en-US" altLang="zh-CN" dirty="0"/>
              <a:t>++ )   </a:t>
            </a:r>
          </a:p>
          <a:p>
            <a:pPr marL="0" indent="0"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 err="1"/>
              <a:t>elem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].link = i+1;      //</a:t>
            </a:r>
            <a:r>
              <a:rPr lang="zh-CN" altLang="en-US" dirty="0"/>
              <a:t>构成空闲链接表</a:t>
            </a:r>
          </a:p>
          <a:p>
            <a:pPr marL="0" indent="0"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elem</a:t>
            </a:r>
            <a:r>
              <a:rPr lang="en-US" altLang="zh-CN" dirty="0"/>
              <a:t>[maxSize-1].link = -1;     //</a:t>
            </a:r>
            <a:r>
              <a:rPr lang="zh-CN" altLang="en-US" dirty="0"/>
              <a:t>链表收尾</a:t>
            </a:r>
          </a:p>
          <a:p>
            <a:pPr marL="0" indent="0"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None/>
              <a:defRPr/>
            </a:pP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E513E2-AC4A-DCBC-B4D3-D5DBE6B0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3AD28-4A93-479C-8F09-514B4B8ADF44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A15FD-8D95-CA56-44B4-E9F66FA4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在静态链表中查找第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个结点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151A39-961F-750A-ED37-56F7CE29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/>
              <a:t>template &lt;class T&gt; </a:t>
            </a:r>
          </a:p>
          <a:p>
            <a:pPr marL="0" indent="0">
              <a:buNone/>
              <a:defRPr/>
            </a:pPr>
            <a:r>
              <a:rPr lang="en-US" altLang="zh-CN" dirty="0"/>
              <a:t>int </a:t>
            </a:r>
            <a:r>
              <a:rPr lang="en-US" altLang="zh-CN" dirty="0" err="1"/>
              <a:t>StaticList</a:t>
            </a:r>
            <a:r>
              <a:rPr lang="en-US" altLang="zh-CN" dirty="0"/>
              <a:t>&lt;T&gt; :: Locate ( int </a:t>
            </a:r>
            <a:r>
              <a:rPr lang="en-US" altLang="zh-CN" dirty="0" err="1"/>
              <a:t>i</a:t>
            </a:r>
            <a:r>
              <a:rPr lang="en-US" altLang="zh-CN" dirty="0"/>
              <a:t> ) {</a:t>
            </a:r>
          </a:p>
          <a:p>
            <a:pPr marL="0" indent="0">
              <a:buNone/>
              <a:defRPr/>
            </a:pPr>
            <a:r>
              <a:rPr lang="en-US" altLang="zh-CN" dirty="0"/>
              <a:t>     if ( </a:t>
            </a:r>
            <a:r>
              <a:rPr lang="en-US" altLang="zh-CN" dirty="0" err="1"/>
              <a:t>i</a:t>
            </a:r>
            <a:r>
              <a:rPr lang="en-US" altLang="zh-CN" dirty="0"/>
              <a:t> &lt; 0 ) return -1;        //</a:t>
            </a:r>
            <a:r>
              <a:rPr lang="zh-CN" altLang="en-US" dirty="0"/>
              <a:t>参数不合理</a:t>
            </a:r>
          </a:p>
          <a:p>
            <a:pPr marL="0" indent="0">
              <a:buNone/>
              <a:defRPr/>
            </a:pPr>
            <a:r>
              <a:rPr lang="zh-CN" altLang="en-US" dirty="0"/>
              <a:t>     </a:t>
            </a:r>
            <a:r>
              <a:rPr lang="en-US" altLang="zh-CN" dirty="0"/>
              <a:t>if ( </a:t>
            </a:r>
            <a:r>
              <a:rPr lang="en-US" altLang="zh-CN" dirty="0" err="1"/>
              <a:t>i</a:t>
            </a:r>
            <a:r>
              <a:rPr lang="en-US" altLang="zh-CN" dirty="0"/>
              <a:t> == 0 ) return 0;</a:t>
            </a:r>
          </a:p>
          <a:p>
            <a:pPr marL="0" indent="0">
              <a:buNone/>
              <a:defRPr/>
            </a:pPr>
            <a:r>
              <a:rPr lang="en-US" altLang="zh-CN" dirty="0"/>
              <a:t>     int j = 1,  p = </a:t>
            </a:r>
            <a:r>
              <a:rPr lang="en-US" altLang="zh-CN" dirty="0" err="1"/>
              <a:t>elem</a:t>
            </a:r>
            <a:r>
              <a:rPr lang="en-US" altLang="zh-CN" dirty="0"/>
              <a:t>[0].link; </a:t>
            </a:r>
          </a:p>
          <a:p>
            <a:pPr marL="0" indent="0">
              <a:buNone/>
              <a:defRPr/>
            </a:pPr>
            <a:r>
              <a:rPr lang="en-US" altLang="zh-CN" dirty="0"/>
              <a:t>     while ( p != -1 &amp;&amp; j &lt; </a:t>
            </a:r>
            <a:r>
              <a:rPr lang="en-US" altLang="zh-CN" dirty="0" err="1"/>
              <a:t>i</a:t>
            </a:r>
            <a:r>
              <a:rPr lang="en-US" altLang="zh-CN" dirty="0"/>
              <a:t> ) { </a:t>
            </a:r>
          </a:p>
          <a:p>
            <a:pPr marL="0" indent="0">
              <a:buNone/>
              <a:defRPr/>
            </a:pPr>
            <a:r>
              <a:rPr lang="en-US" altLang="zh-CN" dirty="0"/>
              <a:t>          p = </a:t>
            </a:r>
            <a:r>
              <a:rPr lang="en-US" altLang="zh-CN" dirty="0" err="1"/>
              <a:t>elem</a:t>
            </a:r>
            <a:r>
              <a:rPr lang="en-US" altLang="zh-CN" dirty="0"/>
              <a:t>[p].link;  </a:t>
            </a:r>
            <a:r>
              <a:rPr lang="en-US" altLang="zh-CN" dirty="0" err="1"/>
              <a:t>j++</a:t>
            </a:r>
            <a:r>
              <a:rPr lang="en-US" altLang="zh-CN" dirty="0"/>
              <a:t>; </a:t>
            </a:r>
          </a:p>
          <a:p>
            <a:pPr marL="0" indent="0">
              <a:buNone/>
              <a:defRPr/>
            </a:pPr>
            <a:r>
              <a:rPr lang="en-US" altLang="zh-CN" dirty="0"/>
              <a:t>     }</a:t>
            </a:r>
          </a:p>
          <a:p>
            <a:pPr marL="0" indent="0">
              <a:buNone/>
              <a:defRPr/>
            </a:pPr>
            <a:r>
              <a:rPr lang="en-US" altLang="zh-CN" dirty="0"/>
              <a:t>     return p;           </a:t>
            </a:r>
          </a:p>
          <a:p>
            <a:pPr marL="0" indent="0"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None/>
              <a:defRPr/>
            </a:pP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类似方法：在静态链表中查找具有给定值的结点（代码见备注）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303996-C84C-6C6C-E558-BD73319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0A454-672B-4648-95F0-3F19F16C23BB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707949"/>
      </p:ext>
    </p:extLst>
  </p:cSld>
  <p:clrMapOvr>
    <a:masterClrMapping/>
  </p:clrMapOvr>
  <p:transition>
    <p:spli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419115B-01EB-17EC-9B94-4502DC06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其它方法（代码见备注）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0544F9-0AEB-6591-0C17-AD913F2C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在静态链表的表尾追加一个新结点</a:t>
            </a:r>
            <a:endParaRPr lang="en-US" altLang="zh-CN" dirty="0"/>
          </a:p>
          <a:p>
            <a:r>
              <a:rPr lang="zh-CN" altLang="en-US" dirty="0"/>
              <a:t>在静态链表第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个结点处插入新结点</a:t>
            </a:r>
            <a:endParaRPr lang="en-US" altLang="zh-CN" dirty="0"/>
          </a:p>
          <a:p>
            <a:r>
              <a:rPr lang="zh-CN" altLang="en-US" dirty="0"/>
              <a:t>在静态链表中释放第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个结点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54A9A9-18EB-663D-EF25-54104AF6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B5769D59-1D59-4FE1-AFA7-1F5460CE6779}" type="slidenum">
              <a:rPr lang="en-US" altLang="zh-CN" smtClean="0"/>
              <a:pPr/>
              <a:t>98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B816FA9A-DA51-0734-6DC5-390C0ABF6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B445C286-ED07-7CB4-9E2D-DFA5C432B6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线性表</a:t>
            </a:r>
          </a:p>
          <a:p>
            <a:pPr lvl="1"/>
            <a:r>
              <a:rPr lang="zh-CN" altLang="en-US" dirty="0"/>
              <a:t>顺序表表示</a:t>
            </a:r>
          </a:p>
          <a:p>
            <a:pPr lvl="1"/>
            <a:r>
              <a:rPr lang="zh-CN" altLang="en-US" dirty="0"/>
              <a:t>链表表示</a:t>
            </a:r>
          </a:p>
          <a:p>
            <a:pPr lvl="2"/>
            <a:r>
              <a:rPr lang="zh-CN" altLang="en-US" dirty="0"/>
              <a:t>单链表</a:t>
            </a:r>
          </a:p>
          <a:p>
            <a:pPr lvl="2"/>
            <a:r>
              <a:rPr lang="zh-CN" altLang="en-US" dirty="0"/>
              <a:t>变形：循环链表、双向链表</a:t>
            </a:r>
          </a:p>
          <a:p>
            <a:pPr lvl="2"/>
            <a:r>
              <a:rPr lang="zh-CN" altLang="en-US" dirty="0"/>
              <a:t>单链表应用</a:t>
            </a:r>
          </a:p>
          <a:p>
            <a:pPr lvl="2"/>
            <a:r>
              <a:rPr lang="zh-CN" altLang="en-US" dirty="0"/>
              <a:t>静态链表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03EA85-45C0-EAF5-664E-E033059F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E5C292-BF06-4E0A-8FBF-DFF15AB2E735}" type="slidenum">
              <a:rPr lang="en-US" altLang="zh-CN" smtClean="0"/>
              <a:pPr>
                <a:defRPr/>
              </a:pPr>
              <a:t>99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数组元素的存储地址计算</a:t>
            </a:r>
            <a:endParaRPr lang="en-US" altLang="zh-CN" dirty="0"/>
          </a:p>
          <a:p>
            <a:r>
              <a:rPr lang="zh-CN" altLang="en-US" dirty="0"/>
              <a:t>顺序表、链表的各种常规操作及时间复杂度分析。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99C96-D00C-4622-8550-25A658741468}" type="slidenum">
              <a:rPr lang="en-US" altLang="zh-CN" smtClean="0"/>
              <a:pPr/>
              <a:t>100</a:t>
            </a:fld>
            <a:endParaRPr lang="en-US" altLang="zh-CN"/>
          </a:p>
        </p:txBody>
      </p:sp>
    </p:spTree>
  </p:cSld>
  <p:clrMapOvr>
    <a:masterClrMapping/>
  </p:clrMapOvr>
  <p:transition>
    <p:spli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954A9-E7E9-4959-BC1F-4F1FCA07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/>
              <a:t>章作业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08B07-7D17-442F-9C27-B4A031930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以下题目要求用</a:t>
            </a:r>
            <a:r>
              <a:rPr lang="en-US" altLang="zh-CN" dirty="0"/>
              <a:t>c</a:t>
            </a:r>
            <a:r>
              <a:rPr lang="zh-CN" altLang="en-US" dirty="0"/>
              <a:t>或者</a:t>
            </a:r>
            <a:r>
              <a:rPr lang="en-US" altLang="zh-CN" dirty="0"/>
              <a:t>C++</a:t>
            </a:r>
            <a:r>
              <a:rPr lang="zh-CN" altLang="en-US" dirty="0"/>
              <a:t>写出可执行的程序，源代码中应包括</a:t>
            </a:r>
            <a:r>
              <a:rPr lang="en-US" altLang="zh-CN" dirty="0"/>
              <a:t>main</a:t>
            </a:r>
            <a:r>
              <a:rPr lang="zh-CN" altLang="en-US" dirty="0"/>
              <a:t>函数，提交源代码和生成的</a:t>
            </a:r>
            <a:r>
              <a:rPr lang="en-US" altLang="zh-CN" dirty="0"/>
              <a:t>exe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、编写一个程序，以不多于</a:t>
            </a:r>
            <a:r>
              <a:rPr lang="en-US" altLang="zh-CN" dirty="0"/>
              <a:t>3n/2</a:t>
            </a:r>
            <a:r>
              <a:rPr lang="zh-CN" altLang="en-US" dirty="0"/>
              <a:t>的平均比较次数，在一个有</a:t>
            </a:r>
            <a:r>
              <a:rPr lang="en-US" altLang="zh-CN" dirty="0"/>
              <a:t>n</a:t>
            </a:r>
            <a:r>
              <a:rPr lang="zh-CN" altLang="en-US" dirty="0"/>
              <a:t>个整数的顺序表</a:t>
            </a:r>
            <a:r>
              <a:rPr lang="en-US" altLang="zh-CN" dirty="0"/>
              <a:t>A</a:t>
            </a:r>
            <a:r>
              <a:rPr lang="zh-CN" altLang="en-US" dirty="0"/>
              <a:t>中找出最大值和最小值的整数。要求使用的附加空间尽量少。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、给定</a:t>
            </a:r>
            <a:r>
              <a:rPr lang="en-US" altLang="zh-CN" dirty="0"/>
              <a:t>PPT</a:t>
            </a:r>
            <a:r>
              <a:rPr lang="zh-CN" altLang="en-US" dirty="0"/>
              <a:t>中复合方式定义的单链表</a:t>
            </a:r>
            <a:r>
              <a:rPr lang="en-US" altLang="zh-CN" dirty="0"/>
              <a:t>List</a:t>
            </a:r>
            <a:r>
              <a:rPr lang="zh-CN" altLang="en-US" dirty="0"/>
              <a:t>类：</a:t>
            </a:r>
          </a:p>
          <a:p>
            <a:pPr lvl="1"/>
            <a:r>
              <a:rPr lang="en-US" altLang="zh-CN" dirty="0"/>
              <a:t>2.1</a:t>
            </a:r>
            <a:r>
              <a:rPr lang="zh-CN" altLang="en-US" dirty="0"/>
              <a:t>、编程实现把两个</a:t>
            </a:r>
            <a:r>
              <a:rPr lang="en-US" altLang="zh-CN" dirty="0"/>
              <a:t>List</a:t>
            </a:r>
            <a:r>
              <a:rPr lang="zh-CN" altLang="en-US" dirty="0"/>
              <a:t>类型的非递减有序单链表合并成一个非递增有序的单链表。要求结果链表仍使用原来两个链表中的结点的存储空间。表中允许有重复的数据。</a:t>
            </a:r>
          </a:p>
          <a:p>
            <a:pPr lvl="1"/>
            <a:r>
              <a:rPr lang="en-US" altLang="zh-CN" dirty="0"/>
              <a:t>2.2</a:t>
            </a:r>
            <a:r>
              <a:rPr lang="zh-CN" altLang="en-US" dirty="0"/>
              <a:t>、为</a:t>
            </a:r>
            <a:r>
              <a:rPr lang="en-US" altLang="zh-CN" dirty="0"/>
              <a:t>List</a:t>
            </a:r>
            <a:r>
              <a:rPr lang="zh-CN" altLang="en-US" dirty="0"/>
              <a:t>类增加一个方法判断</a:t>
            </a:r>
            <a:r>
              <a:rPr lang="en-US" altLang="zh-CN" dirty="0"/>
              <a:t>List</a:t>
            </a:r>
            <a:r>
              <a:rPr lang="zh-CN" altLang="en-US" dirty="0"/>
              <a:t>类型的对象表示的单链表中是否有环，如果有环的话请返回指向从头结点进入环的第一个结点的指针。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D61F9F-30AA-401A-9F55-0F84E43E2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99C96-D00C-4622-8550-25A658741468}" type="slidenum">
              <a:rPr lang="en-US" altLang="zh-CN" smtClean="0"/>
              <a:pPr/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7149945"/>
      </p:ext>
    </p:extLst>
  </p:cSld>
  <p:clrMapOvr>
    <a:masterClrMapping/>
  </p:clrMapOvr>
  <p:transition>
    <p:split/>
  </p:transition>
</p:sld>
</file>

<file path=ppt/theme/theme1.xml><?xml version="1.0" encoding="utf-8"?>
<a:theme xmlns:a="http://schemas.openxmlformats.org/drawingml/2006/main" name="Office 主题​​">
  <a:themeElements>
    <a:clrScheme name="绿色">
      <a:dk1>
        <a:sysClr val="windowText" lastClr="FFFFFF"/>
      </a:dk1>
      <a:lt1>
        <a:sysClr val="window" lastClr="000000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6825</TotalTime>
  <Words>10196</Words>
  <Application>Microsoft Office PowerPoint</Application>
  <PresentationFormat>全屏显示(4:3)</PresentationFormat>
  <Paragraphs>1561</Paragraphs>
  <Slides>101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101</vt:i4>
      </vt:variant>
    </vt:vector>
  </HeadingPairs>
  <TitlesOfParts>
    <vt:vector size="115" baseType="lpstr">
      <vt:lpstr>等线</vt:lpstr>
      <vt:lpstr>等线 Light</vt:lpstr>
      <vt:lpstr>仿宋_GB2312</vt:lpstr>
      <vt:lpstr>华文新魏</vt:lpstr>
      <vt:lpstr>楷体_GB2312</vt:lpstr>
      <vt:lpstr>隶书</vt:lpstr>
      <vt:lpstr>宋体</vt:lpstr>
      <vt:lpstr>Arial</vt:lpstr>
      <vt:lpstr>Arial Narrow</vt:lpstr>
      <vt:lpstr>Courier New</vt:lpstr>
      <vt:lpstr>Times New Roman</vt:lpstr>
      <vt:lpstr>Wingdings</vt:lpstr>
      <vt:lpstr>Office 主题​​</vt:lpstr>
      <vt:lpstr>公式</vt:lpstr>
      <vt:lpstr>第2章 线性表</vt:lpstr>
      <vt:lpstr>2.1 线性表的概念</vt:lpstr>
      <vt:lpstr>线性表的特点</vt:lpstr>
      <vt:lpstr>线性表的类定义(程序2.2)</vt:lpstr>
      <vt:lpstr>线性表的存储方式</vt:lpstr>
      <vt:lpstr>2.2 顺序表</vt:lpstr>
      <vt:lpstr>顺序表的类定义及其操作</vt:lpstr>
      <vt:lpstr>程序2.5 顺序表的类声明</vt:lpstr>
      <vt:lpstr>顺序表的构造函数</vt:lpstr>
      <vt:lpstr>顺序表的搜索算法</vt:lpstr>
      <vt:lpstr>顺序搜索图示</vt:lpstr>
      <vt:lpstr>PowerPoint 演示文稿</vt:lpstr>
      <vt:lpstr>搜索性能分析</vt:lpstr>
      <vt:lpstr>表项的插入</vt:lpstr>
      <vt:lpstr>表项的插入算法</vt:lpstr>
      <vt:lpstr>表项的删除</vt:lpstr>
      <vt:lpstr>表项的删除算法</vt:lpstr>
      <vt:lpstr>插入删除操作的应用</vt:lpstr>
      <vt:lpstr>线性链表（Linked List）</vt:lpstr>
      <vt:lpstr>2.3 单链表</vt:lpstr>
      <vt:lpstr>单链表的概念</vt:lpstr>
      <vt:lpstr>单链表的存储映像</vt:lpstr>
      <vt:lpstr>单链表的类定义（复合方式）</vt:lpstr>
      <vt:lpstr>单链表中的插入与删除</vt:lpstr>
      <vt:lpstr> 第二种情况：在链表中间插入</vt:lpstr>
      <vt:lpstr> 第三种情况：在链表末尾插入</vt:lpstr>
      <vt:lpstr>PowerPoint 演示文稿</vt:lpstr>
      <vt:lpstr>删除</vt:lpstr>
      <vt:lpstr>PowerPoint 演示文稿</vt:lpstr>
      <vt:lpstr>带附加头结点的单链表</vt:lpstr>
      <vt:lpstr>插入时不必考虑是否在表头（下图显示在表头插入新结点）</vt:lpstr>
      <vt:lpstr>删除时也不必考虑是否在表头</vt:lpstr>
      <vt:lpstr>用模板定义的单链表类</vt:lpstr>
      <vt:lpstr>PowerPoint 演示文稿</vt:lpstr>
      <vt:lpstr>删除表头外的所有其它结点</vt:lpstr>
      <vt:lpstr>PowerPoint 演示文稿</vt:lpstr>
      <vt:lpstr>PowerPoint 演示文稿</vt:lpstr>
      <vt:lpstr>PowerPoint 演示文稿</vt:lpstr>
      <vt:lpstr>单链表中的其它方法</vt:lpstr>
      <vt:lpstr>重载操作符</vt:lpstr>
      <vt:lpstr>PowerPoint 演示文稿</vt:lpstr>
      <vt:lpstr>头插法建立单链表</vt:lpstr>
      <vt:lpstr>PowerPoint 演示文稿</vt:lpstr>
      <vt:lpstr>尾插法建立单链表</vt:lpstr>
      <vt:lpstr>PowerPoint 演示文稿</vt:lpstr>
      <vt:lpstr>2.4 线性链表的其它变形</vt:lpstr>
      <vt:lpstr>循环链表</vt:lpstr>
      <vt:lpstr>PowerPoint 演示文稿</vt:lpstr>
      <vt:lpstr>循环链表的类定义</vt:lpstr>
      <vt:lpstr>PowerPoint 演示文稿</vt:lpstr>
      <vt:lpstr>循环链表的搜索算法</vt:lpstr>
      <vt:lpstr>利用可利用空间表回收循环链表</vt:lpstr>
      <vt:lpstr>从可利用空间表分配结点</vt:lpstr>
      <vt:lpstr>带尾指针的循环链表</vt:lpstr>
      <vt:lpstr>用循环链表求解约瑟夫问题</vt:lpstr>
      <vt:lpstr>例如  n = 8   m = 3</vt:lpstr>
      <vt:lpstr>求解约瑟夫问题的程序</vt:lpstr>
      <vt:lpstr>双向链表</vt:lpstr>
      <vt:lpstr>PowerPoint 演示文稿</vt:lpstr>
      <vt:lpstr>双向循环链表类的定义</vt:lpstr>
      <vt:lpstr>PowerPoint 演示文稿</vt:lpstr>
      <vt:lpstr>双向循环链表的搜索算法</vt:lpstr>
      <vt:lpstr>PowerPoint 演示文稿</vt:lpstr>
      <vt:lpstr>定位:确定第 i 个结点在链中的位置</vt:lpstr>
      <vt:lpstr>后继方向插入 (非空表)</vt:lpstr>
      <vt:lpstr>后继方向插入 (空表)</vt:lpstr>
      <vt:lpstr>双向循环链表的删除算法</vt:lpstr>
      <vt:lpstr>双向循环链表的删除算法</vt:lpstr>
      <vt:lpstr>2.5 单链表的应用：多项式及其运算</vt:lpstr>
      <vt:lpstr>多项式的表示</vt:lpstr>
      <vt:lpstr>当degree远远小于maxDegree时，可以采用第二种(动态数组表示)</vt:lpstr>
      <vt:lpstr>第三种</vt:lpstr>
      <vt:lpstr>多个多项式可以存放在同一个termArray中。</vt:lpstr>
      <vt:lpstr>多项式的链表表示</vt:lpstr>
      <vt:lpstr>多项式的类定义</vt:lpstr>
      <vt:lpstr>PowerPoint 演示文稿</vt:lpstr>
      <vt:lpstr>多项式求值算法</vt:lpstr>
      <vt:lpstr>PowerPoint 演示文稿</vt:lpstr>
      <vt:lpstr>PowerPoint 演示文稿</vt:lpstr>
      <vt:lpstr>多项式的加法</vt:lpstr>
      <vt:lpstr>两个多项式的相加算法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性能分析</vt:lpstr>
      <vt:lpstr>多项式的乘法（自学）</vt:lpstr>
      <vt:lpstr>2.6 静态链表</vt:lpstr>
      <vt:lpstr>静态链表结构 </vt:lpstr>
      <vt:lpstr>静态链表上的操作</vt:lpstr>
      <vt:lpstr>静态链表定义</vt:lpstr>
      <vt:lpstr>将链表空间初始化</vt:lpstr>
      <vt:lpstr>在静态链表中查找第 i 个结点</vt:lpstr>
      <vt:lpstr>其它方法（代码见备注）</vt:lpstr>
      <vt:lpstr>小结</vt:lpstr>
      <vt:lpstr>常见题型</vt:lpstr>
      <vt:lpstr>第2章作业</vt:lpstr>
    </vt:vector>
  </TitlesOfParts>
  <Company>djzx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djzx</dc:creator>
  <cp:lastModifiedBy>b c</cp:lastModifiedBy>
  <cp:revision>222</cp:revision>
  <dcterms:created xsi:type="dcterms:W3CDTF">2000-01-30T08:24:06Z</dcterms:created>
  <dcterms:modified xsi:type="dcterms:W3CDTF">2025-09-12T13:10:32Z</dcterms:modified>
</cp:coreProperties>
</file>
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9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134" autoAdjust="0"/>
  </p:normalViewPr>
  <p:slideViewPr>
    <p:cSldViewPr>
      <p:cViewPr varScale="1">
        <p:scale>
          <a:sx n="48" d="100"/>
          <a:sy n="48" d="100"/>
        </p:scale>
        <p:origin x="245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A5603-DC89-4EB8-B663-6367A28C00FE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7678-6D00-4D8B-89DF-75C5AFC00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3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-----</a:t>
            </a:r>
            <a:r>
              <a:rPr lang="zh-CN" altLang="en-US" dirty="0"/>
              <a:t>考虑用</a:t>
            </a:r>
            <a:r>
              <a:rPr lang="en-US" altLang="zh-CN" dirty="0" err="1"/>
              <a:t>haffman</a:t>
            </a:r>
            <a:r>
              <a:rPr lang="zh-CN" altLang="en-US" dirty="0"/>
              <a:t>树，构造的结果如下：</a:t>
            </a:r>
            <a:endParaRPr lang="en-US" altLang="zh-CN" dirty="0"/>
          </a:p>
          <a:p>
            <a:r>
              <a:rPr lang="en-US" altLang="zh-CN" dirty="0"/>
              <a:t>                                                 </a:t>
            </a:r>
            <a:r>
              <a:rPr lang="en-US" altLang="zh-CN" baseline="0" dirty="0"/>
              <a:t> </a:t>
            </a:r>
            <a:r>
              <a:rPr lang="en-US" altLang="zh-CN" dirty="0"/>
              <a:t>1=0.6+0.4</a:t>
            </a:r>
          </a:p>
          <a:p>
            <a:r>
              <a:rPr lang="en-US" altLang="zh-CN" dirty="0"/>
              <a:t>                                            /                 \</a:t>
            </a:r>
            <a:endParaRPr lang="zh-CN" altLang="en-US" dirty="0"/>
          </a:p>
          <a:p>
            <a:r>
              <a:rPr lang="zh-CN" altLang="en-US" dirty="0"/>
              <a:t>                                   </a:t>
            </a:r>
            <a:r>
              <a:rPr lang="en-US" altLang="zh-CN" dirty="0"/>
              <a:t>0.6=0.3+0.3                70-79</a:t>
            </a:r>
          </a:p>
          <a:p>
            <a:r>
              <a:rPr lang="en-US" altLang="zh-CN" dirty="0"/>
              <a:t>                            /                    \</a:t>
            </a:r>
          </a:p>
          <a:p>
            <a:r>
              <a:rPr lang="en-US" altLang="zh-CN" dirty="0"/>
              <a:t>                </a:t>
            </a:r>
            <a:r>
              <a:rPr lang="en-US" altLang="zh-CN" baseline="0" dirty="0"/>
              <a:t>     0.3=</a:t>
            </a:r>
            <a:r>
              <a:rPr lang="en-US" altLang="zh-CN" dirty="0"/>
              <a:t>0.15+0.15              80-89</a:t>
            </a:r>
          </a:p>
          <a:p>
            <a:r>
              <a:rPr lang="en-US" altLang="zh-CN" dirty="0"/>
              <a:t>              /                    \</a:t>
            </a:r>
          </a:p>
          <a:p>
            <a:r>
              <a:rPr lang="en-US" altLang="zh-CN" dirty="0"/>
              <a:t>      </a:t>
            </a:r>
            <a:r>
              <a:rPr lang="en-US" altLang="zh-CN" baseline="0" dirty="0"/>
              <a:t> </a:t>
            </a:r>
            <a:r>
              <a:rPr lang="en-US" altLang="zh-CN" dirty="0"/>
              <a:t>0.15=0.05+0.10             60-69</a:t>
            </a:r>
          </a:p>
          <a:p>
            <a:r>
              <a:rPr lang="en-US" altLang="zh-CN" dirty="0"/>
              <a:t>       /           \</a:t>
            </a:r>
          </a:p>
          <a:p>
            <a:r>
              <a:rPr lang="en-US" altLang="zh-CN" dirty="0"/>
              <a:t>     0-59         90-100</a:t>
            </a:r>
          </a:p>
          <a:p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问题在于每个结点要判断</a:t>
            </a:r>
            <a:r>
              <a:rPr lang="en-US" altLang="zh-CN" dirty="0"/>
              <a:t>2</a:t>
            </a:r>
            <a:r>
              <a:rPr lang="zh-CN" altLang="en-US" dirty="0"/>
              <a:t>端，而且没有保持顺序。改造后得到结果应与根据最优二叉搜索树构造得到的一致。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------</a:t>
            </a:r>
            <a:r>
              <a:rPr lang="zh-CN" altLang="en-US" dirty="0"/>
              <a:t>考虑改为最优二叉搜索树</a:t>
            </a:r>
          </a:p>
          <a:p>
            <a:r>
              <a:rPr lang="zh-CN" altLang="en-US" dirty="0"/>
              <a:t>则考虑几个判断点：</a:t>
            </a:r>
            <a:r>
              <a:rPr lang="en-US" altLang="zh-CN" dirty="0"/>
              <a:t>59</a:t>
            </a:r>
            <a:r>
              <a:rPr lang="zh-CN" altLang="en-US" dirty="0"/>
              <a:t>，</a:t>
            </a:r>
            <a:r>
              <a:rPr lang="en-US" altLang="zh-CN" dirty="0"/>
              <a:t>69</a:t>
            </a:r>
            <a:r>
              <a:rPr lang="zh-CN" altLang="en-US" dirty="0"/>
              <a:t>，</a:t>
            </a:r>
            <a:r>
              <a:rPr lang="en-US" altLang="zh-CN" dirty="0"/>
              <a:t>79</a:t>
            </a:r>
            <a:r>
              <a:rPr lang="zh-CN" altLang="en-US" dirty="0"/>
              <a:t>，</a:t>
            </a:r>
            <a:r>
              <a:rPr lang="en-US" altLang="zh-CN" dirty="0"/>
              <a:t>89</a:t>
            </a:r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分数     比例     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0-59      0.05   =q0+p1     </a:t>
            </a:r>
          </a:p>
          <a:p>
            <a:r>
              <a:rPr lang="en-US" altLang="zh-CN" dirty="0"/>
              <a:t>60-69      0.15   =q1+p2 </a:t>
            </a:r>
          </a:p>
          <a:p>
            <a:r>
              <a:rPr lang="en-US" altLang="zh-CN" dirty="0"/>
              <a:t>70-79      0.40   =q2+p3 </a:t>
            </a:r>
          </a:p>
          <a:p>
            <a:r>
              <a:rPr lang="en-US" altLang="zh-CN" dirty="0"/>
              <a:t>80-89      0.30   =q3+p4 </a:t>
            </a:r>
          </a:p>
          <a:p>
            <a:r>
              <a:rPr lang="en-US" altLang="zh-CN" dirty="0"/>
              <a:t>90-100     0.10   =q4+p5 </a:t>
            </a:r>
          </a:p>
          <a:p>
            <a:endParaRPr lang="en-US" altLang="zh-CN" dirty="0"/>
          </a:p>
          <a:p>
            <a:r>
              <a:rPr lang="zh-CN" altLang="en-US" dirty="0"/>
              <a:t>需要进一步确定具体的</a:t>
            </a:r>
            <a:r>
              <a:rPr lang="en-US" altLang="zh-CN" dirty="0"/>
              <a:t>qi</a:t>
            </a:r>
            <a:r>
              <a:rPr lang="zh-CN" altLang="en-US" dirty="0"/>
              <a:t>和</a:t>
            </a:r>
            <a:r>
              <a:rPr lang="en-US" altLang="zh-CN" dirty="0"/>
              <a:t>pi</a:t>
            </a:r>
            <a:r>
              <a:rPr lang="zh-CN" altLang="en-US" dirty="0"/>
              <a:t>的值，因为每次要算</a:t>
            </a:r>
            <a:r>
              <a:rPr lang="en-US" altLang="zh-CN" dirty="0" err="1"/>
              <a:t>wij</a:t>
            </a:r>
            <a:r>
              <a:rPr lang="en-US" altLang="zh-CN" dirty="0"/>
              <a:t>=</a:t>
            </a:r>
            <a:r>
              <a:rPr lang="en-US" altLang="zh-CN" dirty="0" err="1"/>
              <a:t>wi</a:t>
            </a:r>
            <a:r>
              <a:rPr lang="en-US" altLang="zh-CN" dirty="0"/>
              <a:t>(j-1)+</a:t>
            </a:r>
            <a:r>
              <a:rPr lang="en-US" altLang="zh-CN" dirty="0" err="1"/>
              <a:t>pj+qj</a:t>
            </a:r>
            <a:r>
              <a:rPr lang="zh-CN" altLang="en-US" dirty="0"/>
              <a:t>，如果简单假设所有的</a:t>
            </a:r>
            <a:r>
              <a:rPr lang="en-US" altLang="zh-CN" dirty="0"/>
              <a:t>pi=0</a:t>
            </a:r>
            <a:r>
              <a:rPr lang="zh-CN" altLang="en-US" dirty="0"/>
              <a:t>，则</a:t>
            </a:r>
          </a:p>
          <a:p>
            <a:r>
              <a:rPr lang="zh-CN" altLang="en-US" dirty="0"/>
              <a:t>可以计算</a:t>
            </a:r>
            <a:r>
              <a:rPr lang="en-US" altLang="zh-CN" dirty="0"/>
              <a:t>w01=q0+p1+q1</a:t>
            </a:r>
            <a:r>
              <a:rPr lang="zh-CN" altLang="en-US" dirty="0"/>
              <a:t>，</a:t>
            </a:r>
            <a:r>
              <a:rPr lang="en-US" altLang="zh-CN" dirty="0"/>
              <a:t>....</a:t>
            </a:r>
          </a:p>
          <a:p>
            <a:r>
              <a:rPr lang="zh-CN" altLang="en-US" dirty="0"/>
              <a:t>然后计算各种</a:t>
            </a:r>
            <a:r>
              <a:rPr lang="en-US" altLang="zh-CN" dirty="0" err="1"/>
              <a:t>cij</a:t>
            </a:r>
            <a:r>
              <a:rPr lang="zh-CN" altLang="en-US" dirty="0"/>
              <a:t>，</a:t>
            </a:r>
            <a:r>
              <a:rPr lang="en-US" altLang="zh-CN" dirty="0"/>
              <a:t>...</a:t>
            </a:r>
          </a:p>
          <a:p>
            <a:r>
              <a:rPr lang="zh-CN" altLang="en-US" dirty="0"/>
              <a:t>最后得到的应该如下：</a:t>
            </a:r>
            <a:endParaRPr lang="en-US" altLang="zh-CN" dirty="0"/>
          </a:p>
          <a:p>
            <a:r>
              <a:rPr lang="en-US" altLang="zh-CN" dirty="0"/>
              <a:t>                     &gt;79</a:t>
            </a:r>
          </a:p>
          <a:p>
            <a:r>
              <a:rPr lang="en-US" altLang="zh-CN" baseline="0" dirty="0"/>
              <a:t>                 /        \</a:t>
            </a:r>
          </a:p>
          <a:p>
            <a:r>
              <a:rPr lang="en-US" altLang="zh-CN" baseline="0" dirty="0"/>
              <a:t>             &gt;</a:t>
            </a:r>
            <a:r>
              <a:rPr lang="en-US" altLang="zh-CN" dirty="0"/>
              <a:t>69             &gt;89</a:t>
            </a:r>
            <a:endParaRPr lang="zh-CN" altLang="en-US" dirty="0"/>
          </a:p>
          <a:p>
            <a:r>
              <a:rPr lang="en-US" altLang="zh-CN" dirty="0"/>
              <a:t>        /        \        /      \</a:t>
            </a:r>
          </a:p>
          <a:p>
            <a:r>
              <a:rPr lang="en-US" altLang="zh-CN" dirty="0"/>
              <a:t>     &gt;59         C       B       A</a:t>
            </a:r>
          </a:p>
          <a:p>
            <a:r>
              <a:rPr lang="en-US" altLang="zh-CN" dirty="0"/>
              <a:t>  /      \</a:t>
            </a:r>
          </a:p>
          <a:p>
            <a:r>
              <a:rPr lang="en-US" altLang="zh-CN" dirty="0"/>
              <a:t> E       D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27678-6D00-4D8B-89DF-75C5AFC00B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93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50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980728"/>
            <a:ext cx="7632848" cy="5256584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一个分数转换程序，要把百分制成绩转为等级制，已知分数的分布如下，请问怎样分别用</a:t>
            </a:r>
            <a:r>
              <a:rPr lang="en-US" altLang="zh-CN" dirty="0" err="1"/>
              <a:t>haffman</a:t>
            </a:r>
            <a:r>
              <a:rPr lang="zh-CN" altLang="en-US" dirty="0"/>
              <a:t>树和最优二叉搜索树减少程序中的比较次数。</a:t>
            </a:r>
            <a:endParaRPr lang="en-US" altLang="zh-CN" dirty="0"/>
          </a:p>
          <a:p>
            <a:pPr lvl="1"/>
            <a:r>
              <a:rPr lang="zh-CN" altLang="en-US" dirty="0"/>
              <a:t>分数         比例          等级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0-59        0.05           E</a:t>
            </a:r>
          </a:p>
          <a:p>
            <a:pPr lvl="1"/>
            <a:r>
              <a:rPr lang="en-US" altLang="zh-CN" dirty="0"/>
              <a:t>60-69       0.15           D</a:t>
            </a:r>
          </a:p>
          <a:p>
            <a:pPr lvl="1"/>
            <a:r>
              <a:rPr lang="en-US" altLang="zh-CN" dirty="0"/>
              <a:t>70-79       0.40           C</a:t>
            </a:r>
          </a:p>
          <a:p>
            <a:pPr lvl="1"/>
            <a:r>
              <a:rPr lang="en-US" altLang="zh-CN" dirty="0"/>
              <a:t>80-89       0.30           B</a:t>
            </a:r>
          </a:p>
          <a:p>
            <a:pPr lvl="1"/>
            <a:r>
              <a:rPr lang="en-US" altLang="zh-CN" dirty="0"/>
              <a:t>90-100     0.10          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27229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90</TotalTime>
  <Words>270</Words>
  <Application>Microsoft Office PowerPoint</Application>
  <PresentationFormat>全屏显示(4:3)</PresentationFormat>
  <Paragraphs>44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Wingdings 2</vt:lpstr>
      <vt:lpstr>奥斯汀</vt:lpstr>
      <vt:lpstr>辅助练习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7</cp:revision>
  <dcterms:created xsi:type="dcterms:W3CDTF">2015-10-18T11:42:31Z</dcterms:created>
  <dcterms:modified xsi:type="dcterms:W3CDTF">2021-10-25T14:19:36Z</dcterms:modified>
</cp:coreProperties>
</file>
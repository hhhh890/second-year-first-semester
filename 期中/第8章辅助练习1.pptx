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205" autoAdjust="0"/>
  </p:normalViewPr>
  <p:slideViewPr>
    <p:cSldViewPr>
      <p:cViewPr varScale="1">
        <p:scale>
          <a:sx n="60" d="100"/>
          <a:sy n="60" d="100"/>
        </p:scale>
        <p:origin x="209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FC636-17B0-47D0-BB59-49BAEDBA5377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1C178-3E3D-4B53-A050-A792027C1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44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1C178-3E3D-4B53-A050-A792027C16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548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pt-BR" dirty="0"/>
              <a:t>答：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pt-BR" altLang="zh-CN" dirty="0"/>
              <a:t>n(n-1)/2 &lt; 28</a:t>
            </a:r>
            <a:r>
              <a:rPr lang="zh-CN" altLang="pt-BR" dirty="0"/>
              <a:t>， </a:t>
            </a:r>
            <a:r>
              <a:rPr lang="pt-BR" altLang="zh-CN" dirty="0"/>
              <a:t>n &gt; 8</a:t>
            </a:r>
            <a:r>
              <a:rPr lang="zh-CN" altLang="pt-BR" dirty="0"/>
              <a:t>，   </a:t>
            </a:r>
            <a:r>
              <a:rPr lang="pt-BR" altLang="zh-CN" dirty="0"/>
              <a:t>n = 9</a:t>
            </a:r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r>
              <a:rPr lang="pt-BR" altLang="zh-CN" dirty="0"/>
              <a:t>2.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3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*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4 + 4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*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3 + 2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*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n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+ 1 * n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= 16 * 2    =&gt;</a:t>
            </a:r>
            <a:r>
              <a:rPr lang="en-US" altLang="zh-CN" sz="2000" baseline="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   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    2n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 + n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 = 8</a:t>
            </a:r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令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n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 = 4,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得出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n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 = 0,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则总顶点数为  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4 + 3 + 4 = 11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。   通过手工画图可以把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个</a:t>
            </a:r>
            <a:r>
              <a:rPr lang="en-US" altLang="zh-CN" sz="2000" dirty="0"/>
              <a:t>4</a:t>
            </a:r>
            <a:r>
              <a:rPr lang="zh-CN" altLang="en-US" sz="2000" dirty="0"/>
              <a:t>度顶点和</a:t>
            </a:r>
            <a:r>
              <a:rPr lang="en-US" altLang="zh-CN" sz="2000" dirty="0"/>
              <a:t>4</a:t>
            </a:r>
            <a:r>
              <a:rPr lang="zh-CN" altLang="en-US" sz="2000" dirty="0"/>
              <a:t>个</a:t>
            </a:r>
            <a:r>
              <a:rPr lang="en-US" altLang="zh-CN" sz="2000" dirty="0"/>
              <a:t>3</a:t>
            </a:r>
            <a:r>
              <a:rPr lang="zh-CN" altLang="en-US" sz="2000" dirty="0"/>
              <a:t>度顶点一起构造成一个连通图，</a:t>
            </a:r>
            <a:endParaRPr lang="en-US" altLang="zh-CN" sz="2000" dirty="0"/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那么剩下的就是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8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个度，即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条边，形成一个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边形就可以了。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Consolas" pitchFamily="49" charset="0"/>
              <a:sym typeface="Wingdings" pitchFamily="2" charset="2"/>
            </a:endParaRPr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endParaRPr lang="en-US" altLang="zh-CN" sz="2000" dirty="0">
              <a:latin typeface="微软雅黑" pitchFamily="34" charset="-122"/>
              <a:ea typeface="微软雅黑" pitchFamily="34" charset="-122"/>
              <a:cs typeface="Consolas" pitchFamily="49" charset="0"/>
              <a:sym typeface="Wingdings" pitchFamily="2" charset="2"/>
            </a:endParaRPr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  <a:sym typeface="Wingdings" pitchFamily="2" charset="2"/>
              </a:rPr>
              <a:t>3.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对每个顶点来说，去掉一条边就是一颗新的生成树。而且只能去掉一条边，因为树是边数最小的连通图。有的教材中把不指定树根的情况称为自由树，所以总共是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棵生成树（自由树）。</a:t>
            </a:r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 但是如果把树根看作一个特殊的结点，则上述每棵生成树的树根可以有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种情况，则可以认为有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n*n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棵生成树。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4.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个顶点的无向连通图至少有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n - 1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条边（ 树 ）。有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个顶点的有向强连通图至少有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条边（环）。</a:t>
            </a:r>
          </a:p>
          <a:p>
            <a:pPr marL="342900" lvl="1" indent="-342900" eaLnBrk="1" hangingPunct="1">
              <a:buSzPct val="85000"/>
              <a:buFont typeface="Wingdings" pitchFamily="2" charset="2"/>
              <a:buNone/>
            </a:pPr>
            <a:endParaRPr lang="zh-CN" altLang="en-US" sz="2000" dirty="0"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1C178-3E3D-4B53-A050-A792027C16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945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辅助练习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9455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764704"/>
            <a:ext cx="7137241" cy="5067925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CN" sz="3600" dirty="0"/>
              <a:t>1. </a:t>
            </a:r>
            <a:r>
              <a:rPr lang="zh-CN" altLang="zh-CN" sz="3600" dirty="0"/>
              <a:t>有28</a:t>
            </a:r>
            <a:r>
              <a:rPr lang="zh-CN" altLang="en-US" sz="3600" dirty="0"/>
              <a:t>条</a:t>
            </a:r>
            <a:r>
              <a:rPr lang="zh-CN" altLang="zh-CN" sz="3600" dirty="0"/>
              <a:t>边的非完全无向图至少有多少个顶点？</a:t>
            </a:r>
            <a:endParaRPr lang="zh-CN" altLang="en-US" sz="3600" dirty="0"/>
          </a:p>
          <a:p>
            <a:pPr>
              <a:lnSpc>
                <a:spcPct val="80000"/>
              </a:lnSpc>
            </a:pPr>
            <a:r>
              <a:rPr lang="en-US" altLang="zh-CN" sz="3600" dirty="0"/>
              <a:t>2. </a:t>
            </a:r>
            <a:r>
              <a:rPr lang="zh-CN" altLang="en-US" sz="3600" dirty="0"/>
              <a:t>无向图</a:t>
            </a:r>
            <a:r>
              <a:rPr lang="en-US" altLang="zh-CN" sz="3600" dirty="0"/>
              <a:t>G</a:t>
            </a:r>
            <a:r>
              <a:rPr lang="zh-CN" altLang="en-US" sz="3600" dirty="0"/>
              <a:t>有</a:t>
            </a:r>
            <a:r>
              <a:rPr lang="en-US" altLang="zh-CN" sz="3600" dirty="0"/>
              <a:t>16</a:t>
            </a:r>
            <a:r>
              <a:rPr lang="zh-CN" altLang="en-US" sz="3600" dirty="0"/>
              <a:t>条边，</a:t>
            </a:r>
            <a:r>
              <a:rPr lang="en-US" altLang="zh-CN" sz="3600" dirty="0"/>
              <a:t>3</a:t>
            </a:r>
            <a:r>
              <a:rPr lang="zh-CN" altLang="en-US" sz="3600" dirty="0"/>
              <a:t>个</a:t>
            </a:r>
            <a:r>
              <a:rPr lang="en-US" altLang="zh-CN" sz="3600" dirty="0"/>
              <a:t>4</a:t>
            </a:r>
            <a:r>
              <a:rPr lang="zh-CN" altLang="en-US" sz="3600" dirty="0"/>
              <a:t>度顶点，</a:t>
            </a:r>
            <a:r>
              <a:rPr lang="en-US" altLang="zh-CN" sz="3600" dirty="0"/>
              <a:t>4</a:t>
            </a:r>
            <a:r>
              <a:rPr lang="zh-CN" altLang="en-US" sz="3600" dirty="0"/>
              <a:t>个</a:t>
            </a:r>
            <a:r>
              <a:rPr lang="en-US" altLang="zh-CN" sz="3600" dirty="0"/>
              <a:t>3</a:t>
            </a:r>
            <a:r>
              <a:rPr lang="zh-CN" altLang="en-US" sz="3600" dirty="0"/>
              <a:t>度顶点，其余顶点的度均小于</a:t>
            </a:r>
            <a:r>
              <a:rPr lang="en-US" altLang="zh-CN" sz="3600" dirty="0"/>
              <a:t>3</a:t>
            </a:r>
            <a:r>
              <a:rPr lang="zh-CN" altLang="en-US" sz="3600" dirty="0"/>
              <a:t>，则</a:t>
            </a:r>
            <a:r>
              <a:rPr lang="en-US" altLang="zh-CN" sz="3600" dirty="0"/>
              <a:t>G</a:t>
            </a:r>
            <a:r>
              <a:rPr lang="zh-CN" altLang="en-US" sz="3600" dirty="0"/>
              <a:t>至少有多少个顶点。请说明分析过程。</a:t>
            </a:r>
          </a:p>
          <a:p>
            <a:pPr>
              <a:lnSpc>
                <a:spcPct val="80000"/>
              </a:lnSpc>
            </a:pPr>
            <a:r>
              <a:rPr lang="en-US" altLang="zh-CN" sz="3600" dirty="0"/>
              <a:t>3. </a:t>
            </a:r>
            <a:r>
              <a:rPr lang="zh-CN" altLang="en-US" sz="3600" dirty="0"/>
              <a:t>具有</a:t>
            </a:r>
            <a:r>
              <a:rPr lang="en-US" altLang="zh-CN" sz="3600" dirty="0"/>
              <a:t>n</a:t>
            </a:r>
            <a:r>
              <a:rPr lang="zh-CN" altLang="en-US" sz="3600" dirty="0"/>
              <a:t>个顶点的无向图是一个环，则它有多少棵生成树？</a:t>
            </a:r>
            <a:endParaRPr lang="en-US" altLang="zh-CN" sz="3600" dirty="0"/>
          </a:p>
          <a:p>
            <a:pPr>
              <a:lnSpc>
                <a:spcPct val="80000"/>
              </a:lnSpc>
            </a:pPr>
            <a:r>
              <a:rPr lang="en-US" altLang="zh-CN" sz="3600" dirty="0"/>
              <a:t>4. </a:t>
            </a:r>
            <a:r>
              <a:rPr lang="zh-CN" altLang="en-US" sz="3600" dirty="0"/>
              <a:t>有</a:t>
            </a:r>
            <a:r>
              <a:rPr lang="en-US" altLang="zh-CN" sz="3600" dirty="0"/>
              <a:t>n</a:t>
            </a:r>
            <a:r>
              <a:rPr lang="zh-CN" altLang="en-US" sz="3600" dirty="0"/>
              <a:t>个顶点的无向连通图至少有多少条边？有</a:t>
            </a:r>
            <a:r>
              <a:rPr lang="en-US" altLang="zh-CN" sz="3600" dirty="0"/>
              <a:t>n</a:t>
            </a:r>
            <a:r>
              <a:rPr lang="zh-CN" altLang="en-US" sz="3600" dirty="0"/>
              <a:t>个顶点的有向强连通图至少有多少条边？试举例说明。</a:t>
            </a:r>
          </a:p>
        </p:txBody>
      </p:sp>
    </p:spTree>
    <p:extLst>
      <p:ext uri="{BB962C8B-B14F-4D97-AF65-F5344CB8AC3E}">
        <p14:creationId xmlns:p14="http://schemas.microsoft.com/office/powerpoint/2010/main" val="1998748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852</TotalTime>
  <Words>367</Words>
  <Application>Microsoft Office PowerPoint</Application>
  <PresentationFormat>全屏显示(4:3)</PresentationFormat>
  <Paragraphs>16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微软雅黑</vt:lpstr>
      <vt:lpstr>Calibri</vt:lpstr>
      <vt:lpstr>Century Gothic</vt:lpstr>
      <vt:lpstr>Wingdings</vt:lpstr>
      <vt:lpstr>Wingdings 2</vt:lpstr>
      <vt:lpstr>奥斯汀</vt:lpstr>
      <vt:lpstr>辅助练习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天天向上</cp:lastModifiedBy>
  <cp:revision>12</cp:revision>
  <dcterms:created xsi:type="dcterms:W3CDTF">2015-10-06T06:05:55Z</dcterms:created>
  <dcterms:modified xsi:type="dcterms:W3CDTF">2021-10-25T14:20:11Z</dcterms:modified>
</cp:coreProperties>
</file>
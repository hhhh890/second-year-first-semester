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1" r:id="rId2"/>
    <p:sldId id="258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134" autoAdjust="0"/>
  </p:normalViewPr>
  <p:slideViewPr>
    <p:cSldViewPr>
      <p:cViewPr varScale="1">
        <p:scale>
          <a:sx n="48" d="100"/>
          <a:sy n="48" d="100"/>
        </p:scale>
        <p:origin x="245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A5603-DC89-4EB8-B663-6367A28C00FE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7678-6D00-4D8B-89DF-75C5AFC00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3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zh-CN" altLang="en-US" dirty="0"/>
              <a:t>散列地址：     </a:t>
            </a:r>
            <a:r>
              <a:rPr lang="en-US" altLang="zh-CN" dirty="0"/>
              <a:t>0         1         2         3         4        5</a:t>
            </a:r>
            <a:r>
              <a:rPr lang="en-US" altLang="zh-CN" baseline="0" dirty="0"/>
              <a:t>       6       7        8         9</a:t>
            </a:r>
          </a:p>
          <a:p>
            <a:r>
              <a:rPr lang="zh-CN" altLang="en-US" baseline="0" dirty="0"/>
              <a:t>数据：        </a:t>
            </a:r>
            <a:r>
              <a:rPr lang="en-US" altLang="zh-CN" baseline="0" dirty="0"/>
              <a:t>22                  41        30        01       53      46      13       67</a:t>
            </a:r>
          </a:p>
          <a:p>
            <a:endParaRPr lang="en-US" altLang="zh-CN" baseline="0" dirty="0"/>
          </a:p>
          <a:p>
            <a:r>
              <a:rPr lang="en-US" altLang="zh-CN" baseline="0" dirty="0" err="1"/>
              <a:t>ASLsucc</a:t>
            </a:r>
            <a:r>
              <a:rPr lang="en-US" altLang="zh-CN" baseline="0" dirty="0"/>
              <a:t>=(1+1+1+1+2+2+2+6)/8=2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27678-6D00-4D8B-89DF-75C5AFC00B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280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864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80728"/>
            <a:ext cx="7632848" cy="518457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Hash</a:t>
            </a:r>
            <a:r>
              <a:rPr lang="zh-CN" altLang="en-US" sz="3600" dirty="0"/>
              <a:t>函数</a:t>
            </a:r>
            <a:r>
              <a:rPr lang="en-US" altLang="zh-CN" sz="3600" dirty="0"/>
              <a:t>H(k)=3*k % 11</a:t>
            </a:r>
            <a:r>
              <a:rPr lang="zh-CN" altLang="en-US" sz="3600" dirty="0"/>
              <a:t>，采用线性探测开放地址法处理冲突，试在</a:t>
            </a:r>
            <a:r>
              <a:rPr lang="en-US" altLang="zh-CN" sz="3600" dirty="0"/>
              <a:t>0-10</a:t>
            </a:r>
            <a:r>
              <a:rPr lang="zh-CN" altLang="en-US" sz="3600" dirty="0"/>
              <a:t>的散列空间中对关键字序列（</a:t>
            </a:r>
            <a:r>
              <a:rPr lang="en-US" altLang="zh-CN" sz="3600" dirty="0"/>
              <a:t>22</a:t>
            </a:r>
            <a:r>
              <a:rPr lang="zh-CN" altLang="en-US" sz="3600" dirty="0"/>
              <a:t>，</a:t>
            </a:r>
            <a:r>
              <a:rPr lang="en-US" altLang="zh-CN" sz="3600" dirty="0"/>
              <a:t>41</a:t>
            </a:r>
            <a:r>
              <a:rPr lang="zh-CN" altLang="en-US" sz="3600" dirty="0"/>
              <a:t>，</a:t>
            </a:r>
            <a:r>
              <a:rPr lang="en-US" altLang="zh-CN" sz="3600" dirty="0"/>
              <a:t>53</a:t>
            </a:r>
            <a:r>
              <a:rPr lang="zh-CN" altLang="en-US" sz="3600" dirty="0"/>
              <a:t>，</a:t>
            </a:r>
            <a:r>
              <a:rPr lang="en-US" altLang="zh-CN" sz="3600" dirty="0"/>
              <a:t>46</a:t>
            </a:r>
            <a:r>
              <a:rPr lang="zh-CN" altLang="en-US" sz="3600" dirty="0"/>
              <a:t>，</a:t>
            </a:r>
            <a:r>
              <a:rPr lang="en-US" altLang="zh-CN" sz="3600" dirty="0"/>
              <a:t>30</a:t>
            </a:r>
            <a:r>
              <a:rPr lang="zh-CN" altLang="en-US" sz="3600" dirty="0"/>
              <a:t>，</a:t>
            </a:r>
            <a:r>
              <a:rPr lang="en-US" altLang="zh-CN" sz="3600" dirty="0"/>
              <a:t>13</a:t>
            </a:r>
            <a:r>
              <a:rPr lang="zh-CN" altLang="en-US" sz="3600" dirty="0"/>
              <a:t>，</a:t>
            </a:r>
            <a:r>
              <a:rPr lang="en-US" altLang="zh-CN" sz="3600" dirty="0"/>
              <a:t>01</a:t>
            </a:r>
            <a:r>
              <a:rPr lang="zh-CN" altLang="en-US" sz="3600" dirty="0"/>
              <a:t>，</a:t>
            </a:r>
            <a:r>
              <a:rPr lang="en-US" altLang="zh-CN" sz="3600" dirty="0"/>
              <a:t>67</a:t>
            </a:r>
            <a:r>
              <a:rPr lang="zh-CN" altLang="en-US" sz="3600" dirty="0"/>
              <a:t>）构造</a:t>
            </a:r>
            <a:r>
              <a:rPr lang="en-US" altLang="zh-CN" sz="3600" dirty="0"/>
              <a:t>Hash</a:t>
            </a:r>
            <a:r>
              <a:rPr lang="zh-CN" altLang="en-US" sz="3600" dirty="0"/>
              <a:t>表。并计算其查找成功的平均搜索长度。</a:t>
            </a:r>
          </a:p>
        </p:txBody>
      </p:sp>
    </p:spTree>
    <p:extLst>
      <p:ext uri="{BB962C8B-B14F-4D97-AF65-F5344CB8AC3E}">
        <p14:creationId xmlns:p14="http://schemas.microsoft.com/office/powerpoint/2010/main" val="37800942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90</TotalTime>
  <Words>96</Words>
  <Application>Microsoft Office PowerPoint</Application>
  <PresentationFormat>全屏显示(4:3)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Wingdings 2</vt:lpstr>
      <vt:lpstr>奥斯汀</vt:lpstr>
      <vt:lpstr>辅助练习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8</cp:revision>
  <dcterms:created xsi:type="dcterms:W3CDTF">2015-10-18T11:42:31Z</dcterms:created>
  <dcterms:modified xsi:type="dcterms:W3CDTF">2021-10-25T14:19:59Z</dcterms:modified>
</cp:coreProperties>
</file>
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22"/>
  </p:notesMasterIdLst>
  <p:sldIdLst>
    <p:sldId id="550" r:id="rId2"/>
    <p:sldId id="516" r:id="rId3"/>
    <p:sldId id="541" r:id="rId4"/>
    <p:sldId id="542" r:id="rId5"/>
    <p:sldId id="543" r:id="rId6"/>
    <p:sldId id="304" r:id="rId7"/>
    <p:sldId id="306" r:id="rId8"/>
    <p:sldId id="307" r:id="rId9"/>
    <p:sldId id="312" r:id="rId10"/>
    <p:sldId id="517" r:id="rId11"/>
    <p:sldId id="313" r:id="rId12"/>
    <p:sldId id="544" r:id="rId13"/>
    <p:sldId id="414" r:id="rId14"/>
    <p:sldId id="415" r:id="rId15"/>
    <p:sldId id="396" r:id="rId16"/>
    <p:sldId id="316" r:id="rId17"/>
    <p:sldId id="416" r:id="rId18"/>
    <p:sldId id="317" r:id="rId19"/>
    <p:sldId id="320" r:id="rId20"/>
    <p:sldId id="319" r:id="rId21"/>
    <p:sldId id="397" r:id="rId22"/>
    <p:sldId id="400" r:id="rId23"/>
    <p:sldId id="321" r:id="rId24"/>
    <p:sldId id="322" r:id="rId25"/>
    <p:sldId id="514" r:id="rId26"/>
    <p:sldId id="323" r:id="rId27"/>
    <p:sldId id="398" r:id="rId28"/>
    <p:sldId id="399" r:id="rId29"/>
    <p:sldId id="324" r:id="rId30"/>
    <p:sldId id="417" r:id="rId31"/>
    <p:sldId id="420" r:id="rId32"/>
    <p:sldId id="421" r:id="rId33"/>
    <p:sldId id="331" r:id="rId34"/>
    <p:sldId id="422" r:id="rId35"/>
    <p:sldId id="334" r:id="rId36"/>
    <p:sldId id="335" r:id="rId37"/>
    <p:sldId id="336" r:id="rId38"/>
    <p:sldId id="337" r:id="rId39"/>
    <p:sldId id="338" r:id="rId40"/>
    <p:sldId id="339" r:id="rId41"/>
    <p:sldId id="423" r:id="rId42"/>
    <p:sldId id="424" r:id="rId43"/>
    <p:sldId id="341" r:id="rId44"/>
    <p:sldId id="466" r:id="rId45"/>
    <p:sldId id="503" r:id="rId46"/>
    <p:sldId id="504" r:id="rId47"/>
    <p:sldId id="505" r:id="rId48"/>
    <p:sldId id="507" r:id="rId49"/>
    <p:sldId id="545" r:id="rId50"/>
    <p:sldId id="509" r:id="rId51"/>
    <p:sldId id="510" r:id="rId52"/>
    <p:sldId id="511" r:id="rId53"/>
    <p:sldId id="512" r:id="rId54"/>
    <p:sldId id="513" r:id="rId55"/>
    <p:sldId id="473" r:id="rId56"/>
    <p:sldId id="474" r:id="rId57"/>
    <p:sldId id="546" r:id="rId58"/>
    <p:sldId id="475" r:id="rId59"/>
    <p:sldId id="477" r:id="rId60"/>
    <p:sldId id="547" r:id="rId61"/>
    <p:sldId id="479" r:id="rId62"/>
    <p:sldId id="480" r:id="rId63"/>
    <p:sldId id="481" r:id="rId64"/>
    <p:sldId id="482" r:id="rId65"/>
    <p:sldId id="483" r:id="rId66"/>
    <p:sldId id="484" r:id="rId67"/>
    <p:sldId id="534" r:id="rId68"/>
    <p:sldId id="501" r:id="rId69"/>
    <p:sldId id="548" r:id="rId70"/>
    <p:sldId id="356" r:id="rId71"/>
    <p:sldId id="357" r:id="rId72"/>
    <p:sldId id="358" r:id="rId73"/>
    <p:sldId id="359" r:id="rId74"/>
    <p:sldId id="361" r:id="rId75"/>
    <p:sldId id="362" r:id="rId76"/>
    <p:sldId id="432" r:id="rId77"/>
    <p:sldId id="494" r:id="rId78"/>
    <p:sldId id="364" r:id="rId79"/>
    <p:sldId id="365" r:id="rId80"/>
    <p:sldId id="366" r:id="rId81"/>
    <p:sldId id="368" r:id="rId82"/>
    <p:sldId id="367" r:id="rId83"/>
    <p:sldId id="486" r:id="rId84"/>
    <p:sldId id="372" r:id="rId85"/>
    <p:sldId id="373" r:id="rId86"/>
    <p:sldId id="495" r:id="rId87"/>
    <p:sldId id="376" r:id="rId88"/>
    <p:sldId id="540" r:id="rId89"/>
    <p:sldId id="518" r:id="rId90"/>
    <p:sldId id="377" r:id="rId91"/>
    <p:sldId id="378" r:id="rId92"/>
    <p:sldId id="379" r:id="rId93"/>
    <p:sldId id="437" r:id="rId94"/>
    <p:sldId id="381" r:id="rId95"/>
    <p:sldId id="382" r:id="rId96"/>
    <p:sldId id="383" r:id="rId97"/>
    <p:sldId id="438" r:id="rId98"/>
    <p:sldId id="439" r:id="rId99"/>
    <p:sldId id="440" r:id="rId100"/>
    <p:sldId id="386" r:id="rId101"/>
    <p:sldId id="539" r:id="rId102"/>
    <p:sldId id="441" r:id="rId103"/>
    <p:sldId id="443" r:id="rId104"/>
    <p:sldId id="442" r:id="rId105"/>
    <p:sldId id="444" r:id="rId106"/>
    <p:sldId id="445" r:id="rId107"/>
    <p:sldId id="389" r:id="rId108"/>
    <p:sldId id="520" r:id="rId109"/>
    <p:sldId id="519" r:id="rId110"/>
    <p:sldId id="521" r:id="rId111"/>
    <p:sldId id="522" r:id="rId112"/>
    <p:sldId id="528" r:id="rId113"/>
    <p:sldId id="530" r:id="rId114"/>
    <p:sldId id="533" r:id="rId115"/>
    <p:sldId id="529" r:id="rId116"/>
    <p:sldId id="531" r:id="rId117"/>
    <p:sldId id="532" r:id="rId118"/>
    <p:sldId id="538" r:id="rId119"/>
    <p:sldId id="537" r:id="rId120"/>
    <p:sldId id="549" r:id="rId12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78723" autoAdjust="0"/>
  </p:normalViewPr>
  <p:slideViewPr>
    <p:cSldViewPr>
      <p:cViewPr varScale="1">
        <p:scale>
          <a:sx n="64" d="100"/>
          <a:sy n="64" d="100"/>
        </p:scale>
        <p:origin x="41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1C7E09F2-7223-34B5-38B3-7490CF40E09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D10E13F0-8D7A-A5BC-9E30-527D5B5685D5}"/>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0F74CBCB-59CF-037F-AF6C-6CE73B71B17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215F4AD3-D976-DF44-A2B6-6E9D72A65F38}"/>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258EDE72-734B-6F2F-6E02-A3B73DEF7A02}"/>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D37DF7FD-15AF-965A-4CF8-4DAAB14F95B2}"/>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2E528ADB-8D57-454D-82B8-E28F1AB6406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template &lt;class E, class K&gt;</a:t>
            </a:r>
          </a:p>
          <a:p>
            <a:r>
              <a:rPr lang="en-US" altLang="zh-CN" dirty="0" err="1"/>
              <a:t>istream</a:t>
            </a:r>
            <a:r>
              <a:rPr lang="en-US" altLang="zh-CN" dirty="0"/>
              <a:t>&amp; operator &gt;&gt; ( </a:t>
            </a:r>
            <a:r>
              <a:rPr lang="en-US" altLang="zh-CN" dirty="0" err="1"/>
              <a:t>istream</a:t>
            </a:r>
            <a:r>
              <a:rPr lang="en-US" altLang="zh-CN" dirty="0"/>
              <a:t>&amp; in, </a:t>
            </a:r>
            <a:r>
              <a:rPr lang="en-US" altLang="zh-CN" dirty="0" err="1"/>
              <a:t>DataNode</a:t>
            </a:r>
            <a:r>
              <a:rPr lang="en-US" altLang="zh-CN" dirty="0"/>
              <a:t> &lt; E, K&gt; &amp; node ) {</a:t>
            </a:r>
          </a:p>
          <a:p>
            <a:r>
              <a:rPr lang="en-US" altLang="zh-CN" dirty="0"/>
              <a:t>    in &gt;&gt; </a:t>
            </a:r>
            <a:r>
              <a:rPr lang="en-US" altLang="zh-CN" dirty="0" err="1"/>
              <a:t>node.data</a:t>
            </a:r>
            <a:r>
              <a:rPr lang="en-US" altLang="zh-CN" dirty="0"/>
              <a:t>;</a:t>
            </a:r>
          </a:p>
          <a:p>
            <a:r>
              <a:rPr lang="en-US" altLang="zh-CN" dirty="0"/>
              <a:t>    return in;</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7</a:t>
            </a:fld>
            <a:endParaRPr lang="en-US" altLang="zh-CN"/>
          </a:p>
        </p:txBody>
      </p:sp>
    </p:spTree>
    <p:extLst>
      <p:ext uri="{BB962C8B-B14F-4D97-AF65-F5344CB8AC3E}">
        <p14:creationId xmlns:p14="http://schemas.microsoft.com/office/powerpoint/2010/main" val="962929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从输入流对象输入数据到表</a:t>
            </a:r>
            <a:r>
              <a:rPr lang="en-US" altLang="zh-CN" dirty="0" err="1"/>
              <a:t>InList</a:t>
            </a:r>
            <a:r>
              <a:rPr lang="zh-CN" altLang="en-US" dirty="0"/>
              <a:t>中</a:t>
            </a:r>
          </a:p>
          <a:p>
            <a:r>
              <a:rPr lang="en-US" altLang="zh-CN" dirty="0"/>
              <a:t>template &lt;class E, class K&gt;</a:t>
            </a:r>
          </a:p>
          <a:p>
            <a:r>
              <a:rPr lang="en-US" altLang="zh-CN" dirty="0" err="1"/>
              <a:t>istream</a:t>
            </a:r>
            <a:r>
              <a:rPr lang="en-US" altLang="zh-CN" dirty="0"/>
              <a:t>&amp; operator &gt;&gt; ( </a:t>
            </a:r>
            <a:r>
              <a:rPr lang="en-US" altLang="zh-CN" dirty="0" err="1"/>
              <a:t>istream</a:t>
            </a:r>
            <a:r>
              <a:rPr lang="en-US" altLang="zh-CN" dirty="0"/>
              <a:t>&amp; in, </a:t>
            </a:r>
            <a:r>
              <a:rPr lang="en-US" altLang="zh-CN" dirty="0" err="1"/>
              <a:t>DataList</a:t>
            </a:r>
            <a:r>
              <a:rPr lang="en-US" altLang="zh-CN" dirty="0"/>
              <a:t> &lt; E, K&gt; &amp; </a:t>
            </a:r>
            <a:r>
              <a:rPr lang="en-US" altLang="zh-CN" dirty="0" err="1"/>
              <a:t>InList</a:t>
            </a:r>
            <a:r>
              <a:rPr lang="en-US" altLang="zh-CN" dirty="0"/>
              <a:t> ) {</a:t>
            </a:r>
          </a:p>
          <a:p>
            <a:r>
              <a:rPr lang="en-US" altLang="zh-CN" dirty="0"/>
              <a:t>    </a:t>
            </a:r>
            <a:r>
              <a:rPr lang="en-US" altLang="zh-CN" dirty="0" err="1"/>
              <a:t>cout</a:t>
            </a:r>
            <a:r>
              <a:rPr lang="en-US" altLang="zh-CN" dirty="0"/>
              <a:t> &lt;&lt; "</a:t>
            </a:r>
            <a:r>
              <a:rPr lang="zh-CN" altLang="en-US" dirty="0"/>
              <a:t>输入数组当前大小 </a:t>
            </a:r>
            <a:r>
              <a:rPr lang="en-US" altLang="zh-CN" dirty="0"/>
              <a:t>: ";</a:t>
            </a:r>
          </a:p>
          <a:p>
            <a:r>
              <a:rPr lang="en-US" altLang="zh-CN" dirty="0"/>
              <a:t>    in &gt;&gt; </a:t>
            </a:r>
            <a:r>
              <a:rPr lang="en-US" altLang="zh-CN" dirty="0" err="1"/>
              <a:t>InList.CurrentSize</a:t>
            </a:r>
            <a:r>
              <a:rPr lang="en-US" altLang="zh-CN" dirty="0"/>
              <a:t>;</a:t>
            </a:r>
          </a:p>
          <a:p>
            <a:r>
              <a:rPr lang="en-US" altLang="zh-CN" dirty="0"/>
              <a:t>    </a:t>
            </a:r>
            <a:r>
              <a:rPr lang="en-US" altLang="zh-CN" dirty="0" err="1"/>
              <a:t>cout</a:t>
            </a:r>
            <a:r>
              <a:rPr lang="en-US" altLang="zh-CN" dirty="0"/>
              <a:t> &lt;&lt; "</a:t>
            </a:r>
            <a:r>
              <a:rPr lang="zh-CN" altLang="en-US" dirty="0"/>
              <a:t>输入数组元素值 </a:t>
            </a:r>
            <a:r>
              <a:rPr lang="en-US" altLang="zh-CN" dirty="0"/>
              <a:t>: \n";</a:t>
            </a:r>
          </a:p>
          <a:p>
            <a:r>
              <a:rPr lang="en-US" altLang="zh-CN" dirty="0"/>
              <a:t>    for ( int </a:t>
            </a:r>
            <a:r>
              <a:rPr lang="en-US" altLang="zh-CN" dirty="0" err="1"/>
              <a:t>i</a:t>
            </a:r>
            <a:r>
              <a:rPr lang="en-US" altLang="zh-CN" dirty="0"/>
              <a:t> = 1; </a:t>
            </a:r>
            <a:r>
              <a:rPr lang="en-US" altLang="zh-CN" dirty="0" err="1"/>
              <a:t>i</a:t>
            </a:r>
            <a:r>
              <a:rPr lang="en-US" altLang="zh-CN" dirty="0"/>
              <a:t> &lt;= </a:t>
            </a:r>
            <a:r>
              <a:rPr lang="en-US" altLang="zh-CN" dirty="0" err="1"/>
              <a:t>InList.CurrentSize</a:t>
            </a:r>
            <a:r>
              <a:rPr lang="en-US" altLang="zh-CN" dirty="0"/>
              <a:t>; </a:t>
            </a:r>
            <a:r>
              <a:rPr lang="en-US" altLang="zh-CN" dirty="0" err="1"/>
              <a:t>i</a:t>
            </a:r>
            <a:r>
              <a:rPr lang="en-US" altLang="zh-CN" dirty="0"/>
              <a:t>++ ) {</a:t>
            </a:r>
          </a:p>
          <a:p>
            <a:r>
              <a:rPr lang="en-US" altLang="zh-CN" dirty="0"/>
              <a:t>        </a:t>
            </a:r>
            <a:r>
              <a:rPr lang="en-US" altLang="zh-CN" dirty="0" err="1"/>
              <a:t>cout</a:t>
            </a:r>
            <a:r>
              <a:rPr lang="en-US" altLang="zh-CN" dirty="0"/>
              <a:t> &lt;&lt; "</a:t>
            </a:r>
            <a:r>
              <a:rPr lang="zh-CN" altLang="en-US" dirty="0"/>
              <a:t>元素 </a:t>
            </a:r>
            <a:r>
              <a:rPr lang="en-US" altLang="zh-CN" dirty="0"/>
              <a:t>" &lt;&lt; </a:t>
            </a:r>
            <a:r>
              <a:rPr lang="en-US" altLang="zh-CN" dirty="0" err="1"/>
              <a:t>i</a:t>
            </a:r>
            <a:r>
              <a:rPr lang="en-US" altLang="zh-CN" dirty="0"/>
              <a:t> &lt;&lt; " : ";</a:t>
            </a:r>
          </a:p>
          <a:p>
            <a:r>
              <a:rPr lang="en-US" altLang="zh-CN" dirty="0"/>
              <a:t>        in &gt;&gt; </a:t>
            </a:r>
            <a:r>
              <a:rPr lang="en-US" altLang="zh-CN" dirty="0" err="1"/>
              <a:t>InList.Element</a:t>
            </a:r>
            <a:r>
              <a:rPr lang="en-US" altLang="zh-CN" dirty="0"/>
              <a:t>[i-1];</a:t>
            </a:r>
          </a:p>
          <a:p>
            <a:r>
              <a:rPr lang="en-US" altLang="zh-CN" dirty="0"/>
              <a:t>    }</a:t>
            </a:r>
          </a:p>
          <a:p>
            <a:r>
              <a:rPr lang="en-US" altLang="zh-CN" dirty="0"/>
              <a:t>    return in;</a:t>
            </a:r>
          </a:p>
          <a:p>
            <a:r>
              <a:rPr lang="en-US" altLang="zh-CN" dirty="0"/>
              <a:t>}</a:t>
            </a:r>
            <a:endParaRPr lang="zh-CN" altLang="en-US" dirty="0"/>
          </a:p>
          <a:p>
            <a:endParaRPr lang="en-US" altLang="zh-CN" dirty="0"/>
          </a:p>
          <a:p>
            <a:r>
              <a:rPr lang="en-US" altLang="zh-CN" dirty="0"/>
              <a:t>//</a:t>
            </a:r>
            <a:r>
              <a:rPr lang="zh-CN" altLang="en-US" dirty="0"/>
              <a:t>将表</a:t>
            </a:r>
            <a:r>
              <a:rPr lang="en-US" altLang="zh-CN" dirty="0" err="1"/>
              <a:t>OutList</a:t>
            </a:r>
            <a:r>
              <a:rPr lang="zh-CN" altLang="en-US" dirty="0"/>
              <a:t>内容输出到输出流对象</a:t>
            </a:r>
          </a:p>
          <a:p>
            <a:r>
              <a:rPr lang="en-US" altLang="zh-CN" dirty="0"/>
              <a:t>template &lt;class E, class K&gt;</a:t>
            </a:r>
          </a:p>
          <a:p>
            <a:r>
              <a:rPr lang="en-US" altLang="zh-CN" dirty="0" err="1"/>
              <a:t>ostream</a:t>
            </a:r>
            <a:r>
              <a:rPr lang="en-US" altLang="zh-CN" dirty="0"/>
              <a:t>&amp; operator &lt;&lt; ( </a:t>
            </a:r>
            <a:r>
              <a:rPr lang="en-US" altLang="zh-CN" dirty="0" err="1"/>
              <a:t>ostream</a:t>
            </a:r>
            <a:r>
              <a:rPr lang="en-US" altLang="zh-CN" dirty="0"/>
              <a:t>&amp; out, const </a:t>
            </a:r>
            <a:r>
              <a:rPr lang="en-US" altLang="zh-CN" dirty="0" err="1"/>
              <a:t>DataList</a:t>
            </a:r>
            <a:r>
              <a:rPr lang="en-US" altLang="zh-CN" dirty="0"/>
              <a:t> &lt; E, K&gt;&amp; </a:t>
            </a:r>
            <a:r>
              <a:rPr lang="en-US" altLang="zh-CN" dirty="0" err="1"/>
              <a:t>OutList</a:t>
            </a:r>
            <a:r>
              <a:rPr lang="en-US" altLang="zh-CN" dirty="0"/>
              <a:t> ) {</a:t>
            </a:r>
          </a:p>
          <a:p>
            <a:r>
              <a:rPr lang="en-US" altLang="zh-CN" dirty="0"/>
              <a:t>     out &lt;&lt; "</a:t>
            </a:r>
            <a:r>
              <a:rPr lang="zh-CN" altLang="en-US" dirty="0"/>
              <a:t>数组内容 </a:t>
            </a:r>
            <a:r>
              <a:rPr lang="en-US" altLang="zh-CN" dirty="0"/>
              <a:t>: \n";</a:t>
            </a:r>
          </a:p>
          <a:p>
            <a:r>
              <a:rPr lang="en-US" altLang="zh-CN" dirty="0"/>
              <a:t>     for ( int </a:t>
            </a:r>
            <a:r>
              <a:rPr lang="en-US" altLang="zh-CN" dirty="0" err="1"/>
              <a:t>i</a:t>
            </a:r>
            <a:r>
              <a:rPr lang="en-US" altLang="zh-CN" dirty="0"/>
              <a:t> = 0; </a:t>
            </a:r>
            <a:r>
              <a:rPr lang="en-US" altLang="zh-CN" dirty="0" err="1"/>
              <a:t>i</a:t>
            </a:r>
            <a:r>
              <a:rPr lang="en-US" altLang="zh-CN" dirty="0"/>
              <a:t> &lt;= </a:t>
            </a:r>
            <a:r>
              <a:rPr lang="en-US" altLang="zh-CN" dirty="0" err="1"/>
              <a:t>OutList.CurrentSize</a:t>
            </a:r>
            <a:r>
              <a:rPr lang="en-US" altLang="zh-CN" dirty="0"/>
              <a:t>; </a:t>
            </a:r>
            <a:r>
              <a:rPr lang="en-US" altLang="zh-CN" dirty="0" err="1"/>
              <a:t>i</a:t>
            </a:r>
            <a:r>
              <a:rPr lang="en-US" altLang="zh-CN" dirty="0"/>
              <a:t>++ )</a:t>
            </a:r>
          </a:p>
          <a:p>
            <a:r>
              <a:rPr lang="en-US" altLang="zh-CN" dirty="0"/>
              <a:t>         out &lt;&lt; </a:t>
            </a:r>
            <a:r>
              <a:rPr lang="en-US" altLang="zh-CN" dirty="0" err="1"/>
              <a:t>OutList.Element</a:t>
            </a:r>
            <a:r>
              <a:rPr lang="en-US" altLang="zh-CN" dirty="0"/>
              <a:t>[i-1] &lt;&lt; ' ';</a:t>
            </a:r>
          </a:p>
          <a:p>
            <a:r>
              <a:rPr lang="en-US" altLang="zh-CN" dirty="0"/>
              <a:t>     out &lt;&lt; </a:t>
            </a:r>
            <a:r>
              <a:rPr lang="en-US" altLang="zh-CN" dirty="0" err="1"/>
              <a:t>endl</a:t>
            </a:r>
            <a:r>
              <a:rPr lang="en-US" altLang="zh-CN" dirty="0"/>
              <a:t>;</a:t>
            </a:r>
          </a:p>
          <a:p>
            <a:r>
              <a:rPr lang="en-US" altLang="zh-CN" dirty="0"/>
              <a:t>     out &lt;&lt; "</a:t>
            </a:r>
            <a:r>
              <a:rPr lang="zh-CN" altLang="en-US" dirty="0"/>
              <a:t>数组当前大小 </a:t>
            </a:r>
            <a:r>
              <a:rPr lang="en-US" altLang="zh-CN" dirty="0"/>
              <a:t>: " &lt;&lt;</a:t>
            </a:r>
          </a:p>
          <a:p>
            <a:r>
              <a:rPr lang="en-US" altLang="zh-CN" dirty="0"/>
              <a:t>         </a:t>
            </a:r>
            <a:r>
              <a:rPr lang="en-US" altLang="zh-CN" dirty="0" err="1"/>
              <a:t>OutList.CurrentSize</a:t>
            </a:r>
            <a:r>
              <a:rPr lang="en-US" altLang="zh-CN" dirty="0"/>
              <a:t> &lt;&lt; </a:t>
            </a:r>
            <a:r>
              <a:rPr lang="en-US" altLang="zh-CN" dirty="0" err="1"/>
              <a:t>endl</a:t>
            </a:r>
            <a:r>
              <a:rPr lang="en-US" altLang="zh-CN" dirty="0"/>
              <a:t>;</a:t>
            </a:r>
          </a:p>
          <a:p>
            <a:r>
              <a:rPr lang="en-US" altLang="zh-CN" dirty="0"/>
              <a:t>     return out;</a:t>
            </a:r>
          </a:p>
          <a:p>
            <a:r>
              <a:rPr lang="en-US" altLang="zh-CN" dirty="0"/>
              <a:t>}</a:t>
            </a:r>
          </a:p>
          <a:p>
            <a:endParaRPr lang="zh-CN" altLang="en-US" dirty="0"/>
          </a:p>
          <a:p>
            <a:r>
              <a:rPr lang="en-US" altLang="zh-CN" dirty="0"/>
              <a:t>template &lt;class E, class K&gt;</a:t>
            </a:r>
          </a:p>
          <a:p>
            <a:r>
              <a:rPr lang="en-US" altLang="zh-CN" dirty="0"/>
              <a:t>bool </a:t>
            </a:r>
            <a:r>
              <a:rPr lang="en-US" altLang="zh-CN" dirty="0" err="1"/>
              <a:t>DataList</a:t>
            </a:r>
            <a:r>
              <a:rPr lang="en-US" altLang="zh-CN" dirty="0"/>
              <a:t>&lt;E, K&gt;::Insert(E x) {</a:t>
            </a:r>
          </a:p>
          <a:p>
            <a:r>
              <a:rPr lang="en-US" altLang="zh-CN" dirty="0"/>
              <a:t>//</a:t>
            </a:r>
            <a:r>
              <a:rPr lang="zh-CN" altLang="en-US" dirty="0"/>
              <a:t>在</a:t>
            </a:r>
            <a:r>
              <a:rPr lang="en-US" altLang="zh-CN" dirty="0" err="1"/>
              <a:t>dataList</a:t>
            </a:r>
            <a:r>
              <a:rPr lang="zh-CN" altLang="en-US" dirty="0"/>
              <a:t>的尾部插入新元素，若插入失败函数返</a:t>
            </a:r>
          </a:p>
          <a:p>
            <a:r>
              <a:rPr lang="en-US" altLang="zh-CN" dirty="0"/>
              <a:t>//</a:t>
            </a:r>
            <a:r>
              <a:rPr lang="zh-CN" altLang="en-US" dirty="0"/>
              <a:t>回</a:t>
            </a:r>
            <a:r>
              <a:rPr lang="en-US" altLang="zh-CN" dirty="0"/>
              <a:t>false,</a:t>
            </a:r>
            <a:r>
              <a:rPr lang="zh-CN" altLang="en-US" dirty="0"/>
              <a:t>否则返回</a:t>
            </a:r>
            <a:r>
              <a:rPr lang="en-US" altLang="zh-CN" dirty="0"/>
              <a:t>true</a:t>
            </a:r>
          </a:p>
          <a:p>
            <a:r>
              <a:rPr lang="en-US" altLang="zh-CN" dirty="0"/>
              <a:t>     if (</a:t>
            </a:r>
            <a:r>
              <a:rPr lang="en-US" altLang="zh-CN" dirty="0" err="1"/>
              <a:t>CurrentSize</a:t>
            </a:r>
            <a:r>
              <a:rPr lang="en-US" altLang="zh-CN" dirty="0"/>
              <a:t> == </a:t>
            </a:r>
            <a:r>
              <a:rPr lang="en-US" altLang="zh-CN" dirty="0" err="1"/>
              <a:t>ArraySize</a:t>
            </a:r>
            <a:r>
              <a:rPr lang="en-US" altLang="zh-CN" dirty="0"/>
              <a:t>) return false;</a:t>
            </a:r>
          </a:p>
          <a:p>
            <a:r>
              <a:rPr lang="en-US" altLang="zh-CN" dirty="0"/>
              <a:t>         Element[</a:t>
            </a:r>
            <a:r>
              <a:rPr lang="en-US" altLang="zh-CN" dirty="0" err="1"/>
              <a:t>CurrentSize</a:t>
            </a:r>
            <a:r>
              <a:rPr lang="en-US" altLang="zh-CN" dirty="0"/>
              <a:t>].</a:t>
            </a:r>
            <a:r>
              <a:rPr lang="en-US" altLang="zh-CN" dirty="0" err="1"/>
              <a:t>setData</a:t>
            </a:r>
            <a:r>
              <a:rPr lang="en-US" altLang="zh-CN" dirty="0"/>
              <a:t>(x);   //</a:t>
            </a:r>
            <a:r>
              <a:rPr lang="zh-CN" altLang="en-US" dirty="0"/>
              <a:t>插入在尾端</a:t>
            </a:r>
          </a:p>
          <a:p>
            <a:r>
              <a:rPr lang="zh-CN" altLang="en-US" dirty="0"/>
              <a:t>         </a:t>
            </a:r>
            <a:r>
              <a:rPr lang="en-US" altLang="zh-CN" dirty="0" err="1"/>
              <a:t>CurrentSize</a:t>
            </a:r>
            <a:r>
              <a:rPr lang="en-US" altLang="zh-CN" dirty="0"/>
              <a:t>++;   return true;</a:t>
            </a:r>
          </a:p>
          <a:p>
            <a:r>
              <a:rPr lang="en-US" altLang="zh-CN" dirty="0"/>
              <a:t>};</a:t>
            </a:r>
          </a:p>
          <a:p>
            <a:endParaRPr lang="en-US" altLang="zh-CN" dirty="0"/>
          </a:p>
          <a:p>
            <a:endParaRPr lang="en-US" altLang="zh-CN" dirty="0"/>
          </a:p>
          <a:p>
            <a:r>
              <a:rPr lang="en-US" altLang="zh-CN" dirty="0"/>
              <a:t>template &lt;class E, class K&gt;</a:t>
            </a:r>
          </a:p>
          <a:p>
            <a:r>
              <a:rPr lang="en-US" altLang="zh-CN" dirty="0"/>
              <a:t>bool </a:t>
            </a:r>
            <a:r>
              <a:rPr lang="en-US" altLang="zh-CN" dirty="0" err="1"/>
              <a:t>DataList</a:t>
            </a:r>
            <a:r>
              <a:rPr lang="en-US" altLang="zh-CN" dirty="0"/>
              <a:t>&lt;E, K&gt;::Remove (const K x, E&amp; e) {</a:t>
            </a:r>
          </a:p>
          <a:p>
            <a:r>
              <a:rPr lang="en-US" altLang="zh-CN" dirty="0"/>
              <a:t>//</a:t>
            </a:r>
            <a:r>
              <a:rPr lang="zh-CN" altLang="en-US" dirty="0"/>
              <a:t>在</a:t>
            </a:r>
            <a:r>
              <a:rPr lang="en-US" altLang="zh-CN" dirty="0" err="1"/>
              <a:t>dataList</a:t>
            </a:r>
            <a:r>
              <a:rPr lang="zh-CN" altLang="en-US" dirty="0"/>
              <a:t>中删除关键码为</a:t>
            </a:r>
            <a:r>
              <a:rPr lang="en-US" altLang="zh-CN" dirty="0"/>
              <a:t>x</a:t>
            </a:r>
            <a:r>
              <a:rPr lang="zh-CN" altLang="en-US" dirty="0"/>
              <a:t>的元素</a:t>
            </a:r>
          </a:p>
          <a:p>
            <a:r>
              <a:rPr lang="zh-CN" altLang="en-US" dirty="0"/>
              <a:t>     </a:t>
            </a:r>
            <a:r>
              <a:rPr lang="en-US" altLang="zh-CN" dirty="0"/>
              <a:t>int </a:t>
            </a:r>
            <a:r>
              <a:rPr lang="en-US" altLang="zh-CN" dirty="0" err="1"/>
              <a:t>i</a:t>
            </a:r>
            <a:r>
              <a:rPr lang="en-US" altLang="zh-CN" dirty="0"/>
              <a:t>;</a:t>
            </a:r>
          </a:p>
          <a:p>
            <a:r>
              <a:rPr lang="en-US" altLang="zh-CN" dirty="0"/>
              <a:t>     if (</a:t>
            </a:r>
            <a:r>
              <a:rPr lang="en-US" altLang="zh-CN" dirty="0" err="1"/>
              <a:t>CurrentSize</a:t>
            </a:r>
            <a:r>
              <a:rPr lang="en-US" altLang="zh-CN" dirty="0"/>
              <a:t> == 0) return false;</a:t>
            </a:r>
          </a:p>
          <a:p>
            <a:r>
              <a:rPr lang="en-US" altLang="zh-CN" dirty="0"/>
              <a:t>     for (</a:t>
            </a:r>
            <a:r>
              <a:rPr lang="en-US" altLang="zh-CN" dirty="0" err="1"/>
              <a:t>i</a:t>
            </a:r>
            <a:r>
              <a:rPr lang="en-US" altLang="zh-CN" dirty="0"/>
              <a:t> = 0; </a:t>
            </a:r>
            <a:r>
              <a:rPr lang="en-US" altLang="zh-CN" dirty="0" err="1"/>
              <a:t>i</a:t>
            </a:r>
            <a:r>
              <a:rPr lang="en-US" altLang="zh-CN" dirty="0"/>
              <a:t> &lt; </a:t>
            </a:r>
            <a:r>
              <a:rPr lang="en-US" altLang="zh-CN" dirty="0" err="1"/>
              <a:t>CurrentSize</a:t>
            </a:r>
            <a:r>
              <a:rPr lang="en-US" altLang="zh-CN" dirty="0"/>
              <a:t>; </a:t>
            </a:r>
            <a:r>
              <a:rPr lang="en-US" altLang="zh-CN" dirty="0" err="1"/>
              <a:t>i</a:t>
            </a:r>
            <a:r>
              <a:rPr lang="en-US" altLang="zh-CN" dirty="0"/>
              <a:t>++)    //</a:t>
            </a:r>
            <a:r>
              <a:rPr lang="zh-CN" altLang="en-US" dirty="0"/>
              <a:t>顺序寻找关键码为</a:t>
            </a:r>
            <a:r>
              <a:rPr lang="en-US" altLang="zh-CN" dirty="0"/>
              <a:t>x</a:t>
            </a:r>
            <a:r>
              <a:rPr lang="zh-CN" altLang="en-US" dirty="0"/>
              <a:t>的元素</a:t>
            </a:r>
            <a:endParaRPr lang="en-US" altLang="zh-CN" dirty="0"/>
          </a:p>
          <a:p>
            <a:r>
              <a:rPr lang="en-US" altLang="zh-CN" dirty="0"/>
              <a:t>         if (Element[</a:t>
            </a:r>
            <a:r>
              <a:rPr lang="en-US" altLang="zh-CN" dirty="0" err="1"/>
              <a:t>i</a:t>
            </a:r>
            <a:r>
              <a:rPr lang="en-US" altLang="zh-CN" dirty="0"/>
              <a:t>].</a:t>
            </a:r>
            <a:r>
              <a:rPr lang="en-US" altLang="zh-CN" dirty="0" err="1"/>
              <a:t>getKey</a:t>
            </a:r>
            <a:r>
              <a:rPr lang="en-US" altLang="zh-CN" dirty="0"/>
              <a:t>() == x) break;</a:t>
            </a:r>
          </a:p>
          <a:p>
            <a:r>
              <a:rPr lang="en-US" altLang="zh-CN" dirty="0"/>
              <a:t>     if (</a:t>
            </a:r>
            <a:r>
              <a:rPr lang="en-US" altLang="zh-CN" dirty="0" err="1"/>
              <a:t>i</a:t>
            </a:r>
            <a:r>
              <a:rPr lang="en-US" altLang="zh-CN" dirty="0"/>
              <a:t> == </a:t>
            </a:r>
            <a:r>
              <a:rPr lang="en-US" altLang="zh-CN" dirty="0" err="1"/>
              <a:t>CurrentSize</a:t>
            </a:r>
            <a:r>
              <a:rPr lang="en-US" altLang="zh-CN" dirty="0"/>
              <a:t>) return false;	    //</a:t>
            </a:r>
            <a:r>
              <a:rPr lang="zh-CN" altLang="en-US" dirty="0"/>
              <a:t>未找到</a:t>
            </a:r>
          </a:p>
          <a:p>
            <a:r>
              <a:rPr lang="en-US" altLang="zh-CN" dirty="0"/>
              <a:t>     e = Element[</a:t>
            </a:r>
            <a:r>
              <a:rPr lang="en-US" altLang="zh-CN" dirty="0" err="1"/>
              <a:t>i</a:t>
            </a:r>
            <a:r>
              <a:rPr lang="en-US" altLang="zh-CN" dirty="0"/>
              <a:t>].</a:t>
            </a:r>
            <a:r>
              <a:rPr lang="en-US" altLang="zh-CN" dirty="0" err="1"/>
              <a:t>getData</a:t>
            </a:r>
            <a:r>
              <a:rPr lang="en-US" altLang="zh-CN" dirty="0"/>
              <a:t>();     //</a:t>
            </a:r>
            <a:r>
              <a:rPr lang="zh-CN" altLang="en-US" dirty="0"/>
              <a:t>找到，用后续元素的值填补</a:t>
            </a:r>
            <a:endParaRPr lang="en-US" altLang="zh-CN" dirty="0"/>
          </a:p>
          <a:p>
            <a:r>
              <a:rPr lang="en-US" altLang="zh-CN" dirty="0"/>
              <a:t>     for (</a:t>
            </a:r>
            <a:r>
              <a:rPr lang="en-US" altLang="zh-CN" dirty="0" err="1"/>
              <a:t>i</a:t>
            </a:r>
            <a:r>
              <a:rPr lang="en-US" altLang="zh-CN" dirty="0"/>
              <a:t>++; </a:t>
            </a:r>
            <a:r>
              <a:rPr lang="en-US" altLang="zh-CN" dirty="0" err="1"/>
              <a:t>i</a:t>
            </a:r>
            <a:r>
              <a:rPr lang="en-US" altLang="zh-CN" dirty="0"/>
              <a:t> &lt; </a:t>
            </a:r>
            <a:r>
              <a:rPr lang="en-US" altLang="zh-CN" dirty="0" err="1"/>
              <a:t>CurrentSize</a:t>
            </a:r>
            <a:r>
              <a:rPr lang="en-US" altLang="zh-CN" dirty="0"/>
              <a:t>; </a:t>
            </a:r>
            <a:r>
              <a:rPr lang="en-US" altLang="zh-CN" dirty="0" err="1"/>
              <a:t>i</a:t>
            </a:r>
            <a:r>
              <a:rPr lang="en-US" altLang="zh-CN" dirty="0"/>
              <a:t>++)</a:t>
            </a:r>
          </a:p>
          <a:p>
            <a:r>
              <a:rPr lang="en-US" altLang="zh-CN" dirty="0"/>
              <a:t>          Element[i-1] = Element[</a:t>
            </a:r>
            <a:r>
              <a:rPr lang="en-US" altLang="zh-CN" dirty="0" err="1"/>
              <a:t>i</a:t>
            </a:r>
            <a:r>
              <a:rPr lang="en-US" altLang="zh-CN" dirty="0"/>
              <a:t>];	   //</a:t>
            </a:r>
            <a:r>
              <a:rPr lang="zh-CN" altLang="en-US" dirty="0"/>
              <a:t>前移</a:t>
            </a:r>
          </a:p>
          <a:p>
            <a:r>
              <a:rPr lang="zh-CN" altLang="en-US" dirty="0"/>
              <a:t>     </a:t>
            </a:r>
            <a:r>
              <a:rPr lang="en-US" altLang="zh-CN" dirty="0" err="1"/>
              <a:t>CurrentSize</a:t>
            </a:r>
            <a:r>
              <a:rPr lang="en-US" altLang="zh-CN" dirty="0"/>
              <a:t>--;</a:t>
            </a:r>
          </a:p>
          <a:p>
            <a:r>
              <a:rPr lang="en-US" altLang="zh-CN" dirty="0"/>
              <a:t>     return true;</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8</a:t>
            </a:fld>
            <a:endParaRPr lang="en-US" altLang="zh-CN"/>
          </a:p>
        </p:txBody>
      </p:sp>
    </p:spTree>
    <p:extLst>
      <p:ext uri="{BB962C8B-B14F-4D97-AF65-F5344CB8AC3E}">
        <p14:creationId xmlns:p14="http://schemas.microsoft.com/office/powerpoint/2010/main" val="192398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10</a:t>
            </a:fld>
            <a:endParaRPr lang="en-US" altLang="zh-CN"/>
          </a:p>
        </p:txBody>
      </p:sp>
    </p:spTree>
    <p:extLst>
      <p:ext uri="{BB962C8B-B14F-4D97-AF65-F5344CB8AC3E}">
        <p14:creationId xmlns:p14="http://schemas.microsoft.com/office/powerpoint/2010/main" val="1694045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顺序搜索的递归算法</a:t>
            </a:r>
          </a:p>
          <a:p>
            <a:r>
              <a:rPr lang="en-US" altLang="zh-CN" dirty="0"/>
              <a:t>//</a:t>
            </a:r>
            <a:r>
              <a:rPr lang="zh-CN" altLang="en-US" dirty="0"/>
              <a:t>在数据表 </a:t>
            </a:r>
            <a:r>
              <a:rPr lang="en-US" altLang="zh-CN" dirty="0"/>
              <a:t>Element[0..n-1] </a:t>
            </a:r>
            <a:r>
              <a:rPr lang="zh-CN" altLang="en-US" dirty="0"/>
              <a:t>中搜索关键码与给定值匹配的元素，函数返回其在表中的位置。</a:t>
            </a:r>
          </a:p>
          <a:p>
            <a:r>
              <a:rPr lang="en-US" altLang="zh-CN" dirty="0"/>
              <a:t>//</a:t>
            </a:r>
            <a:r>
              <a:rPr lang="zh-CN" altLang="en-US" dirty="0"/>
              <a:t>参数 </a:t>
            </a:r>
            <a:r>
              <a:rPr lang="en-US" altLang="zh-CN" dirty="0"/>
              <a:t>loc </a:t>
            </a:r>
            <a:r>
              <a:rPr lang="zh-CN" altLang="en-US" dirty="0"/>
              <a:t>是在表中开始搜索位置</a:t>
            </a:r>
          </a:p>
          <a:p>
            <a:r>
              <a:rPr lang="en-US" altLang="zh-CN" dirty="0"/>
              <a:t>template &lt;class E, class K&gt; </a:t>
            </a:r>
          </a:p>
          <a:p>
            <a:r>
              <a:rPr lang="en-US" altLang="zh-CN" dirty="0"/>
              <a:t>int </a:t>
            </a:r>
            <a:r>
              <a:rPr lang="en-US" altLang="zh-CN" dirty="0" err="1"/>
              <a:t>SearchList</a:t>
            </a:r>
            <a:r>
              <a:rPr lang="en-US" altLang="zh-CN" dirty="0"/>
              <a:t>&lt; E, K &gt; ::</a:t>
            </a:r>
            <a:r>
              <a:rPr lang="en-US" altLang="zh-CN" dirty="0" err="1"/>
              <a:t>SeqSearch</a:t>
            </a:r>
            <a:r>
              <a:rPr lang="en-US" altLang="zh-CN" dirty="0"/>
              <a:t> ( const K x, int loc) const {</a:t>
            </a:r>
          </a:p>
          <a:p>
            <a:r>
              <a:rPr lang="en-US" altLang="zh-CN" dirty="0"/>
              <a:t>    if ( loc &gt; </a:t>
            </a:r>
            <a:r>
              <a:rPr lang="en-US" altLang="zh-CN" dirty="0" err="1"/>
              <a:t>CurrentSize</a:t>
            </a:r>
            <a:r>
              <a:rPr lang="en-US" altLang="zh-CN" dirty="0"/>
              <a:t> ) return 0;  //</a:t>
            </a:r>
            <a:r>
              <a:rPr lang="zh-CN" altLang="en-US" dirty="0"/>
              <a:t>搜索失败</a:t>
            </a:r>
          </a:p>
          <a:p>
            <a:r>
              <a:rPr lang="zh-CN" altLang="en-US" dirty="0"/>
              <a:t>    </a:t>
            </a:r>
            <a:r>
              <a:rPr lang="en-US" altLang="zh-CN" dirty="0"/>
              <a:t>else if ( Element[loc-1].</a:t>
            </a:r>
            <a:r>
              <a:rPr lang="en-US" altLang="zh-CN" dirty="0" err="1"/>
              <a:t>getKey</a:t>
            </a:r>
            <a:r>
              <a:rPr lang="en-US" altLang="zh-CN" dirty="0"/>
              <a:t>() == x ) return loc;</a:t>
            </a:r>
          </a:p>
          <a:p>
            <a:r>
              <a:rPr lang="en-US" altLang="zh-CN" dirty="0"/>
              <a:t>                                                           //</a:t>
            </a:r>
            <a:r>
              <a:rPr lang="zh-CN" altLang="en-US" dirty="0"/>
              <a:t>搜索成功</a:t>
            </a:r>
          </a:p>
          <a:p>
            <a:r>
              <a:rPr lang="zh-CN" altLang="en-US" dirty="0"/>
              <a:t>      </a:t>
            </a:r>
            <a:r>
              <a:rPr lang="en-US" altLang="zh-CN" dirty="0"/>
              <a:t>else return </a:t>
            </a:r>
            <a:r>
              <a:rPr lang="en-US" altLang="zh-CN" dirty="0" err="1"/>
              <a:t>SeqSearch</a:t>
            </a:r>
            <a:r>
              <a:rPr lang="en-US" altLang="zh-CN" dirty="0"/>
              <a:t> (  x, loc+1 );  //</a:t>
            </a:r>
            <a:r>
              <a:rPr lang="zh-CN" altLang="en-US" dirty="0"/>
              <a:t>递归搜索</a:t>
            </a:r>
          </a:p>
          <a:p>
            <a:r>
              <a:rPr lang="en-US" altLang="zh-CN" dirty="0"/>
              <a:t>}</a:t>
            </a:r>
          </a:p>
          <a:p>
            <a:endParaRPr lang="en-US" altLang="zh-CN" dirty="0"/>
          </a:p>
          <a:p>
            <a:r>
              <a:rPr lang="en-US" altLang="zh-CN" dirty="0"/>
              <a:t>int main()</a:t>
            </a:r>
          </a:p>
          <a:p>
            <a:r>
              <a:rPr lang="en-US" altLang="zh-CN" dirty="0"/>
              <a:t>{</a:t>
            </a:r>
          </a:p>
          <a:p>
            <a:r>
              <a:rPr lang="en-US" altLang="zh-CN" dirty="0"/>
              <a:t>    int Size = 10;</a:t>
            </a:r>
          </a:p>
          <a:p>
            <a:r>
              <a:rPr lang="zh-CN" altLang="en-US" dirty="0"/>
              <a:t>    </a:t>
            </a:r>
            <a:r>
              <a:rPr lang="en-US" altLang="zh-CN" dirty="0" err="1"/>
              <a:t>SearchList</a:t>
            </a:r>
            <a:r>
              <a:rPr lang="en-US" altLang="zh-CN" dirty="0"/>
              <a:t>&lt;</a:t>
            </a:r>
            <a:r>
              <a:rPr lang="en-US" altLang="zh-CN" dirty="0" err="1"/>
              <a:t>student,int</a:t>
            </a:r>
            <a:r>
              <a:rPr lang="en-US" altLang="zh-CN" dirty="0"/>
              <a:t>&gt; L1 (Size);	  //</a:t>
            </a:r>
            <a:r>
              <a:rPr lang="zh-CN" altLang="en-US" dirty="0"/>
              <a:t>定义搜索表</a:t>
            </a:r>
          </a:p>
          <a:p>
            <a:r>
              <a:rPr lang="zh-CN" altLang="en-US" dirty="0"/>
              <a:t>    </a:t>
            </a:r>
            <a:r>
              <a:rPr lang="en-US" altLang="zh-CN" dirty="0"/>
              <a:t>int Target, Location;</a:t>
            </a:r>
          </a:p>
          <a:p>
            <a:r>
              <a:rPr lang="en-US" altLang="zh-CN" dirty="0"/>
              <a:t>    </a:t>
            </a:r>
            <a:r>
              <a:rPr lang="en-US" altLang="zh-CN" dirty="0" err="1"/>
              <a:t>cin</a:t>
            </a:r>
            <a:r>
              <a:rPr lang="en-US" altLang="zh-CN" dirty="0"/>
              <a:t> &gt;&gt; L1;                   	  //</a:t>
            </a:r>
            <a:r>
              <a:rPr lang="zh-CN" altLang="en-US" dirty="0"/>
              <a:t>输入</a:t>
            </a:r>
            <a:r>
              <a:rPr lang="en-US" altLang="zh-CN" dirty="0"/>
              <a:t>L1</a:t>
            </a:r>
          </a:p>
          <a:p>
            <a:r>
              <a:rPr lang="en-US" altLang="zh-CN" dirty="0"/>
              <a:t>    </a:t>
            </a:r>
            <a:r>
              <a:rPr lang="en-US" altLang="zh-CN" dirty="0" err="1"/>
              <a:t>cout</a:t>
            </a:r>
            <a:r>
              <a:rPr lang="en-US" altLang="zh-CN" dirty="0"/>
              <a:t> &lt;&lt; "</a:t>
            </a:r>
            <a:r>
              <a:rPr lang="zh-CN" altLang="en-US" dirty="0"/>
              <a:t>搜索整数 </a:t>
            </a:r>
            <a:r>
              <a:rPr lang="en-US" altLang="zh-CN" dirty="0"/>
              <a:t>: ";    </a:t>
            </a:r>
            <a:r>
              <a:rPr lang="en-US" altLang="zh-CN" dirty="0" err="1"/>
              <a:t>cin</a:t>
            </a:r>
            <a:r>
              <a:rPr lang="en-US" altLang="zh-CN" dirty="0"/>
              <a:t> &gt;&gt; Target;</a:t>
            </a:r>
          </a:p>
          <a:p>
            <a:r>
              <a:rPr lang="en-US" altLang="zh-CN" dirty="0"/>
              <a:t>    if ( (Location = L1.SeqSearch (Target) ) != L1.Length( ))</a:t>
            </a:r>
          </a:p>
          <a:p>
            <a:r>
              <a:rPr lang="en-US" altLang="zh-CN" dirty="0"/>
              <a:t>        </a:t>
            </a:r>
            <a:r>
              <a:rPr lang="en-US" altLang="zh-CN" dirty="0" err="1"/>
              <a:t>cout</a:t>
            </a:r>
            <a:r>
              <a:rPr lang="en-US" altLang="zh-CN" dirty="0"/>
              <a:t> &lt;&lt; "</a:t>
            </a:r>
            <a:r>
              <a:rPr lang="zh-CN" altLang="en-US" dirty="0"/>
              <a:t>找到位置在 </a:t>
            </a:r>
            <a:r>
              <a:rPr lang="en-US" altLang="zh-CN" dirty="0"/>
              <a:t>" &lt;&lt; Location &lt;&lt; </a:t>
            </a:r>
            <a:r>
              <a:rPr lang="en-US" altLang="zh-CN" dirty="0" err="1"/>
              <a:t>endl</a:t>
            </a:r>
            <a:r>
              <a:rPr lang="en-US" altLang="zh-CN" dirty="0"/>
              <a:t>;	      //</a:t>
            </a:r>
            <a:r>
              <a:rPr lang="zh-CN" altLang="en-US" dirty="0"/>
              <a:t>搜索成功，输出找到的位置</a:t>
            </a:r>
          </a:p>
          <a:p>
            <a:r>
              <a:rPr lang="zh-CN" altLang="en-US" dirty="0"/>
              <a:t>    </a:t>
            </a:r>
            <a:r>
              <a:rPr lang="en-US" altLang="zh-CN" dirty="0"/>
              <a:t>else </a:t>
            </a:r>
            <a:r>
              <a:rPr lang="en-US" altLang="zh-CN" dirty="0" err="1"/>
              <a:t>cout</a:t>
            </a:r>
            <a:r>
              <a:rPr lang="en-US" altLang="zh-CN" dirty="0"/>
              <a:t> &lt;&lt; " </a:t>
            </a:r>
            <a:r>
              <a:rPr lang="zh-CN" altLang="en-US" dirty="0"/>
              <a:t>没有找到</a:t>
            </a:r>
            <a:r>
              <a:rPr lang="en-US" altLang="zh-CN" dirty="0"/>
              <a:t>.\n";     //</a:t>
            </a:r>
            <a:r>
              <a:rPr lang="zh-CN" altLang="en-US" dirty="0"/>
              <a:t>搜索失败</a:t>
            </a:r>
          </a:p>
          <a:p>
            <a:r>
              <a:rPr lang="en-US" altLang="zh-CN" dirty="0"/>
              <a:t>    return 0;</a:t>
            </a:r>
          </a:p>
          <a:p>
            <a:r>
              <a:rPr lang="en-US" altLang="zh-CN" dirty="0"/>
              <a:t>}</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11</a:t>
            </a:fld>
            <a:endParaRPr lang="en-US" altLang="zh-CN"/>
          </a:p>
        </p:txBody>
      </p:sp>
    </p:spTree>
    <p:extLst>
      <p:ext uri="{BB962C8B-B14F-4D97-AF65-F5344CB8AC3E}">
        <p14:creationId xmlns:p14="http://schemas.microsoft.com/office/powerpoint/2010/main" val="81999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12</a:t>
            </a:fld>
            <a:endParaRPr lang="en-US" altLang="zh-CN"/>
          </a:p>
        </p:txBody>
      </p:sp>
    </p:spTree>
    <p:extLst>
      <p:ext uri="{BB962C8B-B14F-4D97-AF65-F5344CB8AC3E}">
        <p14:creationId xmlns:p14="http://schemas.microsoft.com/office/powerpoint/2010/main" val="60933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a:t>
            </a:r>
            <a:r>
              <a:rPr lang="en-US" altLang="zh-CN" dirty="0" err="1"/>
              <a:t>dataList.h</a:t>
            </a:r>
            <a:r>
              <a:rPr lang="en-US" altLang="zh-CN" dirty="0"/>
              <a:t>"</a:t>
            </a:r>
          </a:p>
          <a:p>
            <a:r>
              <a:rPr lang="en-US" altLang="zh-CN" dirty="0"/>
              <a:t>template &lt;class E, class K&gt;</a:t>
            </a:r>
          </a:p>
          <a:p>
            <a:r>
              <a:rPr lang="en-US" altLang="zh-CN" dirty="0"/>
              <a:t>class </a:t>
            </a:r>
            <a:r>
              <a:rPr lang="en-US" altLang="zh-CN" dirty="0" err="1"/>
              <a:t>SortedList</a:t>
            </a:r>
            <a:r>
              <a:rPr lang="en-US" altLang="zh-CN" dirty="0"/>
              <a:t> : public </a:t>
            </a:r>
            <a:r>
              <a:rPr lang="en-US" altLang="zh-CN" dirty="0" err="1"/>
              <a:t>DataList</a:t>
            </a:r>
            <a:r>
              <a:rPr lang="en-US" altLang="zh-CN" dirty="0"/>
              <a:t>&lt;E, K&gt; {</a:t>
            </a:r>
          </a:p>
          <a:p>
            <a:r>
              <a:rPr lang="en-US" altLang="zh-CN" dirty="0"/>
              <a:t>public:</a:t>
            </a:r>
          </a:p>
          <a:p>
            <a:r>
              <a:rPr lang="en-US" altLang="zh-CN" dirty="0"/>
              <a:t>     </a:t>
            </a:r>
            <a:r>
              <a:rPr lang="en-US" altLang="zh-CN" dirty="0" err="1"/>
              <a:t>SortedList</a:t>
            </a:r>
            <a:r>
              <a:rPr lang="en-US" altLang="zh-CN" dirty="0"/>
              <a:t> (int </a:t>
            </a:r>
            <a:r>
              <a:rPr lang="en-US" altLang="zh-CN" dirty="0" err="1"/>
              <a:t>sz</a:t>
            </a:r>
            <a:r>
              <a:rPr lang="en-US" altLang="zh-CN" dirty="0"/>
              <a:t> = 100) {}</a:t>
            </a:r>
          </a:p>
          <a:p>
            <a:r>
              <a:rPr lang="en-US" altLang="zh-CN" dirty="0"/>
              <a:t>     ~</a:t>
            </a:r>
            <a:r>
              <a:rPr lang="en-US" altLang="zh-CN" dirty="0" err="1"/>
              <a:t>SortedList</a:t>
            </a:r>
            <a:r>
              <a:rPr lang="en-US" altLang="zh-CN" dirty="0"/>
              <a:t>() {}</a:t>
            </a:r>
          </a:p>
          <a:p>
            <a:r>
              <a:rPr lang="en-US" altLang="zh-CN" dirty="0"/>
              <a:t>     int </a:t>
            </a:r>
            <a:r>
              <a:rPr lang="en-US" altLang="zh-CN" dirty="0" err="1"/>
              <a:t>SequentSearch</a:t>
            </a:r>
            <a:r>
              <a:rPr lang="en-US" altLang="zh-CN" dirty="0"/>
              <a:t>(K x);	//</a:t>
            </a:r>
            <a:r>
              <a:rPr lang="zh-CN" altLang="en-US" dirty="0"/>
              <a:t>迭代的顺序搜索</a:t>
            </a:r>
          </a:p>
          <a:p>
            <a:r>
              <a:rPr lang="zh-CN" altLang="en-US" dirty="0"/>
              <a:t>     </a:t>
            </a:r>
            <a:r>
              <a:rPr lang="en-US" altLang="zh-CN" dirty="0"/>
              <a:t>int </a:t>
            </a:r>
            <a:r>
              <a:rPr lang="en-US" altLang="zh-CN" dirty="0" err="1"/>
              <a:t>BinarySearch</a:t>
            </a:r>
            <a:r>
              <a:rPr lang="en-US" altLang="zh-CN" dirty="0"/>
              <a:t>(K x);	//</a:t>
            </a:r>
            <a:r>
              <a:rPr lang="zh-CN" altLang="en-US" dirty="0"/>
              <a:t>迭代的折半搜索</a:t>
            </a:r>
          </a:p>
          <a:p>
            <a:r>
              <a:rPr lang="zh-CN" altLang="en-US" dirty="0"/>
              <a:t>     </a:t>
            </a:r>
            <a:r>
              <a:rPr lang="en-US" altLang="zh-CN" dirty="0"/>
              <a:t>int </a:t>
            </a:r>
            <a:r>
              <a:rPr lang="en-US" altLang="zh-CN" dirty="0" err="1"/>
              <a:t>BinarySearch</a:t>
            </a:r>
            <a:r>
              <a:rPr lang="en-US" altLang="zh-CN" dirty="0"/>
              <a:t>(const K x , int low, int high ) const;     //</a:t>
            </a:r>
            <a:r>
              <a:rPr lang="zh-CN" altLang="en-US" dirty="0"/>
              <a:t>递归的折半搜索</a:t>
            </a:r>
          </a:p>
          <a:p>
            <a:r>
              <a:rPr lang="zh-CN" altLang="en-US" dirty="0"/>
              <a:t>     </a:t>
            </a:r>
            <a:r>
              <a:rPr lang="en-US" altLang="zh-CN" dirty="0"/>
              <a:t>bool Insert(E x);		//</a:t>
            </a:r>
            <a:r>
              <a:rPr lang="zh-CN" altLang="en-US" dirty="0"/>
              <a:t>有序插入</a:t>
            </a:r>
          </a:p>
          <a:p>
            <a:r>
              <a:rPr lang="zh-CN" altLang="en-US" dirty="0"/>
              <a:t>     </a:t>
            </a:r>
            <a:r>
              <a:rPr lang="en-US" altLang="zh-CN" dirty="0"/>
              <a:t>bool Remove (K k);		//</a:t>
            </a:r>
            <a:r>
              <a:rPr lang="zh-CN" altLang="en-US" dirty="0"/>
              <a:t>删除</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14</a:t>
            </a:fld>
            <a:endParaRPr lang="en-US" altLang="zh-CN"/>
          </a:p>
        </p:txBody>
      </p:sp>
    </p:spTree>
    <p:extLst>
      <p:ext uri="{BB962C8B-B14F-4D97-AF65-F5344CB8AC3E}">
        <p14:creationId xmlns:p14="http://schemas.microsoft.com/office/powerpoint/2010/main" val="2700919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16</a:t>
            </a:fld>
            <a:endParaRPr lang="en-US" altLang="zh-CN"/>
          </a:p>
        </p:txBody>
      </p:sp>
    </p:spTree>
    <p:extLst>
      <p:ext uri="{BB962C8B-B14F-4D97-AF65-F5344CB8AC3E}">
        <p14:creationId xmlns:p14="http://schemas.microsoft.com/office/powerpoint/2010/main" val="620857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19</a:t>
            </a:fld>
            <a:endParaRPr lang="en-US" altLang="zh-CN"/>
          </a:p>
        </p:txBody>
      </p:sp>
    </p:spTree>
    <p:extLst>
      <p:ext uri="{BB962C8B-B14F-4D97-AF65-F5344CB8AC3E}">
        <p14:creationId xmlns:p14="http://schemas.microsoft.com/office/powerpoint/2010/main" val="1834976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20</a:t>
            </a:fld>
            <a:endParaRPr lang="en-US" altLang="zh-CN"/>
          </a:p>
        </p:txBody>
      </p:sp>
    </p:spTree>
    <p:extLst>
      <p:ext uri="{BB962C8B-B14F-4D97-AF65-F5344CB8AC3E}">
        <p14:creationId xmlns:p14="http://schemas.microsoft.com/office/powerpoint/2010/main" val="3555548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29</a:t>
            </a:fld>
            <a:endParaRPr lang="en-US" altLang="zh-CN"/>
          </a:p>
        </p:txBody>
      </p:sp>
    </p:spTree>
    <p:extLst>
      <p:ext uri="{BB962C8B-B14F-4D97-AF65-F5344CB8AC3E}">
        <p14:creationId xmlns:p14="http://schemas.microsoft.com/office/powerpoint/2010/main" val="28374494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30</a:t>
            </a:fld>
            <a:endParaRPr lang="en-US" altLang="zh-CN"/>
          </a:p>
        </p:txBody>
      </p:sp>
    </p:spTree>
    <p:extLst>
      <p:ext uri="{BB962C8B-B14F-4D97-AF65-F5344CB8AC3E}">
        <p14:creationId xmlns:p14="http://schemas.microsoft.com/office/powerpoint/2010/main" val="2509512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33</a:t>
            </a:fld>
            <a:endParaRPr lang="en-US" altLang="zh-CN"/>
          </a:p>
        </p:txBody>
      </p:sp>
    </p:spTree>
    <p:extLst>
      <p:ext uri="{BB962C8B-B14F-4D97-AF65-F5344CB8AC3E}">
        <p14:creationId xmlns:p14="http://schemas.microsoft.com/office/powerpoint/2010/main" val="1559889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36</a:t>
            </a:fld>
            <a:endParaRPr lang="en-US" altLang="zh-CN"/>
          </a:p>
        </p:txBody>
      </p:sp>
    </p:spTree>
    <p:extLst>
      <p:ext uri="{BB962C8B-B14F-4D97-AF65-F5344CB8AC3E}">
        <p14:creationId xmlns:p14="http://schemas.microsoft.com/office/powerpoint/2010/main" val="940720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38</a:t>
            </a:fld>
            <a:endParaRPr lang="en-US" altLang="zh-CN"/>
          </a:p>
        </p:txBody>
      </p:sp>
    </p:spTree>
    <p:extLst>
      <p:ext uri="{BB962C8B-B14F-4D97-AF65-F5344CB8AC3E}">
        <p14:creationId xmlns:p14="http://schemas.microsoft.com/office/powerpoint/2010/main" val="2901808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43</a:t>
            </a:fld>
            <a:endParaRPr lang="en-US" altLang="zh-CN"/>
          </a:p>
        </p:txBody>
      </p:sp>
    </p:spTree>
    <p:extLst>
      <p:ext uri="{BB962C8B-B14F-4D97-AF65-F5344CB8AC3E}">
        <p14:creationId xmlns:p14="http://schemas.microsoft.com/office/powerpoint/2010/main" val="2317290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68</a:t>
            </a:fld>
            <a:endParaRPr lang="zh-CN" altLang="en-US"/>
          </a:p>
        </p:txBody>
      </p:sp>
    </p:spTree>
    <p:extLst>
      <p:ext uri="{BB962C8B-B14F-4D97-AF65-F5344CB8AC3E}">
        <p14:creationId xmlns:p14="http://schemas.microsoft.com/office/powerpoint/2010/main" val="3847821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69</a:t>
            </a:fld>
            <a:endParaRPr lang="zh-CN" altLang="en-US"/>
          </a:p>
        </p:txBody>
      </p:sp>
    </p:spTree>
    <p:extLst>
      <p:ext uri="{BB962C8B-B14F-4D97-AF65-F5344CB8AC3E}">
        <p14:creationId xmlns:p14="http://schemas.microsoft.com/office/powerpoint/2010/main" val="1460957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72</a:t>
            </a:fld>
            <a:endParaRPr lang="en-US" altLang="zh-CN"/>
          </a:p>
        </p:txBody>
      </p:sp>
    </p:spTree>
    <p:extLst>
      <p:ext uri="{BB962C8B-B14F-4D97-AF65-F5344CB8AC3E}">
        <p14:creationId xmlns:p14="http://schemas.microsoft.com/office/powerpoint/2010/main" val="2944948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73</a:t>
            </a:fld>
            <a:endParaRPr lang="en-US" altLang="zh-CN"/>
          </a:p>
        </p:txBody>
      </p:sp>
    </p:spTree>
    <p:extLst>
      <p:ext uri="{BB962C8B-B14F-4D97-AF65-F5344CB8AC3E}">
        <p14:creationId xmlns:p14="http://schemas.microsoft.com/office/powerpoint/2010/main" val="3504981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78</a:t>
            </a:fld>
            <a:endParaRPr lang="en-US" altLang="zh-CN"/>
          </a:p>
        </p:txBody>
      </p:sp>
    </p:spTree>
    <p:extLst>
      <p:ext uri="{BB962C8B-B14F-4D97-AF65-F5344CB8AC3E}">
        <p14:creationId xmlns:p14="http://schemas.microsoft.com/office/powerpoint/2010/main" val="3203610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80</a:t>
            </a:fld>
            <a:endParaRPr lang="en-US" altLang="zh-CN"/>
          </a:p>
        </p:txBody>
      </p:sp>
    </p:spTree>
    <p:extLst>
      <p:ext uri="{BB962C8B-B14F-4D97-AF65-F5344CB8AC3E}">
        <p14:creationId xmlns:p14="http://schemas.microsoft.com/office/powerpoint/2010/main" val="3784546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83</a:t>
            </a:fld>
            <a:endParaRPr lang="en-US" altLang="zh-CN"/>
          </a:p>
        </p:txBody>
      </p:sp>
    </p:spTree>
    <p:extLst>
      <p:ext uri="{BB962C8B-B14F-4D97-AF65-F5344CB8AC3E}">
        <p14:creationId xmlns:p14="http://schemas.microsoft.com/office/powerpoint/2010/main" val="707077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86</a:t>
            </a:fld>
            <a:endParaRPr lang="en-US" altLang="zh-CN"/>
          </a:p>
        </p:txBody>
      </p:sp>
    </p:spTree>
    <p:extLst>
      <p:ext uri="{BB962C8B-B14F-4D97-AF65-F5344CB8AC3E}">
        <p14:creationId xmlns:p14="http://schemas.microsoft.com/office/powerpoint/2010/main" val="1172979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3</a:t>
            </a:r>
            <a:r>
              <a:rPr lang="zh-CN" altLang="en-US" dirty="0"/>
              <a:t>版中的程序：</a:t>
            </a:r>
          </a:p>
          <a:p>
            <a:r>
              <a:rPr lang="en-US" altLang="zh-CN" dirty="0"/>
              <a:t>if(</a:t>
            </a:r>
            <a:r>
              <a:rPr lang="en-US" altLang="zh-CN" dirty="0" err="1"/>
              <a:t>ptr</a:t>
            </a:r>
            <a:r>
              <a:rPr lang="en-US" altLang="zh-CN" dirty="0"/>
              <a:t> == NULL) </a:t>
            </a:r>
            <a:r>
              <a:rPr lang="zh-CN" altLang="en-US" dirty="0"/>
              <a:t>部分：空树则插入结点为根，返回</a:t>
            </a:r>
          </a:p>
          <a:p>
            <a:r>
              <a:rPr lang="en-US" altLang="zh-CN" dirty="0"/>
              <a:t>while(p!=NULL)</a:t>
            </a:r>
            <a:r>
              <a:rPr lang="zh-CN" altLang="en-US" dirty="0"/>
              <a:t>部分，二叉搜索树中查找插入位置</a:t>
            </a:r>
          </a:p>
          <a:p>
            <a:r>
              <a:rPr lang="en-US" altLang="zh-CN" dirty="0"/>
              <a:t>if (S[top] == NULL)</a:t>
            </a:r>
            <a:r>
              <a:rPr lang="zh-CN" altLang="en-US" dirty="0"/>
              <a:t>，空树情况，因为之前已经处理过空树情况，这里应该不会处理到，是多余的。</a:t>
            </a:r>
          </a:p>
          <a:p>
            <a:r>
              <a:rPr lang="en-US" altLang="zh-CN" dirty="0"/>
              <a:t>else </a:t>
            </a:r>
            <a:r>
              <a:rPr lang="zh-CN" altLang="en-US" dirty="0"/>
              <a:t>新结点插入</a:t>
            </a:r>
          </a:p>
          <a:p>
            <a:r>
              <a:rPr lang="en-US" altLang="zh-CN" dirty="0"/>
              <a:t>while</a:t>
            </a:r>
            <a:r>
              <a:rPr lang="zh-CN" altLang="en-US" dirty="0"/>
              <a:t>及之后几乎与第</a:t>
            </a:r>
            <a:r>
              <a:rPr lang="en-US" altLang="zh-CN" dirty="0"/>
              <a:t>2</a:t>
            </a:r>
            <a:r>
              <a:rPr lang="zh-CN" altLang="en-US" dirty="0"/>
              <a:t>版中“</a:t>
            </a:r>
            <a:r>
              <a:rPr lang="en-US" altLang="zh-CN" dirty="0"/>
              <a:t>while(</a:t>
            </a:r>
            <a:r>
              <a:rPr lang="en-US" altLang="zh-CN" dirty="0" err="1"/>
              <a:t>st.IsEmpty</a:t>
            </a:r>
            <a:r>
              <a:rPr lang="en-US" altLang="zh-CN" dirty="0"/>
              <a:t>() == false) ”</a:t>
            </a:r>
            <a:r>
              <a:rPr lang="zh-CN" altLang="en-US" dirty="0"/>
              <a:t>之后相同，只是用数组代替了第</a:t>
            </a:r>
            <a:r>
              <a:rPr lang="en-US" altLang="zh-CN" dirty="0"/>
              <a:t>2</a:t>
            </a:r>
            <a:r>
              <a:rPr lang="zh-CN" altLang="en-US" dirty="0"/>
              <a:t>版中的栈</a:t>
            </a:r>
          </a:p>
          <a:p>
            <a:endParaRPr lang="zh-CN" altLang="en-US" dirty="0"/>
          </a:p>
        </p:txBody>
      </p:sp>
      <p:sp>
        <p:nvSpPr>
          <p:cNvPr id="4" name="灯片编号占位符 3"/>
          <p:cNvSpPr>
            <a:spLocks noGrp="1"/>
          </p:cNvSpPr>
          <p:nvPr>
            <p:ph type="sldNum" sz="quarter" idx="5"/>
          </p:nvPr>
        </p:nvSpPr>
        <p:spPr/>
        <p:txBody>
          <a:bodyPr/>
          <a:lstStyle/>
          <a:p>
            <a:pPr>
              <a:defRPr/>
            </a:pPr>
            <a:fld id="{2E528ADB-8D57-454D-82B8-E28F1AB64060}" type="slidenum">
              <a:rPr lang="en-US" altLang="zh-CN" smtClean="0"/>
              <a:pPr>
                <a:defRPr/>
              </a:pPr>
              <a:t>88</a:t>
            </a:fld>
            <a:endParaRPr lang="en-US" altLang="zh-CN"/>
          </a:p>
        </p:txBody>
      </p:sp>
    </p:spTree>
    <p:extLst>
      <p:ext uri="{BB962C8B-B14F-4D97-AF65-F5344CB8AC3E}">
        <p14:creationId xmlns:p14="http://schemas.microsoft.com/office/powerpoint/2010/main" val="732857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400" dirty="0">
              <a:latin typeface="微软雅黑" pitchFamily="34" charset="-122"/>
              <a:ea typeface="微软雅黑" pitchFamily="34" charset="-122"/>
              <a:cs typeface="Consolas" pitchFamily="49" charset="0"/>
            </a:endParaRPr>
          </a:p>
        </p:txBody>
      </p:sp>
      <p:sp>
        <p:nvSpPr>
          <p:cNvPr id="4" name="灯片编号占位符 3"/>
          <p:cNvSpPr>
            <a:spLocks noGrp="1"/>
          </p:cNvSpPr>
          <p:nvPr>
            <p:ph type="sldNum" sz="quarter" idx="10"/>
          </p:nvPr>
        </p:nvSpPr>
        <p:spPr/>
        <p:txBody>
          <a:bodyPr/>
          <a:lstStyle/>
          <a:p>
            <a:fld id="{F311F20F-C7B6-45CF-932F-17A67FE04690}" type="slidenum">
              <a:rPr lang="zh-CN" altLang="en-US" smtClean="0"/>
              <a:pPr/>
              <a:t>120</a:t>
            </a:fld>
            <a:endParaRPr lang="zh-CN" altLang="en-US"/>
          </a:p>
        </p:txBody>
      </p:sp>
    </p:spTree>
    <p:extLst>
      <p:ext uri="{BB962C8B-B14F-4D97-AF65-F5344CB8AC3E}">
        <p14:creationId xmlns:p14="http://schemas.microsoft.com/office/powerpoint/2010/main" val="4069333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82B7E4-DC6A-7327-951D-8731492F3AB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73E48B-BC05-30E8-90ED-740E8BC83C9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C7B91DF-EE43-E140-8093-D4885199BE42}"/>
              </a:ext>
            </a:extLst>
          </p:cNvPr>
          <p:cNvSpPr>
            <a:spLocks noGrp="1"/>
          </p:cNvSpPr>
          <p:nvPr>
            <p:ph type="sldNum" sz="quarter" idx="12"/>
          </p:nvPr>
        </p:nvSpPr>
        <p:spPr/>
        <p:txBody>
          <a:bodyPr/>
          <a:lstStyle>
            <a:lvl1pPr>
              <a:defRPr/>
            </a:lvl1pPr>
          </a:lstStyle>
          <a:p>
            <a:pPr>
              <a:defRPr/>
            </a:pPr>
            <a:fld id="{67D3C30A-AD96-49D1-8ED2-F07D6AD9018D}" type="slidenum">
              <a:rPr lang="en-US" altLang="zh-CN"/>
              <a:pPr>
                <a:defRPr/>
              </a:pPr>
              <a:t>‹#›</a:t>
            </a:fld>
            <a:endParaRPr lang="en-US" altLang="zh-CN"/>
          </a:p>
        </p:txBody>
      </p:sp>
    </p:spTree>
    <p:extLst>
      <p:ext uri="{BB962C8B-B14F-4D97-AF65-F5344CB8AC3E}">
        <p14:creationId xmlns:p14="http://schemas.microsoft.com/office/powerpoint/2010/main" val="1925585071"/>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3600"/>
            </a:lvl1pPr>
            <a:lvl2pPr>
              <a:defRPr sz="3200"/>
            </a:lvl2pPr>
            <a:lvl3pPr>
              <a:defRPr sz="2800"/>
            </a:lvl3pPr>
            <a:lvl4pPr>
              <a:defRPr sz="1600"/>
            </a:lvl4pPr>
            <a:lvl5pPr>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16296EA2-AFFA-B8FB-EF97-9E76719BDD4E}"/>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D67ED63-4876-0AE9-A98F-6BF719DCBD3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29DA35A1-ECCF-1AE6-7160-C987171ABE4E}"/>
              </a:ext>
            </a:extLst>
          </p:cNvPr>
          <p:cNvSpPr>
            <a:spLocks noGrp="1"/>
          </p:cNvSpPr>
          <p:nvPr>
            <p:ph type="sldNum" sz="quarter" idx="12"/>
          </p:nvPr>
        </p:nvSpPr>
        <p:spPr/>
        <p:txBody>
          <a:bodyPr/>
          <a:lstStyle>
            <a:lvl1pPr>
              <a:defRPr/>
            </a:lvl1pPr>
          </a:lstStyle>
          <a:p>
            <a:pPr>
              <a:defRPr/>
            </a:pPr>
            <a:fld id="{82BC8E53-3928-4033-8D0B-01554133DC73}" type="slidenum">
              <a:rPr lang="en-US" altLang="zh-CN"/>
              <a:pPr>
                <a:defRPr/>
              </a:pPr>
              <a:t>‹#›</a:t>
            </a:fld>
            <a:endParaRPr lang="en-US" altLang="zh-CN"/>
          </a:p>
        </p:txBody>
      </p:sp>
    </p:spTree>
    <p:extLst>
      <p:ext uri="{BB962C8B-B14F-4D97-AF65-F5344CB8AC3E}">
        <p14:creationId xmlns:p14="http://schemas.microsoft.com/office/powerpoint/2010/main" val="47264798"/>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F3F6C05-CFD0-C970-75C8-8977B726496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05ACED42-384F-5942-1D64-DA1D6103D24B}"/>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5C5E1BA-4515-F7C0-A636-F9A19CF64A58}"/>
              </a:ext>
            </a:extLst>
          </p:cNvPr>
          <p:cNvSpPr>
            <a:spLocks noGrp="1"/>
          </p:cNvSpPr>
          <p:nvPr>
            <p:ph type="sldNum" sz="quarter" idx="12"/>
          </p:nvPr>
        </p:nvSpPr>
        <p:spPr/>
        <p:txBody>
          <a:bodyPr/>
          <a:lstStyle>
            <a:lvl1pPr>
              <a:defRPr/>
            </a:lvl1pPr>
          </a:lstStyle>
          <a:p>
            <a:pPr>
              <a:defRPr/>
            </a:pPr>
            <a:fld id="{84EC3181-6A1D-41FF-B795-FCBF4EDE7D95}" type="slidenum">
              <a:rPr lang="en-US" altLang="zh-CN"/>
              <a:pPr>
                <a:defRPr/>
              </a:pPr>
              <a:t>‹#›</a:t>
            </a:fld>
            <a:endParaRPr lang="en-US" altLang="zh-CN"/>
          </a:p>
        </p:txBody>
      </p:sp>
    </p:spTree>
    <p:extLst>
      <p:ext uri="{BB962C8B-B14F-4D97-AF65-F5344CB8AC3E}">
        <p14:creationId xmlns:p14="http://schemas.microsoft.com/office/powerpoint/2010/main" val="211694798"/>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CFD0DE3E-F697-CB81-5DA3-BD57C15524A8}"/>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4BD15211-1C95-3A98-3BC6-EB13CAE0723C}"/>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B5854A67-E7F7-CF54-18BB-38E2B999F4AA}"/>
              </a:ext>
            </a:extLst>
          </p:cNvPr>
          <p:cNvSpPr>
            <a:spLocks noGrp="1"/>
          </p:cNvSpPr>
          <p:nvPr>
            <p:ph type="sldNum" sz="quarter" idx="12"/>
          </p:nvPr>
        </p:nvSpPr>
        <p:spPr/>
        <p:txBody>
          <a:bodyPr/>
          <a:lstStyle>
            <a:lvl1pPr>
              <a:defRPr/>
            </a:lvl1pPr>
          </a:lstStyle>
          <a:p>
            <a:pPr>
              <a:defRPr/>
            </a:pPr>
            <a:fld id="{625542DF-55DA-4AAF-91F9-4F1D96228B86}" type="slidenum">
              <a:rPr lang="en-US" altLang="zh-CN"/>
              <a:pPr>
                <a:defRPr/>
              </a:pPr>
              <a:t>‹#›</a:t>
            </a:fld>
            <a:endParaRPr lang="en-US" altLang="zh-CN"/>
          </a:p>
        </p:txBody>
      </p:sp>
    </p:spTree>
    <p:extLst>
      <p:ext uri="{BB962C8B-B14F-4D97-AF65-F5344CB8AC3E}">
        <p14:creationId xmlns:p14="http://schemas.microsoft.com/office/powerpoint/2010/main" val="651048555"/>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0ACB6DF7-795E-24F8-B487-9121F947DA07}"/>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5C547EB4-D4B0-0C6F-FD8F-C7EDC2F7CD56}"/>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667D84-6FB3-B1C3-93CF-F0B4B61B9425}"/>
              </a:ext>
            </a:extLst>
          </p:cNvPr>
          <p:cNvSpPr>
            <a:spLocks noGrp="1"/>
          </p:cNvSpPr>
          <p:nvPr>
            <p:ph type="sldNum" sz="quarter" idx="12"/>
          </p:nvPr>
        </p:nvSpPr>
        <p:spPr/>
        <p:txBody>
          <a:bodyPr/>
          <a:lstStyle>
            <a:lvl1pPr>
              <a:defRPr/>
            </a:lvl1pPr>
          </a:lstStyle>
          <a:p>
            <a:pPr>
              <a:defRPr/>
            </a:pPr>
            <a:fld id="{1235941F-38FF-4DB2-A315-D5DF5BCD01D1}" type="slidenum">
              <a:rPr lang="en-US" altLang="zh-CN"/>
              <a:pPr>
                <a:defRPr/>
              </a:pPr>
              <a:t>‹#›</a:t>
            </a:fld>
            <a:endParaRPr lang="en-US" altLang="zh-CN"/>
          </a:p>
        </p:txBody>
      </p:sp>
    </p:spTree>
    <p:extLst>
      <p:ext uri="{BB962C8B-B14F-4D97-AF65-F5344CB8AC3E}">
        <p14:creationId xmlns:p14="http://schemas.microsoft.com/office/powerpoint/2010/main" val="2987215220"/>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86A3D40F-AE0F-178B-E61C-64B2FF928DB5}"/>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AE54E34D-E4B3-0D4D-B3BC-F2EB3D95A881}"/>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F50D029A-CA36-402B-8AF5-F7AD1DE2E890}"/>
              </a:ext>
            </a:extLst>
          </p:cNvPr>
          <p:cNvSpPr>
            <a:spLocks noGrp="1"/>
          </p:cNvSpPr>
          <p:nvPr>
            <p:ph type="sldNum" sz="quarter" idx="12"/>
          </p:nvPr>
        </p:nvSpPr>
        <p:spPr/>
        <p:txBody>
          <a:bodyPr/>
          <a:lstStyle>
            <a:lvl1pPr>
              <a:defRPr/>
            </a:lvl1pPr>
          </a:lstStyle>
          <a:p>
            <a:pPr>
              <a:defRPr/>
            </a:pPr>
            <a:fld id="{D851AC87-C2AB-4C30-BE47-B09AFD814572}" type="slidenum">
              <a:rPr lang="en-US" altLang="zh-CN"/>
              <a:pPr>
                <a:defRPr/>
              </a:pPr>
              <a:t>‹#›</a:t>
            </a:fld>
            <a:endParaRPr lang="en-US" altLang="zh-CN"/>
          </a:p>
        </p:txBody>
      </p:sp>
    </p:spTree>
    <p:extLst>
      <p:ext uri="{BB962C8B-B14F-4D97-AF65-F5344CB8AC3E}">
        <p14:creationId xmlns:p14="http://schemas.microsoft.com/office/powerpoint/2010/main" val="1705235123"/>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AD7B90E-1FFC-E4F8-7178-49A49E7D9FC3}"/>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25DA2219-CC40-12A4-1D8E-D794EC4838A8}"/>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56DFA37E-3794-965F-F6FE-9D49C1274F81}"/>
              </a:ext>
            </a:extLst>
          </p:cNvPr>
          <p:cNvSpPr>
            <a:spLocks noGrp="1"/>
          </p:cNvSpPr>
          <p:nvPr>
            <p:ph type="sldNum" sz="quarter" idx="12"/>
          </p:nvPr>
        </p:nvSpPr>
        <p:spPr/>
        <p:txBody>
          <a:bodyPr/>
          <a:lstStyle>
            <a:lvl1pPr>
              <a:defRPr/>
            </a:lvl1pPr>
          </a:lstStyle>
          <a:p>
            <a:pPr>
              <a:defRPr/>
            </a:pPr>
            <a:fld id="{A5CDC942-AD50-4CB1-AAEC-9B389C2C8E01}" type="slidenum">
              <a:rPr lang="en-US" altLang="zh-CN"/>
              <a:pPr>
                <a:defRPr/>
              </a:pPr>
              <a:t>‹#›</a:t>
            </a:fld>
            <a:endParaRPr lang="en-US" altLang="zh-CN"/>
          </a:p>
        </p:txBody>
      </p:sp>
    </p:spTree>
    <p:extLst>
      <p:ext uri="{BB962C8B-B14F-4D97-AF65-F5344CB8AC3E}">
        <p14:creationId xmlns:p14="http://schemas.microsoft.com/office/powerpoint/2010/main" val="2719286881"/>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B958EC6-D967-25B5-C807-E743BE4E044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0EE940F-751C-2F9B-20C2-8CE10EAA7DD7}"/>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8B74AE5-D4AA-EF6B-B7B9-511B8670EBFD}"/>
              </a:ext>
            </a:extLst>
          </p:cNvPr>
          <p:cNvSpPr>
            <a:spLocks noGrp="1"/>
          </p:cNvSpPr>
          <p:nvPr>
            <p:ph type="sldNum" sz="quarter" idx="12"/>
          </p:nvPr>
        </p:nvSpPr>
        <p:spPr/>
        <p:txBody>
          <a:bodyPr/>
          <a:lstStyle>
            <a:lvl1pPr>
              <a:defRPr/>
            </a:lvl1pPr>
          </a:lstStyle>
          <a:p>
            <a:pPr>
              <a:defRPr/>
            </a:pPr>
            <a:fld id="{4D844278-7408-476B-BF22-66BE20BB590F}" type="slidenum">
              <a:rPr lang="en-US" altLang="zh-CN"/>
              <a:pPr>
                <a:defRPr/>
              </a:pPr>
              <a:t>‹#›</a:t>
            </a:fld>
            <a:endParaRPr lang="en-US" altLang="zh-CN"/>
          </a:p>
        </p:txBody>
      </p:sp>
    </p:spTree>
    <p:extLst>
      <p:ext uri="{BB962C8B-B14F-4D97-AF65-F5344CB8AC3E}">
        <p14:creationId xmlns:p14="http://schemas.microsoft.com/office/powerpoint/2010/main" val="1781212329"/>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274C6DD9-DCD7-EC73-ED62-24873D79CE8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8B8106E9-AC4B-718E-FC10-63F2B0F0E375}"/>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BDB6F3BE-CEA2-A700-2100-D5A6FF24568D}"/>
              </a:ext>
            </a:extLst>
          </p:cNvPr>
          <p:cNvSpPr>
            <a:spLocks noGrp="1"/>
          </p:cNvSpPr>
          <p:nvPr>
            <p:ph type="sldNum" sz="quarter" idx="12"/>
          </p:nvPr>
        </p:nvSpPr>
        <p:spPr/>
        <p:txBody>
          <a:bodyPr/>
          <a:lstStyle>
            <a:lvl1pPr>
              <a:defRPr/>
            </a:lvl1pPr>
          </a:lstStyle>
          <a:p>
            <a:pPr>
              <a:defRPr/>
            </a:pPr>
            <a:fld id="{B7634955-1115-42BB-A23D-8D0B5382E32F}" type="slidenum">
              <a:rPr lang="en-US" altLang="zh-CN"/>
              <a:pPr>
                <a:defRPr/>
              </a:pPr>
              <a:t>‹#›</a:t>
            </a:fld>
            <a:endParaRPr lang="en-US" altLang="zh-CN"/>
          </a:p>
        </p:txBody>
      </p:sp>
    </p:spTree>
    <p:extLst>
      <p:ext uri="{BB962C8B-B14F-4D97-AF65-F5344CB8AC3E}">
        <p14:creationId xmlns:p14="http://schemas.microsoft.com/office/powerpoint/2010/main" val="4098562446"/>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2F70D3-BC24-E6C8-1FFC-4F2E1AFE037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E3BA9E-AED3-24D2-897F-B56F519D751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7BFE856-8CE2-7C69-14CF-05C5C4ADD7CC}"/>
              </a:ext>
            </a:extLst>
          </p:cNvPr>
          <p:cNvSpPr>
            <a:spLocks noGrp="1"/>
          </p:cNvSpPr>
          <p:nvPr>
            <p:ph type="sldNum" sz="quarter" idx="12"/>
          </p:nvPr>
        </p:nvSpPr>
        <p:spPr/>
        <p:txBody>
          <a:bodyPr/>
          <a:lstStyle>
            <a:lvl1pPr>
              <a:defRPr/>
            </a:lvl1pPr>
          </a:lstStyle>
          <a:p>
            <a:pPr>
              <a:defRPr/>
            </a:pPr>
            <a:fld id="{DED725F0-1F21-4945-A549-694D47C68290}" type="slidenum">
              <a:rPr lang="en-US" altLang="zh-CN"/>
              <a:pPr>
                <a:defRPr/>
              </a:pPr>
              <a:t>‹#›</a:t>
            </a:fld>
            <a:endParaRPr lang="en-US" altLang="zh-CN"/>
          </a:p>
        </p:txBody>
      </p:sp>
    </p:spTree>
    <p:extLst>
      <p:ext uri="{BB962C8B-B14F-4D97-AF65-F5344CB8AC3E}">
        <p14:creationId xmlns:p14="http://schemas.microsoft.com/office/powerpoint/2010/main" val="1765064543"/>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D99F69-AA7D-F38D-6DCF-A0F9E4A1556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3679928-ED6A-F47A-7030-355CEFF425B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F967730-0D48-FEF0-24F7-80940F86071F}"/>
              </a:ext>
            </a:extLst>
          </p:cNvPr>
          <p:cNvSpPr>
            <a:spLocks noGrp="1"/>
          </p:cNvSpPr>
          <p:nvPr>
            <p:ph type="sldNum" sz="quarter" idx="12"/>
          </p:nvPr>
        </p:nvSpPr>
        <p:spPr/>
        <p:txBody>
          <a:bodyPr/>
          <a:lstStyle>
            <a:lvl1pPr>
              <a:defRPr/>
            </a:lvl1pPr>
          </a:lstStyle>
          <a:p>
            <a:pPr>
              <a:defRPr/>
            </a:pPr>
            <a:fld id="{E12E4BE1-1BFD-4AB8-954C-3F7160A3B735}" type="slidenum">
              <a:rPr lang="en-US" altLang="zh-CN"/>
              <a:pPr>
                <a:defRPr/>
              </a:pPr>
              <a:t>‹#›</a:t>
            </a:fld>
            <a:endParaRPr lang="en-US" altLang="zh-CN"/>
          </a:p>
        </p:txBody>
      </p:sp>
    </p:spTree>
    <p:extLst>
      <p:ext uri="{BB962C8B-B14F-4D97-AF65-F5344CB8AC3E}">
        <p14:creationId xmlns:p14="http://schemas.microsoft.com/office/powerpoint/2010/main" val="2303916767"/>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14612FE1-2D6E-2867-143D-20C249858A79}"/>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0470B57-67D7-A45B-2343-99987278BDCC}"/>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128EE4A-B08C-BCF1-2C09-CA9CA9FB4C07}"/>
              </a:ext>
            </a:extLst>
          </p:cNvPr>
          <p:cNvSpPr>
            <a:spLocks noGrp="1"/>
          </p:cNvSpPr>
          <p:nvPr>
            <p:ph type="sldNum" sz="quarter" idx="12"/>
          </p:nvPr>
        </p:nvSpPr>
        <p:spPr>
          <a:xfrm>
            <a:off x="6553200" y="6248400"/>
            <a:ext cx="1905000" cy="457200"/>
          </a:xfrm>
        </p:spPr>
        <p:txBody>
          <a:bodyPr/>
          <a:lstStyle>
            <a:lvl1pPr>
              <a:defRPr/>
            </a:lvl1pPr>
          </a:lstStyle>
          <a:p>
            <a:pPr>
              <a:defRPr/>
            </a:pPr>
            <a:fld id="{BDED5C06-5EED-4698-9E59-84E080D17D06}" type="slidenum">
              <a:rPr lang="en-US" altLang="zh-CN"/>
              <a:pPr>
                <a:defRPr/>
              </a:pPr>
              <a:t>‹#›</a:t>
            </a:fld>
            <a:endParaRPr lang="en-US" altLang="zh-CN"/>
          </a:p>
        </p:txBody>
      </p:sp>
    </p:spTree>
    <p:extLst>
      <p:ext uri="{BB962C8B-B14F-4D97-AF65-F5344CB8AC3E}">
        <p14:creationId xmlns:p14="http://schemas.microsoft.com/office/powerpoint/2010/main" val="1097276313"/>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51694CC6-42AB-FF82-2266-C60A564ED790}"/>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3FCC97C6-A7ED-F6DA-2DF7-99EC3FF61AB3}"/>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B797663-4DD2-45B4-B68B-D0657E85AAFE}"/>
              </a:ext>
            </a:extLst>
          </p:cNvPr>
          <p:cNvSpPr>
            <a:spLocks noGrp="1"/>
          </p:cNvSpPr>
          <p:nvPr>
            <p:ph type="sldNum" sz="quarter" idx="12"/>
          </p:nvPr>
        </p:nvSpPr>
        <p:spPr>
          <a:xfrm>
            <a:off x="6553200" y="6248400"/>
            <a:ext cx="1905000" cy="457200"/>
          </a:xfrm>
        </p:spPr>
        <p:txBody>
          <a:bodyPr/>
          <a:lstStyle>
            <a:lvl1pPr>
              <a:defRPr/>
            </a:lvl1pPr>
          </a:lstStyle>
          <a:p>
            <a:pPr>
              <a:defRPr/>
            </a:pPr>
            <a:fld id="{193FA650-6176-4C7D-94DA-495A27EBC313}" type="slidenum">
              <a:rPr lang="en-US" altLang="zh-CN"/>
              <a:pPr>
                <a:defRPr/>
              </a:pPr>
              <a:t>‹#›</a:t>
            </a:fld>
            <a:endParaRPr lang="en-US" altLang="zh-CN"/>
          </a:p>
        </p:txBody>
      </p:sp>
    </p:spTree>
    <p:extLst>
      <p:ext uri="{BB962C8B-B14F-4D97-AF65-F5344CB8AC3E}">
        <p14:creationId xmlns:p14="http://schemas.microsoft.com/office/powerpoint/2010/main" val="1437664674"/>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C5BE7D0-4372-F965-964A-77E9CC38A46C}"/>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8E2987D-2707-C2C6-339A-AE339AC350D9}"/>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D4F67D9B-A8C2-8EE2-DF8A-C67699F6980D}"/>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8E611265-80AC-3A34-8CC5-4757CED3615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1CD641CA-ACD1-849E-FC7A-830A6A56506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D2FA17C3-A101-42DC-B3AC-2EEC8647CAB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10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10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10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10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A57AF9-4B4D-465C-9C28-50123AD84D5F}"/>
              </a:ext>
            </a:extLst>
          </p:cNvPr>
          <p:cNvSpPr>
            <a:spLocks noGrp="1"/>
          </p:cNvSpPr>
          <p:nvPr>
            <p:ph type="title"/>
          </p:nvPr>
        </p:nvSpPr>
        <p:spPr/>
        <p:txBody>
          <a:bodyPr/>
          <a:lstStyle/>
          <a:p>
            <a:r>
              <a:rPr lang="zh-CN" altLang="en-US" dirty="0"/>
              <a:t>第</a:t>
            </a:r>
            <a:r>
              <a:rPr lang="en-US" altLang="zh-CN" dirty="0"/>
              <a:t>7</a:t>
            </a:r>
            <a:r>
              <a:rPr lang="zh-CN" altLang="en-US" dirty="0"/>
              <a:t>章 搜索结构</a:t>
            </a:r>
          </a:p>
        </p:txBody>
      </p:sp>
      <p:sp>
        <p:nvSpPr>
          <p:cNvPr id="3" name="内容占位符 2">
            <a:extLst>
              <a:ext uri="{FF2B5EF4-FFF2-40B4-BE49-F238E27FC236}">
                <a16:creationId xmlns:a16="http://schemas.microsoft.com/office/drawing/2014/main" id="{03BBF94E-1A83-F3FB-94E6-F0CCEC4F6DD0}"/>
              </a:ext>
            </a:extLst>
          </p:cNvPr>
          <p:cNvSpPr>
            <a:spLocks noGrp="1"/>
          </p:cNvSpPr>
          <p:nvPr>
            <p:ph idx="1"/>
          </p:nvPr>
        </p:nvSpPr>
        <p:spPr/>
        <p:txBody>
          <a:bodyPr/>
          <a:lstStyle/>
          <a:p>
            <a:r>
              <a:rPr lang="zh-CN" altLang="en-US" dirty="0"/>
              <a:t>线性搜索表</a:t>
            </a:r>
          </a:p>
          <a:p>
            <a:r>
              <a:rPr lang="zh-CN" altLang="en-US" dirty="0"/>
              <a:t>二叉搜索树</a:t>
            </a:r>
          </a:p>
          <a:p>
            <a:r>
              <a:rPr lang="zh-CN" altLang="en-US" dirty="0"/>
              <a:t>最优二叉搜索树</a:t>
            </a:r>
          </a:p>
          <a:p>
            <a:r>
              <a:rPr lang="en-US" altLang="zh-CN" dirty="0"/>
              <a:t>AVL</a:t>
            </a:r>
            <a:r>
              <a:rPr lang="zh-CN" altLang="en-US" dirty="0"/>
              <a:t>树</a:t>
            </a:r>
          </a:p>
          <a:p>
            <a:r>
              <a:rPr lang="zh-CN" altLang="en-US" dirty="0"/>
              <a:t>伸展树</a:t>
            </a:r>
          </a:p>
          <a:p>
            <a:r>
              <a:rPr lang="zh-CN" altLang="en-US" dirty="0"/>
              <a:t>红黑树</a:t>
            </a:r>
          </a:p>
        </p:txBody>
      </p:sp>
      <p:sp>
        <p:nvSpPr>
          <p:cNvPr id="4" name="灯片编号占位符 3">
            <a:extLst>
              <a:ext uri="{FF2B5EF4-FFF2-40B4-BE49-F238E27FC236}">
                <a16:creationId xmlns:a16="http://schemas.microsoft.com/office/drawing/2014/main" id="{76511B13-933C-8C44-E398-423A12972649}"/>
              </a:ext>
            </a:extLst>
          </p:cNvPr>
          <p:cNvSpPr>
            <a:spLocks noGrp="1"/>
          </p:cNvSpPr>
          <p:nvPr>
            <p:ph type="sldNum" sz="quarter" idx="12"/>
          </p:nvPr>
        </p:nvSpPr>
        <p:spPr/>
        <p:txBody>
          <a:bodyPr/>
          <a:lstStyle/>
          <a:p>
            <a:pPr>
              <a:defRPr/>
            </a:pPr>
            <a:fld id="{82BC8E53-3928-4033-8D0B-01554133DC73}" type="slidenum">
              <a:rPr lang="en-US" altLang="zh-CN" smtClean="0"/>
              <a:pPr>
                <a:defRPr/>
              </a:pPr>
              <a:t>1</a:t>
            </a:fld>
            <a:endParaRPr lang="en-US" altLang="zh-CN"/>
          </a:p>
        </p:txBody>
      </p:sp>
    </p:spTree>
    <p:extLst>
      <p:ext uri="{BB962C8B-B14F-4D97-AF65-F5344CB8AC3E}">
        <p14:creationId xmlns:p14="http://schemas.microsoft.com/office/powerpoint/2010/main" val="2452218339"/>
      </p:ext>
    </p:extLst>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a:extLst>
              <a:ext uri="{FF2B5EF4-FFF2-40B4-BE49-F238E27FC236}">
                <a16:creationId xmlns:a16="http://schemas.microsoft.com/office/drawing/2014/main" id="{04A77E4D-044A-870B-7A3D-372854C9C970}"/>
              </a:ext>
            </a:extLst>
          </p:cNvPr>
          <p:cNvSpPr>
            <a:spLocks noGrp="1" noChangeArrowheads="1"/>
          </p:cNvSpPr>
          <p:nvPr>
            <p:ph type="title"/>
          </p:nvPr>
        </p:nvSpPr>
        <p:spPr/>
        <p:txBody>
          <a:bodyPr/>
          <a:lstStyle/>
          <a:p>
            <a:pPr eaLnBrk="1" hangingPunct="1"/>
            <a:r>
              <a:rPr lang="zh-CN" altLang="en-US" dirty="0"/>
              <a:t>基本概念</a:t>
            </a:r>
          </a:p>
        </p:txBody>
      </p:sp>
      <p:sp>
        <p:nvSpPr>
          <p:cNvPr id="2" name="内容占位符 1">
            <a:extLst>
              <a:ext uri="{FF2B5EF4-FFF2-40B4-BE49-F238E27FC236}">
                <a16:creationId xmlns:a16="http://schemas.microsoft.com/office/drawing/2014/main" id="{74D2CD7A-1166-4814-B6DF-B07A8C58ED5F}"/>
              </a:ext>
            </a:extLst>
          </p:cNvPr>
          <p:cNvSpPr>
            <a:spLocks noGrp="1"/>
          </p:cNvSpPr>
          <p:nvPr>
            <p:ph idx="1"/>
          </p:nvPr>
        </p:nvSpPr>
        <p:spPr/>
        <p:txBody>
          <a:bodyPr>
            <a:normAutofit/>
          </a:bodyPr>
          <a:lstStyle/>
          <a:p>
            <a:r>
              <a:rPr lang="zh-CN" altLang="en-US" dirty="0"/>
              <a:t>搜索，就是在数据集合中寻找满足某种条件的数据对象。</a:t>
            </a:r>
          </a:p>
          <a:p>
            <a:r>
              <a:rPr lang="zh-CN" altLang="en-US" dirty="0"/>
              <a:t>搜索的结果有两种可能：</a:t>
            </a:r>
          </a:p>
          <a:p>
            <a:pPr lvl="1"/>
            <a:r>
              <a:rPr lang="zh-CN" altLang="en-US" dirty="0"/>
              <a:t>搜索成功，即找到满足条件的数据元素</a:t>
            </a:r>
            <a:endParaRPr lang="en-US" altLang="zh-CN" dirty="0"/>
          </a:p>
          <a:p>
            <a:pPr lvl="2"/>
            <a:r>
              <a:rPr lang="zh-CN" altLang="en-US" dirty="0"/>
              <a:t>作为结果，可返回该对象在结构中的位置，还可给出该对象中的具体信息。</a:t>
            </a:r>
          </a:p>
          <a:p>
            <a:pPr lvl="1"/>
            <a:r>
              <a:rPr lang="zh-CN" altLang="en-US" dirty="0"/>
              <a:t>搜索不成功，或搜索失败。</a:t>
            </a:r>
            <a:endParaRPr lang="en-US" altLang="zh-CN" dirty="0"/>
          </a:p>
          <a:p>
            <a:pPr lvl="2"/>
            <a:r>
              <a:rPr lang="zh-CN" altLang="en-US" dirty="0"/>
              <a:t>作为结果，应返回查找失败等信息。 </a:t>
            </a:r>
          </a:p>
        </p:txBody>
      </p:sp>
      <p:sp>
        <p:nvSpPr>
          <p:cNvPr id="3" name="灯片编号占位符 2">
            <a:extLst>
              <a:ext uri="{FF2B5EF4-FFF2-40B4-BE49-F238E27FC236}">
                <a16:creationId xmlns:a16="http://schemas.microsoft.com/office/drawing/2014/main" id="{D5C46633-33FF-2C73-AC40-06D9EE1E8922}"/>
              </a:ext>
            </a:extLst>
          </p:cNvPr>
          <p:cNvSpPr>
            <a:spLocks noGrp="1"/>
          </p:cNvSpPr>
          <p:nvPr>
            <p:ph type="sldNum" sz="quarter" idx="12"/>
          </p:nvPr>
        </p:nvSpPr>
        <p:spPr/>
        <p:txBody>
          <a:bodyPr/>
          <a:lstStyle/>
          <a:p>
            <a:pPr>
              <a:defRPr/>
            </a:pPr>
            <a:fld id="{82BC8E53-3928-4033-8D0B-01554133DC73}" type="slidenum">
              <a:rPr lang="en-US" altLang="zh-CN" smtClean="0"/>
              <a:pPr>
                <a:defRPr/>
              </a:pPr>
              <a:t>2</a:t>
            </a:fld>
            <a:endParaRPr lang="en-US" altLang="zh-CN"/>
          </a:p>
        </p:txBody>
      </p:sp>
    </p:spTree>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29AC83-300D-4245-8F6C-8403C538983A}"/>
              </a:ext>
            </a:extLst>
          </p:cNvPr>
          <p:cNvSpPr>
            <a:spLocks noGrp="1"/>
          </p:cNvSpPr>
          <p:nvPr>
            <p:ph type="title"/>
          </p:nvPr>
        </p:nvSpPr>
        <p:spPr/>
        <p:txBody>
          <a:bodyPr/>
          <a:lstStyle/>
          <a:p>
            <a:r>
              <a:rPr lang="zh-CN" altLang="en-US" dirty="0"/>
              <a:t>搜索条件</a:t>
            </a:r>
          </a:p>
        </p:txBody>
      </p:sp>
      <p:sp>
        <p:nvSpPr>
          <p:cNvPr id="3" name="内容占位符 2">
            <a:extLst>
              <a:ext uri="{FF2B5EF4-FFF2-40B4-BE49-F238E27FC236}">
                <a16:creationId xmlns:a16="http://schemas.microsoft.com/office/drawing/2014/main" id="{D06E6B81-4668-49C6-BF5C-3000C9E11D3B}"/>
              </a:ext>
            </a:extLst>
          </p:cNvPr>
          <p:cNvSpPr>
            <a:spLocks noGrp="1"/>
          </p:cNvSpPr>
          <p:nvPr>
            <p:ph idx="1"/>
          </p:nvPr>
        </p:nvSpPr>
        <p:spPr/>
        <p:txBody>
          <a:bodyPr>
            <a:normAutofit fontScale="92500" lnSpcReduction="10000"/>
          </a:bodyPr>
          <a:lstStyle/>
          <a:p>
            <a:r>
              <a:rPr lang="zh-CN" altLang="en-US" dirty="0"/>
              <a:t>称用于搜索的数据集合为搜索结构，它是由同一数据类型的元素（或记录）组成。</a:t>
            </a:r>
          </a:p>
          <a:p>
            <a:r>
              <a:rPr lang="zh-CN" altLang="en-US" dirty="0"/>
              <a:t>每个元素中有若干属性，其中有一个属性，其值可惟一标识这个对象。称为关键码。</a:t>
            </a:r>
            <a:endParaRPr lang="en-US" altLang="zh-CN" dirty="0"/>
          </a:p>
          <a:p>
            <a:pPr lvl="1"/>
            <a:r>
              <a:rPr lang="zh-CN" altLang="en-US" dirty="0"/>
              <a:t>基于关键码的搜索，搜索结果是惟一的。</a:t>
            </a:r>
            <a:endParaRPr lang="en-US" altLang="zh-CN" dirty="0"/>
          </a:p>
          <a:p>
            <a:pPr lvl="1"/>
            <a:r>
              <a:rPr lang="zh-CN" altLang="en-US" dirty="0"/>
              <a:t>基于非关键码属性的搜索，以及各种条件组合的搜索，搜索结果可能不惟一。</a:t>
            </a:r>
          </a:p>
        </p:txBody>
      </p:sp>
      <p:sp>
        <p:nvSpPr>
          <p:cNvPr id="4" name="灯片编号占位符 3">
            <a:extLst>
              <a:ext uri="{FF2B5EF4-FFF2-40B4-BE49-F238E27FC236}">
                <a16:creationId xmlns:a16="http://schemas.microsoft.com/office/drawing/2014/main" id="{13006B04-EA60-4FE0-A26A-D0369243FB0A}"/>
              </a:ext>
            </a:extLst>
          </p:cNvPr>
          <p:cNvSpPr>
            <a:spLocks noGrp="1"/>
          </p:cNvSpPr>
          <p:nvPr>
            <p:ph type="sldNum" sz="quarter" idx="12"/>
          </p:nvPr>
        </p:nvSpPr>
        <p:spPr/>
        <p:txBody>
          <a:bodyPr/>
          <a:lstStyle/>
          <a:p>
            <a:pPr>
              <a:defRPr/>
            </a:pPr>
            <a:fld id="{82BC8E53-3928-4033-8D0B-01554133DC73}" type="slidenum">
              <a:rPr lang="en-US" altLang="zh-CN" smtClean="0"/>
              <a:pPr>
                <a:defRPr/>
              </a:pPr>
              <a:t>3</a:t>
            </a:fld>
            <a:endParaRPr lang="en-US" altLang="zh-CN"/>
          </a:p>
        </p:txBody>
      </p:sp>
    </p:spTree>
    <p:extLst>
      <p:ext uri="{BB962C8B-B14F-4D97-AF65-F5344CB8AC3E}">
        <p14:creationId xmlns:p14="http://schemas.microsoft.com/office/powerpoint/2010/main" val="477799570"/>
      </p:ext>
    </p:extLst>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ACAAE-899F-4B5D-AB8F-70AE1472F010}"/>
              </a:ext>
            </a:extLst>
          </p:cNvPr>
          <p:cNvSpPr>
            <a:spLocks noGrp="1"/>
          </p:cNvSpPr>
          <p:nvPr>
            <p:ph type="title"/>
          </p:nvPr>
        </p:nvSpPr>
        <p:spPr/>
        <p:txBody>
          <a:bodyPr/>
          <a:lstStyle/>
          <a:p>
            <a:r>
              <a:rPr lang="zh-CN" altLang="en-US" dirty="0"/>
              <a:t>静态和动态搜索结构</a:t>
            </a:r>
          </a:p>
        </p:txBody>
      </p:sp>
      <p:sp>
        <p:nvSpPr>
          <p:cNvPr id="3" name="内容占位符 2">
            <a:extLst>
              <a:ext uri="{FF2B5EF4-FFF2-40B4-BE49-F238E27FC236}">
                <a16:creationId xmlns:a16="http://schemas.microsoft.com/office/drawing/2014/main" id="{537F8C70-8622-465A-910A-E797FC67D4E7}"/>
              </a:ext>
            </a:extLst>
          </p:cNvPr>
          <p:cNvSpPr>
            <a:spLocks noGrp="1"/>
          </p:cNvSpPr>
          <p:nvPr>
            <p:ph idx="1"/>
          </p:nvPr>
        </p:nvSpPr>
        <p:spPr/>
        <p:txBody>
          <a:bodyPr>
            <a:normAutofit/>
          </a:bodyPr>
          <a:lstStyle/>
          <a:p>
            <a:r>
              <a:rPr lang="zh-CN" altLang="en-US" dirty="0"/>
              <a:t>只进行查找操作的搜索结构称为静态搜索结构。</a:t>
            </a:r>
            <a:endParaRPr lang="en-US" altLang="zh-CN" dirty="0"/>
          </a:p>
          <a:p>
            <a:r>
              <a:rPr lang="zh-CN" altLang="en-US" dirty="0"/>
              <a:t>根据查找结果，会插入新元素或者删除现有元素的搜索结构称为动态搜索结构</a:t>
            </a:r>
          </a:p>
        </p:txBody>
      </p:sp>
      <p:sp>
        <p:nvSpPr>
          <p:cNvPr id="4" name="灯片编号占位符 3">
            <a:extLst>
              <a:ext uri="{FF2B5EF4-FFF2-40B4-BE49-F238E27FC236}">
                <a16:creationId xmlns:a16="http://schemas.microsoft.com/office/drawing/2014/main" id="{26BF77E7-E35A-48FA-8E3E-5591A660A8E2}"/>
              </a:ext>
            </a:extLst>
          </p:cNvPr>
          <p:cNvSpPr>
            <a:spLocks noGrp="1"/>
          </p:cNvSpPr>
          <p:nvPr>
            <p:ph type="sldNum" sz="quarter" idx="12"/>
          </p:nvPr>
        </p:nvSpPr>
        <p:spPr/>
        <p:txBody>
          <a:bodyPr/>
          <a:lstStyle/>
          <a:p>
            <a:pPr>
              <a:defRPr/>
            </a:pPr>
            <a:fld id="{82BC8E53-3928-4033-8D0B-01554133DC73}" type="slidenum">
              <a:rPr lang="en-US" altLang="zh-CN" smtClean="0"/>
              <a:pPr>
                <a:defRPr/>
              </a:pPr>
              <a:t>4</a:t>
            </a:fld>
            <a:endParaRPr lang="en-US" altLang="zh-CN"/>
          </a:p>
        </p:txBody>
      </p:sp>
    </p:spTree>
    <p:extLst>
      <p:ext uri="{BB962C8B-B14F-4D97-AF65-F5344CB8AC3E}">
        <p14:creationId xmlns:p14="http://schemas.microsoft.com/office/powerpoint/2010/main" val="3241132137"/>
      </p:ext>
    </p:extLst>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01FAB6-49A6-4CC5-94F0-EA4F6DB6DC34}"/>
              </a:ext>
            </a:extLst>
          </p:cNvPr>
          <p:cNvSpPr>
            <a:spLocks noGrp="1"/>
          </p:cNvSpPr>
          <p:nvPr>
            <p:ph type="title"/>
          </p:nvPr>
        </p:nvSpPr>
        <p:spPr/>
        <p:txBody>
          <a:bodyPr/>
          <a:lstStyle/>
          <a:p>
            <a:r>
              <a:rPr lang="zh-CN" altLang="en-US" dirty="0"/>
              <a:t>搜索算法的时间效率</a:t>
            </a:r>
          </a:p>
        </p:txBody>
      </p:sp>
      <p:sp>
        <p:nvSpPr>
          <p:cNvPr id="3" name="内容占位符 2">
            <a:extLst>
              <a:ext uri="{FF2B5EF4-FFF2-40B4-BE49-F238E27FC236}">
                <a16:creationId xmlns:a16="http://schemas.microsoft.com/office/drawing/2014/main" id="{D427B57A-91EC-4BB9-9D81-90D019E91241}"/>
              </a:ext>
            </a:extLst>
          </p:cNvPr>
          <p:cNvSpPr>
            <a:spLocks noGrp="1"/>
          </p:cNvSpPr>
          <p:nvPr>
            <p:ph idx="1"/>
          </p:nvPr>
        </p:nvSpPr>
        <p:spPr/>
        <p:txBody>
          <a:bodyPr>
            <a:normAutofit lnSpcReduction="10000"/>
          </a:bodyPr>
          <a:lstStyle/>
          <a:p>
            <a:r>
              <a:rPr lang="zh-CN" altLang="en-US" dirty="0"/>
              <a:t>对于内部搜索，可以用搜索过程中关键码的平均比较次数衡量</a:t>
            </a:r>
            <a:endParaRPr lang="en-US" altLang="zh-CN" dirty="0"/>
          </a:p>
          <a:p>
            <a:pPr lvl="1"/>
            <a:r>
              <a:rPr lang="zh-CN" altLang="en-US" dirty="0"/>
              <a:t>也称为平均搜索长度</a:t>
            </a:r>
            <a:r>
              <a:rPr lang="en-US" altLang="zh-CN" dirty="0"/>
              <a:t>ASL (Average Search Length)</a:t>
            </a:r>
            <a:r>
              <a:rPr lang="zh-CN" altLang="en-US" dirty="0"/>
              <a:t>，通常是搜索结构中元素总数 </a:t>
            </a:r>
            <a:r>
              <a:rPr lang="en-US" altLang="zh-CN" dirty="0"/>
              <a:t>n </a:t>
            </a:r>
            <a:r>
              <a:rPr lang="zh-CN" altLang="en-US" dirty="0"/>
              <a:t>或文件结构中物理块总数 </a:t>
            </a:r>
            <a:r>
              <a:rPr lang="en-US" altLang="zh-CN" dirty="0"/>
              <a:t>n </a:t>
            </a:r>
            <a:r>
              <a:rPr lang="zh-CN" altLang="en-US" dirty="0"/>
              <a:t>的函数。</a:t>
            </a:r>
            <a:endParaRPr lang="en-US" altLang="zh-CN" dirty="0"/>
          </a:p>
          <a:p>
            <a:r>
              <a:rPr lang="zh-CN" altLang="en-US" dirty="0"/>
              <a:t>对于外部搜索，可以用搜索过程中平均读写磁盘次数衡量。</a:t>
            </a:r>
            <a:endParaRPr lang="en-US" altLang="zh-CN" dirty="0"/>
          </a:p>
        </p:txBody>
      </p:sp>
      <p:sp>
        <p:nvSpPr>
          <p:cNvPr id="4" name="灯片编号占位符 3">
            <a:extLst>
              <a:ext uri="{FF2B5EF4-FFF2-40B4-BE49-F238E27FC236}">
                <a16:creationId xmlns:a16="http://schemas.microsoft.com/office/drawing/2014/main" id="{948E2C27-3858-4365-A02A-AFDDEC1DC452}"/>
              </a:ext>
            </a:extLst>
          </p:cNvPr>
          <p:cNvSpPr>
            <a:spLocks noGrp="1"/>
          </p:cNvSpPr>
          <p:nvPr>
            <p:ph type="sldNum" sz="quarter" idx="12"/>
          </p:nvPr>
        </p:nvSpPr>
        <p:spPr/>
        <p:txBody>
          <a:bodyPr/>
          <a:lstStyle/>
          <a:p>
            <a:pPr>
              <a:defRPr/>
            </a:pPr>
            <a:fld id="{82BC8E53-3928-4033-8D0B-01554133DC73}" type="slidenum">
              <a:rPr lang="en-US" altLang="zh-CN" smtClean="0"/>
              <a:pPr>
                <a:defRPr/>
              </a:pPr>
              <a:t>5</a:t>
            </a:fld>
            <a:endParaRPr lang="en-US" altLang="zh-CN"/>
          </a:p>
        </p:txBody>
      </p:sp>
    </p:spTree>
    <p:extLst>
      <p:ext uri="{BB962C8B-B14F-4D97-AF65-F5344CB8AC3E}">
        <p14:creationId xmlns:p14="http://schemas.microsoft.com/office/powerpoint/2010/main" val="1904956845"/>
      </p:ext>
    </p:extLst>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a:extLst>
              <a:ext uri="{FF2B5EF4-FFF2-40B4-BE49-F238E27FC236}">
                <a16:creationId xmlns:a16="http://schemas.microsoft.com/office/drawing/2014/main" id="{3C61B12B-4240-34C0-C592-F2BDB0D060A4}"/>
              </a:ext>
            </a:extLst>
          </p:cNvPr>
          <p:cNvSpPr>
            <a:spLocks noGrp="1" noChangeArrowheads="1"/>
          </p:cNvSpPr>
          <p:nvPr>
            <p:ph type="title"/>
          </p:nvPr>
        </p:nvSpPr>
        <p:spPr>
          <a:xfrm>
            <a:off x="628650" y="224448"/>
            <a:ext cx="7886700" cy="1325563"/>
          </a:xfrm>
        </p:spPr>
        <p:txBody>
          <a:bodyPr/>
          <a:lstStyle/>
          <a:p>
            <a:r>
              <a:rPr lang="en-US" altLang="zh-CN" dirty="0"/>
              <a:t>7.1 </a:t>
            </a:r>
            <a:r>
              <a:rPr lang="zh-CN" altLang="en-US" dirty="0"/>
              <a:t>线性搜索结构</a:t>
            </a:r>
          </a:p>
        </p:txBody>
      </p:sp>
      <p:sp>
        <p:nvSpPr>
          <p:cNvPr id="3" name="内容占位符 2">
            <a:extLst>
              <a:ext uri="{FF2B5EF4-FFF2-40B4-BE49-F238E27FC236}">
                <a16:creationId xmlns:a16="http://schemas.microsoft.com/office/drawing/2014/main" id="{30E84741-4F67-44B0-A781-4E1BCB7B6E14}"/>
              </a:ext>
            </a:extLst>
          </p:cNvPr>
          <p:cNvSpPr>
            <a:spLocks noGrp="1"/>
          </p:cNvSpPr>
          <p:nvPr>
            <p:ph idx="1"/>
          </p:nvPr>
        </p:nvSpPr>
        <p:spPr/>
        <p:txBody>
          <a:bodyPr/>
          <a:lstStyle/>
          <a:p>
            <a:r>
              <a:rPr lang="en-US" altLang="zh-CN" dirty="0"/>
              <a:t>7.1.1 </a:t>
            </a:r>
            <a:r>
              <a:rPr lang="zh-CN" altLang="en-US" dirty="0"/>
              <a:t>线性搜索表</a:t>
            </a:r>
          </a:p>
          <a:p>
            <a:pPr lvl="1"/>
            <a:r>
              <a:rPr lang="zh-CN" altLang="en-US" dirty="0"/>
              <a:t>在线性搜索表中，数据元素存放于数组中，是最简单的搜索结构。</a:t>
            </a:r>
          </a:p>
        </p:txBody>
      </p:sp>
      <p:sp>
        <p:nvSpPr>
          <p:cNvPr id="2" name="灯片编号占位符 1">
            <a:extLst>
              <a:ext uri="{FF2B5EF4-FFF2-40B4-BE49-F238E27FC236}">
                <a16:creationId xmlns:a16="http://schemas.microsoft.com/office/drawing/2014/main" id="{20EECA5F-C3DF-F5A2-7E3C-BDE0F59DFF30}"/>
              </a:ext>
            </a:extLst>
          </p:cNvPr>
          <p:cNvSpPr>
            <a:spLocks noGrp="1"/>
          </p:cNvSpPr>
          <p:nvPr>
            <p:ph type="sldNum" sz="quarter" idx="12"/>
          </p:nvPr>
        </p:nvSpPr>
        <p:spPr/>
        <p:txBody>
          <a:bodyPr/>
          <a:lstStyle/>
          <a:p>
            <a:pPr>
              <a:defRPr/>
            </a:pPr>
            <a:fld id="{82BC8E53-3928-4033-8D0B-01554133DC73}" type="slidenum">
              <a:rPr lang="en-US" altLang="zh-CN" smtClean="0"/>
              <a:pPr>
                <a:defRPr/>
              </a:pPr>
              <a:t>6</a:t>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EEDE00A-3E1A-4CAE-99DD-8DCAF568F90F}"/>
              </a:ext>
            </a:extLst>
          </p:cNvPr>
          <p:cNvSpPr>
            <a:spLocks noGrp="1"/>
          </p:cNvSpPr>
          <p:nvPr>
            <p:ph idx="1"/>
          </p:nvPr>
        </p:nvSpPr>
        <p:spPr>
          <a:xfrm>
            <a:off x="628650" y="548680"/>
            <a:ext cx="8119814" cy="5628283"/>
          </a:xfrm>
        </p:spPr>
        <p:txBody>
          <a:bodyPr>
            <a:normAutofit fontScale="62500" lnSpcReduction="20000"/>
          </a:bodyPr>
          <a:lstStyle/>
          <a:p>
            <a:pPr marL="0" indent="0">
              <a:buNone/>
            </a:pPr>
            <a:r>
              <a:rPr lang="en-US" altLang="zh-CN" dirty="0"/>
              <a:t>//</a:t>
            </a:r>
            <a:r>
              <a:rPr lang="zh-CN" altLang="en-US" dirty="0"/>
              <a:t>结点类定义</a:t>
            </a:r>
            <a:endParaRPr lang="en-US" altLang="zh-CN" dirty="0"/>
          </a:p>
          <a:p>
            <a:pPr marL="0" indent="0">
              <a:buNone/>
            </a:pPr>
            <a:r>
              <a:rPr lang="en-US" altLang="zh-CN" dirty="0"/>
              <a:t>template &lt;class E, class K&gt; class </a:t>
            </a:r>
            <a:r>
              <a:rPr lang="en-US" altLang="zh-CN" dirty="0" err="1"/>
              <a:t>DataNode</a:t>
            </a:r>
            <a:r>
              <a:rPr lang="en-US" altLang="zh-CN" dirty="0"/>
              <a:t> {</a:t>
            </a:r>
          </a:p>
          <a:p>
            <a:pPr marL="0" indent="0">
              <a:buNone/>
            </a:pPr>
            <a:r>
              <a:rPr lang="en-US" altLang="zh-CN" dirty="0"/>
              <a:t>friend class </a:t>
            </a:r>
            <a:r>
              <a:rPr lang="en-US" altLang="zh-CN" dirty="0" err="1"/>
              <a:t>DataList</a:t>
            </a:r>
            <a:r>
              <a:rPr lang="en-US" altLang="zh-CN" dirty="0"/>
              <a:t>&lt;E, K&gt;;</a:t>
            </a:r>
          </a:p>
          <a:p>
            <a:pPr marL="0" indent="0">
              <a:buNone/>
            </a:pPr>
            <a:r>
              <a:rPr lang="en-US" altLang="zh-CN" dirty="0"/>
              <a:t>private:</a:t>
            </a:r>
          </a:p>
          <a:p>
            <a:pPr marL="0" indent="0">
              <a:buNone/>
            </a:pPr>
            <a:r>
              <a:rPr lang="en-US" altLang="zh-CN" dirty="0"/>
              <a:t>    E data;</a:t>
            </a:r>
          </a:p>
          <a:p>
            <a:pPr marL="0" indent="0">
              <a:buNone/>
            </a:pPr>
            <a:r>
              <a:rPr lang="en-US" altLang="zh-CN" dirty="0"/>
              <a:t>public:</a:t>
            </a:r>
          </a:p>
          <a:p>
            <a:pPr marL="0" indent="0">
              <a:buNone/>
            </a:pPr>
            <a:r>
              <a:rPr lang="en-US" altLang="zh-CN" dirty="0"/>
              <a:t>    </a:t>
            </a:r>
            <a:r>
              <a:rPr lang="en-US" altLang="zh-CN" dirty="0" err="1"/>
              <a:t>DataNode</a:t>
            </a:r>
            <a:r>
              <a:rPr lang="en-US" altLang="zh-CN" dirty="0"/>
              <a:t> ( ){ }</a:t>
            </a:r>
          </a:p>
          <a:p>
            <a:pPr marL="0" indent="0">
              <a:buNone/>
            </a:pPr>
            <a:r>
              <a:rPr lang="en-US" altLang="zh-CN" dirty="0"/>
              <a:t>    </a:t>
            </a:r>
            <a:r>
              <a:rPr lang="en-US" altLang="zh-CN" dirty="0" err="1"/>
              <a:t>DataNode</a:t>
            </a:r>
            <a:r>
              <a:rPr lang="en-US" altLang="zh-CN" dirty="0"/>
              <a:t> ( const E x ) : data (x) { }</a:t>
            </a:r>
          </a:p>
          <a:p>
            <a:pPr marL="0" indent="0">
              <a:buNone/>
            </a:pPr>
            <a:r>
              <a:rPr lang="en-US" altLang="zh-CN" dirty="0"/>
              <a:t>    K </a:t>
            </a:r>
            <a:r>
              <a:rPr lang="en-US" altLang="zh-CN" dirty="0" err="1"/>
              <a:t>getKey</a:t>
            </a:r>
            <a:r>
              <a:rPr lang="en-US" altLang="zh-CN" dirty="0"/>
              <a:t> ( ) const { return </a:t>
            </a:r>
            <a:r>
              <a:rPr lang="en-US" altLang="zh-CN" dirty="0" err="1"/>
              <a:t>data.key</a:t>
            </a:r>
            <a:r>
              <a:rPr lang="en-US" altLang="zh-CN" dirty="0"/>
              <a:t>; }</a:t>
            </a:r>
          </a:p>
          <a:p>
            <a:pPr marL="0" indent="0">
              <a:buNone/>
            </a:pPr>
            <a:r>
              <a:rPr lang="en-US" altLang="zh-CN" dirty="0"/>
              <a:t>    void </a:t>
            </a:r>
            <a:r>
              <a:rPr lang="en-US" altLang="zh-CN" dirty="0" err="1"/>
              <a:t>setKey</a:t>
            </a:r>
            <a:r>
              <a:rPr lang="en-US" altLang="zh-CN" dirty="0"/>
              <a:t> ( K </a:t>
            </a:r>
            <a:r>
              <a:rPr lang="en-US" altLang="zh-CN" dirty="0" err="1"/>
              <a:t>k</a:t>
            </a:r>
            <a:r>
              <a:rPr lang="en-US" altLang="zh-CN" dirty="0"/>
              <a:t> ) { </a:t>
            </a:r>
            <a:r>
              <a:rPr lang="en-US" altLang="zh-CN" dirty="0" err="1"/>
              <a:t>data.key</a:t>
            </a:r>
            <a:r>
              <a:rPr lang="en-US" altLang="zh-CN" dirty="0"/>
              <a:t> = k; }</a:t>
            </a:r>
          </a:p>
          <a:p>
            <a:pPr marL="0" indent="0">
              <a:buNone/>
            </a:pPr>
            <a:r>
              <a:rPr lang="en-US" altLang="zh-CN" dirty="0"/>
              <a:t>    void </a:t>
            </a:r>
            <a:r>
              <a:rPr lang="en-US" altLang="zh-CN" dirty="0" err="1"/>
              <a:t>setData</a:t>
            </a:r>
            <a:r>
              <a:rPr lang="en-US" altLang="zh-CN" dirty="0"/>
              <a:t> ( E x ) { data = x; }</a:t>
            </a:r>
          </a:p>
          <a:p>
            <a:pPr marL="0" indent="0">
              <a:buNone/>
            </a:pPr>
            <a:r>
              <a:rPr lang="en-US" altLang="zh-CN" dirty="0"/>
              <a:t>    E </a:t>
            </a:r>
            <a:r>
              <a:rPr lang="en-US" altLang="zh-CN" dirty="0" err="1"/>
              <a:t>getData</a:t>
            </a:r>
            <a:r>
              <a:rPr lang="en-US" altLang="zh-CN" dirty="0"/>
              <a:t> ( ) { return data ; }</a:t>
            </a:r>
          </a:p>
          <a:p>
            <a:pPr marL="0" indent="0">
              <a:buNone/>
            </a:pPr>
            <a:r>
              <a:rPr lang="en-US" altLang="zh-CN" dirty="0"/>
              <a:t>friend </a:t>
            </a:r>
            <a:r>
              <a:rPr lang="en-US" altLang="zh-CN" dirty="0" err="1"/>
              <a:t>istream</a:t>
            </a:r>
            <a:r>
              <a:rPr lang="en-US" altLang="zh-CN" dirty="0"/>
              <a:t> &amp; operator &gt;&gt; &lt;E, K&gt;  ( </a:t>
            </a:r>
            <a:r>
              <a:rPr lang="en-US" altLang="zh-CN" dirty="0" err="1"/>
              <a:t>istream</a:t>
            </a:r>
            <a:r>
              <a:rPr lang="en-US" altLang="zh-CN" dirty="0"/>
              <a:t>&amp; in, </a:t>
            </a:r>
            <a:r>
              <a:rPr lang="en-US" altLang="zh-CN" dirty="0" err="1"/>
              <a:t>DataNode</a:t>
            </a:r>
            <a:r>
              <a:rPr lang="en-US" altLang="zh-CN" dirty="0"/>
              <a:t>&lt; E, K &gt;&amp; node );  //</a:t>
            </a:r>
            <a:r>
              <a:rPr lang="zh-CN" altLang="en-US" dirty="0"/>
              <a:t>代码见备注</a:t>
            </a:r>
            <a:endParaRPr lang="en-US" altLang="zh-CN" dirty="0"/>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CE811CF4-11E6-AF1A-E75E-ADFFC110FCCD}"/>
              </a:ext>
            </a:extLst>
          </p:cNvPr>
          <p:cNvSpPr>
            <a:spLocks noGrp="1"/>
          </p:cNvSpPr>
          <p:nvPr>
            <p:ph type="sldNum" sz="quarter" idx="12"/>
          </p:nvPr>
        </p:nvSpPr>
        <p:spPr/>
        <p:txBody>
          <a:bodyPr/>
          <a:lstStyle/>
          <a:p>
            <a:pPr>
              <a:defRPr/>
            </a:pPr>
            <a:fld id="{82BC8E53-3928-4033-8D0B-01554133DC73}" type="slidenum">
              <a:rPr lang="en-US" altLang="zh-CN" smtClean="0"/>
              <a:pPr>
                <a:defRPr/>
              </a:pPr>
              <a:t>7</a:t>
            </a:fld>
            <a:endParaRPr lang="en-US" altLang="zh-CN"/>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21DDA5E-274F-4A87-9110-C17701C990AD}"/>
              </a:ext>
            </a:extLst>
          </p:cNvPr>
          <p:cNvSpPr>
            <a:spLocks noGrp="1"/>
          </p:cNvSpPr>
          <p:nvPr>
            <p:ph idx="1"/>
          </p:nvPr>
        </p:nvSpPr>
        <p:spPr>
          <a:xfrm>
            <a:off x="107504" y="116632"/>
            <a:ext cx="8928992" cy="6552728"/>
          </a:xfrm>
        </p:spPr>
        <p:txBody>
          <a:bodyPr>
            <a:normAutofit fontScale="47500" lnSpcReduction="20000"/>
          </a:bodyPr>
          <a:lstStyle/>
          <a:p>
            <a:pPr marL="0" indent="0">
              <a:buNone/>
            </a:pPr>
            <a:r>
              <a:rPr lang="en-US" altLang="zh-CN" dirty="0"/>
              <a:t>template &lt;class E, class K&gt; class </a:t>
            </a:r>
            <a:r>
              <a:rPr lang="en-US" altLang="zh-CN" dirty="0" err="1"/>
              <a:t>DataList</a:t>
            </a:r>
            <a:r>
              <a:rPr lang="en-US" altLang="zh-CN" dirty="0"/>
              <a:t> {</a:t>
            </a:r>
          </a:p>
          <a:p>
            <a:pPr marL="0" indent="0">
              <a:buNone/>
            </a:pPr>
            <a:r>
              <a:rPr lang="en-US" altLang="zh-CN" dirty="0"/>
              <a:t>protected:</a:t>
            </a:r>
          </a:p>
          <a:p>
            <a:pPr marL="0" indent="0">
              <a:buNone/>
            </a:pPr>
            <a:r>
              <a:rPr lang="en-US" altLang="zh-CN" dirty="0"/>
              <a:t>    </a:t>
            </a:r>
            <a:r>
              <a:rPr lang="en-US" altLang="zh-CN" dirty="0" err="1"/>
              <a:t>DataNode</a:t>
            </a:r>
            <a:r>
              <a:rPr lang="en-US" altLang="zh-CN" dirty="0"/>
              <a:t> &lt; E, K &gt; *Element;    //</a:t>
            </a:r>
            <a:r>
              <a:rPr lang="zh-CN" altLang="en-US" dirty="0"/>
              <a:t>数据存储数组</a:t>
            </a:r>
          </a:p>
          <a:p>
            <a:pPr marL="0" indent="0">
              <a:buNone/>
            </a:pPr>
            <a:r>
              <a:rPr lang="zh-CN" altLang="en-US" dirty="0"/>
              <a:t>    </a:t>
            </a:r>
            <a:r>
              <a:rPr lang="en-US" altLang="zh-CN" dirty="0"/>
              <a:t>int </a:t>
            </a:r>
            <a:r>
              <a:rPr lang="en-US" altLang="zh-CN" dirty="0" err="1"/>
              <a:t>ArraySize</a:t>
            </a:r>
            <a:r>
              <a:rPr lang="en-US" altLang="zh-CN" dirty="0"/>
              <a:t>;              //</a:t>
            </a:r>
            <a:r>
              <a:rPr lang="zh-CN" altLang="en-US" dirty="0"/>
              <a:t>存储数组最大长度</a:t>
            </a:r>
          </a:p>
          <a:p>
            <a:pPr marL="0" indent="0">
              <a:buNone/>
            </a:pPr>
            <a:r>
              <a:rPr lang="zh-CN" altLang="en-US" dirty="0"/>
              <a:t>    </a:t>
            </a:r>
            <a:r>
              <a:rPr lang="en-US" altLang="zh-CN" dirty="0"/>
              <a:t>int </a:t>
            </a:r>
            <a:r>
              <a:rPr lang="en-US" altLang="zh-CN" dirty="0" err="1"/>
              <a:t>CurrentSize</a:t>
            </a:r>
            <a:r>
              <a:rPr lang="en-US" altLang="zh-CN" dirty="0"/>
              <a:t>;	     //</a:t>
            </a:r>
            <a:r>
              <a:rPr lang="zh-CN" altLang="en-US" dirty="0"/>
              <a:t>存储数组当前长度</a:t>
            </a:r>
          </a:p>
          <a:p>
            <a:pPr marL="0" indent="0">
              <a:buNone/>
            </a:pPr>
            <a:r>
              <a:rPr lang="en-US" altLang="zh-CN" dirty="0"/>
              <a:t>public:</a:t>
            </a:r>
          </a:p>
          <a:p>
            <a:pPr marL="0" indent="0">
              <a:buNone/>
            </a:pPr>
            <a:r>
              <a:rPr lang="en-US" altLang="zh-CN" dirty="0"/>
              <a:t>    </a:t>
            </a:r>
            <a:r>
              <a:rPr lang="en-US" altLang="zh-CN" dirty="0" err="1"/>
              <a:t>DataList</a:t>
            </a:r>
            <a:r>
              <a:rPr lang="en-US" altLang="zh-CN" dirty="0"/>
              <a:t> ( int </a:t>
            </a:r>
            <a:r>
              <a:rPr lang="en-US" altLang="zh-CN" dirty="0" err="1"/>
              <a:t>sz</a:t>
            </a:r>
            <a:r>
              <a:rPr lang="en-US" altLang="zh-CN" dirty="0"/>
              <a:t> = </a:t>
            </a:r>
            <a:r>
              <a:rPr lang="en-US" altLang="zh-CN" dirty="0" err="1"/>
              <a:t>defaultSize</a:t>
            </a:r>
            <a:r>
              <a:rPr lang="en-US" altLang="zh-CN" dirty="0"/>
              <a:t> ) : </a:t>
            </a:r>
            <a:r>
              <a:rPr lang="en-US" altLang="zh-CN" dirty="0" err="1"/>
              <a:t>ArraySize</a:t>
            </a:r>
            <a:r>
              <a:rPr lang="en-US" altLang="zh-CN" dirty="0"/>
              <a:t> (</a:t>
            </a:r>
            <a:r>
              <a:rPr lang="en-US" altLang="zh-CN" dirty="0" err="1"/>
              <a:t>sz</a:t>
            </a:r>
            <a:r>
              <a:rPr lang="en-US" altLang="zh-CN" dirty="0"/>
              <a:t>), </a:t>
            </a:r>
            <a:r>
              <a:rPr lang="en-US" altLang="zh-CN" dirty="0" err="1"/>
              <a:t>CurrentSize</a:t>
            </a:r>
            <a:r>
              <a:rPr lang="en-US" altLang="zh-CN" dirty="0"/>
              <a:t>(0) </a:t>
            </a:r>
          </a:p>
          <a:p>
            <a:pPr marL="0" indent="0">
              <a:buNone/>
            </a:pPr>
            <a:r>
              <a:rPr lang="en-US" altLang="zh-CN" dirty="0"/>
              <a:t>    {  Element = new </a:t>
            </a:r>
            <a:r>
              <a:rPr lang="en-US" altLang="zh-CN" dirty="0" err="1"/>
              <a:t>DataNode</a:t>
            </a:r>
            <a:r>
              <a:rPr lang="en-US" altLang="zh-CN" dirty="0"/>
              <a:t>&lt; E, K &gt;[</a:t>
            </a:r>
            <a:r>
              <a:rPr lang="en-US" altLang="zh-CN" dirty="0" err="1"/>
              <a:t>sz</a:t>
            </a:r>
            <a:r>
              <a:rPr lang="en-US" altLang="zh-CN" dirty="0"/>
              <a:t>];         assert(Element != NULL);   }</a:t>
            </a:r>
          </a:p>
          <a:p>
            <a:pPr marL="0" indent="0">
              <a:buNone/>
            </a:pPr>
            <a:r>
              <a:rPr lang="en-US" altLang="zh-CN" dirty="0"/>
              <a:t>    </a:t>
            </a:r>
            <a:r>
              <a:rPr lang="en-US" altLang="zh-CN" dirty="0" err="1"/>
              <a:t>DataList</a:t>
            </a:r>
            <a:r>
              <a:rPr lang="en-US" altLang="zh-CN" dirty="0"/>
              <a:t> (</a:t>
            </a:r>
            <a:r>
              <a:rPr lang="en-US" altLang="zh-CN" dirty="0" err="1"/>
              <a:t>DataList</a:t>
            </a:r>
            <a:r>
              <a:rPr lang="en-US" altLang="zh-CN" dirty="0"/>
              <a:t> &lt; E, K &gt; &amp;R);</a:t>
            </a:r>
          </a:p>
          <a:p>
            <a:pPr marL="0" indent="0">
              <a:buNone/>
            </a:pPr>
            <a:r>
              <a:rPr lang="en-US" altLang="zh-CN" dirty="0"/>
              <a:t>    virtual ~</a:t>
            </a:r>
            <a:r>
              <a:rPr lang="en-US" altLang="zh-CN" dirty="0" err="1"/>
              <a:t>DataList</a:t>
            </a:r>
            <a:r>
              <a:rPr lang="en-US" altLang="zh-CN" dirty="0"/>
              <a:t> ( ) { delete [ ] Element; }</a:t>
            </a:r>
          </a:p>
          <a:p>
            <a:pPr marL="0" indent="0">
              <a:buNone/>
            </a:pPr>
            <a:r>
              <a:rPr lang="en-US" altLang="zh-CN" dirty="0"/>
              <a:t>    virtual int Length( ) { return </a:t>
            </a:r>
            <a:r>
              <a:rPr lang="en-US" altLang="zh-CN" dirty="0" err="1"/>
              <a:t>CurrentSize</a:t>
            </a:r>
            <a:r>
              <a:rPr lang="en-US" altLang="zh-CN" dirty="0"/>
              <a:t>; }</a:t>
            </a:r>
          </a:p>
          <a:p>
            <a:pPr marL="0" indent="0">
              <a:buNone/>
            </a:pPr>
            <a:r>
              <a:rPr lang="en-US" altLang="zh-CN" dirty="0"/>
              <a:t>    virtual int </a:t>
            </a:r>
            <a:r>
              <a:rPr lang="en-US" altLang="zh-CN" dirty="0" err="1"/>
              <a:t>SeqSearch</a:t>
            </a:r>
            <a:r>
              <a:rPr lang="en-US" altLang="zh-CN" dirty="0"/>
              <a:t>( const K x ) const;</a:t>
            </a:r>
          </a:p>
          <a:p>
            <a:pPr marL="0" indent="0">
              <a:buNone/>
            </a:pPr>
            <a:r>
              <a:rPr lang="en-US" altLang="zh-CN" dirty="0"/>
              <a:t>    virtual K </a:t>
            </a:r>
            <a:r>
              <a:rPr lang="en-US" altLang="zh-CN" dirty="0" err="1"/>
              <a:t>getKey</a:t>
            </a:r>
            <a:r>
              <a:rPr lang="en-US" altLang="zh-CN" dirty="0"/>
              <a:t>( int </a:t>
            </a:r>
            <a:r>
              <a:rPr lang="en-US" altLang="zh-CN" dirty="0" err="1"/>
              <a:t>i</a:t>
            </a:r>
            <a:r>
              <a:rPr lang="en-US" altLang="zh-CN" dirty="0"/>
              <a:t> ) const </a:t>
            </a:r>
          </a:p>
          <a:p>
            <a:pPr marL="0" indent="0">
              <a:buNone/>
            </a:pPr>
            <a:r>
              <a:rPr lang="en-US" altLang="zh-CN" dirty="0"/>
              <a:t>    {    assert(</a:t>
            </a:r>
            <a:r>
              <a:rPr lang="en-US" altLang="zh-CN" dirty="0" err="1"/>
              <a:t>i</a:t>
            </a:r>
            <a:r>
              <a:rPr lang="en-US" altLang="zh-CN" dirty="0"/>
              <a:t>  &gt; 0 || </a:t>
            </a:r>
            <a:r>
              <a:rPr lang="en-US" altLang="zh-CN" dirty="0" err="1"/>
              <a:t>i</a:t>
            </a:r>
            <a:r>
              <a:rPr lang="en-US" altLang="zh-CN" dirty="0"/>
              <a:t> &lt;= </a:t>
            </a:r>
            <a:r>
              <a:rPr lang="en-US" altLang="zh-CN" dirty="0" err="1"/>
              <a:t>CurrentSize</a:t>
            </a:r>
            <a:r>
              <a:rPr lang="en-US" altLang="zh-CN" dirty="0"/>
              <a:t>);             return Element[i-1].</a:t>
            </a:r>
            <a:r>
              <a:rPr lang="en-US" altLang="zh-CN" dirty="0" err="1"/>
              <a:t>getKey</a:t>
            </a:r>
            <a:r>
              <a:rPr lang="en-US" altLang="zh-CN" dirty="0"/>
              <a:t>();    }</a:t>
            </a:r>
          </a:p>
          <a:p>
            <a:pPr marL="0" indent="0">
              <a:buNone/>
            </a:pPr>
            <a:r>
              <a:rPr lang="en-US" altLang="zh-CN" dirty="0"/>
              <a:t>    virtual void </a:t>
            </a:r>
            <a:r>
              <a:rPr lang="en-US" altLang="zh-CN" dirty="0" err="1"/>
              <a:t>setData</a:t>
            </a:r>
            <a:r>
              <a:rPr lang="en-US" altLang="zh-CN" dirty="0"/>
              <a:t>(E x, int </a:t>
            </a:r>
            <a:r>
              <a:rPr lang="en-US" altLang="zh-CN" dirty="0" err="1"/>
              <a:t>i</a:t>
            </a:r>
            <a:r>
              <a:rPr lang="en-US" altLang="zh-CN" dirty="0"/>
              <a:t>)</a:t>
            </a:r>
          </a:p>
          <a:p>
            <a:pPr marL="0" indent="0">
              <a:buNone/>
            </a:pPr>
            <a:r>
              <a:rPr lang="en-US" altLang="zh-CN" dirty="0"/>
              <a:t>    {    assert(</a:t>
            </a:r>
            <a:r>
              <a:rPr lang="en-US" altLang="zh-CN" dirty="0" err="1"/>
              <a:t>i</a:t>
            </a:r>
            <a:r>
              <a:rPr lang="en-US" altLang="zh-CN" dirty="0"/>
              <a:t>  &gt; 0 || </a:t>
            </a:r>
            <a:r>
              <a:rPr lang="en-US" altLang="zh-CN" dirty="0" err="1"/>
              <a:t>i</a:t>
            </a:r>
            <a:r>
              <a:rPr lang="en-US" altLang="zh-CN" dirty="0"/>
              <a:t> &lt;= </a:t>
            </a:r>
            <a:r>
              <a:rPr lang="en-US" altLang="zh-CN" dirty="0" err="1"/>
              <a:t>CurrentSize</a:t>
            </a:r>
            <a:r>
              <a:rPr lang="en-US" altLang="zh-CN" dirty="0"/>
              <a:t>);             Element[i-1].</a:t>
            </a:r>
            <a:r>
              <a:rPr lang="en-US" altLang="zh-CN" dirty="0" err="1"/>
              <a:t>setData</a:t>
            </a:r>
            <a:r>
              <a:rPr lang="en-US" altLang="zh-CN" dirty="0"/>
              <a:t>(x);     }</a:t>
            </a:r>
          </a:p>
          <a:p>
            <a:pPr marL="0" indent="0">
              <a:buNone/>
            </a:pPr>
            <a:r>
              <a:rPr lang="en-US" altLang="zh-CN" dirty="0"/>
              <a:t>    virtual bool Insert(E e1 );       virtual bool Remove( const K x, E&amp; e);</a:t>
            </a:r>
          </a:p>
          <a:p>
            <a:pPr marL="0" indent="0">
              <a:buNone/>
            </a:pPr>
            <a:r>
              <a:rPr lang="en-US" altLang="zh-CN" dirty="0"/>
              <a:t>    friend </a:t>
            </a:r>
            <a:r>
              <a:rPr lang="en-US" altLang="zh-CN" dirty="0" err="1"/>
              <a:t>ostream</a:t>
            </a:r>
            <a:r>
              <a:rPr lang="en-US" altLang="zh-CN" dirty="0"/>
              <a:t>&amp; operator &lt;&lt; &lt;E, K&gt; (</a:t>
            </a:r>
            <a:r>
              <a:rPr lang="en-US" altLang="zh-CN" dirty="0" err="1"/>
              <a:t>ostream</a:t>
            </a:r>
            <a:r>
              <a:rPr lang="en-US" altLang="zh-CN" dirty="0"/>
              <a:t>&amp; out, const </a:t>
            </a:r>
            <a:r>
              <a:rPr lang="en-US" altLang="zh-CN" dirty="0" err="1"/>
              <a:t>DataList</a:t>
            </a:r>
            <a:r>
              <a:rPr lang="en-US" altLang="zh-CN" dirty="0"/>
              <a:t>&lt;E, K&gt;&amp; </a:t>
            </a:r>
            <a:r>
              <a:rPr lang="en-US" altLang="zh-CN" dirty="0" err="1"/>
              <a:t>OutList</a:t>
            </a:r>
            <a:r>
              <a:rPr lang="en-US" altLang="zh-CN" dirty="0"/>
              <a:t> );</a:t>
            </a:r>
          </a:p>
          <a:p>
            <a:pPr marL="0" indent="0">
              <a:buNone/>
            </a:pPr>
            <a:r>
              <a:rPr lang="en-US" altLang="zh-CN" dirty="0"/>
              <a:t>    friend </a:t>
            </a:r>
            <a:r>
              <a:rPr lang="en-US" altLang="zh-CN" dirty="0" err="1"/>
              <a:t>istream</a:t>
            </a:r>
            <a:r>
              <a:rPr lang="en-US" altLang="zh-CN" dirty="0"/>
              <a:t> &amp; operator &gt;&gt; &lt;E, K&gt; ( </a:t>
            </a:r>
            <a:r>
              <a:rPr lang="en-US" altLang="zh-CN" dirty="0" err="1"/>
              <a:t>istream</a:t>
            </a:r>
            <a:r>
              <a:rPr lang="en-US" altLang="zh-CN" dirty="0"/>
              <a:t>&amp; in, </a:t>
            </a:r>
            <a:r>
              <a:rPr lang="en-US" altLang="zh-CN" dirty="0" err="1"/>
              <a:t>DataList</a:t>
            </a:r>
            <a:r>
              <a:rPr lang="en-US" altLang="zh-CN" dirty="0"/>
              <a:t>&lt; E, K &gt;&amp; </a:t>
            </a:r>
            <a:r>
              <a:rPr lang="en-US" altLang="zh-CN" dirty="0" err="1"/>
              <a:t>InList</a:t>
            </a:r>
            <a:r>
              <a:rPr lang="en-US" altLang="zh-CN" dirty="0"/>
              <a:t> );</a:t>
            </a:r>
          </a:p>
          <a:p>
            <a:pPr marL="0" indent="0">
              <a:buNone/>
            </a:pPr>
            <a:r>
              <a:rPr lang="en-US" altLang="zh-CN" dirty="0"/>
              <a:t>};  //</a:t>
            </a:r>
            <a:r>
              <a:rPr lang="zh-CN" altLang="en-US" dirty="0"/>
              <a:t>部分代码见备注</a:t>
            </a:r>
            <a:endParaRPr lang="en-US" altLang="zh-CN" dirty="0"/>
          </a:p>
        </p:txBody>
      </p:sp>
      <p:sp>
        <p:nvSpPr>
          <p:cNvPr id="2" name="灯片编号占位符 1">
            <a:extLst>
              <a:ext uri="{FF2B5EF4-FFF2-40B4-BE49-F238E27FC236}">
                <a16:creationId xmlns:a16="http://schemas.microsoft.com/office/drawing/2014/main" id="{7B35FEEB-7246-333D-DD2E-00A8E300F690}"/>
              </a:ext>
            </a:extLst>
          </p:cNvPr>
          <p:cNvSpPr>
            <a:spLocks noGrp="1"/>
          </p:cNvSpPr>
          <p:nvPr>
            <p:ph type="sldNum" sz="quarter" idx="12"/>
          </p:nvPr>
        </p:nvSpPr>
        <p:spPr/>
        <p:txBody>
          <a:bodyPr/>
          <a:lstStyle/>
          <a:p>
            <a:pPr>
              <a:defRPr/>
            </a:pPr>
            <a:fld id="{82BC8E53-3928-4033-8D0B-01554133DC73}" type="slidenum">
              <a:rPr lang="en-US" altLang="zh-CN" smtClean="0"/>
              <a:pPr>
                <a:defRPr/>
              </a:pPr>
              <a:t>8</a:t>
            </a:fld>
            <a:endParaRPr lang="en-US" altLang="zh-CN"/>
          </a:p>
        </p:txBody>
      </p:sp>
    </p:spTree>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0DE32B68-F525-7898-3E93-1289C23F69FC}"/>
              </a:ext>
            </a:extLst>
          </p:cNvPr>
          <p:cNvSpPr>
            <a:spLocks noGrp="1" noChangeArrowheads="1"/>
          </p:cNvSpPr>
          <p:nvPr>
            <p:ph type="title"/>
          </p:nvPr>
        </p:nvSpPr>
        <p:spPr/>
        <p:txBody>
          <a:bodyPr/>
          <a:lstStyle/>
          <a:p>
            <a:r>
              <a:rPr lang="en-US" altLang="zh-CN" dirty="0"/>
              <a:t>7.1.2 </a:t>
            </a:r>
            <a:r>
              <a:rPr lang="zh-CN" altLang="en-US" dirty="0"/>
              <a:t>顺序搜索</a:t>
            </a:r>
          </a:p>
        </p:txBody>
      </p:sp>
      <p:sp>
        <p:nvSpPr>
          <p:cNvPr id="167939" name="Rectangle 3">
            <a:extLst>
              <a:ext uri="{FF2B5EF4-FFF2-40B4-BE49-F238E27FC236}">
                <a16:creationId xmlns:a16="http://schemas.microsoft.com/office/drawing/2014/main" id="{06F00D89-A684-6D92-AF5C-24C279D39BD1}"/>
              </a:ext>
            </a:extLst>
          </p:cNvPr>
          <p:cNvSpPr>
            <a:spLocks noGrp="1" noChangeArrowheads="1"/>
          </p:cNvSpPr>
          <p:nvPr>
            <p:ph type="body" idx="1"/>
          </p:nvPr>
        </p:nvSpPr>
        <p:spPr/>
        <p:txBody>
          <a:bodyPr>
            <a:normAutofit fontScale="77500" lnSpcReduction="20000"/>
          </a:bodyPr>
          <a:lstStyle/>
          <a:p>
            <a:r>
              <a:rPr lang="zh-CN" altLang="en-US" dirty="0"/>
              <a:t>顺序搜索，又称线性搜索，主要用于在线性结构中进行搜索。</a:t>
            </a:r>
          </a:p>
          <a:p>
            <a:r>
              <a:rPr lang="zh-CN" altLang="en-US" dirty="0"/>
              <a:t>设表中有 </a:t>
            </a:r>
            <a:r>
              <a:rPr lang="en-US" altLang="zh-CN" dirty="0" err="1"/>
              <a:t>CurrentSize</a:t>
            </a:r>
            <a:r>
              <a:rPr lang="en-US" altLang="zh-CN" dirty="0"/>
              <a:t> </a:t>
            </a:r>
            <a:r>
              <a:rPr lang="zh-CN" altLang="en-US" dirty="0"/>
              <a:t>个对象，则顺序搜索从表的前端开始，顺序用各对象的关键码与给定值</a:t>
            </a:r>
            <a:r>
              <a:rPr lang="en-US" altLang="zh-CN" dirty="0"/>
              <a:t>x</a:t>
            </a:r>
            <a:r>
              <a:rPr lang="zh-CN" altLang="en-US" dirty="0"/>
              <a:t>进行比较，直到找到与其值相等的对象，则搜索成功；给出该对象在表中的位置。</a:t>
            </a:r>
            <a:endParaRPr lang="en-US" altLang="zh-CN" dirty="0"/>
          </a:p>
          <a:p>
            <a:pPr lvl="1"/>
            <a:r>
              <a:rPr lang="zh-CN" altLang="en-US" dirty="0"/>
              <a:t>如果把表中各个元素按搜索概率从高到低排列，能够得到较好的平均搜索性能。</a:t>
            </a:r>
          </a:p>
          <a:p>
            <a:r>
              <a:rPr lang="zh-CN" altLang="en-US" dirty="0"/>
              <a:t>若整个表都已检测完仍未找到关键码与</a:t>
            </a:r>
            <a:r>
              <a:rPr lang="en-US" altLang="zh-CN" dirty="0"/>
              <a:t>x</a:t>
            </a:r>
            <a:r>
              <a:rPr lang="zh-CN" altLang="en-US" dirty="0"/>
              <a:t>相等的对象，则搜索失败。给出失败信息。</a:t>
            </a:r>
          </a:p>
        </p:txBody>
      </p:sp>
      <p:sp>
        <p:nvSpPr>
          <p:cNvPr id="2" name="灯片编号占位符 1">
            <a:extLst>
              <a:ext uri="{FF2B5EF4-FFF2-40B4-BE49-F238E27FC236}">
                <a16:creationId xmlns:a16="http://schemas.microsoft.com/office/drawing/2014/main" id="{A32F2C31-EECD-CE25-AADA-AC392C109559}"/>
              </a:ext>
            </a:extLst>
          </p:cNvPr>
          <p:cNvSpPr>
            <a:spLocks noGrp="1"/>
          </p:cNvSpPr>
          <p:nvPr>
            <p:ph type="sldNum" sz="quarter" idx="12"/>
          </p:nvPr>
        </p:nvSpPr>
        <p:spPr/>
        <p:txBody>
          <a:bodyPr/>
          <a:lstStyle/>
          <a:p>
            <a:pPr>
              <a:defRPr/>
            </a:pPr>
            <a:fld id="{82BC8E53-3928-4033-8D0B-01554133DC73}" type="slidenum">
              <a:rPr lang="en-US" altLang="zh-CN" smtClean="0"/>
              <a:pPr>
                <a:defRPr/>
              </a:pPr>
              <a:t>9</a:t>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CA6F525-E3A0-4783-BD0A-EFC73E53C5E7}"/>
              </a:ext>
            </a:extLst>
          </p:cNvPr>
          <p:cNvSpPr>
            <a:spLocks noGrp="1"/>
          </p:cNvSpPr>
          <p:nvPr>
            <p:ph idx="1"/>
          </p:nvPr>
        </p:nvSpPr>
        <p:spPr>
          <a:xfrm>
            <a:off x="251520" y="620688"/>
            <a:ext cx="8640960" cy="5556275"/>
          </a:xfrm>
        </p:spPr>
        <p:txBody>
          <a:bodyPr>
            <a:normAutofit fontScale="92500" lnSpcReduction="10000"/>
          </a:bodyPr>
          <a:lstStyle/>
          <a:p>
            <a:pPr marL="0" indent="0">
              <a:buNone/>
            </a:pPr>
            <a:r>
              <a:rPr lang="en-US" altLang="zh-CN" dirty="0"/>
              <a:t>//</a:t>
            </a:r>
            <a:r>
              <a:rPr lang="zh-CN" altLang="en-US" dirty="0"/>
              <a:t>作为派生类的线性搜索表的类定义</a:t>
            </a:r>
          </a:p>
          <a:p>
            <a:pPr marL="0" indent="0">
              <a:buNone/>
            </a:pPr>
            <a:r>
              <a:rPr lang="en-US" altLang="zh-CN" dirty="0"/>
              <a:t>template &lt;class E, class K&gt; </a:t>
            </a:r>
          </a:p>
          <a:p>
            <a:pPr marL="0" indent="0">
              <a:buNone/>
            </a:pPr>
            <a:r>
              <a:rPr lang="en-US" altLang="zh-CN" dirty="0"/>
              <a:t>class </a:t>
            </a:r>
            <a:r>
              <a:rPr lang="en-US" altLang="zh-CN" dirty="0" err="1"/>
              <a:t>SearchList</a:t>
            </a:r>
            <a:r>
              <a:rPr lang="en-US" altLang="zh-CN" dirty="0"/>
              <a:t> : public </a:t>
            </a:r>
            <a:r>
              <a:rPr lang="en-US" altLang="zh-CN" dirty="0" err="1"/>
              <a:t>DataList</a:t>
            </a:r>
            <a:r>
              <a:rPr lang="en-US" altLang="zh-CN" dirty="0"/>
              <a:t>&lt; E, K &gt; {</a:t>
            </a:r>
          </a:p>
          <a:p>
            <a:pPr marL="0" indent="0">
              <a:buNone/>
            </a:pPr>
            <a:r>
              <a:rPr lang="en-US" altLang="zh-CN" dirty="0"/>
              <a:t>public: </a:t>
            </a:r>
          </a:p>
          <a:p>
            <a:pPr marL="0" indent="0">
              <a:buNone/>
            </a:pPr>
            <a:r>
              <a:rPr lang="en-US" altLang="zh-CN" dirty="0"/>
              <a:t>     </a:t>
            </a:r>
            <a:r>
              <a:rPr lang="en-US" altLang="zh-CN" dirty="0" err="1"/>
              <a:t>SearchList</a:t>
            </a:r>
            <a:r>
              <a:rPr lang="en-US" altLang="zh-CN" dirty="0"/>
              <a:t> ( int </a:t>
            </a:r>
            <a:r>
              <a:rPr lang="en-US" altLang="zh-CN" dirty="0" err="1"/>
              <a:t>sz</a:t>
            </a:r>
            <a:r>
              <a:rPr lang="en-US" altLang="zh-CN" dirty="0"/>
              <a:t> = </a:t>
            </a:r>
            <a:r>
              <a:rPr lang="en-US" altLang="zh-CN" dirty="0" err="1"/>
              <a:t>defaultSize</a:t>
            </a:r>
            <a:r>
              <a:rPr lang="en-US" altLang="zh-CN" dirty="0"/>
              <a:t> ) : </a:t>
            </a:r>
          </a:p>
          <a:p>
            <a:pPr marL="0" indent="0">
              <a:buNone/>
            </a:pPr>
            <a:r>
              <a:rPr lang="en-US" altLang="zh-CN" dirty="0"/>
              <a:t>            </a:t>
            </a:r>
            <a:r>
              <a:rPr lang="en-US" altLang="zh-CN" dirty="0" err="1"/>
              <a:t>DataList</a:t>
            </a:r>
            <a:r>
              <a:rPr lang="en-US" altLang="zh-CN" dirty="0"/>
              <a:t>&lt; E, K&gt; (</a:t>
            </a:r>
            <a:r>
              <a:rPr lang="en-US" altLang="zh-CN" dirty="0" err="1"/>
              <a:t>sz</a:t>
            </a:r>
            <a:r>
              <a:rPr lang="en-US" altLang="zh-CN" dirty="0"/>
              <a:t>) { }</a:t>
            </a:r>
          </a:p>
          <a:p>
            <a:pPr marL="0" indent="0">
              <a:buNone/>
            </a:pPr>
            <a:r>
              <a:rPr lang="en-US" altLang="zh-CN" dirty="0"/>
              <a:t>     virtual int </a:t>
            </a:r>
            <a:r>
              <a:rPr lang="en-US" altLang="zh-CN" dirty="0" err="1"/>
              <a:t>SeqSearch</a:t>
            </a:r>
            <a:r>
              <a:rPr lang="en-US" altLang="zh-CN" dirty="0"/>
              <a:t> ( const K </a:t>
            </a:r>
            <a:r>
              <a:rPr lang="en-US" altLang="zh-CN" dirty="0" err="1"/>
              <a:t>k</a:t>
            </a:r>
            <a:r>
              <a:rPr lang="en-US" altLang="zh-CN" dirty="0"/>
              <a:t> ) const;</a:t>
            </a:r>
          </a:p>
          <a:p>
            <a:pPr marL="0" indent="0">
              <a:buNone/>
            </a:pPr>
            <a:r>
              <a:rPr lang="en-US" altLang="zh-CN" dirty="0"/>
              <a:t>     virtual int </a:t>
            </a:r>
            <a:r>
              <a:rPr lang="en-US" altLang="zh-CN" dirty="0" err="1"/>
              <a:t>SeqSearch</a:t>
            </a:r>
            <a:r>
              <a:rPr lang="en-US" altLang="zh-CN" dirty="0"/>
              <a:t> ( const K </a:t>
            </a:r>
            <a:r>
              <a:rPr lang="en-US" altLang="zh-CN" dirty="0" err="1"/>
              <a:t>x,int</a:t>
            </a:r>
            <a:r>
              <a:rPr lang="en-US" altLang="zh-CN" dirty="0"/>
              <a:t> loc ) const;   //</a:t>
            </a:r>
            <a:r>
              <a:rPr lang="zh-CN" altLang="en-US" dirty="0"/>
              <a:t>从</a:t>
            </a:r>
            <a:r>
              <a:rPr lang="en-US" altLang="zh-CN" dirty="0"/>
              <a:t>loc</a:t>
            </a:r>
            <a:r>
              <a:rPr lang="zh-CN" altLang="en-US" dirty="0"/>
              <a:t>开始找</a:t>
            </a:r>
            <a:endParaRPr lang="en-US" altLang="zh-CN" dirty="0"/>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9A9A0A59-81A9-535F-531E-D451DE30373C}"/>
              </a:ext>
            </a:extLst>
          </p:cNvPr>
          <p:cNvSpPr>
            <a:spLocks noGrp="1"/>
          </p:cNvSpPr>
          <p:nvPr>
            <p:ph type="sldNum" sz="quarter" idx="12"/>
          </p:nvPr>
        </p:nvSpPr>
        <p:spPr/>
        <p:txBody>
          <a:bodyPr/>
          <a:lstStyle/>
          <a:p>
            <a:pPr>
              <a:defRPr/>
            </a:pPr>
            <a:fld id="{82BC8E53-3928-4033-8D0B-01554133DC73}" type="slidenum">
              <a:rPr lang="en-US" altLang="zh-CN" smtClean="0"/>
              <a:pPr>
                <a:defRPr/>
              </a:pPr>
              <a:t>10</a:t>
            </a:fld>
            <a:endParaRPr lang="en-US" altLang="zh-CN"/>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4DBB2D7-4959-4DE3-841E-25E66E48BE35}"/>
              </a:ext>
            </a:extLst>
          </p:cNvPr>
          <p:cNvSpPr>
            <a:spLocks noGrp="1"/>
          </p:cNvSpPr>
          <p:nvPr>
            <p:ph idx="1"/>
          </p:nvPr>
        </p:nvSpPr>
        <p:spPr>
          <a:xfrm>
            <a:off x="628650" y="548680"/>
            <a:ext cx="7886700" cy="5628283"/>
          </a:xfrm>
        </p:spPr>
        <p:txBody>
          <a:bodyPr>
            <a:normAutofit fontScale="85000" lnSpcReduction="20000"/>
          </a:bodyPr>
          <a:lstStyle/>
          <a:p>
            <a:pPr marL="0" indent="0">
              <a:buNone/>
            </a:pPr>
            <a:r>
              <a:rPr lang="en-US" altLang="zh-CN" dirty="0"/>
              <a:t>//</a:t>
            </a:r>
            <a:r>
              <a:rPr lang="zh-CN" altLang="en-US" dirty="0"/>
              <a:t>顺序搜索关键码为 </a:t>
            </a:r>
            <a:r>
              <a:rPr lang="en-US" altLang="zh-CN" dirty="0"/>
              <a:t>x </a:t>
            </a:r>
            <a:r>
              <a:rPr lang="zh-CN" altLang="en-US" dirty="0"/>
              <a:t>的对象</a:t>
            </a:r>
            <a:endParaRPr lang="en-US" altLang="zh-CN" dirty="0"/>
          </a:p>
          <a:p>
            <a:pPr marL="0" indent="0">
              <a:buNone/>
            </a:pPr>
            <a:r>
              <a:rPr lang="en-US" altLang="zh-CN" dirty="0"/>
              <a:t>template &lt;class E, class K&gt; </a:t>
            </a:r>
          </a:p>
          <a:p>
            <a:pPr marL="0" indent="0">
              <a:buNone/>
            </a:pPr>
            <a:r>
              <a:rPr lang="en-US" altLang="zh-CN" dirty="0"/>
              <a:t>int </a:t>
            </a:r>
            <a:r>
              <a:rPr lang="en-US" altLang="zh-CN" dirty="0" err="1"/>
              <a:t>SearchList</a:t>
            </a:r>
            <a:r>
              <a:rPr lang="en-US" altLang="zh-CN" dirty="0"/>
              <a:t>&lt; E, K &gt; :: </a:t>
            </a:r>
            <a:r>
              <a:rPr lang="en-US" altLang="zh-CN" dirty="0" err="1"/>
              <a:t>SeqSearch</a:t>
            </a:r>
            <a:r>
              <a:rPr lang="en-US" altLang="zh-CN" dirty="0"/>
              <a:t> ( const K x ) const {</a:t>
            </a:r>
            <a:endParaRPr lang="zh-CN" altLang="en-US" dirty="0"/>
          </a:p>
          <a:p>
            <a:pPr marL="0" indent="0">
              <a:buNone/>
            </a:pPr>
            <a:r>
              <a:rPr lang="zh-CN" altLang="en-US" dirty="0"/>
              <a:t>   </a:t>
            </a:r>
            <a:r>
              <a:rPr lang="en-US" altLang="zh-CN" dirty="0"/>
              <a:t>Element[</a:t>
            </a:r>
            <a:r>
              <a:rPr lang="en-US" altLang="zh-CN" dirty="0" err="1"/>
              <a:t>CurrentSize</a:t>
            </a:r>
            <a:r>
              <a:rPr lang="en-US" altLang="zh-CN" dirty="0"/>
              <a:t>].</a:t>
            </a:r>
            <a:r>
              <a:rPr lang="en-US" altLang="zh-CN" dirty="0" err="1"/>
              <a:t>setKey</a:t>
            </a:r>
            <a:r>
              <a:rPr lang="en-US" altLang="zh-CN" dirty="0"/>
              <a:t>( x);</a:t>
            </a:r>
          </a:p>
          <a:p>
            <a:pPr marL="0" indent="0">
              <a:buNone/>
            </a:pPr>
            <a:r>
              <a:rPr lang="en-US" altLang="zh-CN" dirty="0"/>
              <a:t>         //</a:t>
            </a:r>
            <a:r>
              <a:rPr lang="zh-CN" altLang="en-US" dirty="0"/>
              <a:t>设置让搜索自动结束的“监视哨”</a:t>
            </a:r>
            <a:endParaRPr lang="en-US" altLang="zh-CN" dirty="0"/>
          </a:p>
          <a:p>
            <a:pPr marL="0" indent="0">
              <a:buNone/>
            </a:pPr>
            <a:r>
              <a:rPr lang="en-US" altLang="zh-CN" dirty="0"/>
              <a:t>   int </a:t>
            </a:r>
            <a:r>
              <a:rPr lang="en-US" altLang="zh-CN" dirty="0" err="1"/>
              <a:t>i</a:t>
            </a:r>
            <a:r>
              <a:rPr lang="en-US" altLang="zh-CN" dirty="0"/>
              <a:t> = 0; </a:t>
            </a:r>
            <a:endParaRPr lang="zh-CN" altLang="en-US" dirty="0"/>
          </a:p>
          <a:p>
            <a:pPr marL="0" indent="0">
              <a:buNone/>
            </a:pPr>
            <a:r>
              <a:rPr lang="zh-CN" altLang="en-US" dirty="0"/>
              <a:t>   </a:t>
            </a:r>
            <a:r>
              <a:rPr lang="en-US" altLang="zh-CN" dirty="0"/>
              <a:t>while ( Element[</a:t>
            </a:r>
            <a:r>
              <a:rPr lang="en-US" altLang="zh-CN" dirty="0" err="1"/>
              <a:t>i</a:t>
            </a:r>
            <a:r>
              <a:rPr lang="en-US" altLang="zh-CN" dirty="0"/>
              <a:t>].</a:t>
            </a:r>
            <a:r>
              <a:rPr lang="en-US" altLang="zh-CN" dirty="0" err="1"/>
              <a:t>getKey</a:t>
            </a:r>
            <a:r>
              <a:rPr lang="en-US" altLang="zh-CN" dirty="0"/>
              <a:t>() != x ) </a:t>
            </a:r>
            <a:r>
              <a:rPr lang="en-US" altLang="zh-CN" dirty="0" err="1"/>
              <a:t>i</a:t>
            </a:r>
            <a:r>
              <a:rPr lang="en-US" altLang="zh-CN" dirty="0"/>
              <a:t>++;		</a:t>
            </a:r>
          </a:p>
          <a:p>
            <a:pPr marL="0" indent="0">
              <a:buNone/>
            </a:pPr>
            <a:r>
              <a:rPr lang="en-US" altLang="zh-CN" dirty="0"/>
              <a:t>        //</a:t>
            </a:r>
            <a:r>
              <a:rPr lang="zh-CN" altLang="en-US" dirty="0"/>
              <a:t>从前向后顺序搜索</a:t>
            </a:r>
          </a:p>
          <a:p>
            <a:pPr marL="0" indent="0">
              <a:buNone/>
            </a:pPr>
            <a:r>
              <a:rPr lang="zh-CN" altLang="en-US" dirty="0"/>
              <a:t>   </a:t>
            </a:r>
            <a:r>
              <a:rPr lang="en-US" altLang="zh-CN" dirty="0"/>
              <a:t>return i+1;</a:t>
            </a:r>
          </a:p>
          <a:p>
            <a:pPr marL="0" indent="0">
              <a:buNone/>
            </a:pPr>
            <a:r>
              <a:rPr lang="en-US" altLang="zh-CN" dirty="0"/>
              <a:t>}</a:t>
            </a:r>
          </a:p>
        </p:txBody>
      </p:sp>
      <p:sp>
        <p:nvSpPr>
          <p:cNvPr id="2" name="灯片编号占位符 1">
            <a:extLst>
              <a:ext uri="{FF2B5EF4-FFF2-40B4-BE49-F238E27FC236}">
                <a16:creationId xmlns:a16="http://schemas.microsoft.com/office/drawing/2014/main" id="{A49E83A0-1FAE-AA3F-5EE9-3BD9997AC61D}"/>
              </a:ext>
            </a:extLst>
          </p:cNvPr>
          <p:cNvSpPr>
            <a:spLocks noGrp="1"/>
          </p:cNvSpPr>
          <p:nvPr>
            <p:ph type="sldNum" sz="quarter" idx="12"/>
          </p:nvPr>
        </p:nvSpPr>
        <p:spPr/>
        <p:txBody>
          <a:bodyPr/>
          <a:lstStyle/>
          <a:p>
            <a:pPr>
              <a:defRPr/>
            </a:pPr>
            <a:fld id="{82BC8E53-3928-4033-8D0B-01554133DC73}"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9" name="Object 0">
            <a:extLst>
              <a:ext uri="{FF2B5EF4-FFF2-40B4-BE49-F238E27FC236}">
                <a16:creationId xmlns:a16="http://schemas.microsoft.com/office/drawing/2014/main" id="{502428D0-7B6A-CDA5-66A4-94259258B65C}"/>
              </a:ext>
            </a:extLst>
          </p:cNvPr>
          <p:cNvGraphicFramePr>
            <a:graphicFrameLocks noChangeAspect="1"/>
          </p:cNvGraphicFramePr>
          <p:nvPr>
            <p:extLst>
              <p:ext uri="{D42A27DB-BD31-4B8C-83A1-F6EECF244321}">
                <p14:modId xmlns:p14="http://schemas.microsoft.com/office/powerpoint/2010/main" val="2480704441"/>
              </p:ext>
            </p:extLst>
          </p:nvPr>
        </p:nvGraphicFramePr>
        <p:xfrm>
          <a:off x="1619672" y="3212976"/>
          <a:ext cx="5395912" cy="1125537"/>
        </p:xfrm>
        <a:graphic>
          <a:graphicData uri="http://schemas.openxmlformats.org/presentationml/2006/ole">
            <mc:AlternateContent xmlns:mc="http://schemas.openxmlformats.org/markup-compatibility/2006">
              <mc:Choice xmlns:v="urn:schemas-microsoft-com:vml" Requires="v">
                <p:oleObj name="公式" r:id="rId3" imgW="2120900" imgH="431800" progId="Equation.3">
                  <p:embed/>
                </p:oleObj>
              </mc:Choice>
              <mc:Fallback>
                <p:oleObj name="公式" r:id="rId3" imgW="2120900" imgH="431800" progId="Equation.3">
                  <p:embed/>
                  <p:pic>
                    <p:nvPicPr>
                      <p:cNvPr id="19459" name="Object 0">
                        <a:extLst>
                          <a:ext uri="{FF2B5EF4-FFF2-40B4-BE49-F238E27FC236}">
                            <a16:creationId xmlns:a16="http://schemas.microsoft.com/office/drawing/2014/main" id="{502428D0-7B6A-CDA5-66A4-94259258B6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3212976"/>
                        <a:ext cx="5395912" cy="112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0" name="Object 1">
            <a:extLst>
              <a:ext uri="{FF2B5EF4-FFF2-40B4-BE49-F238E27FC236}">
                <a16:creationId xmlns:a16="http://schemas.microsoft.com/office/drawing/2014/main" id="{F29AEDAE-36DE-E54D-A9F1-2E776604180B}"/>
              </a:ext>
            </a:extLst>
          </p:cNvPr>
          <p:cNvGraphicFramePr>
            <a:graphicFrameLocks noChangeAspect="1"/>
          </p:cNvGraphicFramePr>
          <p:nvPr>
            <p:extLst>
              <p:ext uri="{D42A27DB-BD31-4B8C-83A1-F6EECF244321}">
                <p14:modId xmlns:p14="http://schemas.microsoft.com/office/powerpoint/2010/main" val="672116068"/>
              </p:ext>
            </p:extLst>
          </p:nvPr>
        </p:nvGraphicFramePr>
        <p:xfrm>
          <a:off x="1619672" y="5341937"/>
          <a:ext cx="4116387" cy="1150938"/>
        </p:xfrm>
        <a:graphic>
          <a:graphicData uri="http://schemas.openxmlformats.org/presentationml/2006/ole">
            <mc:AlternateContent xmlns:mc="http://schemas.openxmlformats.org/markup-compatibility/2006">
              <mc:Choice xmlns:v="urn:schemas-microsoft-com:vml" Requires="v">
                <p:oleObj name="公式" r:id="rId5" imgW="1435100" imgH="431800" progId="Equation.3">
                  <p:embed/>
                </p:oleObj>
              </mc:Choice>
              <mc:Fallback>
                <p:oleObj name="公式" r:id="rId5" imgW="1435100" imgH="431800" progId="Equation.3">
                  <p:embed/>
                  <p:pic>
                    <p:nvPicPr>
                      <p:cNvPr id="19460" name="Object 1">
                        <a:extLst>
                          <a:ext uri="{FF2B5EF4-FFF2-40B4-BE49-F238E27FC236}">
                            <a16:creationId xmlns:a16="http://schemas.microsoft.com/office/drawing/2014/main" id="{F29AEDAE-36DE-E54D-A9F1-2E77660418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5341937"/>
                        <a:ext cx="4116387" cy="11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2CF549E5-5146-4EA2-88D7-83C165090AA5}"/>
              </a:ext>
            </a:extLst>
          </p:cNvPr>
          <p:cNvSpPr>
            <a:spLocks noGrp="1"/>
          </p:cNvSpPr>
          <p:nvPr>
            <p:ph type="title"/>
          </p:nvPr>
        </p:nvSpPr>
        <p:spPr/>
        <p:txBody>
          <a:bodyPr/>
          <a:lstStyle/>
          <a:p>
            <a:r>
              <a:rPr lang="zh-CN" altLang="en-US" dirty="0"/>
              <a:t>顺序搜索的平均搜索长度 </a:t>
            </a:r>
          </a:p>
        </p:txBody>
      </p:sp>
      <p:sp>
        <p:nvSpPr>
          <p:cNvPr id="3" name="内容占位符 2">
            <a:extLst>
              <a:ext uri="{FF2B5EF4-FFF2-40B4-BE49-F238E27FC236}">
                <a16:creationId xmlns:a16="http://schemas.microsoft.com/office/drawing/2014/main" id="{FDA131E0-3483-4808-B7FC-4A0FD8EA80B8}"/>
              </a:ext>
            </a:extLst>
          </p:cNvPr>
          <p:cNvSpPr>
            <a:spLocks noGrp="1"/>
          </p:cNvSpPr>
          <p:nvPr>
            <p:ph idx="1"/>
          </p:nvPr>
        </p:nvSpPr>
        <p:spPr>
          <a:xfrm>
            <a:off x="628650" y="1825625"/>
            <a:ext cx="7886700" cy="3619599"/>
          </a:xfrm>
        </p:spPr>
        <p:txBody>
          <a:bodyPr>
            <a:normAutofit fontScale="92500" lnSpcReduction="10000"/>
          </a:bodyPr>
          <a:lstStyle/>
          <a:p>
            <a:r>
              <a:rPr lang="zh-CN" altLang="en-US" dirty="0"/>
              <a:t>设搜索第 </a:t>
            </a:r>
            <a:r>
              <a:rPr lang="en-US" altLang="zh-CN" dirty="0" err="1"/>
              <a:t>i</a:t>
            </a:r>
            <a:r>
              <a:rPr lang="en-US" altLang="zh-CN" dirty="0"/>
              <a:t> </a:t>
            </a:r>
            <a:r>
              <a:rPr lang="zh-CN" altLang="en-US" dirty="0"/>
              <a:t>个元素的概率为 </a:t>
            </a:r>
            <a:r>
              <a:rPr lang="en-US" altLang="zh-CN" dirty="0"/>
              <a:t>p</a:t>
            </a:r>
            <a:r>
              <a:rPr lang="en-US" altLang="zh-CN" baseline="-25000" dirty="0"/>
              <a:t>i</a:t>
            </a:r>
            <a:r>
              <a:rPr lang="zh-CN" altLang="en-US" dirty="0"/>
              <a:t>，搜索到第 </a:t>
            </a:r>
            <a:r>
              <a:rPr lang="en-US" altLang="zh-CN" dirty="0" err="1"/>
              <a:t>i</a:t>
            </a:r>
            <a:r>
              <a:rPr lang="en-US" altLang="zh-CN" dirty="0"/>
              <a:t> </a:t>
            </a:r>
            <a:r>
              <a:rPr lang="zh-CN" altLang="en-US" dirty="0"/>
              <a:t>个元素所需比较次数为 </a:t>
            </a:r>
            <a:r>
              <a:rPr lang="en-US" altLang="zh-CN" dirty="0"/>
              <a:t>c</a:t>
            </a:r>
            <a:r>
              <a:rPr lang="en-US" altLang="zh-CN" baseline="-25000" dirty="0"/>
              <a:t>i</a:t>
            </a:r>
            <a:r>
              <a:rPr lang="zh-CN" altLang="en-US" dirty="0"/>
              <a:t>，则搜索成功的平均搜索长度</a:t>
            </a:r>
            <a:r>
              <a:rPr lang="en-US" altLang="zh-CN" dirty="0"/>
              <a:t>:</a:t>
            </a:r>
          </a:p>
          <a:p>
            <a:endParaRPr lang="en-US" altLang="zh-CN" dirty="0"/>
          </a:p>
          <a:p>
            <a:endParaRPr lang="en-US" altLang="zh-CN" dirty="0"/>
          </a:p>
          <a:p>
            <a:r>
              <a:rPr lang="zh-CN" altLang="en-US" dirty="0"/>
              <a:t>在顺序搜索并设置“监视哨”情形：</a:t>
            </a:r>
          </a:p>
          <a:p>
            <a:pPr lvl="1"/>
            <a:r>
              <a:rPr lang="en-US" altLang="zh-CN" dirty="0"/>
              <a:t>c</a:t>
            </a:r>
            <a:r>
              <a:rPr lang="en-US" altLang="zh-CN" baseline="-25000" dirty="0"/>
              <a:t>i</a:t>
            </a:r>
            <a:r>
              <a:rPr lang="en-US" altLang="zh-CN" dirty="0"/>
              <a:t> = </a:t>
            </a:r>
            <a:r>
              <a:rPr lang="en-US" altLang="zh-CN" dirty="0" err="1"/>
              <a:t>i</a:t>
            </a:r>
            <a:r>
              <a:rPr lang="en-US" altLang="zh-CN" dirty="0"/>
              <a:t> +1,  </a:t>
            </a:r>
            <a:r>
              <a:rPr lang="en-US" altLang="zh-CN" dirty="0" err="1"/>
              <a:t>i</a:t>
            </a:r>
            <a:r>
              <a:rPr lang="en-US" altLang="zh-CN" dirty="0"/>
              <a:t> = 0, 1, , n-1</a:t>
            </a:r>
            <a:r>
              <a:rPr lang="zh-CN" altLang="en-US" dirty="0"/>
              <a:t>，因此</a:t>
            </a:r>
          </a:p>
          <a:p>
            <a:endParaRPr lang="zh-CN" altLang="en-US" dirty="0"/>
          </a:p>
        </p:txBody>
      </p:sp>
      <p:sp>
        <p:nvSpPr>
          <p:cNvPr id="4" name="灯片编号占位符 3">
            <a:extLst>
              <a:ext uri="{FF2B5EF4-FFF2-40B4-BE49-F238E27FC236}">
                <a16:creationId xmlns:a16="http://schemas.microsoft.com/office/drawing/2014/main" id="{6E065AE2-E4F6-79F2-F609-0F69B6D0079F}"/>
              </a:ext>
            </a:extLst>
          </p:cNvPr>
          <p:cNvSpPr>
            <a:spLocks noGrp="1"/>
          </p:cNvSpPr>
          <p:nvPr>
            <p:ph type="sldNum" sz="quarter" idx="12"/>
          </p:nvPr>
        </p:nvSpPr>
        <p:spPr/>
        <p:txBody>
          <a:bodyPr/>
          <a:lstStyle/>
          <a:p>
            <a:pPr>
              <a:defRPr/>
            </a:pPr>
            <a:fld id="{82BC8E53-3928-4033-8D0B-01554133DC73}" type="slidenum">
              <a:rPr lang="en-US" altLang="zh-CN" smtClean="0"/>
              <a:pPr>
                <a:defRPr/>
              </a:pPr>
              <a:t>12</a:t>
            </a:fld>
            <a:endParaRPr lang="en-US" altLang="zh-CN"/>
          </a:p>
        </p:txBody>
      </p:sp>
    </p:spTree>
    <p:extLst>
      <p:ext uri="{BB962C8B-B14F-4D97-AF65-F5344CB8AC3E}">
        <p14:creationId xmlns:p14="http://schemas.microsoft.com/office/powerpoint/2010/main" val="3793708998"/>
      </p:ext>
    </p:extLst>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3072">
            <a:extLst>
              <a:ext uri="{FF2B5EF4-FFF2-40B4-BE49-F238E27FC236}">
                <a16:creationId xmlns:a16="http://schemas.microsoft.com/office/drawing/2014/main" id="{1654359A-5C74-5159-95E5-0795AFD49784}"/>
              </a:ext>
            </a:extLst>
          </p:cNvPr>
          <p:cNvGraphicFramePr>
            <a:graphicFrameLocks noChangeAspect="1"/>
          </p:cNvGraphicFramePr>
          <p:nvPr>
            <p:extLst>
              <p:ext uri="{D42A27DB-BD31-4B8C-83A1-F6EECF244321}">
                <p14:modId xmlns:p14="http://schemas.microsoft.com/office/powerpoint/2010/main" val="570798187"/>
              </p:ext>
            </p:extLst>
          </p:nvPr>
        </p:nvGraphicFramePr>
        <p:xfrm>
          <a:off x="1254125" y="955675"/>
          <a:ext cx="6777038" cy="1066800"/>
        </p:xfrm>
        <a:graphic>
          <a:graphicData uri="http://schemas.openxmlformats.org/presentationml/2006/ole">
            <mc:AlternateContent xmlns:mc="http://schemas.openxmlformats.org/markup-compatibility/2006">
              <mc:Choice xmlns:v="urn:schemas-microsoft-com:vml" Requires="v">
                <p:oleObj name="公式" r:id="rId2" imgW="2667000" imgH="431800" progId="Equation.3">
                  <p:embed/>
                </p:oleObj>
              </mc:Choice>
              <mc:Fallback>
                <p:oleObj name="公式" r:id="rId2" imgW="2667000" imgH="431800" progId="Equation.3">
                  <p:embed/>
                  <p:pic>
                    <p:nvPicPr>
                      <p:cNvPr id="0" name="Object 30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125" y="955675"/>
                        <a:ext cx="67770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3419" name="Rectangle 11">
            <a:extLst>
              <a:ext uri="{FF2B5EF4-FFF2-40B4-BE49-F238E27FC236}">
                <a16:creationId xmlns:a16="http://schemas.microsoft.com/office/drawing/2014/main" id="{40A07BC5-3607-34D7-4770-D8FBFC547D57}"/>
              </a:ext>
            </a:extLst>
          </p:cNvPr>
          <p:cNvSpPr>
            <a:spLocks noChangeArrowheads="1"/>
          </p:cNvSpPr>
          <p:nvPr/>
        </p:nvSpPr>
        <p:spPr bwMode="auto">
          <a:xfrm>
            <a:off x="774700" y="2933700"/>
            <a:ext cx="7772400" cy="609600"/>
          </a:xfrm>
          <a:prstGeom prst="rect">
            <a:avLst/>
          </a:prstGeom>
          <a:noFill/>
          <a:ln w="9525">
            <a:noFill/>
            <a:miter lim="800000"/>
            <a:headEnd/>
            <a:tailEnd/>
          </a:ln>
          <a:effectLst/>
        </p:spPr>
        <p:txBody>
          <a:bodyPr anchor="ctr"/>
          <a:lstStyle/>
          <a:p>
            <a:pPr algn="ctr">
              <a:defRPr/>
            </a:pPr>
            <a:r>
              <a:rPr lang="zh-CN" altLang="en-US" sz="3600" b="1">
                <a:solidFill>
                  <a:srgbClr val="000099"/>
                </a:solidFill>
                <a:effectLst>
                  <a:outerShdw blurRad="38100" dist="38100" dir="2700000" algn="tl">
                    <a:srgbClr val="C0C0C0"/>
                  </a:outerShdw>
                </a:effectLst>
                <a:latin typeface="Times New Roman" charset="0"/>
                <a:ea typeface="仿宋_GB2312" pitchFamily="49" charset="-122"/>
              </a:rPr>
              <a:t>顺序搜索的递归算法</a:t>
            </a:r>
            <a:endParaRPr lang="zh-CN" altLang="en-US" sz="5400">
              <a:solidFill>
                <a:srgbClr val="000099"/>
              </a:solidFill>
              <a:latin typeface="Times New Roman" charset="0"/>
              <a:ea typeface="隶书" pitchFamily="49" charset="-122"/>
            </a:endParaRPr>
          </a:p>
        </p:txBody>
      </p:sp>
      <p:grpSp>
        <p:nvGrpSpPr>
          <p:cNvPr id="20486" name="Group 19">
            <a:extLst>
              <a:ext uri="{FF2B5EF4-FFF2-40B4-BE49-F238E27FC236}">
                <a16:creationId xmlns:a16="http://schemas.microsoft.com/office/drawing/2014/main" id="{1B1B43FA-C4FB-82B1-1C13-A4E439A27E94}"/>
              </a:ext>
            </a:extLst>
          </p:cNvPr>
          <p:cNvGrpSpPr>
            <a:grpSpLocks/>
          </p:cNvGrpSpPr>
          <p:nvPr/>
        </p:nvGrpSpPr>
        <p:grpSpPr bwMode="auto">
          <a:xfrm>
            <a:off x="2974975" y="3922713"/>
            <a:ext cx="3657600" cy="487362"/>
            <a:chOff x="1447" y="2590"/>
            <a:chExt cx="2304" cy="307"/>
          </a:xfrm>
        </p:grpSpPr>
        <p:sp>
          <p:nvSpPr>
            <p:cNvPr id="273420" name="Rectangle 12">
              <a:extLst>
                <a:ext uri="{FF2B5EF4-FFF2-40B4-BE49-F238E27FC236}">
                  <a16:creationId xmlns:a16="http://schemas.microsoft.com/office/drawing/2014/main" id="{8298164E-90D7-3DDC-4701-A8E31548F16F}"/>
                </a:ext>
              </a:extLst>
            </p:cNvPr>
            <p:cNvSpPr>
              <a:spLocks noChangeArrowheads="1"/>
            </p:cNvSpPr>
            <p:nvPr/>
          </p:nvSpPr>
          <p:spPr bwMode="auto">
            <a:xfrm>
              <a:off x="1447" y="2592"/>
              <a:ext cx="2304" cy="29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latin typeface="Times New Roman" charset="0"/>
              </a:endParaRPr>
            </a:p>
          </p:txBody>
        </p:sp>
        <p:sp>
          <p:nvSpPr>
            <p:cNvPr id="20514" name="Text Box 14">
              <a:extLst>
                <a:ext uri="{FF2B5EF4-FFF2-40B4-BE49-F238E27FC236}">
                  <a16:creationId xmlns:a16="http://schemas.microsoft.com/office/drawing/2014/main" id="{7E4FEBD4-092F-573A-D387-2143B46AC2E4}"/>
                </a:ext>
              </a:extLst>
            </p:cNvPr>
            <p:cNvSpPr txBox="1">
              <a:spLocks noChangeArrowheads="1"/>
            </p:cNvSpPr>
            <p:nvPr/>
          </p:nvSpPr>
          <p:spPr bwMode="auto">
            <a:xfrm>
              <a:off x="1488" y="2590"/>
              <a:ext cx="2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solidFill>
                    <a:schemeClr val="tx2"/>
                  </a:solidFill>
                  <a:latin typeface="Times New Roman" panose="02020603050405020304" pitchFamily="18" charset="0"/>
                  <a:ea typeface="宋体" panose="02010600030101010101" pitchFamily="2" charset="-122"/>
                </a:rPr>
                <a:t>40    60    30    10    50    20</a:t>
              </a:r>
              <a:endParaRPr kumimoji="1" lang="en-US" altLang="zh-CN" sz="2400" dirty="0">
                <a:latin typeface="Times New Roman" panose="02020603050405020304" pitchFamily="18" charset="0"/>
                <a:ea typeface="宋体" panose="02010600030101010101" pitchFamily="2" charset="-122"/>
              </a:endParaRPr>
            </a:p>
          </p:txBody>
        </p:sp>
        <p:sp>
          <p:nvSpPr>
            <p:cNvPr id="20515" name="Line 13">
              <a:extLst>
                <a:ext uri="{FF2B5EF4-FFF2-40B4-BE49-F238E27FC236}">
                  <a16:creationId xmlns:a16="http://schemas.microsoft.com/office/drawing/2014/main" id="{094B7107-EDD1-85C3-2F65-83069A89852B}"/>
                </a:ext>
              </a:extLst>
            </p:cNvPr>
            <p:cNvSpPr>
              <a:spLocks noChangeShapeType="1"/>
            </p:cNvSpPr>
            <p:nvPr/>
          </p:nvSpPr>
          <p:spPr bwMode="auto">
            <a:xfrm>
              <a:off x="1838" y="2593"/>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6" name="Line 15">
              <a:extLst>
                <a:ext uri="{FF2B5EF4-FFF2-40B4-BE49-F238E27FC236}">
                  <a16:creationId xmlns:a16="http://schemas.microsoft.com/office/drawing/2014/main" id="{9CF4D143-998C-C9A2-83CB-C45B7B8889AA}"/>
                </a:ext>
              </a:extLst>
            </p:cNvPr>
            <p:cNvSpPr>
              <a:spLocks noChangeShapeType="1"/>
            </p:cNvSpPr>
            <p:nvPr/>
          </p:nvSpPr>
          <p:spPr bwMode="auto">
            <a:xfrm>
              <a:off x="2214" y="2591"/>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7" name="Line 16">
              <a:extLst>
                <a:ext uri="{FF2B5EF4-FFF2-40B4-BE49-F238E27FC236}">
                  <a16:creationId xmlns:a16="http://schemas.microsoft.com/office/drawing/2014/main" id="{C3D51283-20A5-FAA8-FC73-BF374F917A3C}"/>
                </a:ext>
              </a:extLst>
            </p:cNvPr>
            <p:cNvSpPr>
              <a:spLocks noChangeShapeType="1"/>
            </p:cNvSpPr>
            <p:nvPr/>
          </p:nvSpPr>
          <p:spPr bwMode="auto">
            <a:xfrm>
              <a:off x="2606" y="2598"/>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8" name="Line 17">
              <a:extLst>
                <a:ext uri="{FF2B5EF4-FFF2-40B4-BE49-F238E27FC236}">
                  <a16:creationId xmlns:a16="http://schemas.microsoft.com/office/drawing/2014/main" id="{BB5BF56A-10F1-12BA-0253-EC635A5E7240}"/>
                </a:ext>
              </a:extLst>
            </p:cNvPr>
            <p:cNvSpPr>
              <a:spLocks noChangeShapeType="1"/>
            </p:cNvSpPr>
            <p:nvPr/>
          </p:nvSpPr>
          <p:spPr bwMode="auto">
            <a:xfrm>
              <a:off x="2982" y="2596"/>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9" name="Line 18">
              <a:extLst>
                <a:ext uri="{FF2B5EF4-FFF2-40B4-BE49-F238E27FC236}">
                  <a16:creationId xmlns:a16="http://schemas.microsoft.com/office/drawing/2014/main" id="{4CD5E0CC-1333-8584-0971-8C88C8ED38EF}"/>
                </a:ext>
              </a:extLst>
            </p:cNvPr>
            <p:cNvSpPr>
              <a:spLocks noChangeShapeType="1"/>
            </p:cNvSpPr>
            <p:nvPr/>
          </p:nvSpPr>
          <p:spPr bwMode="auto">
            <a:xfrm>
              <a:off x="3372" y="2594"/>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487" name="Line 20">
            <a:extLst>
              <a:ext uri="{FF2B5EF4-FFF2-40B4-BE49-F238E27FC236}">
                <a16:creationId xmlns:a16="http://schemas.microsoft.com/office/drawing/2014/main" id="{116909FB-48C5-749C-B934-B7FDB0E650A2}"/>
              </a:ext>
            </a:extLst>
          </p:cNvPr>
          <p:cNvSpPr>
            <a:spLocks noChangeShapeType="1"/>
          </p:cNvSpPr>
          <p:nvPr/>
        </p:nvSpPr>
        <p:spPr bwMode="auto">
          <a:xfrm flipH="1" flipV="1">
            <a:off x="3292475" y="4410075"/>
            <a:ext cx="0" cy="2682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88" name="Text Box 21">
            <a:extLst>
              <a:ext uri="{FF2B5EF4-FFF2-40B4-BE49-F238E27FC236}">
                <a16:creationId xmlns:a16="http://schemas.microsoft.com/office/drawing/2014/main" id="{157C177E-BFC6-88B0-0564-2B4DB00A2778}"/>
              </a:ext>
            </a:extLst>
          </p:cNvPr>
          <p:cNvSpPr txBox="1">
            <a:spLocks noChangeArrowheads="1"/>
          </p:cNvSpPr>
          <p:nvPr/>
        </p:nvSpPr>
        <p:spPr bwMode="auto">
          <a:xfrm>
            <a:off x="2049463" y="3902075"/>
            <a:ext cx="841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9900"/>
                </a:solidFill>
                <a:latin typeface="Times New Roman" panose="02020603050405020304" pitchFamily="18" charset="0"/>
                <a:ea typeface="宋体" panose="02010600030101010101" pitchFamily="2" charset="-122"/>
              </a:rPr>
              <a:t>i</a:t>
            </a:r>
            <a:r>
              <a:rPr kumimoji="1" lang="en-US" altLang="zh-CN" sz="2800" b="1">
                <a:solidFill>
                  <a:srgbClr val="009900"/>
                </a:solidFill>
                <a:latin typeface="Times New Roman" panose="02020603050405020304" pitchFamily="18" charset="0"/>
                <a:ea typeface="宋体" panose="02010600030101010101" pitchFamily="2" charset="-122"/>
              </a:rPr>
              <a:t> = 0</a:t>
            </a:r>
            <a:endParaRPr kumimoji="1" lang="en-US" altLang="zh-CN" sz="2400">
              <a:latin typeface="Times New Roman" panose="02020603050405020304" pitchFamily="18" charset="0"/>
              <a:ea typeface="宋体" panose="02010600030101010101" pitchFamily="2" charset="-122"/>
            </a:endParaRPr>
          </a:p>
        </p:txBody>
      </p:sp>
      <p:sp>
        <p:nvSpPr>
          <p:cNvPr id="20489" name="Rectangle 22">
            <a:extLst>
              <a:ext uri="{FF2B5EF4-FFF2-40B4-BE49-F238E27FC236}">
                <a16:creationId xmlns:a16="http://schemas.microsoft.com/office/drawing/2014/main" id="{E6BDD670-A50C-F49D-A913-A7EC37CAC80A}"/>
              </a:ext>
            </a:extLst>
          </p:cNvPr>
          <p:cNvSpPr>
            <a:spLocks noChangeArrowheads="1"/>
          </p:cNvSpPr>
          <p:nvPr/>
        </p:nvSpPr>
        <p:spPr bwMode="auto">
          <a:xfrm>
            <a:off x="1323975" y="3962400"/>
            <a:ext cx="563563" cy="458788"/>
          </a:xfrm>
          <a:prstGeom prst="rect">
            <a:avLst/>
          </a:prstGeom>
          <a:solidFill>
            <a:srgbClr val="CCFF33"/>
          </a:solidFill>
          <a:ln w="19050">
            <a:solidFill>
              <a:srgbClr val="CC0000"/>
            </a:solidFill>
            <a:miter lim="800000"/>
            <a:headEnd/>
            <a:tailEnd/>
          </a:ln>
          <a:effectLst>
            <a:outerShdw dist="35921" dir="2700000" algn="ctr" rotWithShape="0">
              <a:schemeClr val="bg2"/>
            </a:outerShdw>
          </a:effectLst>
        </p:spPr>
        <p:txBody>
          <a:bodyPr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20490" name="Text Box 23">
            <a:extLst>
              <a:ext uri="{FF2B5EF4-FFF2-40B4-BE49-F238E27FC236}">
                <a16:creationId xmlns:a16="http://schemas.microsoft.com/office/drawing/2014/main" id="{43E527A8-EE6E-6022-E517-10DE68B6D18E}"/>
              </a:ext>
            </a:extLst>
          </p:cNvPr>
          <p:cNvSpPr txBox="1">
            <a:spLocks noChangeArrowheads="1"/>
          </p:cNvSpPr>
          <p:nvPr/>
        </p:nvSpPr>
        <p:spPr bwMode="auto">
          <a:xfrm>
            <a:off x="441325" y="3898900"/>
            <a:ext cx="1435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b="1">
                <a:latin typeface="Times New Roman" panose="02020603050405020304" pitchFamily="18" charset="0"/>
                <a:ea typeface="仿宋_GB2312" pitchFamily="49" charset="-122"/>
              </a:rPr>
              <a:t>搜索</a:t>
            </a:r>
            <a:r>
              <a:rPr kumimoji="1" lang="zh-CN" altLang="en-US" sz="2400">
                <a:latin typeface="Times New Roman" panose="02020603050405020304" pitchFamily="18" charset="0"/>
                <a:ea typeface="宋体" panose="02010600030101010101" pitchFamily="2" charset="-122"/>
              </a:rPr>
              <a:t>   </a:t>
            </a:r>
            <a:r>
              <a:rPr kumimoji="1" lang="en-US" altLang="zh-CN" sz="2400" b="1">
                <a:solidFill>
                  <a:srgbClr val="CC0000"/>
                </a:solidFill>
                <a:latin typeface="Times New Roman" panose="02020603050405020304" pitchFamily="18"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grpSp>
        <p:nvGrpSpPr>
          <p:cNvPr id="20491" name="Group 24">
            <a:extLst>
              <a:ext uri="{FF2B5EF4-FFF2-40B4-BE49-F238E27FC236}">
                <a16:creationId xmlns:a16="http://schemas.microsoft.com/office/drawing/2014/main" id="{0B6227C0-4734-2215-1747-990DE862224C}"/>
              </a:ext>
            </a:extLst>
          </p:cNvPr>
          <p:cNvGrpSpPr>
            <a:grpSpLocks/>
          </p:cNvGrpSpPr>
          <p:nvPr/>
        </p:nvGrpSpPr>
        <p:grpSpPr bwMode="auto">
          <a:xfrm>
            <a:off x="2982913" y="4797425"/>
            <a:ext cx="3657600" cy="487363"/>
            <a:chOff x="1447" y="2590"/>
            <a:chExt cx="2304" cy="307"/>
          </a:xfrm>
        </p:grpSpPr>
        <p:sp>
          <p:nvSpPr>
            <p:cNvPr id="273433" name="Rectangle 25">
              <a:extLst>
                <a:ext uri="{FF2B5EF4-FFF2-40B4-BE49-F238E27FC236}">
                  <a16:creationId xmlns:a16="http://schemas.microsoft.com/office/drawing/2014/main" id="{CDD1E48F-2D6E-F9FD-EC2B-D2AD528EAFF9}"/>
                </a:ext>
              </a:extLst>
            </p:cNvPr>
            <p:cNvSpPr>
              <a:spLocks noChangeArrowheads="1"/>
            </p:cNvSpPr>
            <p:nvPr/>
          </p:nvSpPr>
          <p:spPr bwMode="auto">
            <a:xfrm>
              <a:off x="1447" y="2592"/>
              <a:ext cx="2304" cy="29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latin typeface="Times New Roman" charset="0"/>
              </a:endParaRPr>
            </a:p>
          </p:txBody>
        </p:sp>
        <p:sp>
          <p:nvSpPr>
            <p:cNvPr id="20507" name="Text Box 26">
              <a:extLst>
                <a:ext uri="{FF2B5EF4-FFF2-40B4-BE49-F238E27FC236}">
                  <a16:creationId xmlns:a16="http://schemas.microsoft.com/office/drawing/2014/main" id="{32EA93B4-D317-EA82-5224-36CEA9B75115}"/>
                </a:ext>
              </a:extLst>
            </p:cNvPr>
            <p:cNvSpPr txBox="1">
              <a:spLocks noChangeArrowheads="1"/>
            </p:cNvSpPr>
            <p:nvPr/>
          </p:nvSpPr>
          <p:spPr bwMode="auto">
            <a:xfrm>
              <a:off x="1488" y="2590"/>
              <a:ext cx="2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solidFill>
                    <a:schemeClr val="tx2"/>
                  </a:solidFill>
                  <a:latin typeface="Times New Roman" panose="02020603050405020304" pitchFamily="18" charset="0"/>
                  <a:ea typeface="宋体" panose="02010600030101010101" pitchFamily="2" charset="-122"/>
                </a:rPr>
                <a:t>40    60    30    10    50    20</a:t>
              </a:r>
              <a:endParaRPr kumimoji="1" lang="en-US" altLang="zh-CN" sz="2400" dirty="0">
                <a:latin typeface="Times New Roman" panose="02020603050405020304" pitchFamily="18" charset="0"/>
                <a:ea typeface="宋体" panose="02010600030101010101" pitchFamily="2" charset="-122"/>
              </a:endParaRPr>
            </a:p>
          </p:txBody>
        </p:sp>
        <p:sp>
          <p:nvSpPr>
            <p:cNvPr id="20508" name="Line 27">
              <a:extLst>
                <a:ext uri="{FF2B5EF4-FFF2-40B4-BE49-F238E27FC236}">
                  <a16:creationId xmlns:a16="http://schemas.microsoft.com/office/drawing/2014/main" id="{D8946209-F8BB-1244-F9EF-67A94307AC4A}"/>
                </a:ext>
              </a:extLst>
            </p:cNvPr>
            <p:cNvSpPr>
              <a:spLocks noChangeShapeType="1"/>
            </p:cNvSpPr>
            <p:nvPr/>
          </p:nvSpPr>
          <p:spPr bwMode="auto">
            <a:xfrm>
              <a:off x="1838" y="2593"/>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9" name="Line 28">
              <a:extLst>
                <a:ext uri="{FF2B5EF4-FFF2-40B4-BE49-F238E27FC236}">
                  <a16:creationId xmlns:a16="http://schemas.microsoft.com/office/drawing/2014/main" id="{68B6E46D-F013-3C95-4A5E-D389D4790CE0}"/>
                </a:ext>
              </a:extLst>
            </p:cNvPr>
            <p:cNvSpPr>
              <a:spLocks noChangeShapeType="1"/>
            </p:cNvSpPr>
            <p:nvPr/>
          </p:nvSpPr>
          <p:spPr bwMode="auto">
            <a:xfrm>
              <a:off x="2214" y="2591"/>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0" name="Line 29">
              <a:extLst>
                <a:ext uri="{FF2B5EF4-FFF2-40B4-BE49-F238E27FC236}">
                  <a16:creationId xmlns:a16="http://schemas.microsoft.com/office/drawing/2014/main" id="{643664E6-6A0A-A32B-83E9-A3E7686AD34F}"/>
                </a:ext>
              </a:extLst>
            </p:cNvPr>
            <p:cNvSpPr>
              <a:spLocks noChangeShapeType="1"/>
            </p:cNvSpPr>
            <p:nvPr/>
          </p:nvSpPr>
          <p:spPr bwMode="auto">
            <a:xfrm>
              <a:off x="2606" y="2598"/>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1" name="Line 30">
              <a:extLst>
                <a:ext uri="{FF2B5EF4-FFF2-40B4-BE49-F238E27FC236}">
                  <a16:creationId xmlns:a16="http://schemas.microsoft.com/office/drawing/2014/main" id="{6935A21C-0632-64CA-CB6B-28652A227E96}"/>
                </a:ext>
              </a:extLst>
            </p:cNvPr>
            <p:cNvSpPr>
              <a:spLocks noChangeShapeType="1"/>
            </p:cNvSpPr>
            <p:nvPr/>
          </p:nvSpPr>
          <p:spPr bwMode="auto">
            <a:xfrm>
              <a:off x="2982" y="2596"/>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12" name="Line 31">
              <a:extLst>
                <a:ext uri="{FF2B5EF4-FFF2-40B4-BE49-F238E27FC236}">
                  <a16:creationId xmlns:a16="http://schemas.microsoft.com/office/drawing/2014/main" id="{71A79D8A-716C-6CD3-E8E1-F7A2F4C4D4AE}"/>
                </a:ext>
              </a:extLst>
            </p:cNvPr>
            <p:cNvSpPr>
              <a:spLocks noChangeShapeType="1"/>
            </p:cNvSpPr>
            <p:nvPr/>
          </p:nvSpPr>
          <p:spPr bwMode="auto">
            <a:xfrm>
              <a:off x="3372" y="2594"/>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492" name="Line 32">
            <a:extLst>
              <a:ext uri="{FF2B5EF4-FFF2-40B4-BE49-F238E27FC236}">
                <a16:creationId xmlns:a16="http://schemas.microsoft.com/office/drawing/2014/main" id="{58D2FC8A-15D8-47F7-E3E2-92DA5AE9AE7F}"/>
              </a:ext>
            </a:extLst>
          </p:cNvPr>
          <p:cNvSpPr>
            <a:spLocks noChangeShapeType="1"/>
          </p:cNvSpPr>
          <p:nvPr/>
        </p:nvSpPr>
        <p:spPr bwMode="auto">
          <a:xfrm flipH="1" flipV="1">
            <a:off x="3900488" y="5284788"/>
            <a:ext cx="0" cy="268287"/>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93" name="Text Box 33">
            <a:extLst>
              <a:ext uri="{FF2B5EF4-FFF2-40B4-BE49-F238E27FC236}">
                <a16:creationId xmlns:a16="http://schemas.microsoft.com/office/drawing/2014/main" id="{50211277-CB1D-955A-7818-5D81145458A7}"/>
              </a:ext>
            </a:extLst>
          </p:cNvPr>
          <p:cNvSpPr txBox="1">
            <a:spLocks noChangeArrowheads="1"/>
          </p:cNvSpPr>
          <p:nvPr/>
        </p:nvSpPr>
        <p:spPr bwMode="auto">
          <a:xfrm>
            <a:off x="2057400" y="4776788"/>
            <a:ext cx="841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9900"/>
                </a:solidFill>
                <a:latin typeface="Times New Roman" panose="02020603050405020304" pitchFamily="18" charset="0"/>
                <a:ea typeface="宋体" panose="02010600030101010101" pitchFamily="2" charset="-122"/>
              </a:rPr>
              <a:t>i</a:t>
            </a:r>
            <a:r>
              <a:rPr kumimoji="1" lang="en-US" altLang="zh-CN" sz="2800" b="1">
                <a:solidFill>
                  <a:srgbClr val="009900"/>
                </a:solidFill>
                <a:latin typeface="Times New Roman" panose="02020603050405020304" pitchFamily="18" charset="0"/>
                <a:ea typeface="宋体" panose="02010600030101010101" pitchFamily="2" charset="-122"/>
              </a:rPr>
              <a:t> = 1</a:t>
            </a:r>
            <a:endParaRPr kumimoji="1" lang="en-US" altLang="zh-CN" sz="2400">
              <a:latin typeface="Times New Roman" panose="02020603050405020304" pitchFamily="18" charset="0"/>
              <a:ea typeface="宋体" panose="02010600030101010101" pitchFamily="2" charset="-122"/>
            </a:endParaRPr>
          </a:p>
        </p:txBody>
      </p:sp>
      <p:grpSp>
        <p:nvGrpSpPr>
          <p:cNvPr id="20494" name="Group 34">
            <a:extLst>
              <a:ext uri="{FF2B5EF4-FFF2-40B4-BE49-F238E27FC236}">
                <a16:creationId xmlns:a16="http://schemas.microsoft.com/office/drawing/2014/main" id="{63648A3F-26D1-F56B-F56A-320B5C552552}"/>
              </a:ext>
            </a:extLst>
          </p:cNvPr>
          <p:cNvGrpSpPr>
            <a:grpSpLocks/>
          </p:cNvGrpSpPr>
          <p:nvPr/>
        </p:nvGrpSpPr>
        <p:grpSpPr bwMode="auto">
          <a:xfrm>
            <a:off x="2982913" y="5664200"/>
            <a:ext cx="3657600" cy="487363"/>
            <a:chOff x="1447" y="2590"/>
            <a:chExt cx="2304" cy="307"/>
          </a:xfrm>
        </p:grpSpPr>
        <p:sp>
          <p:nvSpPr>
            <p:cNvPr id="273443" name="Rectangle 35">
              <a:extLst>
                <a:ext uri="{FF2B5EF4-FFF2-40B4-BE49-F238E27FC236}">
                  <a16:creationId xmlns:a16="http://schemas.microsoft.com/office/drawing/2014/main" id="{858E8601-ABAB-AD12-1ED1-5A990D4C6778}"/>
                </a:ext>
              </a:extLst>
            </p:cNvPr>
            <p:cNvSpPr>
              <a:spLocks noChangeArrowheads="1"/>
            </p:cNvSpPr>
            <p:nvPr/>
          </p:nvSpPr>
          <p:spPr bwMode="auto">
            <a:xfrm>
              <a:off x="1447" y="2592"/>
              <a:ext cx="2304" cy="295"/>
            </a:xfrm>
            <a:prstGeom prst="rect">
              <a:avLst/>
            </a:prstGeom>
            <a:gradFill rotWithShape="0">
              <a:gsLst>
                <a:gs pos="0">
                  <a:schemeClr val="bg1">
                    <a:gamma/>
                    <a:shade val="46275"/>
                    <a:invGamma/>
                  </a:schemeClr>
                </a:gs>
                <a:gs pos="50000">
                  <a:schemeClr val="bg1"/>
                </a:gs>
                <a:gs pos="100000">
                  <a:schemeClr val="bg1">
                    <a:gamma/>
                    <a:shade val="46275"/>
                    <a:invGamma/>
                  </a:schemeClr>
                </a:gs>
              </a:gsLst>
              <a:lin ang="5400000" scaled="1"/>
            </a:gradFill>
            <a:ln w="9525">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a:latin typeface="Times New Roman" charset="0"/>
              </a:endParaRPr>
            </a:p>
          </p:txBody>
        </p:sp>
        <p:sp>
          <p:nvSpPr>
            <p:cNvPr id="20500" name="Text Box 36">
              <a:extLst>
                <a:ext uri="{FF2B5EF4-FFF2-40B4-BE49-F238E27FC236}">
                  <a16:creationId xmlns:a16="http://schemas.microsoft.com/office/drawing/2014/main" id="{72157D9E-3A6F-3582-E837-2391B01CEB9E}"/>
                </a:ext>
              </a:extLst>
            </p:cNvPr>
            <p:cNvSpPr txBox="1">
              <a:spLocks noChangeArrowheads="1"/>
            </p:cNvSpPr>
            <p:nvPr/>
          </p:nvSpPr>
          <p:spPr bwMode="auto">
            <a:xfrm>
              <a:off x="1488" y="2590"/>
              <a:ext cx="22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dirty="0">
                  <a:solidFill>
                    <a:schemeClr val="tx2"/>
                  </a:solidFill>
                  <a:latin typeface="Times New Roman" panose="02020603050405020304" pitchFamily="18" charset="0"/>
                  <a:ea typeface="宋体" panose="02010600030101010101" pitchFamily="2" charset="-122"/>
                </a:rPr>
                <a:t>40    60    30    10    50    20</a:t>
              </a:r>
              <a:endParaRPr kumimoji="1" lang="en-US" altLang="zh-CN" sz="2400" dirty="0">
                <a:latin typeface="Times New Roman" panose="02020603050405020304" pitchFamily="18" charset="0"/>
                <a:ea typeface="宋体" panose="02010600030101010101" pitchFamily="2" charset="-122"/>
              </a:endParaRPr>
            </a:p>
          </p:txBody>
        </p:sp>
        <p:sp>
          <p:nvSpPr>
            <p:cNvPr id="20501" name="Line 37">
              <a:extLst>
                <a:ext uri="{FF2B5EF4-FFF2-40B4-BE49-F238E27FC236}">
                  <a16:creationId xmlns:a16="http://schemas.microsoft.com/office/drawing/2014/main" id="{A6D95E7C-7907-2F3A-4542-0ECA743BEEDB}"/>
                </a:ext>
              </a:extLst>
            </p:cNvPr>
            <p:cNvSpPr>
              <a:spLocks noChangeShapeType="1"/>
            </p:cNvSpPr>
            <p:nvPr/>
          </p:nvSpPr>
          <p:spPr bwMode="auto">
            <a:xfrm>
              <a:off x="1838" y="2593"/>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2" name="Line 38">
              <a:extLst>
                <a:ext uri="{FF2B5EF4-FFF2-40B4-BE49-F238E27FC236}">
                  <a16:creationId xmlns:a16="http://schemas.microsoft.com/office/drawing/2014/main" id="{8FBBA7FF-E5E0-979D-CA17-59997DB03119}"/>
                </a:ext>
              </a:extLst>
            </p:cNvPr>
            <p:cNvSpPr>
              <a:spLocks noChangeShapeType="1"/>
            </p:cNvSpPr>
            <p:nvPr/>
          </p:nvSpPr>
          <p:spPr bwMode="auto">
            <a:xfrm>
              <a:off x="2214" y="2591"/>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3" name="Line 39">
              <a:extLst>
                <a:ext uri="{FF2B5EF4-FFF2-40B4-BE49-F238E27FC236}">
                  <a16:creationId xmlns:a16="http://schemas.microsoft.com/office/drawing/2014/main" id="{CE3D985D-C6E9-6C33-4802-32AEF9AEA164}"/>
                </a:ext>
              </a:extLst>
            </p:cNvPr>
            <p:cNvSpPr>
              <a:spLocks noChangeShapeType="1"/>
            </p:cNvSpPr>
            <p:nvPr/>
          </p:nvSpPr>
          <p:spPr bwMode="auto">
            <a:xfrm>
              <a:off x="2606" y="2598"/>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4" name="Line 40">
              <a:extLst>
                <a:ext uri="{FF2B5EF4-FFF2-40B4-BE49-F238E27FC236}">
                  <a16:creationId xmlns:a16="http://schemas.microsoft.com/office/drawing/2014/main" id="{E1F15C9C-DEFC-7538-A739-D0599594F8BD}"/>
                </a:ext>
              </a:extLst>
            </p:cNvPr>
            <p:cNvSpPr>
              <a:spLocks noChangeShapeType="1"/>
            </p:cNvSpPr>
            <p:nvPr/>
          </p:nvSpPr>
          <p:spPr bwMode="auto">
            <a:xfrm>
              <a:off x="2982" y="2596"/>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5" name="Line 41">
              <a:extLst>
                <a:ext uri="{FF2B5EF4-FFF2-40B4-BE49-F238E27FC236}">
                  <a16:creationId xmlns:a16="http://schemas.microsoft.com/office/drawing/2014/main" id="{68B7EEED-4BF7-187D-5CC8-57A5166F5262}"/>
                </a:ext>
              </a:extLst>
            </p:cNvPr>
            <p:cNvSpPr>
              <a:spLocks noChangeShapeType="1"/>
            </p:cNvSpPr>
            <p:nvPr/>
          </p:nvSpPr>
          <p:spPr bwMode="auto">
            <a:xfrm>
              <a:off x="3372" y="2594"/>
              <a:ext cx="0" cy="299"/>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495" name="Line 42">
            <a:extLst>
              <a:ext uri="{FF2B5EF4-FFF2-40B4-BE49-F238E27FC236}">
                <a16:creationId xmlns:a16="http://schemas.microsoft.com/office/drawing/2014/main" id="{B1F7B7F4-74A0-D811-A501-93480032CF3A}"/>
              </a:ext>
            </a:extLst>
          </p:cNvPr>
          <p:cNvSpPr>
            <a:spLocks noChangeShapeType="1"/>
          </p:cNvSpPr>
          <p:nvPr/>
        </p:nvSpPr>
        <p:spPr bwMode="auto">
          <a:xfrm flipH="1" flipV="1">
            <a:off x="4475163" y="6137275"/>
            <a:ext cx="0" cy="2682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96" name="Text Box 43">
            <a:extLst>
              <a:ext uri="{FF2B5EF4-FFF2-40B4-BE49-F238E27FC236}">
                <a16:creationId xmlns:a16="http://schemas.microsoft.com/office/drawing/2014/main" id="{FFC48610-178B-E3CF-D073-B97D5F252650}"/>
              </a:ext>
            </a:extLst>
          </p:cNvPr>
          <p:cNvSpPr txBox="1">
            <a:spLocks noChangeArrowheads="1"/>
          </p:cNvSpPr>
          <p:nvPr/>
        </p:nvSpPr>
        <p:spPr bwMode="auto">
          <a:xfrm>
            <a:off x="2068513" y="5643563"/>
            <a:ext cx="841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solidFill>
                  <a:srgbClr val="009900"/>
                </a:solidFill>
                <a:latin typeface="Times New Roman" panose="02020603050405020304" pitchFamily="18" charset="0"/>
                <a:ea typeface="宋体" panose="02010600030101010101" pitchFamily="2" charset="-122"/>
              </a:rPr>
              <a:t>i</a:t>
            </a:r>
            <a:r>
              <a:rPr kumimoji="1" lang="en-US" altLang="zh-CN" sz="2800" b="1">
                <a:solidFill>
                  <a:srgbClr val="009900"/>
                </a:solidFill>
                <a:latin typeface="Times New Roman" panose="02020603050405020304" pitchFamily="18" charset="0"/>
                <a:ea typeface="宋体" panose="02010600030101010101" pitchFamily="2" charset="-122"/>
              </a:rPr>
              <a:t> = 2</a:t>
            </a:r>
            <a:endParaRPr kumimoji="1" lang="en-US" altLang="zh-CN" sz="2400">
              <a:latin typeface="Times New Roman" panose="02020603050405020304" pitchFamily="18" charset="0"/>
              <a:ea typeface="宋体" panose="02010600030101010101" pitchFamily="2" charset="-122"/>
            </a:endParaRPr>
          </a:p>
        </p:txBody>
      </p:sp>
      <p:sp>
        <p:nvSpPr>
          <p:cNvPr id="20497" name="Line 44">
            <a:extLst>
              <a:ext uri="{FF2B5EF4-FFF2-40B4-BE49-F238E27FC236}">
                <a16:creationId xmlns:a16="http://schemas.microsoft.com/office/drawing/2014/main" id="{F15052CD-CB7F-429B-DA9E-38E2AF11DC92}"/>
              </a:ext>
            </a:extLst>
          </p:cNvPr>
          <p:cNvSpPr>
            <a:spLocks noChangeShapeType="1"/>
          </p:cNvSpPr>
          <p:nvPr/>
        </p:nvSpPr>
        <p:spPr bwMode="auto">
          <a:xfrm>
            <a:off x="7010400" y="4008438"/>
            <a:ext cx="0" cy="1998662"/>
          </a:xfrm>
          <a:prstGeom prst="line">
            <a:avLst/>
          </a:prstGeom>
          <a:noFill/>
          <a:ln w="28575">
            <a:solidFill>
              <a:srgbClr val="000099"/>
            </a:solidFill>
            <a:round/>
            <a:headEnd/>
            <a:tailEnd type="triangle" w="sm"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0498" name="Text Box 45">
            <a:extLst>
              <a:ext uri="{FF2B5EF4-FFF2-40B4-BE49-F238E27FC236}">
                <a16:creationId xmlns:a16="http://schemas.microsoft.com/office/drawing/2014/main" id="{BD389C03-D413-FC29-29A9-9C667B959681}"/>
              </a:ext>
            </a:extLst>
          </p:cNvPr>
          <p:cNvSpPr txBox="1">
            <a:spLocks noChangeArrowheads="1"/>
          </p:cNvSpPr>
          <p:nvPr/>
        </p:nvSpPr>
        <p:spPr bwMode="auto">
          <a:xfrm>
            <a:off x="7029450" y="4138613"/>
            <a:ext cx="542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2800" b="1">
                <a:solidFill>
                  <a:srgbClr val="CC0000"/>
                </a:solidFill>
                <a:latin typeface="Times New Roman" panose="02020603050405020304" pitchFamily="18" charset="0"/>
                <a:ea typeface="仿宋_GB2312" pitchFamily="49" charset="-122"/>
              </a:rPr>
              <a:t>递</a:t>
            </a:r>
          </a:p>
          <a:p>
            <a:pPr eaLnBrk="1" hangingPunct="1">
              <a:lnSpc>
                <a:spcPct val="100000"/>
              </a:lnSpc>
              <a:spcBef>
                <a:spcPct val="0"/>
              </a:spcBef>
              <a:buFontTx/>
              <a:buNone/>
            </a:pPr>
            <a:r>
              <a:rPr kumimoji="1" lang="zh-CN" altLang="en-US" sz="2800" b="1">
                <a:solidFill>
                  <a:srgbClr val="CC0000"/>
                </a:solidFill>
                <a:latin typeface="Times New Roman" panose="02020603050405020304" pitchFamily="18" charset="0"/>
                <a:ea typeface="仿宋_GB2312" pitchFamily="49" charset="-122"/>
              </a:rPr>
              <a:t>归</a:t>
            </a:r>
            <a:endParaRPr kumimoji="1" lang="zh-CN" altLang="en-US"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5A38BEAC-7ED3-46C4-9292-83873728DC85}"/>
              </a:ext>
            </a:extLst>
          </p:cNvPr>
          <p:cNvSpPr>
            <a:spLocks noGrp="1"/>
          </p:cNvSpPr>
          <p:nvPr>
            <p:ph idx="1"/>
          </p:nvPr>
        </p:nvSpPr>
        <p:spPr>
          <a:xfrm>
            <a:off x="596899" y="226218"/>
            <a:ext cx="8367583" cy="2423320"/>
          </a:xfrm>
        </p:spPr>
        <p:txBody>
          <a:bodyPr>
            <a:normAutofit lnSpcReduction="10000"/>
          </a:bodyPr>
          <a:lstStyle/>
          <a:p>
            <a:r>
              <a:rPr lang="zh-CN" altLang="en-US" dirty="0"/>
              <a:t>在等概率情形，</a:t>
            </a:r>
            <a:r>
              <a:rPr lang="en-US" altLang="zh-CN" dirty="0"/>
              <a:t>p</a:t>
            </a:r>
            <a:r>
              <a:rPr lang="en-US" altLang="zh-CN" baseline="-25000" dirty="0"/>
              <a:t>i</a:t>
            </a:r>
            <a:r>
              <a:rPr lang="en-US" altLang="zh-CN" dirty="0"/>
              <a:t> = 1/n, </a:t>
            </a:r>
            <a:r>
              <a:rPr lang="en-US" altLang="zh-CN" dirty="0" err="1"/>
              <a:t>i</a:t>
            </a:r>
            <a:r>
              <a:rPr lang="en-US" altLang="zh-CN" dirty="0"/>
              <a:t> = 1, 2, , n</a:t>
            </a:r>
            <a:r>
              <a:rPr lang="zh-CN" altLang="en-US" dirty="0"/>
              <a:t>。 </a:t>
            </a:r>
          </a:p>
          <a:p>
            <a:endParaRPr lang="en-US" altLang="zh-CN" dirty="0"/>
          </a:p>
          <a:p>
            <a:endParaRPr lang="en-US" altLang="zh-CN" dirty="0"/>
          </a:p>
          <a:p>
            <a:r>
              <a:rPr lang="zh-CN" altLang="en-US" dirty="0"/>
              <a:t>在搜索不成功情形，</a:t>
            </a:r>
            <a:r>
              <a:rPr lang="en-US" altLang="zh-CN" dirty="0" err="1"/>
              <a:t>ASL</a:t>
            </a:r>
            <a:r>
              <a:rPr lang="en-US" altLang="zh-CN" baseline="-25000" dirty="0" err="1"/>
              <a:t>unsucc</a:t>
            </a:r>
            <a:r>
              <a:rPr lang="en-US" altLang="zh-CN" dirty="0"/>
              <a:t> = n+1. </a:t>
            </a:r>
          </a:p>
          <a:p>
            <a:endParaRPr lang="zh-CN" altLang="en-US" dirty="0"/>
          </a:p>
        </p:txBody>
      </p:sp>
      <p:sp>
        <p:nvSpPr>
          <p:cNvPr id="2" name="灯片编号占位符 1">
            <a:extLst>
              <a:ext uri="{FF2B5EF4-FFF2-40B4-BE49-F238E27FC236}">
                <a16:creationId xmlns:a16="http://schemas.microsoft.com/office/drawing/2014/main" id="{89D0CE5D-1932-1034-3DBD-CF673240556B}"/>
              </a:ext>
            </a:extLst>
          </p:cNvPr>
          <p:cNvSpPr>
            <a:spLocks noGrp="1"/>
          </p:cNvSpPr>
          <p:nvPr>
            <p:ph type="sldNum" sz="quarter" idx="12"/>
          </p:nvPr>
        </p:nvSpPr>
        <p:spPr/>
        <p:txBody>
          <a:bodyPr/>
          <a:lstStyle/>
          <a:p>
            <a:pPr>
              <a:defRPr/>
            </a:pPr>
            <a:fld id="{82BC8E53-3928-4033-8D0B-01554133DC73}" type="slidenum">
              <a:rPr lang="en-US" altLang="zh-CN" smtClean="0"/>
              <a:pPr>
                <a:defRPr/>
              </a:pPr>
              <a:t>13</a:t>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81D650-B5CD-46A7-B33F-13E18AD54117}"/>
              </a:ext>
            </a:extLst>
          </p:cNvPr>
          <p:cNvSpPr>
            <a:spLocks noGrp="1"/>
          </p:cNvSpPr>
          <p:nvPr>
            <p:ph type="title"/>
          </p:nvPr>
        </p:nvSpPr>
        <p:spPr>
          <a:xfrm>
            <a:off x="628650" y="365125"/>
            <a:ext cx="8191822" cy="1325563"/>
          </a:xfrm>
        </p:spPr>
        <p:txBody>
          <a:bodyPr>
            <a:normAutofit/>
          </a:bodyPr>
          <a:lstStyle/>
          <a:p>
            <a:r>
              <a:rPr lang="en-US" altLang="zh-CN" dirty="0"/>
              <a:t>7.1.3 </a:t>
            </a:r>
            <a:r>
              <a:rPr lang="zh-CN" altLang="en-US" dirty="0"/>
              <a:t>基于</a:t>
            </a:r>
            <a:r>
              <a:rPr lang="zh-CN" altLang="en-US" b="1" u="sng" dirty="0"/>
              <a:t>有序</a:t>
            </a:r>
            <a:r>
              <a:rPr lang="zh-CN" altLang="en-US" dirty="0"/>
              <a:t>顺序表的顺序搜索算法</a:t>
            </a:r>
          </a:p>
        </p:txBody>
      </p:sp>
      <p:sp>
        <p:nvSpPr>
          <p:cNvPr id="3" name="内容占位符 2">
            <a:extLst>
              <a:ext uri="{FF2B5EF4-FFF2-40B4-BE49-F238E27FC236}">
                <a16:creationId xmlns:a16="http://schemas.microsoft.com/office/drawing/2014/main" id="{C0A4B8B4-49B7-43E5-9D62-E46D2A484E01}"/>
              </a:ext>
            </a:extLst>
          </p:cNvPr>
          <p:cNvSpPr>
            <a:spLocks noGrp="1"/>
          </p:cNvSpPr>
          <p:nvPr>
            <p:ph idx="1"/>
          </p:nvPr>
        </p:nvSpPr>
        <p:spPr>
          <a:xfrm>
            <a:off x="467544" y="1825625"/>
            <a:ext cx="8280920" cy="4351338"/>
          </a:xfrm>
        </p:spPr>
        <p:txBody>
          <a:bodyPr>
            <a:normAutofit fontScale="70000" lnSpcReduction="20000"/>
          </a:bodyPr>
          <a:lstStyle/>
          <a:p>
            <a:pPr marL="0" indent="0">
              <a:buNone/>
            </a:pPr>
            <a:r>
              <a:rPr lang="en-US" altLang="zh-CN" dirty="0"/>
              <a:t>//</a:t>
            </a:r>
            <a:r>
              <a:rPr lang="zh-CN" altLang="en-US" dirty="0"/>
              <a:t>顺序搜索关键码为</a:t>
            </a:r>
            <a:r>
              <a:rPr lang="en-US" altLang="zh-CN" dirty="0"/>
              <a:t>x</a:t>
            </a:r>
            <a:r>
              <a:rPr lang="zh-CN" altLang="en-US" dirty="0"/>
              <a:t>的数据对象</a:t>
            </a:r>
          </a:p>
          <a:p>
            <a:pPr marL="0" indent="0">
              <a:buNone/>
            </a:pPr>
            <a:r>
              <a:rPr lang="en-US" altLang="zh-CN" dirty="0"/>
              <a:t>template &lt;class E, class K&gt; </a:t>
            </a:r>
          </a:p>
          <a:p>
            <a:pPr marL="0" indent="0">
              <a:buNone/>
            </a:pPr>
            <a:r>
              <a:rPr lang="en-US" altLang="zh-CN" dirty="0"/>
              <a:t>int </a:t>
            </a:r>
            <a:r>
              <a:rPr lang="en-US" altLang="zh-CN" dirty="0" err="1"/>
              <a:t>sortedList</a:t>
            </a:r>
            <a:r>
              <a:rPr lang="en-US" altLang="zh-CN" dirty="0"/>
              <a:t> &lt;E, K&gt; :: </a:t>
            </a:r>
            <a:r>
              <a:rPr lang="en-US" altLang="zh-CN" dirty="0" err="1"/>
              <a:t>SequentSearch</a:t>
            </a:r>
            <a:r>
              <a:rPr lang="en-US" altLang="zh-CN" dirty="0"/>
              <a:t> ( K x )  {</a:t>
            </a:r>
          </a:p>
          <a:p>
            <a:pPr marL="0" indent="0">
              <a:buNone/>
            </a:pPr>
            <a:r>
              <a:rPr lang="en-US" altLang="zh-CN" dirty="0"/>
              <a:t>   for ( int </a:t>
            </a:r>
            <a:r>
              <a:rPr lang="en-US" altLang="zh-CN" dirty="0" err="1"/>
              <a:t>i</a:t>
            </a:r>
            <a:r>
              <a:rPr lang="en-US" altLang="zh-CN" dirty="0"/>
              <a:t> = 1; </a:t>
            </a:r>
            <a:r>
              <a:rPr lang="en-US" altLang="zh-CN" dirty="0" err="1"/>
              <a:t>i</a:t>
            </a:r>
            <a:r>
              <a:rPr lang="en-US" altLang="zh-CN" dirty="0"/>
              <a:t> &lt;= </a:t>
            </a:r>
            <a:r>
              <a:rPr lang="en-US" altLang="zh-CN" dirty="0" err="1"/>
              <a:t>CurrentSize</a:t>
            </a:r>
            <a:r>
              <a:rPr lang="en-US" altLang="zh-CN" dirty="0"/>
              <a:t>; </a:t>
            </a:r>
            <a:r>
              <a:rPr lang="en-US" altLang="zh-CN" dirty="0" err="1"/>
              <a:t>i</a:t>
            </a:r>
            <a:r>
              <a:rPr lang="en-US" altLang="zh-CN" dirty="0"/>
              <a:t>++ )</a:t>
            </a:r>
          </a:p>
          <a:p>
            <a:pPr marL="0" indent="0">
              <a:buNone/>
            </a:pPr>
            <a:r>
              <a:rPr lang="en-US" altLang="zh-CN" dirty="0"/>
              <a:t>        if ( Element[i-1].key == x ) </a:t>
            </a:r>
          </a:p>
          <a:p>
            <a:pPr marL="0" indent="0">
              <a:buNone/>
            </a:pPr>
            <a:r>
              <a:rPr lang="en-US" altLang="zh-CN" dirty="0"/>
              <a:t>            return </a:t>
            </a:r>
            <a:r>
              <a:rPr lang="en-US" altLang="zh-CN" dirty="0" err="1"/>
              <a:t>i</a:t>
            </a:r>
            <a:r>
              <a:rPr lang="en-US" altLang="zh-CN" dirty="0"/>
              <a:t>; //</a:t>
            </a:r>
            <a:r>
              <a:rPr lang="zh-CN" altLang="en-US" dirty="0"/>
              <a:t>成功</a:t>
            </a:r>
          </a:p>
          <a:p>
            <a:pPr marL="0" indent="0">
              <a:buNone/>
            </a:pPr>
            <a:r>
              <a:rPr lang="zh-CN" altLang="en-US" dirty="0"/>
              <a:t>        </a:t>
            </a:r>
            <a:r>
              <a:rPr lang="en-US" altLang="zh-CN" dirty="0"/>
              <a:t>else if ( Element[i-1].key &gt; x ) break;</a:t>
            </a:r>
          </a:p>
          <a:p>
            <a:pPr marL="0" indent="0">
              <a:buNone/>
            </a:pPr>
            <a:r>
              <a:rPr lang="en-US" altLang="zh-CN" dirty="0"/>
              <a:t>    return 0;  //</a:t>
            </a:r>
            <a:r>
              <a:rPr lang="zh-CN" altLang="en-US" dirty="0"/>
              <a:t>顺序搜索失败，返回失败信息</a:t>
            </a:r>
          </a:p>
          <a:p>
            <a:pPr marL="0" indent="0">
              <a:buNone/>
            </a:pPr>
            <a:r>
              <a:rPr lang="en-US" altLang="zh-CN" dirty="0"/>
              <a:t>}</a:t>
            </a:r>
          </a:p>
          <a:p>
            <a:pPr marL="0" indent="0">
              <a:buNone/>
            </a:pPr>
            <a:r>
              <a:rPr lang="en-US" altLang="zh-CN" dirty="0"/>
              <a:t>// </a:t>
            </a:r>
            <a:r>
              <a:rPr lang="en-US" altLang="zh-CN" dirty="0" err="1"/>
              <a:t>sortedList</a:t>
            </a:r>
            <a:r>
              <a:rPr lang="zh-CN" altLang="en-US" dirty="0"/>
              <a:t>类定义见本页备注</a:t>
            </a:r>
          </a:p>
        </p:txBody>
      </p:sp>
      <p:sp>
        <p:nvSpPr>
          <p:cNvPr id="4" name="灯片编号占位符 3">
            <a:extLst>
              <a:ext uri="{FF2B5EF4-FFF2-40B4-BE49-F238E27FC236}">
                <a16:creationId xmlns:a16="http://schemas.microsoft.com/office/drawing/2014/main" id="{861CFCA3-E91E-F5A8-8837-A96934C6F3FA}"/>
              </a:ext>
            </a:extLst>
          </p:cNvPr>
          <p:cNvSpPr>
            <a:spLocks noGrp="1"/>
          </p:cNvSpPr>
          <p:nvPr>
            <p:ph type="sldNum" sz="quarter" idx="12"/>
          </p:nvPr>
        </p:nvSpPr>
        <p:spPr/>
        <p:txBody>
          <a:bodyPr/>
          <a:lstStyle/>
          <a:p>
            <a:pPr>
              <a:defRPr/>
            </a:pPr>
            <a:fld id="{82BC8E53-3928-4033-8D0B-01554133DC73}" type="slidenum">
              <a:rPr lang="en-US" altLang="zh-CN" smtClean="0"/>
              <a:pPr>
                <a:defRPr/>
              </a:pPr>
              <a:t>14</a:t>
            </a:fld>
            <a:endParaRPr lang="en-US" altLang="zh-CN"/>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9">
            <a:extLst>
              <a:ext uri="{FF2B5EF4-FFF2-40B4-BE49-F238E27FC236}">
                <a16:creationId xmlns:a16="http://schemas.microsoft.com/office/drawing/2014/main" id="{98946F11-B8CB-7624-0B57-70A2DC414101}"/>
              </a:ext>
            </a:extLst>
          </p:cNvPr>
          <p:cNvSpPr>
            <a:spLocks noChangeShapeType="1"/>
          </p:cNvSpPr>
          <p:nvPr/>
        </p:nvSpPr>
        <p:spPr bwMode="auto">
          <a:xfrm>
            <a:off x="6324600" y="4572000"/>
            <a:ext cx="4572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5" name="Line 30">
            <a:extLst>
              <a:ext uri="{FF2B5EF4-FFF2-40B4-BE49-F238E27FC236}">
                <a16:creationId xmlns:a16="http://schemas.microsoft.com/office/drawing/2014/main" id="{A989C8DC-EF82-EB7B-AC40-AD6EBBCA4DFC}"/>
              </a:ext>
            </a:extLst>
          </p:cNvPr>
          <p:cNvSpPr>
            <a:spLocks noChangeShapeType="1"/>
          </p:cNvSpPr>
          <p:nvPr/>
        </p:nvSpPr>
        <p:spPr bwMode="auto">
          <a:xfrm flipH="1" flipV="1">
            <a:off x="5334000" y="4038600"/>
            <a:ext cx="533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6" name="Line 31">
            <a:extLst>
              <a:ext uri="{FF2B5EF4-FFF2-40B4-BE49-F238E27FC236}">
                <a16:creationId xmlns:a16="http://schemas.microsoft.com/office/drawing/2014/main" id="{2F7259EE-2DE3-E628-C6F5-BFD1893E6735}"/>
              </a:ext>
            </a:extLst>
          </p:cNvPr>
          <p:cNvSpPr>
            <a:spLocks noChangeShapeType="1"/>
          </p:cNvSpPr>
          <p:nvPr/>
        </p:nvSpPr>
        <p:spPr bwMode="auto">
          <a:xfrm flipH="1" flipV="1">
            <a:off x="4343400" y="3505200"/>
            <a:ext cx="533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7" name="Line 32">
            <a:extLst>
              <a:ext uri="{FF2B5EF4-FFF2-40B4-BE49-F238E27FC236}">
                <a16:creationId xmlns:a16="http://schemas.microsoft.com/office/drawing/2014/main" id="{07ECEE52-3F1E-B7D2-EA2E-0E7BE7807634}"/>
              </a:ext>
            </a:extLst>
          </p:cNvPr>
          <p:cNvSpPr>
            <a:spLocks noChangeShapeType="1"/>
          </p:cNvSpPr>
          <p:nvPr/>
        </p:nvSpPr>
        <p:spPr bwMode="auto">
          <a:xfrm flipH="1" flipV="1">
            <a:off x="3352800" y="2971800"/>
            <a:ext cx="533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58" name="Line 33">
            <a:extLst>
              <a:ext uri="{FF2B5EF4-FFF2-40B4-BE49-F238E27FC236}">
                <a16:creationId xmlns:a16="http://schemas.microsoft.com/office/drawing/2014/main" id="{8A7831E9-9C2C-0EB2-61A2-A3AFEC87C8C6}"/>
              </a:ext>
            </a:extLst>
          </p:cNvPr>
          <p:cNvSpPr>
            <a:spLocks noChangeShapeType="1"/>
          </p:cNvSpPr>
          <p:nvPr/>
        </p:nvSpPr>
        <p:spPr bwMode="auto">
          <a:xfrm flipH="1" flipV="1">
            <a:off x="2362200" y="2438400"/>
            <a:ext cx="5334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 name="标题 2">
            <a:extLst>
              <a:ext uri="{FF2B5EF4-FFF2-40B4-BE49-F238E27FC236}">
                <a16:creationId xmlns:a16="http://schemas.microsoft.com/office/drawing/2014/main" id="{CA607126-4E61-45CE-B745-E39476205ECF}"/>
              </a:ext>
            </a:extLst>
          </p:cNvPr>
          <p:cNvSpPr>
            <a:spLocks noGrp="1"/>
          </p:cNvSpPr>
          <p:nvPr>
            <p:ph type="title"/>
          </p:nvPr>
        </p:nvSpPr>
        <p:spPr/>
        <p:txBody>
          <a:bodyPr/>
          <a:lstStyle/>
          <a:p>
            <a:r>
              <a:rPr lang="zh-CN" altLang="en-US" dirty="0"/>
              <a:t>有序顺序表的顺序搜索 </a:t>
            </a:r>
          </a:p>
        </p:txBody>
      </p:sp>
      <p:sp>
        <p:nvSpPr>
          <p:cNvPr id="23560" name="Oval 3">
            <a:extLst>
              <a:ext uri="{FF2B5EF4-FFF2-40B4-BE49-F238E27FC236}">
                <a16:creationId xmlns:a16="http://schemas.microsoft.com/office/drawing/2014/main" id="{105B915B-C61C-DA08-263E-E1DCD69DAA4F}"/>
              </a:ext>
            </a:extLst>
          </p:cNvPr>
          <p:cNvSpPr>
            <a:spLocks noChangeArrowheads="1"/>
          </p:cNvSpPr>
          <p:nvPr/>
        </p:nvSpPr>
        <p:spPr bwMode="auto">
          <a:xfrm>
            <a:off x="1905000" y="2057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23561" name="Oval 4">
            <a:extLst>
              <a:ext uri="{FF2B5EF4-FFF2-40B4-BE49-F238E27FC236}">
                <a16:creationId xmlns:a16="http://schemas.microsoft.com/office/drawing/2014/main" id="{FC1BBF41-6A98-001B-8D02-8BF604EC0C0E}"/>
              </a:ext>
            </a:extLst>
          </p:cNvPr>
          <p:cNvSpPr>
            <a:spLocks noChangeArrowheads="1"/>
          </p:cNvSpPr>
          <p:nvPr/>
        </p:nvSpPr>
        <p:spPr bwMode="auto">
          <a:xfrm>
            <a:off x="5867400" y="41910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23562" name="Oval 5">
            <a:extLst>
              <a:ext uri="{FF2B5EF4-FFF2-40B4-BE49-F238E27FC236}">
                <a16:creationId xmlns:a16="http://schemas.microsoft.com/office/drawing/2014/main" id="{52E64B76-D145-C2C3-A355-73574607214F}"/>
              </a:ext>
            </a:extLst>
          </p:cNvPr>
          <p:cNvSpPr>
            <a:spLocks noChangeArrowheads="1"/>
          </p:cNvSpPr>
          <p:nvPr/>
        </p:nvSpPr>
        <p:spPr bwMode="auto">
          <a:xfrm>
            <a:off x="6781800" y="4724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60</a:t>
            </a:r>
            <a:endParaRPr kumimoji="1" lang="en-US" altLang="zh-CN" sz="2400">
              <a:latin typeface="Times New Roman" panose="02020603050405020304" pitchFamily="18" charset="0"/>
              <a:ea typeface="宋体" panose="02010600030101010101" pitchFamily="2" charset="-122"/>
            </a:endParaRPr>
          </a:p>
        </p:txBody>
      </p:sp>
      <p:sp>
        <p:nvSpPr>
          <p:cNvPr id="23563" name="Rectangle 6">
            <a:extLst>
              <a:ext uri="{FF2B5EF4-FFF2-40B4-BE49-F238E27FC236}">
                <a16:creationId xmlns:a16="http://schemas.microsoft.com/office/drawing/2014/main" id="{1261631C-74A8-29FE-02F3-5D6E5577329C}"/>
              </a:ext>
            </a:extLst>
          </p:cNvPr>
          <p:cNvSpPr>
            <a:spLocks noChangeArrowheads="1"/>
          </p:cNvSpPr>
          <p:nvPr/>
        </p:nvSpPr>
        <p:spPr bwMode="auto">
          <a:xfrm>
            <a:off x="1143000" y="26670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4" name="Rectangle 7">
            <a:extLst>
              <a:ext uri="{FF2B5EF4-FFF2-40B4-BE49-F238E27FC236}">
                <a16:creationId xmlns:a16="http://schemas.microsoft.com/office/drawing/2014/main" id="{B309DB75-D359-21D3-B4C8-F68AF2E3ACD7}"/>
              </a:ext>
            </a:extLst>
          </p:cNvPr>
          <p:cNvSpPr>
            <a:spLocks noChangeArrowheads="1"/>
          </p:cNvSpPr>
          <p:nvPr/>
        </p:nvSpPr>
        <p:spPr bwMode="auto">
          <a:xfrm>
            <a:off x="2057400" y="3200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5" name="Rectangle 8">
            <a:extLst>
              <a:ext uri="{FF2B5EF4-FFF2-40B4-BE49-F238E27FC236}">
                <a16:creationId xmlns:a16="http://schemas.microsoft.com/office/drawing/2014/main" id="{3A02C763-DF9B-09DC-824B-C77C9ADEF728}"/>
              </a:ext>
            </a:extLst>
          </p:cNvPr>
          <p:cNvSpPr>
            <a:spLocks noChangeArrowheads="1"/>
          </p:cNvSpPr>
          <p:nvPr/>
        </p:nvSpPr>
        <p:spPr bwMode="auto">
          <a:xfrm>
            <a:off x="3048000" y="37338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6" name="Rectangle 9">
            <a:extLst>
              <a:ext uri="{FF2B5EF4-FFF2-40B4-BE49-F238E27FC236}">
                <a16:creationId xmlns:a16="http://schemas.microsoft.com/office/drawing/2014/main" id="{9F9FE080-72C1-8D94-C2E7-255737FE312B}"/>
              </a:ext>
            </a:extLst>
          </p:cNvPr>
          <p:cNvSpPr>
            <a:spLocks noChangeArrowheads="1"/>
          </p:cNvSpPr>
          <p:nvPr/>
        </p:nvSpPr>
        <p:spPr bwMode="auto">
          <a:xfrm>
            <a:off x="4038600" y="42672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7" name="Rectangle 10">
            <a:extLst>
              <a:ext uri="{FF2B5EF4-FFF2-40B4-BE49-F238E27FC236}">
                <a16:creationId xmlns:a16="http://schemas.microsoft.com/office/drawing/2014/main" id="{A864BA6A-1E71-A56E-3A64-50175E0EBB40}"/>
              </a:ext>
            </a:extLst>
          </p:cNvPr>
          <p:cNvSpPr>
            <a:spLocks noChangeArrowheads="1"/>
          </p:cNvSpPr>
          <p:nvPr/>
        </p:nvSpPr>
        <p:spPr bwMode="auto">
          <a:xfrm>
            <a:off x="5105400" y="48768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8" name="Rectangle 11">
            <a:extLst>
              <a:ext uri="{FF2B5EF4-FFF2-40B4-BE49-F238E27FC236}">
                <a16:creationId xmlns:a16="http://schemas.microsoft.com/office/drawing/2014/main" id="{D5C7DDB6-B141-5FEC-1A51-4C8B2C02341E}"/>
              </a:ext>
            </a:extLst>
          </p:cNvPr>
          <p:cNvSpPr>
            <a:spLocks noChangeArrowheads="1"/>
          </p:cNvSpPr>
          <p:nvPr/>
        </p:nvSpPr>
        <p:spPr bwMode="auto">
          <a:xfrm>
            <a:off x="6096000" y="55626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69" name="Rectangle 12">
            <a:extLst>
              <a:ext uri="{FF2B5EF4-FFF2-40B4-BE49-F238E27FC236}">
                <a16:creationId xmlns:a16="http://schemas.microsoft.com/office/drawing/2014/main" id="{1BF62BCE-AC18-8DB2-2523-E03B2A609741}"/>
              </a:ext>
            </a:extLst>
          </p:cNvPr>
          <p:cNvSpPr>
            <a:spLocks noChangeArrowheads="1"/>
          </p:cNvSpPr>
          <p:nvPr/>
        </p:nvSpPr>
        <p:spPr bwMode="auto">
          <a:xfrm>
            <a:off x="7391400" y="55626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53965" name="Text Box 13">
            <a:extLst>
              <a:ext uri="{FF2B5EF4-FFF2-40B4-BE49-F238E27FC236}">
                <a16:creationId xmlns:a16="http://schemas.microsoft.com/office/drawing/2014/main" id="{7542690B-C718-F038-850B-BB38076011D8}"/>
              </a:ext>
            </a:extLst>
          </p:cNvPr>
          <p:cNvSpPr txBox="1">
            <a:spLocks noChangeArrowheads="1"/>
          </p:cNvSpPr>
          <p:nvPr/>
        </p:nvSpPr>
        <p:spPr bwMode="auto">
          <a:xfrm>
            <a:off x="1965325" y="2438400"/>
            <a:ext cx="387350" cy="519113"/>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3966" name="Text Box 14">
            <a:extLst>
              <a:ext uri="{FF2B5EF4-FFF2-40B4-BE49-F238E27FC236}">
                <a16:creationId xmlns:a16="http://schemas.microsoft.com/office/drawing/2014/main" id="{7350D5DF-40C4-69BB-D402-6DB290416F44}"/>
              </a:ext>
            </a:extLst>
          </p:cNvPr>
          <p:cNvSpPr txBox="1">
            <a:spLocks noChangeArrowheads="1"/>
          </p:cNvSpPr>
          <p:nvPr/>
        </p:nvSpPr>
        <p:spPr bwMode="auto">
          <a:xfrm>
            <a:off x="2965450" y="29860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3967" name="Text Box 15">
            <a:extLst>
              <a:ext uri="{FF2B5EF4-FFF2-40B4-BE49-F238E27FC236}">
                <a16:creationId xmlns:a16="http://schemas.microsoft.com/office/drawing/2014/main" id="{D4EC0E20-5538-2137-37EA-B5AAB96C6FB4}"/>
              </a:ext>
            </a:extLst>
          </p:cNvPr>
          <p:cNvSpPr txBox="1">
            <a:spLocks noChangeArrowheads="1"/>
          </p:cNvSpPr>
          <p:nvPr/>
        </p:nvSpPr>
        <p:spPr bwMode="auto">
          <a:xfrm>
            <a:off x="3956050" y="35194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3968" name="Text Box 16">
            <a:extLst>
              <a:ext uri="{FF2B5EF4-FFF2-40B4-BE49-F238E27FC236}">
                <a16:creationId xmlns:a16="http://schemas.microsoft.com/office/drawing/2014/main" id="{56E5A14E-B1BB-2E9A-1EB2-7A8F1642C9EA}"/>
              </a:ext>
            </a:extLst>
          </p:cNvPr>
          <p:cNvSpPr txBox="1">
            <a:spLocks noChangeArrowheads="1"/>
          </p:cNvSpPr>
          <p:nvPr/>
        </p:nvSpPr>
        <p:spPr bwMode="auto">
          <a:xfrm>
            <a:off x="4946650" y="40528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3969" name="Text Box 17">
            <a:extLst>
              <a:ext uri="{FF2B5EF4-FFF2-40B4-BE49-F238E27FC236}">
                <a16:creationId xmlns:a16="http://schemas.microsoft.com/office/drawing/2014/main" id="{9D2F1306-6210-F22A-6B2D-25F2A2629D49}"/>
              </a:ext>
            </a:extLst>
          </p:cNvPr>
          <p:cNvSpPr txBox="1">
            <a:spLocks noChangeArrowheads="1"/>
          </p:cNvSpPr>
          <p:nvPr/>
        </p:nvSpPr>
        <p:spPr bwMode="auto">
          <a:xfrm>
            <a:off x="5937250" y="45862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3970" name="Text Box 18">
            <a:extLst>
              <a:ext uri="{FF2B5EF4-FFF2-40B4-BE49-F238E27FC236}">
                <a16:creationId xmlns:a16="http://schemas.microsoft.com/office/drawing/2014/main" id="{F57D031C-9E23-29FF-1872-8ED18BAB4E60}"/>
              </a:ext>
            </a:extLst>
          </p:cNvPr>
          <p:cNvSpPr txBox="1">
            <a:spLocks noChangeArrowheads="1"/>
          </p:cNvSpPr>
          <p:nvPr/>
        </p:nvSpPr>
        <p:spPr bwMode="auto">
          <a:xfrm>
            <a:off x="6851650" y="51196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3576" name="Line 19">
            <a:extLst>
              <a:ext uri="{FF2B5EF4-FFF2-40B4-BE49-F238E27FC236}">
                <a16:creationId xmlns:a16="http://schemas.microsoft.com/office/drawing/2014/main" id="{F98329D6-B889-787A-D2A8-DE4BEAB5F120}"/>
              </a:ext>
            </a:extLst>
          </p:cNvPr>
          <p:cNvSpPr>
            <a:spLocks noChangeShapeType="1"/>
          </p:cNvSpPr>
          <p:nvPr/>
        </p:nvSpPr>
        <p:spPr bwMode="auto">
          <a:xfrm flipH="1">
            <a:off x="1676400" y="2514600"/>
            <a:ext cx="3048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7" name="Line 20">
            <a:extLst>
              <a:ext uri="{FF2B5EF4-FFF2-40B4-BE49-F238E27FC236}">
                <a16:creationId xmlns:a16="http://schemas.microsoft.com/office/drawing/2014/main" id="{0478E96F-E867-FC8A-6D0F-C7BFC5095519}"/>
              </a:ext>
            </a:extLst>
          </p:cNvPr>
          <p:cNvSpPr>
            <a:spLocks noChangeShapeType="1"/>
          </p:cNvSpPr>
          <p:nvPr/>
        </p:nvSpPr>
        <p:spPr bwMode="auto">
          <a:xfrm flipV="1">
            <a:off x="2590800" y="2971800"/>
            <a:ext cx="3810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8" name="Line 21">
            <a:extLst>
              <a:ext uri="{FF2B5EF4-FFF2-40B4-BE49-F238E27FC236}">
                <a16:creationId xmlns:a16="http://schemas.microsoft.com/office/drawing/2014/main" id="{BF051CDC-C16A-C96B-4BF1-A58401C3ED2B}"/>
              </a:ext>
            </a:extLst>
          </p:cNvPr>
          <p:cNvSpPr>
            <a:spLocks noChangeShapeType="1"/>
          </p:cNvSpPr>
          <p:nvPr/>
        </p:nvSpPr>
        <p:spPr bwMode="auto">
          <a:xfrm flipH="1">
            <a:off x="3581400" y="3505200"/>
            <a:ext cx="3810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9" name="Oval 22">
            <a:extLst>
              <a:ext uri="{FF2B5EF4-FFF2-40B4-BE49-F238E27FC236}">
                <a16:creationId xmlns:a16="http://schemas.microsoft.com/office/drawing/2014/main" id="{2BD23433-EC1E-2397-1A0F-287E36BCF143}"/>
              </a:ext>
            </a:extLst>
          </p:cNvPr>
          <p:cNvSpPr>
            <a:spLocks noChangeArrowheads="1"/>
          </p:cNvSpPr>
          <p:nvPr/>
        </p:nvSpPr>
        <p:spPr bwMode="auto">
          <a:xfrm>
            <a:off x="2895600" y="25908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23580" name="Oval 23">
            <a:extLst>
              <a:ext uri="{FF2B5EF4-FFF2-40B4-BE49-F238E27FC236}">
                <a16:creationId xmlns:a16="http://schemas.microsoft.com/office/drawing/2014/main" id="{0F4A89F3-719D-6312-73C7-D68F94B6634C}"/>
              </a:ext>
            </a:extLst>
          </p:cNvPr>
          <p:cNvSpPr>
            <a:spLocks noChangeArrowheads="1"/>
          </p:cNvSpPr>
          <p:nvPr/>
        </p:nvSpPr>
        <p:spPr bwMode="auto">
          <a:xfrm>
            <a:off x="3886200" y="3124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23581" name="Line 24">
            <a:extLst>
              <a:ext uri="{FF2B5EF4-FFF2-40B4-BE49-F238E27FC236}">
                <a16:creationId xmlns:a16="http://schemas.microsoft.com/office/drawing/2014/main" id="{DCF001C0-8ED1-D895-C117-C61DB3187786}"/>
              </a:ext>
            </a:extLst>
          </p:cNvPr>
          <p:cNvSpPr>
            <a:spLocks noChangeShapeType="1"/>
          </p:cNvSpPr>
          <p:nvPr/>
        </p:nvSpPr>
        <p:spPr bwMode="auto">
          <a:xfrm flipV="1">
            <a:off x="4572000" y="4038600"/>
            <a:ext cx="3810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2" name="Oval 25">
            <a:extLst>
              <a:ext uri="{FF2B5EF4-FFF2-40B4-BE49-F238E27FC236}">
                <a16:creationId xmlns:a16="http://schemas.microsoft.com/office/drawing/2014/main" id="{CD778384-77D8-93FA-C619-6411FFB0A4B4}"/>
              </a:ext>
            </a:extLst>
          </p:cNvPr>
          <p:cNvSpPr>
            <a:spLocks noChangeArrowheads="1"/>
          </p:cNvSpPr>
          <p:nvPr/>
        </p:nvSpPr>
        <p:spPr bwMode="auto">
          <a:xfrm>
            <a:off x="4876800" y="3657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40</a:t>
            </a:r>
            <a:endParaRPr kumimoji="1" lang="en-US" altLang="zh-CN" sz="2400">
              <a:latin typeface="Times New Roman" panose="02020603050405020304" pitchFamily="18" charset="0"/>
              <a:ea typeface="宋体" panose="02010600030101010101" pitchFamily="2" charset="-122"/>
            </a:endParaRPr>
          </a:p>
        </p:txBody>
      </p:sp>
      <p:sp>
        <p:nvSpPr>
          <p:cNvPr id="23583" name="Line 26">
            <a:extLst>
              <a:ext uri="{FF2B5EF4-FFF2-40B4-BE49-F238E27FC236}">
                <a16:creationId xmlns:a16="http://schemas.microsoft.com/office/drawing/2014/main" id="{0F501392-8C25-AE3B-8C7F-E42F310D9D76}"/>
              </a:ext>
            </a:extLst>
          </p:cNvPr>
          <p:cNvSpPr>
            <a:spLocks noChangeShapeType="1"/>
          </p:cNvSpPr>
          <p:nvPr/>
        </p:nvSpPr>
        <p:spPr bwMode="auto">
          <a:xfrm flipV="1">
            <a:off x="5638800" y="4648200"/>
            <a:ext cx="3048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4" name="Line 27">
            <a:extLst>
              <a:ext uri="{FF2B5EF4-FFF2-40B4-BE49-F238E27FC236}">
                <a16:creationId xmlns:a16="http://schemas.microsoft.com/office/drawing/2014/main" id="{F5CB20E3-5AEC-761F-CAAD-77A461A34E4B}"/>
              </a:ext>
            </a:extLst>
          </p:cNvPr>
          <p:cNvSpPr>
            <a:spLocks noChangeShapeType="1"/>
          </p:cNvSpPr>
          <p:nvPr/>
        </p:nvSpPr>
        <p:spPr bwMode="auto">
          <a:xfrm flipV="1">
            <a:off x="6629400" y="5257800"/>
            <a:ext cx="3048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5" name="Line 28">
            <a:extLst>
              <a:ext uri="{FF2B5EF4-FFF2-40B4-BE49-F238E27FC236}">
                <a16:creationId xmlns:a16="http://schemas.microsoft.com/office/drawing/2014/main" id="{CDE220B7-DF57-DE72-7C2F-17FB50D643F5}"/>
              </a:ext>
            </a:extLst>
          </p:cNvPr>
          <p:cNvSpPr>
            <a:spLocks noChangeShapeType="1"/>
          </p:cNvSpPr>
          <p:nvPr/>
        </p:nvSpPr>
        <p:spPr bwMode="auto">
          <a:xfrm flipH="1" flipV="1">
            <a:off x="7162800" y="5181600"/>
            <a:ext cx="228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6" name="Text Box 34">
            <a:extLst>
              <a:ext uri="{FF2B5EF4-FFF2-40B4-BE49-F238E27FC236}">
                <a16:creationId xmlns:a16="http://schemas.microsoft.com/office/drawing/2014/main" id="{495F9F7C-798A-7F6F-1C45-B6F7DDE38390}"/>
              </a:ext>
            </a:extLst>
          </p:cNvPr>
          <p:cNvSpPr txBox="1">
            <a:spLocks noChangeArrowheads="1"/>
          </p:cNvSpPr>
          <p:nvPr/>
        </p:nvSpPr>
        <p:spPr bwMode="auto">
          <a:xfrm>
            <a:off x="1447800" y="22240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3587" name="Text Box 35">
            <a:extLst>
              <a:ext uri="{FF2B5EF4-FFF2-40B4-BE49-F238E27FC236}">
                <a16:creationId xmlns:a16="http://schemas.microsoft.com/office/drawing/2014/main" id="{C5874506-7D78-9623-E4F2-DB7A6093B3BA}"/>
              </a:ext>
            </a:extLst>
          </p:cNvPr>
          <p:cNvSpPr txBox="1">
            <a:spLocks noChangeArrowheads="1"/>
          </p:cNvSpPr>
          <p:nvPr/>
        </p:nvSpPr>
        <p:spPr bwMode="auto">
          <a:xfrm>
            <a:off x="2355850" y="2667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3588" name="Text Box 36">
            <a:extLst>
              <a:ext uri="{FF2B5EF4-FFF2-40B4-BE49-F238E27FC236}">
                <a16:creationId xmlns:a16="http://schemas.microsoft.com/office/drawing/2014/main" id="{C8FD870D-287E-8CF1-4F51-17400EAFF285}"/>
              </a:ext>
            </a:extLst>
          </p:cNvPr>
          <p:cNvSpPr txBox="1">
            <a:spLocks noChangeArrowheads="1"/>
          </p:cNvSpPr>
          <p:nvPr/>
        </p:nvSpPr>
        <p:spPr bwMode="auto">
          <a:xfrm>
            <a:off x="3346450" y="32146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53989" name="Text Box 37">
            <a:extLst>
              <a:ext uri="{FF2B5EF4-FFF2-40B4-BE49-F238E27FC236}">
                <a16:creationId xmlns:a16="http://schemas.microsoft.com/office/drawing/2014/main" id="{B8F74B49-D8BB-E59D-F231-972710B2B156}"/>
              </a:ext>
            </a:extLst>
          </p:cNvPr>
          <p:cNvSpPr txBox="1">
            <a:spLocks noChangeArrowheads="1"/>
          </p:cNvSpPr>
          <p:nvPr/>
        </p:nvSpPr>
        <p:spPr bwMode="auto">
          <a:xfrm>
            <a:off x="4337050" y="3733800"/>
            <a:ext cx="387350" cy="519113"/>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53990" name="Text Box 38">
            <a:extLst>
              <a:ext uri="{FF2B5EF4-FFF2-40B4-BE49-F238E27FC236}">
                <a16:creationId xmlns:a16="http://schemas.microsoft.com/office/drawing/2014/main" id="{98BECA52-381B-88B2-B318-429182DE7714}"/>
              </a:ext>
            </a:extLst>
          </p:cNvPr>
          <p:cNvSpPr txBox="1">
            <a:spLocks noChangeArrowheads="1"/>
          </p:cNvSpPr>
          <p:nvPr/>
        </p:nvSpPr>
        <p:spPr bwMode="auto">
          <a:xfrm>
            <a:off x="5334000" y="4357688"/>
            <a:ext cx="387350" cy="519112"/>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53991" name="Text Box 39">
            <a:extLst>
              <a:ext uri="{FF2B5EF4-FFF2-40B4-BE49-F238E27FC236}">
                <a16:creationId xmlns:a16="http://schemas.microsoft.com/office/drawing/2014/main" id="{62562F26-17D8-C8EC-56CA-B1BB0A343821}"/>
              </a:ext>
            </a:extLst>
          </p:cNvPr>
          <p:cNvSpPr txBox="1">
            <a:spLocks noChangeArrowheads="1"/>
          </p:cNvSpPr>
          <p:nvPr/>
        </p:nvSpPr>
        <p:spPr bwMode="auto">
          <a:xfrm>
            <a:off x="6318250" y="5043488"/>
            <a:ext cx="387350" cy="519112"/>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3592" name="Text Box 40">
            <a:extLst>
              <a:ext uri="{FF2B5EF4-FFF2-40B4-BE49-F238E27FC236}">
                <a16:creationId xmlns:a16="http://schemas.microsoft.com/office/drawing/2014/main" id="{9C008C8A-3D89-ED8B-46F9-E7B9155A28AC}"/>
              </a:ext>
            </a:extLst>
          </p:cNvPr>
          <p:cNvSpPr txBox="1">
            <a:spLocks noChangeArrowheads="1"/>
          </p:cNvSpPr>
          <p:nvPr/>
        </p:nvSpPr>
        <p:spPr bwMode="auto">
          <a:xfrm>
            <a:off x="2660650" y="22240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3593" name="Text Box 41">
            <a:extLst>
              <a:ext uri="{FF2B5EF4-FFF2-40B4-BE49-F238E27FC236}">
                <a16:creationId xmlns:a16="http://schemas.microsoft.com/office/drawing/2014/main" id="{5925EE34-F882-98D3-4F2F-B744E5EA3D72}"/>
              </a:ext>
            </a:extLst>
          </p:cNvPr>
          <p:cNvSpPr txBox="1">
            <a:spLocks noChangeArrowheads="1"/>
          </p:cNvSpPr>
          <p:nvPr/>
        </p:nvSpPr>
        <p:spPr bwMode="auto">
          <a:xfrm>
            <a:off x="3651250" y="2757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3594" name="Text Box 42">
            <a:extLst>
              <a:ext uri="{FF2B5EF4-FFF2-40B4-BE49-F238E27FC236}">
                <a16:creationId xmlns:a16="http://schemas.microsoft.com/office/drawing/2014/main" id="{A67E4D6D-4AAB-BBA4-D672-21C0D2A116E6}"/>
              </a:ext>
            </a:extLst>
          </p:cNvPr>
          <p:cNvSpPr txBox="1">
            <a:spLocks noChangeArrowheads="1"/>
          </p:cNvSpPr>
          <p:nvPr/>
        </p:nvSpPr>
        <p:spPr bwMode="auto">
          <a:xfrm>
            <a:off x="4641850" y="32908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3595" name="Text Box 43">
            <a:extLst>
              <a:ext uri="{FF2B5EF4-FFF2-40B4-BE49-F238E27FC236}">
                <a16:creationId xmlns:a16="http://schemas.microsoft.com/office/drawing/2014/main" id="{D2C2409C-EA49-E698-A953-EDA409DA2CB9}"/>
              </a:ext>
            </a:extLst>
          </p:cNvPr>
          <p:cNvSpPr txBox="1">
            <a:spLocks noChangeArrowheads="1"/>
          </p:cNvSpPr>
          <p:nvPr/>
        </p:nvSpPr>
        <p:spPr bwMode="auto">
          <a:xfrm>
            <a:off x="5480050" y="37338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3596" name="Text Box 44">
            <a:extLst>
              <a:ext uri="{FF2B5EF4-FFF2-40B4-BE49-F238E27FC236}">
                <a16:creationId xmlns:a16="http://schemas.microsoft.com/office/drawing/2014/main" id="{AB1C4ED8-C6D9-37FD-F76D-E40AFB20A207}"/>
              </a:ext>
            </a:extLst>
          </p:cNvPr>
          <p:cNvSpPr txBox="1">
            <a:spLocks noChangeArrowheads="1"/>
          </p:cNvSpPr>
          <p:nvPr/>
        </p:nvSpPr>
        <p:spPr bwMode="auto">
          <a:xfrm>
            <a:off x="6546850" y="43576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3597" name="Text Box 45">
            <a:extLst>
              <a:ext uri="{FF2B5EF4-FFF2-40B4-BE49-F238E27FC236}">
                <a16:creationId xmlns:a16="http://schemas.microsoft.com/office/drawing/2014/main" id="{48B7B4F4-04F5-3DBD-DC1C-05912624D9BB}"/>
              </a:ext>
            </a:extLst>
          </p:cNvPr>
          <p:cNvSpPr txBox="1">
            <a:spLocks noChangeArrowheads="1"/>
          </p:cNvSpPr>
          <p:nvPr/>
        </p:nvSpPr>
        <p:spPr bwMode="auto">
          <a:xfrm>
            <a:off x="7308850" y="5043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graphicFrame>
        <p:nvGraphicFramePr>
          <p:cNvPr id="23598" name="Object 46">
            <a:extLst>
              <a:ext uri="{FF2B5EF4-FFF2-40B4-BE49-F238E27FC236}">
                <a16:creationId xmlns:a16="http://schemas.microsoft.com/office/drawing/2014/main" id="{6F9AF845-7493-4DC4-4215-546261BB7C0E}"/>
              </a:ext>
            </a:extLst>
          </p:cNvPr>
          <p:cNvGraphicFramePr>
            <a:graphicFrameLocks noChangeAspect="1"/>
          </p:cNvGraphicFramePr>
          <p:nvPr/>
        </p:nvGraphicFramePr>
        <p:xfrm>
          <a:off x="4343400" y="1828800"/>
          <a:ext cx="3733800" cy="1066800"/>
        </p:xfrm>
        <a:graphic>
          <a:graphicData uri="http://schemas.openxmlformats.org/presentationml/2006/ole">
            <mc:AlternateContent xmlns:mc="http://schemas.openxmlformats.org/markup-compatibility/2006">
              <mc:Choice xmlns:v="urn:schemas-microsoft-com:vml" Requires="v">
                <p:oleObj name="公式" r:id="rId2" imgW="1511300" imgH="431800" progId="Equation.3">
                  <p:embed/>
                </p:oleObj>
              </mc:Choice>
              <mc:Fallback>
                <p:oleObj name="公式" r:id="rId2" imgW="1511300" imgH="431800" progId="Equation.3">
                  <p:embed/>
                  <p:pic>
                    <p:nvPicPr>
                      <p:cNvPr id="0" name="Object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828800"/>
                        <a:ext cx="37338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99" name="Object 47">
            <a:extLst>
              <a:ext uri="{FF2B5EF4-FFF2-40B4-BE49-F238E27FC236}">
                <a16:creationId xmlns:a16="http://schemas.microsoft.com/office/drawing/2014/main" id="{0F6C1EB8-3796-4232-99A7-F885147930B6}"/>
              </a:ext>
            </a:extLst>
          </p:cNvPr>
          <p:cNvGraphicFramePr>
            <a:graphicFrameLocks noChangeAspect="1"/>
          </p:cNvGraphicFramePr>
          <p:nvPr/>
        </p:nvGraphicFramePr>
        <p:xfrm>
          <a:off x="1066800" y="4419600"/>
          <a:ext cx="3657600" cy="1676400"/>
        </p:xfrm>
        <a:graphic>
          <a:graphicData uri="http://schemas.openxmlformats.org/presentationml/2006/ole">
            <mc:AlternateContent xmlns:mc="http://schemas.openxmlformats.org/markup-compatibility/2006">
              <mc:Choice xmlns:v="urn:schemas-microsoft-com:vml" Requires="v">
                <p:oleObj name="公式" r:id="rId4" imgW="1473200" imgH="685800" progId="Equation.3">
                  <p:embed/>
                </p:oleObj>
              </mc:Choice>
              <mc:Fallback>
                <p:oleObj name="公式" r:id="rId4" imgW="1473200" imgH="685800" progId="Equation.3">
                  <p:embed/>
                  <p:pic>
                    <p:nvPicPr>
                      <p:cNvPr id="0"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419600"/>
                        <a:ext cx="36576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7EF7A608-5D78-EE2A-506E-F927FB84AB09}"/>
              </a:ext>
            </a:extLst>
          </p:cNvPr>
          <p:cNvSpPr>
            <a:spLocks noGrp="1"/>
          </p:cNvSpPr>
          <p:nvPr>
            <p:ph type="sldNum" sz="quarter" idx="12"/>
          </p:nvPr>
        </p:nvSpPr>
        <p:spPr/>
        <p:txBody>
          <a:bodyPr/>
          <a:lstStyle/>
          <a:p>
            <a:pPr>
              <a:defRPr/>
            </a:pPr>
            <a:fld id="{82BC8E53-3928-4033-8D0B-01554133DC73}" type="slidenum">
              <a:rPr lang="en-US" altLang="zh-CN" smtClean="0"/>
              <a:pPr>
                <a:defRPr/>
              </a:pPr>
              <a:t>15</a:t>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721437F2-941A-3A3D-0FBF-D2B856136BE0}"/>
              </a:ext>
            </a:extLst>
          </p:cNvPr>
          <p:cNvSpPr>
            <a:spLocks noGrp="1" noChangeArrowheads="1"/>
          </p:cNvSpPr>
          <p:nvPr>
            <p:ph type="title"/>
          </p:nvPr>
        </p:nvSpPr>
        <p:spPr/>
        <p:txBody>
          <a:bodyPr/>
          <a:lstStyle/>
          <a:p>
            <a:r>
              <a:rPr lang="zh-CN" altLang="en-US"/>
              <a:t>折半搜索</a:t>
            </a:r>
          </a:p>
        </p:txBody>
      </p:sp>
      <p:sp>
        <p:nvSpPr>
          <p:cNvPr id="172035" name="Rectangle 3">
            <a:extLst>
              <a:ext uri="{FF2B5EF4-FFF2-40B4-BE49-F238E27FC236}">
                <a16:creationId xmlns:a16="http://schemas.microsoft.com/office/drawing/2014/main" id="{2DC28173-D4F2-2E00-397B-99A01559CF1C}"/>
              </a:ext>
            </a:extLst>
          </p:cNvPr>
          <p:cNvSpPr>
            <a:spLocks noGrp="1" noChangeArrowheads="1"/>
          </p:cNvSpPr>
          <p:nvPr>
            <p:ph type="body" idx="1"/>
          </p:nvPr>
        </p:nvSpPr>
        <p:spPr/>
        <p:txBody>
          <a:bodyPr>
            <a:normAutofit fontScale="92500" lnSpcReduction="20000"/>
          </a:bodyPr>
          <a:lstStyle/>
          <a:p>
            <a:r>
              <a:rPr lang="zh-CN" altLang="en-US" dirty="0"/>
              <a:t>设</a:t>
            </a:r>
            <a:r>
              <a:rPr lang="en-US" altLang="zh-CN" dirty="0"/>
              <a:t>n</a:t>
            </a:r>
            <a:r>
              <a:rPr lang="zh-CN" altLang="en-US" dirty="0"/>
              <a:t>个对象存放在一个有序顺序表中，折半搜索时，先求位于搜索区间正中的对象的下标</a:t>
            </a:r>
            <a:r>
              <a:rPr lang="en-US" altLang="zh-CN" dirty="0"/>
              <a:t>mid</a:t>
            </a:r>
            <a:r>
              <a:rPr lang="zh-CN" altLang="en-US" dirty="0"/>
              <a:t>，用其关键码与给定值</a:t>
            </a:r>
            <a:r>
              <a:rPr lang="en-US" altLang="zh-CN" dirty="0"/>
              <a:t>x</a:t>
            </a:r>
            <a:r>
              <a:rPr lang="zh-CN" altLang="en-US" dirty="0"/>
              <a:t>比较</a:t>
            </a:r>
            <a:r>
              <a:rPr lang="en-US" altLang="zh-CN" dirty="0"/>
              <a:t>:</a:t>
            </a:r>
          </a:p>
          <a:p>
            <a:pPr lvl="1"/>
            <a:r>
              <a:rPr lang="en-US" altLang="zh-CN" dirty="0"/>
              <a:t> Element[mid].key == x</a:t>
            </a:r>
            <a:r>
              <a:rPr lang="zh-CN" altLang="en-US" dirty="0"/>
              <a:t>，搜索成功；</a:t>
            </a:r>
          </a:p>
          <a:p>
            <a:pPr lvl="1"/>
            <a:r>
              <a:rPr lang="zh-CN" altLang="en-US" dirty="0"/>
              <a:t> </a:t>
            </a:r>
            <a:r>
              <a:rPr lang="en-US" altLang="zh-CN" dirty="0"/>
              <a:t>Element[mid].key &gt; x</a:t>
            </a:r>
            <a:r>
              <a:rPr lang="zh-CN" altLang="en-US" dirty="0"/>
              <a:t>，在表的前半部分继续折半搜索；</a:t>
            </a:r>
          </a:p>
          <a:p>
            <a:pPr lvl="1"/>
            <a:r>
              <a:rPr lang="zh-CN" altLang="en-US" dirty="0"/>
              <a:t> </a:t>
            </a:r>
            <a:r>
              <a:rPr lang="en-US" altLang="zh-CN" dirty="0"/>
              <a:t>Element[mid].key &lt; x</a:t>
            </a:r>
            <a:r>
              <a:rPr lang="zh-CN" altLang="en-US" dirty="0"/>
              <a:t>，在表的后半部分，继续折半搜索。</a:t>
            </a:r>
          </a:p>
          <a:p>
            <a:r>
              <a:rPr lang="zh-CN" altLang="en-US" dirty="0"/>
              <a:t>直到搜索区间为空，则搜索失败。</a:t>
            </a:r>
          </a:p>
        </p:txBody>
      </p:sp>
      <p:sp>
        <p:nvSpPr>
          <p:cNvPr id="2" name="灯片编号占位符 1">
            <a:extLst>
              <a:ext uri="{FF2B5EF4-FFF2-40B4-BE49-F238E27FC236}">
                <a16:creationId xmlns:a16="http://schemas.microsoft.com/office/drawing/2014/main" id="{3C183210-AFA7-D395-4803-7F08BBA18FCF}"/>
              </a:ext>
            </a:extLst>
          </p:cNvPr>
          <p:cNvSpPr>
            <a:spLocks noGrp="1"/>
          </p:cNvSpPr>
          <p:nvPr>
            <p:ph type="sldNum" sz="quarter" idx="12"/>
          </p:nvPr>
        </p:nvSpPr>
        <p:spPr/>
        <p:txBody>
          <a:bodyPr/>
          <a:lstStyle/>
          <a:p>
            <a:pPr>
              <a:defRPr/>
            </a:pPr>
            <a:fld id="{82BC8E53-3928-4033-8D0B-01554133DC73}" type="slidenum">
              <a:rPr lang="en-US" altLang="zh-CN" smtClean="0"/>
              <a:pPr>
                <a:defRPr/>
              </a:pPr>
              <a:t>16</a:t>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050">
            <a:extLst>
              <a:ext uri="{FF2B5EF4-FFF2-40B4-BE49-F238E27FC236}">
                <a16:creationId xmlns:a16="http://schemas.microsoft.com/office/drawing/2014/main" id="{317B586D-6832-AC2F-ED7C-80B0EE9772C8}"/>
              </a:ext>
            </a:extLst>
          </p:cNvPr>
          <p:cNvSpPr txBox="1">
            <a:spLocks noChangeArrowheads="1"/>
          </p:cNvSpPr>
          <p:nvPr/>
        </p:nvSpPr>
        <p:spPr bwMode="auto">
          <a:xfrm>
            <a:off x="4038600" y="5592763"/>
            <a:ext cx="3200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chemeClr val="accent2"/>
                </a:solidFill>
                <a:latin typeface="仿宋_GB2312" pitchFamily="49" charset="-122"/>
                <a:ea typeface="仿宋_GB2312" pitchFamily="49" charset="-122"/>
              </a:rPr>
              <a:t>搜索成功的例子</a:t>
            </a:r>
            <a:endParaRPr kumimoji="1" lang="zh-CN" altLang="en-US" sz="2400">
              <a:latin typeface="Times New Roman" panose="02020603050405020304" pitchFamily="18" charset="0"/>
              <a:ea typeface="宋体" panose="02010600030101010101" pitchFamily="2" charset="-122"/>
            </a:endParaRPr>
          </a:p>
        </p:txBody>
      </p:sp>
      <p:sp>
        <p:nvSpPr>
          <p:cNvPr id="25603" name="Rectangle 2051" descr="白色大理石">
            <a:extLst>
              <a:ext uri="{FF2B5EF4-FFF2-40B4-BE49-F238E27FC236}">
                <a16:creationId xmlns:a16="http://schemas.microsoft.com/office/drawing/2014/main" id="{21DDFCDF-EE96-7E0E-7733-CA1B7AB69F20}"/>
              </a:ext>
            </a:extLst>
          </p:cNvPr>
          <p:cNvSpPr>
            <a:spLocks noChangeArrowheads="1"/>
          </p:cNvSpPr>
          <p:nvPr/>
        </p:nvSpPr>
        <p:spPr bwMode="auto">
          <a:xfrm>
            <a:off x="2133600" y="914400"/>
            <a:ext cx="54864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25604" name="Text Box 2052">
            <a:extLst>
              <a:ext uri="{FF2B5EF4-FFF2-40B4-BE49-F238E27FC236}">
                <a16:creationId xmlns:a16="http://schemas.microsoft.com/office/drawing/2014/main" id="{958866DE-94AC-D658-0D56-DF0E5DA680A4}"/>
              </a:ext>
            </a:extLst>
          </p:cNvPr>
          <p:cNvSpPr txBox="1">
            <a:spLocks noChangeArrowheads="1"/>
          </p:cNvSpPr>
          <p:nvPr/>
        </p:nvSpPr>
        <p:spPr bwMode="auto">
          <a:xfrm>
            <a:off x="2144713" y="838200"/>
            <a:ext cx="546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楷体_GB2312" pitchFamily="49" charset="-122"/>
                <a:ea typeface="楷体_GB2312" pitchFamily="49" charset="-122"/>
              </a:rPr>
              <a:t>-</a:t>
            </a:r>
            <a:r>
              <a:rPr kumimoji="1" lang="en-US" altLang="zh-CN" sz="3200" b="1">
                <a:solidFill>
                  <a:schemeClr val="hlink"/>
                </a:solidFill>
                <a:latin typeface="Times New Roman" panose="02020603050405020304" pitchFamily="18" charset="0"/>
                <a:ea typeface="宋体" panose="02010600030101010101" pitchFamily="2" charset="-122"/>
              </a:rPr>
              <a:t>1   0    1    3    4    6    8   10  12</a:t>
            </a:r>
            <a:endParaRPr kumimoji="1" lang="en-US" altLang="zh-CN" sz="2400">
              <a:latin typeface="Times New Roman" panose="02020603050405020304" pitchFamily="18" charset="0"/>
              <a:ea typeface="宋体" panose="02010600030101010101" pitchFamily="2" charset="-122"/>
            </a:endParaRPr>
          </a:p>
        </p:txBody>
      </p:sp>
      <p:sp>
        <p:nvSpPr>
          <p:cNvPr id="25605" name="Line 2053">
            <a:extLst>
              <a:ext uri="{FF2B5EF4-FFF2-40B4-BE49-F238E27FC236}">
                <a16:creationId xmlns:a16="http://schemas.microsoft.com/office/drawing/2014/main" id="{F1521F45-FD92-150F-C79F-28C8BFF122AA}"/>
              </a:ext>
            </a:extLst>
          </p:cNvPr>
          <p:cNvSpPr>
            <a:spLocks noChangeShapeType="1"/>
          </p:cNvSpPr>
          <p:nvPr/>
        </p:nvSpPr>
        <p:spPr bwMode="auto">
          <a:xfrm>
            <a:off x="70104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6" name="Line 2054">
            <a:extLst>
              <a:ext uri="{FF2B5EF4-FFF2-40B4-BE49-F238E27FC236}">
                <a16:creationId xmlns:a16="http://schemas.microsoft.com/office/drawing/2014/main" id="{E0CEDE83-8A6A-EAD8-89A1-EDCF43C19DED}"/>
              </a:ext>
            </a:extLst>
          </p:cNvPr>
          <p:cNvSpPr>
            <a:spLocks noChangeShapeType="1"/>
          </p:cNvSpPr>
          <p:nvPr/>
        </p:nvSpPr>
        <p:spPr bwMode="auto">
          <a:xfrm>
            <a:off x="64008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7" name="Line 2055">
            <a:extLst>
              <a:ext uri="{FF2B5EF4-FFF2-40B4-BE49-F238E27FC236}">
                <a16:creationId xmlns:a16="http://schemas.microsoft.com/office/drawing/2014/main" id="{7C9D72F1-6735-90B4-819D-7F35C3B4CA38}"/>
              </a:ext>
            </a:extLst>
          </p:cNvPr>
          <p:cNvSpPr>
            <a:spLocks noChangeShapeType="1"/>
          </p:cNvSpPr>
          <p:nvPr/>
        </p:nvSpPr>
        <p:spPr bwMode="auto">
          <a:xfrm>
            <a:off x="57912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8" name="Line 2056">
            <a:extLst>
              <a:ext uri="{FF2B5EF4-FFF2-40B4-BE49-F238E27FC236}">
                <a16:creationId xmlns:a16="http://schemas.microsoft.com/office/drawing/2014/main" id="{9E08E547-2617-8AAC-9D74-71BD3132A2BF}"/>
              </a:ext>
            </a:extLst>
          </p:cNvPr>
          <p:cNvSpPr>
            <a:spLocks noChangeShapeType="1"/>
          </p:cNvSpPr>
          <p:nvPr/>
        </p:nvSpPr>
        <p:spPr bwMode="auto">
          <a:xfrm>
            <a:off x="51816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09" name="Line 2057">
            <a:extLst>
              <a:ext uri="{FF2B5EF4-FFF2-40B4-BE49-F238E27FC236}">
                <a16:creationId xmlns:a16="http://schemas.microsoft.com/office/drawing/2014/main" id="{E70567C4-3AAC-4C5F-CD25-93129968F01E}"/>
              </a:ext>
            </a:extLst>
          </p:cNvPr>
          <p:cNvSpPr>
            <a:spLocks noChangeShapeType="1"/>
          </p:cNvSpPr>
          <p:nvPr/>
        </p:nvSpPr>
        <p:spPr bwMode="auto">
          <a:xfrm>
            <a:off x="45720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0" name="Line 2058">
            <a:extLst>
              <a:ext uri="{FF2B5EF4-FFF2-40B4-BE49-F238E27FC236}">
                <a16:creationId xmlns:a16="http://schemas.microsoft.com/office/drawing/2014/main" id="{E5761F71-DE8E-A2E2-FE14-C8875F4DC889}"/>
              </a:ext>
            </a:extLst>
          </p:cNvPr>
          <p:cNvSpPr>
            <a:spLocks noChangeShapeType="1"/>
          </p:cNvSpPr>
          <p:nvPr/>
        </p:nvSpPr>
        <p:spPr bwMode="auto">
          <a:xfrm>
            <a:off x="39624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1" name="Line 2059">
            <a:extLst>
              <a:ext uri="{FF2B5EF4-FFF2-40B4-BE49-F238E27FC236}">
                <a16:creationId xmlns:a16="http://schemas.microsoft.com/office/drawing/2014/main" id="{39399E61-F25C-86E5-19AD-B7C490E7D5BF}"/>
              </a:ext>
            </a:extLst>
          </p:cNvPr>
          <p:cNvSpPr>
            <a:spLocks noChangeShapeType="1"/>
          </p:cNvSpPr>
          <p:nvPr/>
        </p:nvSpPr>
        <p:spPr bwMode="auto">
          <a:xfrm>
            <a:off x="33528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2" name="Line 2060">
            <a:extLst>
              <a:ext uri="{FF2B5EF4-FFF2-40B4-BE49-F238E27FC236}">
                <a16:creationId xmlns:a16="http://schemas.microsoft.com/office/drawing/2014/main" id="{A19F509E-9200-16C5-6B68-627DF1922FE9}"/>
              </a:ext>
            </a:extLst>
          </p:cNvPr>
          <p:cNvSpPr>
            <a:spLocks noChangeShapeType="1"/>
          </p:cNvSpPr>
          <p:nvPr/>
        </p:nvSpPr>
        <p:spPr bwMode="auto">
          <a:xfrm>
            <a:off x="27432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3" name="Rectangle 2061">
            <a:extLst>
              <a:ext uri="{FF2B5EF4-FFF2-40B4-BE49-F238E27FC236}">
                <a16:creationId xmlns:a16="http://schemas.microsoft.com/office/drawing/2014/main" id="{AAB8E556-FA19-7471-68BF-F94F4D92DADE}"/>
              </a:ext>
            </a:extLst>
          </p:cNvPr>
          <p:cNvSpPr>
            <a:spLocks noChangeArrowheads="1"/>
          </p:cNvSpPr>
          <p:nvPr/>
        </p:nvSpPr>
        <p:spPr bwMode="auto">
          <a:xfrm>
            <a:off x="1371600" y="914400"/>
            <a:ext cx="533400" cy="457200"/>
          </a:xfrm>
          <a:prstGeom prst="rect">
            <a:avLst/>
          </a:prstGeom>
          <a:solidFill>
            <a:srgbClr val="FFCC66"/>
          </a:solidFill>
          <a:ln w="19050">
            <a:solidFill>
              <a:srgbClr val="FF66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6</a:t>
            </a:r>
            <a:endParaRPr lang="en-US" altLang="zh-CN">
              <a:latin typeface="Times New Roman" panose="02020603050405020304" pitchFamily="18" charset="0"/>
            </a:endParaRPr>
          </a:p>
        </p:txBody>
      </p:sp>
      <p:sp>
        <p:nvSpPr>
          <p:cNvPr id="25614" name="Text Box 2062">
            <a:extLst>
              <a:ext uri="{FF2B5EF4-FFF2-40B4-BE49-F238E27FC236}">
                <a16:creationId xmlns:a16="http://schemas.microsoft.com/office/drawing/2014/main" id="{C8880F68-E6DF-5A84-7EDD-19AED5CF76CD}"/>
              </a:ext>
            </a:extLst>
          </p:cNvPr>
          <p:cNvSpPr txBox="1">
            <a:spLocks noChangeArrowheads="1"/>
          </p:cNvSpPr>
          <p:nvPr/>
        </p:nvSpPr>
        <p:spPr bwMode="auto">
          <a:xfrm>
            <a:off x="2228850" y="381000"/>
            <a:ext cx="516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0     1     2    3     4     5    6     7     8</a:t>
            </a:r>
          </a:p>
        </p:txBody>
      </p:sp>
      <p:sp>
        <p:nvSpPr>
          <p:cNvPr id="275471" name="Text Box 2063">
            <a:extLst>
              <a:ext uri="{FF2B5EF4-FFF2-40B4-BE49-F238E27FC236}">
                <a16:creationId xmlns:a16="http://schemas.microsoft.com/office/drawing/2014/main" id="{67213BEE-AFD9-FE67-DA40-4E789517FDDF}"/>
              </a:ext>
            </a:extLst>
          </p:cNvPr>
          <p:cNvSpPr txBox="1">
            <a:spLocks noChangeArrowheads="1"/>
          </p:cNvSpPr>
          <p:nvPr/>
        </p:nvSpPr>
        <p:spPr bwMode="auto">
          <a:xfrm>
            <a:off x="1219200" y="1462088"/>
            <a:ext cx="901700" cy="519112"/>
          </a:xfrm>
          <a:prstGeom prst="rect">
            <a:avLst/>
          </a:prstGeom>
          <a:noFill/>
          <a:ln w="9525">
            <a:noFill/>
            <a:miter lim="800000"/>
            <a:headEnd/>
            <a:tailEnd/>
          </a:ln>
          <a:effectLst/>
        </p:spPr>
        <p:txBody>
          <a:bodyPr wrap="none">
            <a:spAutoFit/>
          </a:bodyPr>
          <a:lstStyle/>
          <a:p>
            <a:pPr>
              <a:defRPr/>
            </a:pPr>
            <a:r>
              <a:rPr lang="zh-CN" altLang="en-US" sz="2800" b="1">
                <a:solidFill>
                  <a:schemeClr val="hlink"/>
                </a:solidFill>
                <a:effectLst>
                  <a:outerShdw blurRad="38100" dist="38100" dir="2700000" algn="tl">
                    <a:srgbClr val="C0C0C0"/>
                  </a:outerShdw>
                </a:effectLst>
                <a:latin typeface="Times New Roman" charset="0"/>
                <a:ea typeface="仿宋_GB2312" pitchFamily="49" charset="-122"/>
              </a:rPr>
              <a:t>搜索</a:t>
            </a:r>
            <a:endParaRPr lang="zh-CN" altLang="en-US">
              <a:latin typeface="Times New Roman" charset="0"/>
            </a:endParaRPr>
          </a:p>
        </p:txBody>
      </p:sp>
      <p:sp>
        <p:nvSpPr>
          <p:cNvPr id="25616" name="Line 2064">
            <a:extLst>
              <a:ext uri="{FF2B5EF4-FFF2-40B4-BE49-F238E27FC236}">
                <a16:creationId xmlns:a16="http://schemas.microsoft.com/office/drawing/2014/main" id="{64A06273-1FD0-EC66-45DF-AE3172E6B8BA}"/>
              </a:ext>
            </a:extLst>
          </p:cNvPr>
          <p:cNvSpPr>
            <a:spLocks noChangeShapeType="1"/>
          </p:cNvSpPr>
          <p:nvPr/>
        </p:nvSpPr>
        <p:spPr bwMode="auto">
          <a:xfrm flipV="1">
            <a:off x="23622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7" name="Line 2065">
            <a:extLst>
              <a:ext uri="{FF2B5EF4-FFF2-40B4-BE49-F238E27FC236}">
                <a16:creationId xmlns:a16="http://schemas.microsoft.com/office/drawing/2014/main" id="{1D4686DF-3065-B032-A1FF-5369D74F6524}"/>
              </a:ext>
            </a:extLst>
          </p:cNvPr>
          <p:cNvSpPr>
            <a:spLocks noChangeShapeType="1"/>
          </p:cNvSpPr>
          <p:nvPr/>
        </p:nvSpPr>
        <p:spPr bwMode="auto">
          <a:xfrm flipV="1">
            <a:off x="48006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8" name="Line 2066">
            <a:extLst>
              <a:ext uri="{FF2B5EF4-FFF2-40B4-BE49-F238E27FC236}">
                <a16:creationId xmlns:a16="http://schemas.microsoft.com/office/drawing/2014/main" id="{0575DDA9-766B-9BF2-E451-B00079B3EB28}"/>
              </a:ext>
            </a:extLst>
          </p:cNvPr>
          <p:cNvSpPr>
            <a:spLocks noChangeShapeType="1"/>
          </p:cNvSpPr>
          <p:nvPr/>
        </p:nvSpPr>
        <p:spPr bwMode="auto">
          <a:xfrm flipV="1">
            <a:off x="72390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19" name="Text Box 2067">
            <a:extLst>
              <a:ext uri="{FF2B5EF4-FFF2-40B4-BE49-F238E27FC236}">
                <a16:creationId xmlns:a16="http://schemas.microsoft.com/office/drawing/2014/main" id="{C25B5308-3461-6EDA-52F4-CF26EF282D49}"/>
              </a:ext>
            </a:extLst>
          </p:cNvPr>
          <p:cNvSpPr txBox="1">
            <a:spLocks noChangeArrowheads="1"/>
          </p:cNvSpPr>
          <p:nvPr/>
        </p:nvSpPr>
        <p:spPr bwMode="auto">
          <a:xfrm>
            <a:off x="2362200" y="15240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5620" name="Text Box 2068">
            <a:extLst>
              <a:ext uri="{FF2B5EF4-FFF2-40B4-BE49-F238E27FC236}">
                <a16:creationId xmlns:a16="http://schemas.microsoft.com/office/drawing/2014/main" id="{3A4B2046-7F9E-C334-F264-A2DACB0CFB67}"/>
              </a:ext>
            </a:extLst>
          </p:cNvPr>
          <p:cNvSpPr txBox="1">
            <a:spLocks noChangeArrowheads="1"/>
          </p:cNvSpPr>
          <p:nvPr/>
        </p:nvSpPr>
        <p:spPr bwMode="auto">
          <a:xfrm>
            <a:off x="4027488" y="1538288"/>
            <a:ext cx="77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5621" name="Text Box 2069">
            <a:extLst>
              <a:ext uri="{FF2B5EF4-FFF2-40B4-BE49-F238E27FC236}">
                <a16:creationId xmlns:a16="http://schemas.microsoft.com/office/drawing/2014/main" id="{B3CF743D-2E5C-73EB-001F-0EDF0AF163FC}"/>
              </a:ext>
            </a:extLst>
          </p:cNvPr>
          <p:cNvSpPr txBox="1">
            <a:spLocks noChangeArrowheads="1"/>
          </p:cNvSpPr>
          <p:nvPr/>
        </p:nvSpPr>
        <p:spPr bwMode="auto">
          <a:xfrm>
            <a:off x="7296150" y="15240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5622" name="Rectangle 2070">
            <a:extLst>
              <a:ext uri="{FF2B5EF4-FFF2-40B4-BE49-F238E27FC236}">
                <a16:creationId xmlns:a16="http://schemas.microsoft.com/office/drawing/2014/main" id="{35535432-4418-8934-F3F4-06945702B4F3}"/>
              </a:ext>
            </a:extLst>
          </p:cNvPr>
          <p:cNvSpPr>
            <a:spLocks noChangeArrowheads="1"/>
          </p:cNvSpPr>
          <p:nvPr/>
        </p:nvSpPr>
        <p:spPr bwMode="auto">
          <a:xfrm>
            <a:off x="4953000" y="1600200"/>
            <a:ext cx="533400" cy="457200"/>
          </a:xfrm>
          <a:prstGeom prst="rect">
            <a:avLst/>
          </a:prstGeom>
          <a:solidFill>
            <a:srgbClr val="FFCC66"/>
          </a:solidFill>
          <a:ln w="19050">
            <a:solidFill>
              <a:srgbClr val="FF66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6</a:t>
            </a:r>
            <a:endParaRPr lang="en-US" altLang="zh-CN">
              <a:latin typeface="Times New Roman" panose="02020603050405020304" pitchFamily="18" charset="0"/>
            </a:endParaRPr>
          </a:p>
        </p:txBody>
      </p:sp>
      <p:sp>
        <p:nvSpPr>
          <p:cNvPr id="25623" name="Rectangle 2071" descr="白色大理石">
            <a:extLst>
              <a:ext uri="{FF2B5EF4-FFF2-40B4-BE49-F238E27FC236}">
                <a16:creationId xmlns:a16="http://schemas.microsoft.com/office/drawing/2014/main" id="{BFCF0163-CBA8-9B5A-88ED-05ACF1AFCF1C}"/>
              </a:ext>
            </a:extLst>
          </p:cNvPr>
          <p:cNvSpPr>
            <a:spLocks noChangeArrowheads="1"/>
          </p:cNvSpPr>
          <p:nvPr/>
        </p:nvSpPr>
        <p:spPr bwMode="auto">
          <a:xfrm>
            <a:off x="5181600" y="2743200"/>
            <a:ext cx="24384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25624" name="Text Box 2072">
            <a:extLst>
              <a:ext uri="{FF2B5EF4-FFF2-40B4-BE49-F238E27FC236}">
                <a16:creationId xmlns:a16="http://schemas.microsoft.com/office/drawing/2014/main" id="{DC1AB7B6-7912-592D-23C3-9D6DA5ED892C}"/>
              </a:ext>
            </a:extLst>
          </p:cNvPr>
          <p:cNvSpPr txBox="1">
            <a:spLocks noChangeArrowheads="1"/>
          </p:cNvSpPr>
          <p:nvPr/>
        </p:nvSpPr>
        <p:spPr bwMode="auto">
          <a:xfrm>
            <a:off x="5192713" y="2667000"/>
            <a:ext cx="2419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 6    8   10  12</a:t>
            </a:r>
            <a:endParaRPr kumimoji="1" lang="en-US" altLang="zh-CN" sz="2400">
              <a:latin typeface="Times New Roman" panose="02020603050405020304" pitchFamily="18" charset="0"/>
              <a:ea typeface="宋体" panose="02010600030101010101" pitchFamily="2" charset="-122"/>
            </a:endParaRPr>
          </a:p>
        </p:txBody>
      </p:sp>
      <p:sp>
        <p:nvSpPr>
          <p:cNvPr id="25625" name="Line 2073">
            <a:extLst>
              <a:ext uri="{FF2B5EF4-FFF2-40B4-BE49-F238E27FC236}">
                <a16:creationId xmlns:a16="http://schemas.microsoft.com/office/drawing/2014/main" id="{D9C34556-19F1-9BFD-6289-D894934E05B1}"/>
              </a:ext>
            </a:extLst>
          </p:cNvPr>
          <p:cNvSpPr>
            <a:spLocks noChangeShapeType="1"/>
          </p:cNvSpPr>
          <p:nvPr/>
        </p:nvSpPr>
        <p:spPr bwMode="auto">
          <a:xfrm>
            <a:off x="7010400" y="27432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6" name="Line 2074">
            <a:extLst>
              <a:ext uri="{FF2B5EF4-FFF2-40B4-BE49-F238E27FC236}">
                <a16:creationId xmlns:a16="http://schemas.microsoft.com/office/drawing/2014/main" id="{E6C1EF34-56DC-48CC-4181-8BA2D92B6838}"/>
              </a:ext>
            </a:extLst>
          </p:cNvPr>
          <p:cNvSpPr>
            <a:spLocks noChangeShapeType="1"/>
          </p:cNvSpPr>
          <p:nvPr/>
        </p:nvSpPr>
        <p:spPr bwMode="auto">
          <a:xfrm>
            <a:off x="6400800" y="27432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7" name="Line 2075">
            <a:extLst>
              <a:ext uri="{FF2B5EF4-FFF2-40B4-BE49-F238E27FC236}">
                <a16:creationId xmlns:a16="http://schemas.microsoft.com/office/drawing/2014/main" id="{56EDB8BC-6D2B-1762-8413-E6F329FE4AAB}"/>
              </a:ext>
            </a:extLst>
          </p:cNvPr>
          <p:cNvSpPr>
            <a:spLocks noChangeShapeType="1"/>
          </p:cNvSpPr>
          <p:nvPr/>
        </p:nvSpPr>
        <p:spPr bwMode="auto">
          <a:xfrm>
            <a:off x="5791200" y="27432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8" name="Text Box 2076">
            <a:extLst>
              <a:ext uri="{FF2B5EF4-FFF2-40B4-BE49-F238E27FC236}">
                <a16:creationId xmlns:a16="http://schemas.microsoft.com/office/drawing/2014/main" id="{1B2DB89B-0A71-A71C-DB0E-3205D0CFF58F}"/>
              </a:ext>
            </a:extLst>
          </p:cNvPr>
          <p:cNvSpPr txBox="1">
            <a:spLocks noChangeArrowheads="1"/>
          </p:cNvSpPr>
          <p:nvPr/>
        </p:nvSpPr>
        <p:spPr bwMode="auto">
          <a:xfrm>
            <a:off x="5251450" y="2224088"/>
            <a:ext cx="2139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5    6     7     8</a:t>
            </a:r>
          </a:p>
        </p:txBody>
      </p:sp>
      <p:sp>
        <p:nvSpPr>
          <p:cNvPr id="25629" name="Line 2077">
            <a:extLst>
              <a:ext uri="{FF2B5EF4-FFF2-40B4-BE49-F238E27FC236}">
                <a16:creationId xmlns:a16="http://schemas.microsoft.com/office/drawing/2014/main" id="{5632F312-0FF7-B0D2-0D02-4B8F9BEC1136}"/>
              </a:ext>
            </a:extLst>
          </p:cNvPr>
          <p:cNvSpPr>
            <a:spLocks noChangeShapeType="1"/>
          </p:cNvSpPr>
          <p:nvPr/>
        </p:nvSpPr>
        <p:spPr bwMode="auto">
          <a:xfrm flipV="1">
            <a:off x="5410200" y="32004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0" name="Line 2078">
            <a:extLst>
              <a:ext uri="{FF2B5EF4-FFF2-40B4-BE49-F238E27FC236}">
                <a16:creationId xmlns:a16="http://schemas.microsoft.com/office/drawing/2014/main" id="{19DFA8F3-9D05-B3A5-D23C-6AAAB7BC79F0}"/>
              </a:ext>
            </a:extLst>
          </p:cNvPr>
          <p:cNvSpPr>
            <a:spLocks noChangeShapeType="1"/>
          </p:cNvSpPr>
          <p:nvPr/>
        </p:nvSpPr>
        <p:spPr bwMode="auto">
          <a:xfrm flipV="1">
            <a:off x="6172200" y="32004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1" name="Line 2079">
            <a:extLst>
              <a:ext uri="{FF2B5EF4-FFF2-40B4-BE49-F238E27FC236}">
                <a16:creationId xmlns:a16="http://schemas.microsoft.com/office/drawing/2014/main" id="{EF7E22A8-41B2-8901-A5A1-F49ABA3F1DE7}"/>
              </a:ext>
            </a:extLst>
          </p:cNvPr>
          <p:cNvSpPr>
            <a:spLocks noChangeShapeType="1"/>
          </p:cNvSpPr>
          <p:nvPr/>
        </p:nvSpPr>
        <p:spPr bwMode="auto">
          <a:xfrm flipV="1">
            <a:off x="7239000" y="32004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32" name="Text Box 2080">
            <a:extLst>
              <a:ext uri="{FF2B5EF4-FFF2-40B4-BE49-F238E27FC236}">
                <a16:creationId xmlns:a16="http://schemas.microsoft.com/office/drawing/2014/main" id="{E09963C2-85D1-61E7-FAD4-26AB47549320}"/>
              </a:ext>
            </a:extLst>
          </p:cNvPr>
          <p:cNvSpPr txBox="1">
            <a:spLocks noChangeArrowheads="1"/>
          </p:cNvSpPr>
          <p:nvPr/>
        </p:nvSpPr>
        <p:spPr bwMode="auto">
          <a:xfrm>
            <a:off x="4692650" y="32766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5633" name="Text Box 2081">
            <a:extLst>
              <a:ext uri="{FF2B5EF4-FFF2-40B4-BE49-F238E27FC236}">
                <a16:creationId xmlns:a16="http://schemas.microsoft.com/office/drawing/2014/main" id="{A3733D45-E404-AEC6-7A2B-09E7FD4BBC7E}"/>
              </a:ext>
            </a:extLst>
          </p:cNvPr>
          <p:cNvSpPr txBox="1">
            <a:spLocks noChangeArrowheads="1"/>
          </p:cNvSpPr>
          <p:nvPr/>
        </p:nvSpPr>
        <p:spPr bwMode="auto">
          <a:xfrm>
            <a:off x="5399088" y="3290888"/>
            <a:ext cx="77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5634" name="Text Box 2082">
            <a:extLst>
              <a:ext uri="{FF2B5EF4-FFF2-40B4-BE49-F238E27FC236}">
                <a16:creationId xmlns:a16="http://schemas.microsoft.com/office/drawing/2014/main" id="{987222ED-5B32-8E0F-5A0D-119F7BD0843B}"/>
              </a:ext>
            </a:extLst>
          </p:cNvPr>
          <p:cNvSpPr txBox="1">
            <a:spLocks noChangeArrowheads="1"/>
          </p:cNvSpPr>
          <p:nvPr/>
        </p:nvSpPr>
        <p:spPr bwMode="auto">
          <a:xfrm>
            <a:off x="7296150" y="32766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5635" name="Rectangle 2083" descr="白色大理石">
            <a:extLst>
              <a:ext uri="{FF2B5EF4-FFF2-40B4-BE49-F238E27FC236}">
                <a16:creationId xmlns:a16="http://schemas.microsoft.com/office/drawing/2014/main" id="{58C07028-D807-AF15-E7DE-400A33237CB7}"/>
              </a:ext>
            </a:extLst>
          </p:cNvPr>
          <p:cNvSpPr>
            <a:spLocks noChangeArrowheads="1"/>
          </p:cNvSpPr>
          <p:nvPr/>
        </p:nvSpPr>
        <p:spPr bwMode="auto">
          <a:xfrm>
            <a:off x="5181600" y="4343400"/>
            <a:ext cx="6096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hlink"/>
                </a:solidFill>
                <a:latin typeface="Times New Roman" panose="02020603050405020304" pitchFamily="18" charset="0"/>
              </a:rPr>
              <a:t>6</a:t>
            </a:r>
            <a:endParaRPr lang="en-US" altLang="zh-CN">
              <a:latin typeface="Times New Roman" panose="02020603050405020304" pitchFamily="18" charset="0"/>
            </a:endParaRPr>
          </a:p>
        </p:txBody>
      </p:sp>
      <p:sp>
        <p:nvSpPr>
          <p:cNvPr id="25636" name="Rectangle 2084">
            <a:extLst>
              <a:ext uri="{FF2B5EF4-FFF2-40B4-BE49-F238E27FC236}">
                <a16:creationId xmlns:a16="http://schemas.microsoft.com/office/drawing/2014/main" id="{ADDFE64F-C1AA-8186-50C3-860624DBDB5C}"/>
              </a:ext>
            </a:extLst>
          </p:cNvPr>
          <p:cNvSpPr>
            <a:spLocks noChangeArrowheads="1"/>
          </p:cNvSpPr>
          <p:nvPr/>
        </p:nvSpPr>
        <p:spPr bwMode="auto">
          <a:xfrm>
            <a:off x="6019800" y="4343400"/>
            <a:ext cx="609600" cy="457200"/>
          </a:xfrm>
          <a:prstGeom prst="rect">
            <a:avLst/>
          </a:prstGeom>
          <a:solidFill>
            <a:srgbClr val="FFCC66"/>
          </a:solidFill>
          <a:ln w="19050">
            <a:solidFill>
              <a:schemeClr val="tx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6</a:t>
            </a:r>
            <a:endParaRPr lang="en-US" altLang="zh-CN">
              <a:latin typeface="Times New Roman" panose="02020603050405020304" pitchFamily="18" charset="0"/>
            </a:endParaRPr>
          </a:p>
        </p:txBody>
      </p:sp>
      <p:sp>
        <p:nvSpPr>
          <p:cNvPr id="25637" name="Text Box 2085">
            <a:extLst>
              <a:ext uri="{FF2B5EF4-FFF2-40B4-BE49-F238E27FC236}">
                <a16:creationId xmlns:a16="http://schemas.microsoft.com/office/drawing/2014/main" id="{D6371563-A00A-85CC-03D3-2D374A8768DE}"/>
              </a:ext>
            </a:extLst>
          </p:cNvPr>
          <p:cNvSpPr txBox="1">
            <a:spLocks noChangeArrowheads="1"/>
          </p:cNvSpPr>
          <p:nvPr/>
        </p:nvSpPr>
        <p:spPr bwMode="auto">
          <a:xfrm>
            <a:off x="5257800" y="3824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5</a:t>
            </a:r>
          </a:p>
        </p:txBody>
      </p:sp>
      <p:sp>
        <p:nvSpPr>
          <p:cNvPr id="25638" name="Text Box 2086">
            <a:extLst>
              <a:ext uri="{FF2B5EF4-FFF2-40B4-BE49-F238E27FC236}">
                <a16:creationId xmlns:a16="http://schemas.microsoft.com/office/drawing/2014/main" id="{B54DD57A-D2B1-1BE4-4851-BB93EEFF04A1}"/>
              </a:ext>
            </a:extLst>
          </p:cNvPr>
          <p:cNvSpPr txBox="1">
            <a:spLocks noChangeArrowheads="1"/>
          </p:cNvSpPr>
          <p:nvPr/>
        </p:nvSpPr>
        <p:spPr bwMode="auto">
          <a:xfrm>
            <a:off x="4419600" y="51054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5639" name="Text Box 2087">
            <a:extLst>
              <a:ext uri="{FF2B5EF4-FFF2-40B4-BE49-F238E27FC236}">
                <a16:creationId xmlns:a16="http://schemas.microsoft.com/office/drawing/2014/main" id="{1D2E6229-21AD-6F58-6C94-846D639BF59F}"/>
              </a:ext>
            </a:extLst>
          </p:cNvPr>
          <p:cNvSpPr txBox="1">
            <a:spLocks noChangeArrowheads="1"/>
          </p:cNvSpPr>
          <p:nvPr/>
        </p:nvSpPr>
        <p:spPr bwMode="auto">
          <a:xfrm>
            <a:off x="5126038" y="5119688"/>
            <a:ext cx="77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5640" name="Text Box 2088">
            <a:extLst>
              <a:ext uri="{FF2B5EF4-FFF2-40B4-BE49-F238E27FC236}">
                <a16:creationId xmlns:a16="http://schemas.microsoft.com/office/drawing/2014/main" id="{9B088A2B-3E7F-2DFD-077B-EB7C64523D3D}"/>
              </a:ext>
            </a:extLst>
          </p:cNvPr>
          <p:cNvSpPr txBox="1">
            <a:spLocks noChangeArrowheads="1"/>
          </p:cNvSpPr>
          <p:nvPr/>
        </p:nvSpPr>
        <p:spPr bwMode="auto">
          <a:xfrm>
            <a:off x="5867400" y="51054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5641" name="Line 2089">
            <a:extLst>
              <a:ext uri="{FF2B5EF4-FFF2-40B4-BE49-F238E27FC236}">
                <a16:creationId xmlns:a16="http://schemas.microsoft.com/office/drawing/2014/main" id="{65245AD6-4012-A43C-41A5-E36EF1AC54D7}"/>
              </a:ext>
            </a:extLst>
          </p:cNvPr>
          <p:cNvSpPr>
            <a:spLocks noChangeShapeType="1"/>
          </p:cNvSpPr>
          <p:nvPr/>
        </p:nvSpPr>
        <p:spPr bwMode="auto">
          <a:xfrm flipV="1">
            <a:off x="5486400" y="4876800"/>
            <a:ext cx="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2" name="Line 2090">
            <a:extLst>
              <a:ext uri="{FF2B5EF4-FFF2-40B4-BE49-F238E27FC236}">
                <a16:creationId xmlns:a16="http://schemas.microsoft.com/office/drawing/2014/main" id="{94AB4F8A-899B-E490-477E-7C6A6130D7AC}"/>
              </a:ext>
            </a:extLst>
          </p:cNvPr>
          <p:cNvSpPr>
            <a:spLocks noChangeShapeType="1"/>
          </p:cNvSpPr>
          <p:nvPr/>
        </p:nvSpPr>
        <p:spPr bwMode="auto">
          <a:xfrm flipV="1">
            <a:off x="4876800" y="4876800"/>
            <a:ext cx="3810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3" name="Line 2091">
            <a:extLst>
              <a:ext uri="{FF2B5EF4-FFF2-40B4-BE49-F238E27FC236}">
                <a16:creationId xmlns:a16="http://schemas.microsoft.com/office/drawing/2014/main" id="{FE9DF3EB-4B07-79DB-599E-7D163A0417B4}"/>
              </a:ext>
            </a:extLst>
          </p:cNvPr>
          <p:cNvSpPr>
            <a:spLocks noChangeShapeType="1"/>
          </p:cNvSpPr>
          <p:nvPr/>
        </p:nvSpPr>
        <p:spPr bwMode="auto">
          <a:xfrm flipH="1" flipV="1">
            <a:off x="5715000" y="4876800"/>
            <a:ext cx="3810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44" name="Rectangle 2092">
            <a:extLst>
              <a:ext uri="{FF2B5EF4-FFF2-40B4-BE49-F238E27FC236}">
                <a16:creationId xmlns:a16="http://schemas.microsoft.com/office/drawing/2014/main" id="{CFBBF700-CD3B-49AE-0F28-BE96DA4C1BAB}"/>
              </a:ext>
            </a:extLst>
          </p:cNvPr>
          <p:cNvSpPr>
            <a:spLocks noChangeArrowheads="1"/>
          </p:cNvSpPr>
          <p:nvPr/>
        </p:nvSpPr>
        <p:spPr bwMode="auto">
          <a:xfrm>
            <a:off x="6324600" y="3429000"/>
            <a:ext cx="609600" cy="457200"/>
          </a:xfrm>
          <a:prstGeom prst="rect">
            <a:avLst/>
          </a:prstGeom>
          <a:solidFill>
            <a:srgbClr val="FFCC66"/>
          </a:solidFill>
          <a:ln w="19050">
            <a:solidFill>
              <a:schemeClr val="tx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6</a:t>
            </a:r>
            <a:endParaRPr lang="en-US" altLang="zh-CN">
              <a:latin typeface="Times New Roman" panose="02020603050405020304" pitchFamily="18" charset="0"/>
            </a:endParaRPr>
          </a:p>
        </p:txBody>
      </p:sp>
      <p:sp>
        <p:nvSpPr>
          <p:cNvPr id="2" name="灯片编号占位符 1">
            <a:extLst>
              <a:ext uri="{FF2B5EF4-FFF2-40B4-BE49-F238E27FC236}">
                <a16:creationId xmlns:a16="http://schemas.microsoft.com/office/drawing/2014/main" id="{0D4E2413-FAF3-06E1-AC0A-C23C1B5B1E7A}"/>
              </a:ext>
            </a:extLst>
          </p:cNvPr>
          <p:cNvSpPr>
            <a:spLocks noGrp="1"/>
          </p:cNvSpPr>
          <p:nvPr>
            <p:ph type="sldNum" sz="quarter" idx="12"/>
          </p:nvPr>
        </p:nvSpPr>
        <p:spPr/>
        <p:txBody>
          <a:bodyPr/>
          <a:lstStyle/>
          <a:p>
            <a:pPr>
              <a:defRPr/>
            </a:pPr>
            <a:fld id="{A5CDC942-AD50-4CB1-AAEC-9B389C2C8E01}" type="slidenum">
              <a:rPr lang="en-US" altLang="zh-CN" smtClean="0"/>
              <a:pPr>
                <a:defRPr/>
              </a:pPr>
              <a:t>17</a:t>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a:extLst>
              <a:ext uri="{FF2B5EF4-FFF2-40B4-BE49-F238E27FC236}">
                <a16:creationId xmlns:a16="http://schemas.microsoft.com/office/drawing/2014/main" id="{5F7DC2EF-A0E4-C2C7-A6FA-2EA5AF545164}"/>
              </a:ext>
            </a:extLst>
          </p:cNvPr>
          <p:cNvSpPr txBox="1">
            <a:spLocks noChangeArrowheads="1"/>
          </p:cNvSpPr>
          <p:nvPr/>
        </p:nvSpPr>
        <p:spPr bwMode="auto">
          <a:xfrm>
            <a:off x="4038600" y="5592763"/>
            <a:ext cx="3200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a:solidFill>
                  <a:schemeClr val="accent2"/>
                </a:solidFill>
                <a:latin typeface="仿宋_GB2312" pitchFamily="49" charset="-122"/>
                <a:ea typeface="仿宋_GB2312" pitchFamily="49" charset="-122"/>
              </a:rPr>
              <a:t>搜索失败的例子</a:t>
            </a:r>
            <a:endParaRPr kumimoji="1" lang="zh-CN" altLang="en-US" sz="2400">
              <a:latin typeface="Times New Roman" panose="02020603050405020304" pitchFamily="18" charset="0"/>
              <a:ea typeface="宋体" panose="02010600030101010101" pitchFamily="2" charset="-122"/>
            </a:endParaRPr>
          </a:p>
        </p:txBody>
      </p:sp>
      <p:sp>
        <p:nvSpPr>
          <p:cNvPr id="26627" name="Rectangle 4" descr="白色大理石">
            <a:extLst>
              <a:ext uri="{FF2B5EF4-FFF2-40B4-BE49-F238E27FC236}">
                <a16:creationId xmlns:a16="http://schemas.microsoft.com/office/drawing/2014/main" id="{04C4641A-281E-AA7D-1855-4FB592214D20}"/>
              </a:ext>
            </a:extLst>
          </p:cNvPr>
          <p:cNvSpPr>
            <a:spLocks noChangeArrowheads="1"/>
          </p:cNvSpPr>
          <p:nvPr/>
        </p:nvSpPr>
        <p:spPr bwMode="auto">
          <a:xfrm>
            <a:off x="2133600" y="914400"/>
            <a:ext cx="54864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26628" name="Text Box 5">
            <a:extLst>
              <a:ext uri="{FF2B5EF4-FFF2-40B4-BE49-F238E27FC236}">
                <a16:creationId xmlns:a16="http://schemas.microsoft.com/office/drawing/2014/main" id="{04C7384D-8690-CF5C-C259-3F8ABF0BB919}"/>
              </a:ext>
            </a:extLst>
          </p:cNvPr>
          <p:cNvSpPr txBox="1">
            <a:spLocks noChangeArrowheads="1"/>
          </p:cNvSpPr>
          <p:nvPr/>
        </p:nvSpPr>
        <p:spPr bwMode="auto">
          <a:xfrm>
            <a:off x="2144713" y="838200"/>
            <a:ext cx="546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楷体_GB2312" pitchFamily="49" charset="-122"/>
                <a:ea typeface="楷体_GB2312" pitchFamily="49" charset="-122"/>
              </a:rPr>
              <a:t>-</a:t>
            </a:r>
            <a:r>
              <a:rPr kumimoji="1" lang="en-US" altLang="zh-CN" sz="3200" b="1">
                <a:solidFill>
                  <a:schemeClr val="hlink"/>
                </a:solidFill>
                <a:latin typeface="Times New Roman" panose="02020603050405020304" pitchFamily="18" charset="0"/>
                <a:ea typeface="宋体" panose="02010600030101010101" pitchFamily="2" charset="-122"/>
              </a:rPr>
              <a:t>1   0    1    3    4    6    8   10  12</a:t>
            </a:r>
            <a:endParaRPr kumimoji="1" lang="en-US" altLang="zh-CN" sz="2400">
              <a:latin typeface="Times New Roman" panose="02020603050405020304" pitchFamily="18" charset="0"/>
              <a:ea typeface="宋体" panose="02010600030101010101" pitchFamily="2" charset="-122"/>
            </a:endParaRPr>
          </a:p>
        </p:txBody>
      </p:sp>
      <p:sp>
        <p:nvSpPr>
          <p:cNvPr id="26629" name="Line 6">
            <a:extLst>
              <a:ext uri="{FF2B5EF4-FFF2-40B4-BE49-F238E27FC236}">
                <a16:creationId xmlns:a16="http://schemas.microsoft.com/office/drawing/2014/main" id="{FC4D6604-A038-BCA4-90D4-83B079741B53}"/>
              </a:ext>
            </a:extLst>
          </p:cNvPr>
          <p:cNvSpPr>
            <a:spLocks noChangeShapeType="1"/>
          </p:cNvSpPr>
          <p:nvPr/>
        </p:nvSpPr>
        <p:spPr bwMode="auto">
          <a:xfrm>
            <a:off x="70104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0" name="Line 7">
            <a:extLst>
              <a:ext uri="{FF2B5EF4-FFF2-40B4-BE49-F238E27FC236}">
                <a16:creationId xmlns:a16="http://schemas.microsoft.com/office/drawing/2014/main" id="{0B84B19F-E238-D822-E8AD-9AE31338066B}"/>
              </a:ext>
            </a:extLst>
          </p:cNvPr>
          <p:cNvSpPr>
            <a:spLocks noChangeShapeType="1"/>
          </p:cNvSpPr>
          <p:nvPr/>
        </p:nvSpPr>
        <p:spPr bwMode="auto">
          <a:xfrm>
            <a:off x="64008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1" name="Line 8">
            <a:extLst>
              <a:ext uri="{FF2B5EF4-FFF2-40B4-BE49-F238E27FC236}">
                <a16:creationId xmlns:a16="http://schemas.microsoft.com/office/drawing/2014/main" id="{1FD210D3-3C7C-38C7-F882-EBAC9DC6C581}"/>
              </a:ext>
            </a:extLst>
          </p:cNvPr>
          <p:cNvSpPr>
            <a:spLocks noChangeShapeType="1"/>
          </p:cNvSpPr>
          <p:nvPr/>
        </p:nvSpPr>
        <p:spPr bwMode="auto">
          <a:xfrm>
            <a:off x="57912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2" name="Line 9">
            <a:extLst>
              <a:ext uri="{FF2B5EF4-FFF2-40B4-BE49-F238E27FC236}">
                <a16:creationId xmlns:a16="http://schemas.microsoft.com/office/drawing/2014/main" id="{49D4099B-DF92-1F30-82A9-55AF7493810A}"/>
              </a:ext>
            </a:extLst>
          </p:cNvPr>
          <p:cNvSpPr>
            <a:spLocks noChangeShapeType="1"/>
          </p:cNvSpPr>
          <p:nvPr/>
        </p:nvSpPr>
        <p:spPr bwMode="auto">
          <a:xfrm>
            <a:off x="51816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3" name="Line 10">
            <a:extLst>
              <a:ext uri="{FF2B5EF4-FFF2-40B4-BE49-F238E27FC236}">
                <a16:creationId xmlns:a16="http://schemas.microsoft.com/office/drawing/2014/main" id="{92AA5A11-971A-42CD-0371-09F9401F8742}"/>
              </a:ext>
            </a:extLst>
          </p:cNvPr>
          <p:cNvSpPr>
            <a:spLocks noChangeShapeType="1"/>
          </p:cNvSpPr>
          <p:nvPr/>
        </p:nvSpPr>
        <p:spPr bwMode="auto">
          <a:xfrm>
            <a:off x="45720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4" name="Line 11">
            <a:extLst>
              <a:ext uri="{FF2B5EF4-FFF2-40B4-BE49-F238E27FC236}">
                <a16:creationId xmlns:a16="http://schemas.microsoft.com/office/drawing/2014/main" id="{E8C4BA9F-C89B-1382-9851-05C6D90C0F28}"/>
              </a:ext>
            </a:extLst>
          </p:cNvPr>
          <p:cNvSpPr>
            <a:spLocks noChangeShapeType="1"/>
          </p:cNvSpPr>
          <p:nvPr/>
        </p:nvSpPr>
        <p:spPr bwMode="auto">
          <a:xfrm>
            <a:off x="39624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5" name="Line 12">
            <a:extLst>
              <a:ext uri="{FF2B5EF4-FFF2-40B4-BE49-F238E27FC236}">
                <a16:creationId xmlns:a16="http://schemas.microsoft.com/office/drawing/2014/main" id="{B350FC55-A53B-7500-03D1-E5B24CE69862}"/>
              </a:ext>
            </a:extLst>
          </p:cNvPr>
          <p:cNvSpPr>
            <a:spLocks noChangeShapeType="1"/>
          </p:cNvSpPr>
          <p:nvPr/>
        </p:nvSpPr>
        <p:spPr bwMode="auto">
          <a:xfrm>
            <a:off x="33528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6" name="Line 13">
            <a:extLst>
              <a:ext uri="{FF2B5EF4-FFF2-40B4-BE49-F238E27FC236}">
                <a16:creationId xmlns:a16="http://schemas.microsoft.com/office/drawing/2014/main" id="{FC9CCF83-1A1E-9AAB-B8F2-5E8AC4F15223}"/>
              </a:ext>
            </a:extLst>
          </p:cNvPr>
          <p:cNvSpPr>
            <a:spLocks noChangeShapeType="1"/>
          </p:cNvSpPr>
          <p:nvPr/>
        </p:nvSpPr>
        <p:spPr bwMode="auto">
          <a:xfrm>
            <a:off x="2743200" y="914400"/>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7" name="Rectangle 14">
            <a:extLst>
              <a:ext uri="{FF2B5EF4-FFF2-40B4-BE49-F238E27FC236}">
                <a16:creationId xmlns:a16="http://schemas.microsoft.com/office/drawing/2014/main" id="{CEC460CF-7CD2-3318-2305-D799CB481804}"/>
              </a:ext>
            </a:extLst>
          </p:cNvPr>
          <p:cNvSpPr>
            <a:spLocks noChangeArrowheads="1"/>
          </p:cNvSpPr>
          <p:nvPr/>
        </p:nvSpPr>
        <p:spPr bwMode="auto">
          <a:xfrm>
            <a:off x="1371600" y="914400"/>
            <a:ext cx="533400" cy="457200"/>
          </a:xfrm>
          <a:prstGeom prst="rect">
            <a:avLst/>
          </a:prstGeom>
          <a:solidFill>
            <a:srgbClr val="FFCC66"/>
          </a:solidFill>
          <a:ln w="19050">
            <a:solidFill>
              <a:srgbClr val="FF66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5</a:t>
            </a:r>
            <a:endParaRPr lang="en-US" altLang="zh-CN">
              <a:latin typeface="Times New Roman" panose="02020603050405020304" pitchFamily="18" charset="0"/>
            </a:endParaRPr>
          </a:p>
        </p:txBody>
      </p:sp>
      <p:sp>
        <p:nvSpPr>
          <p:cNvPr id="26638" name="Text Box 15">
            <a:extLst>
              <a:ext uri="{FF2B5EF4-FFF2-40B4-BE49-F238E27FC236}">
                <a16:creationId xmlns:a16="http://schemas.microsoft.com/office/drawing/2014/main" id="{5461391E-BB4E-E83F-3F78-A420D1CEA70A}"/>
              </a:ext>
            </a:extLst>
          </p:cNvPr>
          <p:cNvSpPr txBox="1">
            <a:spLocks noChangeArrowheads="1"/>
          </p:cNvSpPr>
          <p:nvPr/>
        </p:nvSpPr>
        <p:spPr bwMode="auto">
          <a:xfrm>
            <a:off x="2228850" y="381000"/>
            <a:ext cx="5162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0     1     2    3     4     5    6     7     8</a:t>
            </a:r>
          </a:p>
        </p:txBody>
      </p:sp>
      <p:sp>
        <p:nvSpPr>
          <p:cNvPr id="173073" name="Text Box 17">
            <a:extLst>
              <a:ext uri="{FF2B5EF4-FFF2-40B4-BE49-F238E27FC236}">
                <a16:creationId xmlns:a16="http://schemas.microsoft.com/office/drawing/2014/main" id="{F2DBF672-C255-4596-C228-AAB275D42A88}"/>
              </a:ext>
            </a:extLst>
          </p:cNvPr>
          <p:cNvSpPr txBox="1">
            <a:spLocks noChangeArrowheads="1"/>
          </p:cNvSpPr>
          <p:nvPr/>
        </p:nvSpPr>
        <p:spPr bwMode="auto">
          <a:xfrm>
            <a:off x="1219200" y="1462088"/>
            <a:ext cx="901700" cy="519112"/>
          </a:xfrm>
          <a:prstGeom prst="rect">
            <a:avLst/>
          </a:prstGeom>
          <a:noFill/>
          <a:ln w="9525">
            <a:noFill/>
            <a:miter lim="800000"/>
            <a:headEnd/>
            <a:tailEnd/>
          </a:ln>
          <a:effectLst/>
        </p:spPr>
        <p:txBody>
          <a:bodyPr wrap="none">
            <a:spAutoFit/>
          </a:bodyPr>
          <a:lstStyle/>
          <a:p>
            <a:pPr>
              <a:defRPr/>
            </a:pPr>
            <a:r>
              <a:rPr lang="zh-CN" altLang="en-US" sz="2800" b="1">
                <a:solidFill>
                  <a:schemeClr val="hlink"/>
                </a:solidFill>
                <a:effectLst>
                  <a:outerShdw blurRad="38100" dist="38100" dir="2700000" algn="tl">
                    <a:srgbClr val="C0C0C0"/>
                  </a:outerShdw>
                </a:effectLst>
                <a:latin typeface="Times New Roman" charset="0"/>
                <a:ea typeface="仿宋_GB2312" pitchFamily="49" charset="-122"/>
              </a:rPr>
              <a:t>搜索</a:t>
            </a:r>
            <a:endParaRPr lang="zh-CN" altLang="en-US">
              <a:latin typeface="Times New Roman" charset="0"/>
            </a:endParaRPr>
          </a:p>
        </p:txBody>
      </p:sp>
      <p:sp>
        <p:nvSpPr>
          <p:cNvPr id="26640" name="Line 18">
            <a:extLst>
              <a:ext uri="{FF2B5EF4-FFF2-40B4-BE49-F238E27FC236}">
                <a16:creationId xmlns:a16="http://schemas.microsoft.com/office/drawing/2014/main" id="{2A3978C1-4196-0CE3-0460-1DBD82996B43}"/>
              </a:ext>
            </a:extLst>
          </p:cNvPr>
          <p:cNvSpPr>
            <a:spLocks noChangeShapeType="1"/>
          </p:cNvSpPr>
          <p:nvPr/>
        </p:nvSpPr>
        <p:spPr bwMode="auto">
          <a:xfrm flipV="1">
            <a:off x="23622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1" name="Line 19">
            <a:extLst>
              <a:ext uri="{FF2B5EF4-FFF2-40B4-BE49-F238E27FC236}">
                <a16:creationId xmlns:a16="http://schemas.microsoft.com/office/drawing/2014/main" id="{0DCE780C-7712-0BF4-7378-B29401875DC7}"/>
              </a:ext>
            </a:extLst>
          </p:cNvPr>
          <p:cNvSpPr>
            <a:spLocks noChangeShapeType="1"/>
          </p:cNvSpPr>
          <p:nvPr/>
        </p:nvSpPr>
        <p:spPr bwMode="auto">
          <a:xfrm flipV="1">
            <a:off x="48006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2" name="Line 20">
            <a:extLst>
              <a:ext uri="{FF2B5EF4-FFF2-40B4-BE49-F238E27FC236}">
                <a16:creationId xmlns:a16="http://schemas.microsoft.com/office/drawing/2014/main" id="{B4394AC1-EDA6-97A3-F51F-03B674F7837C}"/>
              </a:ext>
            </a:extLst>
          </p:cNvPr>
          <p:cNvSpPr>
            <a:spLocks noChangeShapeType="1"/>
          </p:cNvSpPr>
          <p:nvPr/>
        </p:nvSpPr>
        <p:spPr bwMode="auto">
          <a:xfrm flipV="1">
            <a:off x="7239000" y="1447800"/>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3" name="Text Box 21">
            <a:extLst>
              <a:ext uri="{FF2B5EF4-FFF2-40B4-BE49-F238E27FC236}">
                <a16:creationId xmlns:a16="http://schemas.microsoft.com/office/drawing/2014/main" id="{7E038814-7AC5-2045-A422-AD8A26C2A51B}"/>
              </a:ext>
            </a:extLst>
          </p:cNvPr>
          <p:cNvSpPr txBox="1">
            <a:spLocks noChangeArrowheads="1"/>
          </p:cNvSpPr>
          <p:nvPr/>
        </p:nvSpPr>
        <p:spPr bwMode="auto">
          <a:xfrm>
            <a:off x="2362200" y="15240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6644" name="Text Box 22">
            <a:extLst>
              <a:ext uri="{FF2B5EF4-FFF2-40B4-BE49-F238E27FC236}">
                <a16:creationId xmlns:a16="http://schemas.microsoft.com/office/drawing/2014/main" id="{82A0952C-4993-6977-8DE0-CB9EEA7EEA90}"/>
              </a:ext>
            </a:extLst>
          </p:cNvPr>
          <p:cNvSpPr txBox="1">
            <a:spLocks noChangeArrowheads="1"/>
          </p:cNvSpPr>
          <p:nvPr/>
        </p:nvSpPr>
        <p:spPr bwMode="auto">
          <a:xfrm>
            <a:off x="4027488" y="1538288"/>
            <a:ext cx="77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6645" name="Text Box 23">
            <a:extLst>
              <a:ext uri="{FF2B5EF4-FFF2-40B4-BE49-F238E27FC236}">
                <a16:creationId xmlns:a16="http://schemas.microsoft.com/office/drawing/2014/main" id="{47C907FE-E890-FDF4-614C-7ABF6AA63F02}"/>
              </a:ext>
            </a:extLst>
          </p:cNvPr>
          <p:cNvSpPr txBox="1">
            <a:spLocks noChangeArrowheads="1"/>
          </p:cNvSpPr>
          <p:nvPr/>
        </p:nvSpPr>
        <p:spPr bwMode="auto">
          <a:xfrm>
            <a:off x="7296150" y="15240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6646" name="Rectangle 24">
            <a:extLst>
              <a:ext uri="{FF2B5EF4-FFF2-40B4-BE49-F238E27FC236}">
                <a16:creationId xmlns:a16="http://schemas.microsoft.com/office/drawing/2014/main" id="{19A8525B-B6A5-3C4A-C7E2-ECD1666DA99D}"/>
              </a:ext>
            </a:extLst>
          </p:cNvPr>
          <p:cNvSpPr>
            <a:spLocks noChangeArrowheads="1"/>
          </p:cNvSpPr>
          <p:nvPr/>
        </p:nvSpPr>
        <p:spPr bwMode="auto">
          <a:xfrm>
            <a:off x="4953000" y="1600200"/>
            <a:ext cx="533400" cy="457200"/>
          </a:xfrm>
          <a:prstGeom prst="rect">
            <a:avLst/>
          </a:prstGeom>
          <a:solidFill>
            <a:srgbClr val="FFCC66"/>
          </a:solidFill>
          <a:ln w="19050">
            <a:solidFill>
              <a:srgbClr val="FF66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5</a:t>
            </a:r>
            <a:endParaRPr lang="en-US" altLang="zh-CN">
              <a:latin typeface="Times New Roman" panose="02020603050405020304" pitchFamily="18" charset="0"/>
            </a:endParaRPr>
          </a:p>
        </p:txBody>
      </p:sp>
      <p:sp>
        <p:nvSpPr>
          <p:cNvPr id="26647" name="Rectangle 25" descr="白色大理石">
            <a:extLst>
              <a:ext uri="{FF2B5EF4-FFF2-40B4-BE49-F238E27FC236}">
                <a16:creationId xmlns:a16="http://schemas.microsoft.com/office/drawing/2014/main" id="{42E50A6C-7136-E6DD-7518-E3309570107F}"/>
              </a:ext>
            </a:extLst>
          </p:cNvPr>
          <p:cNvSpPr>
            <a:spLocks noChangeArrowheads="1"/>
          </p:cNvSpPr>
          <p:nvPr/>
        </p:nvSpPr>
        <p:spPr bwMode="auto">
          <a:xfrm>
            <a:off x="5181600" y="2652713"/>
            <a:ext cx="24384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26648" name="Text Box 26">
            <a:extLst>
              <a:ext uri="{FF2B5EF4-FFF2-40B4-BE49-F238E27FC236}">
                <a16:creationId xmlns:a16="http://schemas.microsoft.com/office/drawing/2014/main" id="{AD9D4D1B-4C2B-5270-5926-A70A19BA398A}"/>
              </a:ext>
            </a:extLst>
          </p:cNvPr>
          <p:cNvSpPr txBox="1">
            <a:spLocks noChangeArrowheads="1"/>
          </p:cNvSpPr>
          <p:nvPr/>
        </p:nvSpPr>
        <p:spPr bwMode="auto">
          <a:xfrm>
            <a:off x="5192713" y="2576513"/>
            <a:ext cx="2419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 6    8   10  12</a:t>
            </a:r>
            <a:endParaRPr kumimoji="1" lang="en-US" altLang="zh-CN" sz="2400">
              <a:latin typeface="Times New Roman" panose="02020603050405020304" pitchFamily="18" charset="0"/>
              <a:ea typeface="宋体" panose="02010600030101010101" pitchFamily="2" charset="-122"/>
            </a:endParaRPr>
          </a:p>
        </p:txBody>
      </p:sp>
      <p:sp>
        <p:nvSpPr>
          <p:cNvPr id="26649" name="Line 27">
            <a:extLst>
              <a:ext uri="{FF2B5EF4-FFF2-40B4-BE49-F238E27FC236}">
                <a16:creationId xmlns:a16="http://schemas.microsoft.com/office/drawing/2014/main" id="{1B4F35C2-95EA-3D42-C92E-43FDA48C9C61}"/>
              </a:ext>
            </a:extLst>
          </p:cNvPr>
          <p:cNvSpPr>
            <a:spLocks noChangeShapeType="1"/>
          </p:cNvSpPr>
          <p:nvPr/>
        </p:nvSpPr>
        <p:spPr bwMode="auto">
          <a:xfrm>
            <a:off x="7010400" y="2652713"/>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0" name="Line 28">
            <a:extLst>
              <a:ext uri="{FF2B5EF4-FFF2-40B4-BE49-F238E27FC236}">
                <a16:creationId xmlns:a16="http://schemas.microsoft.com/office/drawing/2014/main" id="{9B5BDD91-AEA8-5FBE-0C4D-980CB979FB9F}"/>
              </a:ext>
            </a:extLst>
          </p:cNvPr>
          <p:cNvSpPr>
            <a:spLocks noChangeShapeType="1"/>
          </p:cNvSpPr>
          <p:nvPr/>
        </p:nvSpPr>
        <p:spPr bwMode="auto">
          <a:xfrm>
            <a:off x="6400800" y="2652713"/>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1" name="Line 29">
            <a:extLst>
              <a:ext uri="{FF2B5EF4-FFF2-40B4-BE49-F238E27FC236}">
                <a16:creationId xmlns:a16="http://schemas.microsoft.com/office/drawing/2014/main" id="{A0F00ACC-495C-662B-111C-509A7BF44883}"/>
              </a:ext>
            </a:extLst>
          </p:cNvPr>
          <p:cNvSpPr>
            <a:spLocks noChangeShapeType="1"/>
          </p:cNvSpPr>
          <p:nvPr/>
        </p:nvSpPr>
        <p:spPr bwMode="auto">
          <a:xfrm>
            <a:off x="5791200" y="2652713"/>
            <a:ext cx="0" cy="457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2" name="Text Box 30">
            <a:extLst>
              <a:ext uri="{FF2B5EF4-FFF2-40B4-BE49-F238E27FC236}">
                <a16:creationId xmlns:a16="http://schemas.microsoft.com/office/drawing/2014/main" id="{07DD87D2-F969-1BF0-7F79-E7D49DB00302}"/>
              </a:ext>
            </a:extLst>
          </p:cNvPr>
          <p:cNvSpPr txBox="1">
            <a:spLocks noChangeArrowheads="1"/>
          </p:cNvSpPr>
          <p:nvPr/>
        </p:nvSpPr>
        <p:spPr bwMode="auto">
          <a:xfrm>
            <a:off x="5251450" y="2133600"/>
            <a:ext cx="213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5    6     7     8</a:t>
            </a:r>
          </a:p>
        </p:txBody>
      </p:sp>
      <p:sp>
        <p:nvSpPr>
          <p:cNvPr id="26653" name="Line 32">
            <a:extLst>
              <a:ext uri="{FF2B5EF4-FFF2-40B4-BE49-F238E27FC236}">
                <a16:creationId xmlns:a16="http://schemas.microsoft.com/office/drawing/2014/main" id="{543F6FA5-9D08-BF1D-9468-E6FCDA4E3958}"/>
              </a:ext>
            </a:extLst>
          </p:cNvPr>
          <p:cNvSpPr>
            <a:spLocks noChangeShapeType="1"/>
          </p:cNvSpPr>
          <p:nvPr/>
        </p:nvSpPr>
        <p:spPr bwMode="auto">
          <a:xfrm flipV="1">
            <a:off x="5410200" y="3109913"/>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4" name="Line 33">
            <a:extLst>
              <a:ext uri="{FF2B5EF4-FFF2-40B4-BE49-F238E27FC236}">
                <a16:creationId xmlns:a16="http://schemas.microsoft.com/office/drawing/2014/main" id="{B8F2737D-0C93-F697-3802-A40D5B149039}"/>
              </a:ext>
            </a:extLst>
          </p:cNvPr>
          <p:cNvSpPr>
            <a:spLocks noChangeShapeType="1"/>
          </p:cNvSpPr>
          <p:nvPr/>
        </p:nvSpPr>
        <p:spPr bwMode="auto">
          <a:xfrm flipV="1">
            <a:off x="6172200" y="3109913"/>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5" name="Line 34">
            <a:extLst>
              <a:ext uri="{FF2B5EF4-FFF2-40B4-BE49-F238E27FC236}">
                <a16:creationId xmlns:a16="http://schemas.microsoft.com/office/drawing/2014/main" id="{F4C28444-9436-8D5D-C915-EC61D267498A}"/>
              </a:ext>
            </a:extLst>
          </p:cNvPr>
          <p:cNvSpPr>
            <a:spLocks noChangeShapeType="1"/>
          </p:cNvSpPr>
          <p:nvPr/>
        </p:nvSpPr>
        <p:spPr bwMode="auto">
          <a:xfrm flipV="1">
            <a:off x="7239000" y="3109913"/>
            <a:ext cx="0" cy="6096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6" name="Text Box 35">
            <a:extLst>
              <a:ext uri="{FF2B5EF4-FFF2-40B4-BE49-F238E27FC236}">
                <a16:creationId xmlns:a16="http://schemas.microsoft.com/office/drawing/2014/main" id="{022C74B1-0B41-05A8-6152-F5E3E458C391}"/>
              </a:ext>
            </a:extLst>
          </p:cNvPr>
          <p:cNvSpPr txBox="1">
            <a:spLocks noChangeArrowheads="1"/>
          </p:cNvSpPr>
          <p:nvPr/>
        </p:nvSpPr>
        <p:spPr bwMode="auto">
          <a:xfrm>
            <a:off x="4692650" y="3186113"/>
            <a:ext cx="71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6657" name="Text Box 36">
            <a:extLst>
              <a:ext uri="{FF2B5EF4-FFF2-40B4-BE49-F238E27FC236}">
                <a16:creationId xmlns:a16="http://schemas.microsoft.com/office/drawing/2014/main" id="{96B804B1-0479-8E03-C9AA-F681BFECF2A9}"/>
              </a:ext>
            </a:extLst>
          </p:cNvPr>
          <p:cNvSpPr txBox="1">
            <a:spLocks noChangeArrowheads="1"/>
          </p:cNvSpPr>
          <p:nvPr/>
        </p:nvSpPr>
        <p:spPr bwMode="auto">
          <a:xfrm>
            <a:off x="5399088" y="3200400"/>
            <a:ext cx="777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6658" name="Text Box 37">
            <a:extLst>
              <a:ext uri="{FF2B5EF4-FFF2-40B4-BE49-F238E27FC236}">
                <a16:creationId xmlns:a16="http://schemas.microsoft.com/office/drawing/2014/main" id="{D5AABEB1-1E33-17C5-F33F-CF1AEF1CB78A}"/>
              </a:ext>
            </a:extLst>
          </p:cNvPr>
          <p:cNvSpPr txBox="1">
            <a:spLocks noChangeArrowheads="1"/>
          </p:cNvSpPr>
          <p:nvPr/>
        </p:nvSpPr>
        <p:spPr bwMode="auto">
          <a:xfrm>
            <a:off x="7296150" y="3186113"/>
            <a:ext cx="857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6659" name="Rectangle 38" descr="白色大理石">
            <a:extLst>
              <a:ext uri="{FF2B5EF4-FFF2-40B4-BE49-F238E27FC236}">
                <a16:creationId xmlns:a16="http://schemas.microsoft.com/office/drawing/2014/main" id="{0F3C796B-CD1F-A071-138F-BB737B7CADFE}"/>
              </a:ext>
            </a:extLst>
          </p:cNvPr>
          <p:cNvSpPr>
            <a:spLocks noChangeArrowheads="1"/>
          </p:cNvSpPr>
          <p:nvPr/>
        </p:nvSpPr>
        <p:spPr bwMode="auto">
          <a:xfrm>
            <a:off x="5181600" y="4267200"/>
            <a:ext cx="609600" cy="457200"/>
          </a:xfrm>
          <a:prstGeom prst="rect">
            <a:avLst/>
          </a:prstGeom>
          <a:blipFill dpi="0" rotWithShape="0">
            <a:blip r:embed="rId2"/>
            <a:srcRect/>
            <a:tile tx="0" ty="0" sx="100000" sy="100000" flip="none" algn="tl"/>
          </a:blipFill>
          <a:ln w="19050">
            <a:solidFill>
              <a:schemeClr val="tx1"/>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hlink"/>
                </a:solidFill>
                <a:latin typeface="Times New Roman" panose="02020603050405020304" pitchFamily="18" charset="0"/>
              </a:rPr>
              <a:t>6</a:t>
            </a:r>
            <a:endParaRPr lang="en-US" altLang="zh-CN">
              <a:latin typeface="Times New Roman" panose="02020603050405020304" pitchFamily="18" charset="0"/>
            </a:endParaRPr>
          </a:p>
        </p:txBody>
      </p:sp>
      <p:sp>
        <p:nvSpPr>
          <p:cNvPr id="26660" name="Rectangle 39">
            <a:extLst>
              <a:ext uri="{FF2B5EF4-FFF2-40B4-BE49-F238E27FC236}">
                <a16:creationId xmlns:a16="http://schemas.microsoft.com/office/drawing/2014/main" id="{25038908-B83D-589A-81D4-E9AE6AB09EBF}"/>
              </a:ext>
            </a:extLst>
          </p:cNvPr>
          <p:cNvSpPr>
            <a:spLocks noChangeArrowheads="1"/>
          </p:cNvSpPr>
          <p:nvPr/>
        </p:nvSpPr>
        <p:spPr bwMode="auto">
          <a:xfrm>
            <a:off x="4343400" y="4267200"/>
            <a:ext cx="609600" cy="457200"/>
          </a:xfrm>
          <a:prstGeom prst="rect">
            <a:avLst/>
          </a:prstGeom>
          <a:solidFill>
            <a:srgbClr val="FFCC66"/>
          </a:solidFill>
          <a:ln w="19050">
            <a:solidFill>
              <a:schemeClr val="tx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5</a:t>
            </a:r>
            <a:endParaRPr lang="en-US" altLang="zh-CN">
              <a:latin typeface="Times New Roman" panose="02020603050405020304" pitchFamily="18" charset="0"/>
            </a:endParaRPr>
          </a:p>
        </p:txBody>
      </p:sp>
      <p:sp>
        <p:nvSpPr>
          <p:cNvPr id="26661" name="Text Box 40">
            <a:extLst>
              <a:ext uri="{FF2B5EF4-FFF2-40B4-BE49-F238E27FC236}">
                <a16:creationId xmlns:a16="http://schemas.microsoft.com/office/drawing/2014/main" id="{4B7D00E5-897A-F9FB-7F2D-F141107AAC14}"/>
              </a:ext>
            </a:extLst>
          </p:cNvPr>
          <p:cNvSpPr txBox="1">
            <a:spLocks noChangeArrowheads="1"/>
          </p:cNvSpPr>
          <p:nvPr/>
        </p:nvSpPr>
        <p:spPr bwMode="auto">
          <a:xfrm>
            <a:off x="5257800" y="3748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5</a:t>
            </a:r>
          </a:p>
        </p:txBody>
      </p:sp>
      <p:sp>
        <p:nvSpPr>
          <p:cNvPr id="26662" name="Text Box 41">
            <a:extLst>
              <a:ext uri="{FF2B5EF4-FFF2-40B4-BE49-F238E27FC236}">
                <a16:creationId xmlns:a16="http://schemas.microsoft.com/office/drawing/2014/main" id="{292DD772-D95A-3F4A-3F19-8A1E7593EA7D}"/>
              </a:ext>
            </a:extLst>
          </p:cNvPr>
          <p:cNvSpPr txBox="1">
            <a:spLocks noChangeArrowheads="1"/>
          </p:cNvSpPr>
          <p:nvPr/>
        </p:nvSpPr>
        <p:spPr bwMode="auto">
          <a:xfrm>
            <a:off x="4419600" y="5029200"/>
            <a:ext cx="717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low</a:t>
            </a:r>
            <a:endParaRPr kumimoji="1" lang="en-US" altLang="zh-CN" sz="2400">
              <a:latin typeface="Times New Roman" panose="02020603050405020304" pitchFamily="18" charset="0"/>
              <a:ea typeface="宋体" panose="02010600030101010101" pitchFamily="2" charset="-122"/>
            </a:endParaRPr>
          </a:p>
        </p:txBody>
      </p:sp>
      <p:sp>
        <p:nvSpPr>
          <p:cNvPr id="26663" name="Text Box 42">
            <a:extLst>
              <a:ext uri="{FF2B5EF4-FFF2-40B4-BE49-F238E27FC236}">
                <a16:creationId xmlns:a16="http://schemas.microsoft.com/office/drawing/2014/main" id="{04E5E15A-8CCC-3BE9-D82D-CFA59899643F}"/>
              </a:ext>
            </a:extLst>
          </p:cNvPr>
          <p:cNvSpPr txBox="1">
            <a:spLocks noChangeArrowheads="1"/>
          </p:cNvSpPr>
          <p:nvPr/>
        </p:nvSpPr>
        <p:spPr bwMode="auto">
          <a:xfrm>
            <a:off x="5126038" y="5043488"/>
            <a:ext cx="77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mid</a:t>
            </a:r>
            <a:endParaRPr kumimoji="1" lang="en-US" altLang="zh-CN" sz="2400">
              <a:latin typeface="Times New Roman" panose="02020603050405020304" pitchFamily="18" charset="0"/>
              <a:ea typeface="宋体" panose="02010600030101010101" pitchFamily="2" charset="-122"/>
            </a:endParaRPr>
          </a:p>
        </p:txBody>
      </p:sp>
      <p:sp>
        <p:nvSpPr>
          <p:cNvPr id="26664" name="Text Box 43">
            <a:extLst>
              <a:ext uri="{FF2B5EF4-FFF2-40B4-BE49-F238E27FC236}">
                <a16:creationId xmlns:a16="http://schemas.microsoft.com/office/drawing/2014/main" id="{899E3C3A-325E-C78B-2250-91CB9FB8631E}"/>
              </a:ext>
            </a:extLst>
          </p:cNvPr>
          <p:cNvSpPr txBox="1">
            <a:spLocks noChangeArrowheads="1"/>
          </p:cNvSpPr>
          <p:nvPr/>
        </p:nvSpPr>
        <p:spPr bwMode="auto">
          <a:xfrm>
            <a:off x="5867400" y="5029200"/>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high</a:t>
            </a:r>
            <a:endParaRPr kumimoji="1" lang="en-US" altLang="zh-CN" sz="2400">
              <a:latin typeface="Times New Roman" panose="02020603050405020304" pitchFamily="18" charset="0"/>
              <a:ea typeface="宋体" panose="02010600030101010101" pitchFamily="2" charset="-122"/>
            </a:endParaRPr>
          </a:p>
        </p:txBody>
      </p:sp>
      <p:sp>
        <p:nvSpPr>
          <p:cNvPr id="26665" name="Line 45">
            <a:extLst>
              <a:ext uri="{FF2B5EF4-FFF2-40B4-BE49-F238E27FC236}">
                <a16:creationId xmlns:a16="http://schemas.microsoft.com/office/drawing/2014/main" id="{F28A0EC5-BAEF-62A3-606F-D36AC788DA9A}"/>
              </a:ext>
            </a:extLst>
          </p:cNvPr>
          <p:cNvSpPr>
            <a:spLocks noChangeShapeType="1"/>
          </p:cNvSpPr>
          <p:nvPr/>
        </p:nvSpPr>
        <p:spPr bwMode="auto">
          <a:xfrm flipV="1">
            <a:off x="5486400" y="4800600"/>
            <a:ext cx="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Line 46">
            <a:extLst>
              <a:ext uri="{FF2B5EF4-FFF2-40B4-BE49-F238E27FC236}">
                <a16:creationId xmlns:a16="http://schemas.microsoft.com/office/drawing/2014/main" id="{A0C880A1-AC1F-24BD-383F-8A26A2F6C1E1}"/>
              </a:ext>
            </a:extLst>
          </p:cNvPr>
          <p:cNvSpPr>
            <a:spLocks noChangeShapeType="1"/>
          </p:cNvSpPr>
          <p:nvPr/>
        </p:nvSpPr>
        <p:spPr bwMode="auto">
          <a:xfrm flipV="1">
            <a:off x="4876800" y="4800600"/>
            <a:ext cx="3810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7" name="Line 47">
            <a:extLst>
              <a:ext uri="{FF2B5EF4-FFF2-40B4-BE49-F238E27FC236}">
                <a16:creationId xmlns:a16="http://schemas.microsoft.com/office/drawing/2014/main" id="{5F5233A1-1D9C-C80B-6991-9B0F2F4D9BC1}"/>
              </a:ext>
            </a:extLst>
          </p:cNvPr>
          <p:cNvSpPr>
            <a:spLocks noChangeShapeType="1"/>
          </p:cNvSpPr>
          <p:nvPr/>
        </p:nvSpPr>
        <p:spPr bwMode="auto">
          <a:xfrm flipH="1" flipV="1">
            <a:off x="5715000" y="4800600"/>
            <a:ext cx="381000" cy="381000"/>
          </a:xfrm>
          <a:prstGeom prst="line">
            <a:avLst/>
          </a:prstGeom>
          <a:noFill/>
          <a:ln w="28575">
            <a:solidFill>
              <a:schemeClr val="tx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8" name="Rectangle 48">
            <a:extLst>
              <a:ext uri="{FF2B5EF4-FFF2-40B4-BE49-F238E27FC236}">
                <a16:creationId xmlns:a16="http://schemas.microsoft.com/office/drawing/2014/main" id="{29FF490D-A12C-10F5-FE1F-7C993A4BFC69}"/>
              </a:ext>
            </a:extLst>
          </p:cNvPr>
          <p:cNvSpPr>
            <a:spLocks noChangeArrowheads="1"/>
          </p:cNvSpPr>
          <p:nvPr/>
        </p:nvSpPr>
        <p:spPr bwMode="auto">
          <a:xfrm>
            <a:off x="6324600" y="3338513"/>
            <a:ext cx="609600" cy="457200"/>
          </a:xfrm>
          <a:prstGeom prst="rect">
            <a:avLst/>
          </a:prstGeom>
          <a:solidFill>
            <a:srgbClr val="FFCC66"/>
          </a:solidFill>
          <a:ln w="19050">
            <a:solidFill>
              <a:schemeClr val="tx2"/>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r>
              <a:rPr lang="en-US" altLang="zh-CN" sz="3200" b="1">
                <a:solidFill>
                  <a:schemeClr val="tx2"/>
                </a:solidFill>
                <a:latin typeface="Times New Roman" panose="02020603050405020304" pitchFamily="18" charset="0"/>
              </a:rPr>
              <a:t>5</a:t>
            </a:r>
            <a:endParaRPr lang="en-US" altLang="zh-CN">
              <a:latin typeface="Times New Roman" panose="02020603050405020304" pitchFamily="18" charset="0"/>
            </a:endParaRPr>
          </a:p>
        </p:txBody>
      </p:sp>
      <p:sp>
        <p:nvSpPr>
          <p:cNvPr id="2" name="灯片编号占位符 1">
            <a:extLst>
              <a:ext uri="{FF2B5EF4-FFF2-40B4-BE49-F238E27FC236}">
                <a16:creationId xmlns:a16="http://schemas.microsoft.com/office/drawing/2014/main" id="{4556EB0A-F2A6-9FC5-38BE-4F2876B7AAEE}"/>
              </a:ext>
            </a:extLst>
          </p:cNvPr>
          <p:cNvSpPr>
            <a:spLocks noGrp="1"/>
          </p:cNvSpPr>
          <p:nvPr>
            <p:ph type="sldNum" sz="quarter" idx="12"/>
          </p:nvPr>
        </p:nvSpPr>
        <p:spPr/>
        <p:txBody>
          <a:bodyPr/>
          <a:lstStyle/>
          <a:p>
            <a:pPr>
              <a:defRPr/>
            </a:pPr>
            <a:fld id="{A5CDC942-AD50-4CB1-AAEC-9B389C2C8E01}" type="slidenum">
              <a:rPr lang="en-US" altLang="zh-CN" smtClean="0"/>
              <a:pPr>
                <a:defRPr/>
              </a:pPr>
              <a:t>18</a:t>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EA815CD-2CDE-4B31-A0AE-0272B962CE61}"/>
              </a:ext>
            </a:extLst>
          </p:cNvPr>
          <p:cNvSpPr>
            <a:spLocks noGrp="1"/>
          </p:cNvSpPr>
          <p:nvPr>
            <p:ph idx="1"/>
          </p:nvPr>
        </p:nvSpPr>
        <p:spPr>
          <a:xfrm>
            <a:off x="628650" y="764704"/>
            <a:ext cx="7886700" cy="5412259"/>
          </a:xfrm>
        </p:spPr>
        <p:txBody>
          <a:bodyPr>
            <a:normAutofit fontScale="62500" lnSpcReduction="20000"/>
          </a:bodyPr>
          <a:lstStyle/>
          <a:p>
            <a:pPr marL="0" indent="0">
              <a:buNone/>
            </a:pPr>
            <a:r>
              <a:rPr lang="en-US" altLang="zh-CN" dirty="0"/>
              <a:t>//</a:t>
            </a:r>
            <a:r>
              <a:rPr lang="zh-CN" altLang="en-US" dirty="0"/>
              <a:t>折半搜索的迭代算法 </a:t>
            </a:r>
          </a:p>
          <a:p>
            <a:pPr marL="0" indent="0">
              <a:buNone/>
            </a:pPr>
            <a:r>
              <a:rPr lang="en-US" altLang="zh-CN" dirty="0"/>
              <a:t>template &lt;class E, class K&gt;  int </a:t>
            </a:r>
            <a:r>
              <a:rPr lang="en-US" altLang="zh-CN" dirty="0" err="1"/>
              <a:t>SortedList</a:t>
            </a:r>
            <a:r>
              <a:rPr lang="en-US" altLang="zh-CN" dirty="0"/>
              <a:t> &lt;E, K&gt; :: </a:t>
            </a:r>
            <a:r>
              <a:rPr lang="en-US" altLang="zh-CN" dirty="0" err="1"/>
              <a:t>BinarySearch</a:t>
            </a:r>
            <a:r>
              <a:rPr lang="en-US" altLang="zh-CN" dirty="0"/>
              <a:t> ( K x ) {	      </a:t>
            </a:r>
          </a:p>
          <a:p>
            <a:pPr marL="0" indent="0">
              <a:buNone/>
            </a:pPr>
            <a:r>
              <a:rPr lang="en-US" altLang="zh-CN" dirty="0"/>
              <a:t>    int high = CurrentSize-1,  low = 0,  mid;	      </a:t>
            </a:r>
          </a:p>
          <a:p>
            <a:pPr marL="0" indent="0">
              <a:buNone/>
            </a:pPr>
            <a:r>
              <a:rPr lang="en-US" altLang="zh-CN" dirty="0"/>
              <a:t>    while ( low &lt;= high ) {		 </a:t>
            </a:r>
          </a:p>
          <a:p>
            <a:pPr marL="0" indent="0">
              <a:buNone/>
            </a:pPr>
            <a:r>
              <a:rPr lang="en-US" altLang="zh-CN" dirty="0"/>
              <a:t>        mid = ( low + high ) / 2;		 </a:t>
            </a:r>
          </a:p>
          <a:p>
            <a:pPr marL="0" indent="0">
              <a:buNone/>
            </a:pPr>
            <a:r>
              <a:rPr lang="en-US" altLang="zh-CN" dirty="0"/>
              <a:t>        if ( Element[mid].key &lt; x ) </a:t>
            </a:r>
          </a:p>
          <a:p>
            <a:pPr marL="0" indent="0">
              <a:buNone/>
            </a:pPr>
            <a:r>
              <a:rPr lang="en-US" altLang="zh-CN" dirty="0"/>
              <a:t>             low = mid + 1;		 //</a:t>
            </a:r>
            <a:r>
              <a:rPr lang="zh-CN" altLang="en-US" dirty="0"/>
              <a:t>右缩搜索区间	 </a:t>
            </a:r>
          </a:p>
          <a:p>
            <a:pPr marL="0" indent="0">
              <a:buNone/>
            </a:pPr>
            <a:r>
              <a:rPr lang="zh-CN" altLang="en-US" dirty="0"/>
              <a:t>        </a:t>
            </a:r>
            <a:r>
              <a:rPr lang="en-US" altLang="zh-CN" dirty="0"/>
              <a:t>else if ( Element[mid].key &gt; x ) </a:t>
            </a:r>
          </a:p>
          <a:p>
            <a:pPr marL="0" indent="0">
              <a:buNone/>
            </a:pPr>
            <a:r>
              <a:rPr lang="en-US" altLang="zh-CN" dirty="0"/>
              <a:t>             high = mid - 1;           //</a:t>
            </a:r>
            <a:r>
              <a:rPr lang="zh-CN" altLang="en-US" dirty="0"/>
              <a:t>左缩搜索区间</a:t>
            </a:r>
          </a:p>
          <a:p>
            <a:pPr marL="0" indent="0">
              <a:buNone/>
            </a:pPr>
            <a:r>
              <a:rPr lang="zh-CN" altLang="en-US" dirty="0"/>
              <a:t>        </a:t>
            </a:r>
            <a:r>
              <a:rPr lang="en-US" altLang="zh-CN" dirty="0"/>
              <a:t>else return mid+1;           //</a:t>
            </a:r>
            <a:r>
              <a:rPr lang="zh-CN" altLang="en-US" dirty="0"/>
              <a:t>搜索成功</a:t>
            </a:r>
          </a:p>
          <a:p>
            <a:pPr marL="0" indent="0">
              <a:buNone/>
            </a:pPr>
            <a:r>
              <a:rPr lang="zh-CN" altLang="en-US" dirty="0"/>
              <a:t>    </a:t>
            </a:r>
            <a:r>
              <a:rPr lang="en-US" altLang="zh-CN" dirty="0"/>
              <a:t>}	  </a:t>
            </a:r>
          </a:p>
          <a:p>
            <a:pPr marL="0" indent="0">
              <a:buNone/>
            </a:pPr>
            <a:r>
              <a:rPr lang="en-US" altLang="zh-CN" dirty="0"/>
              <a:t>    return 0;                              //</a:t>
            </a:r>
            <a:r>
              <a:rPr lang="zh-CN" altLang="en-US" dirty="0"/>
              <a:t>搜索失败</a:t>
            </a:r>
          </a:p>
          <a:p>
            <a:pPr marL="0" indent="0">
              <a:buNone/>
            </a:pPr>
            <a:r>
              <a:rPr lang="en-US" altLang="zh-CN" dirty="0"/>
              <a:t>}</a:t>
            </a:r>
          </a:p>
          <a:p>
            <a:pPr marL="0" indent="0">
              <a:buNone/>
            </a:pPr>
            <a:endParaRPr lang="en-US" altLang="zh-CN" dirty="0"/>
          </a:p>
          <a:p>
            <a:pPr marL="0" indent="0">
              <a:buNone/>
            </a:pPr>
            <a:endParaRPr lang="zh-CN" altLang="en-US" dirty="0"/>
          </a:p>
        </p:txBody>
      </p:sp>
      <p:sp>
        <p:nvSpPr>
          <p:cNvPr id="2" name="灯片编号占位符 1">
            <a:extLst>
              <a:ext uri="{FF2B5EF4-FFF2-40B4-BE49-F238E27FC236}">
                <a16:creationId xmlns:a16="http://schemas.microsoft.com/office/drawing/2014/main" id="{3A294942-C1D6-AB72-CF5F-0C3032B02DCB}"/>
              </a:ext>
            </a:extLst>
          </p:cNvPr>
          <p:cNvSpPr>
            <a:spLocks noGrp="1"/>
          </p:cNvSpPr>
          <p:nvPr>
            <p:ph type="sldNum" sz="quarter" idx="12"/>
          </p:nvPr>
        </p:nvSpPr>
        <p:spPr/>
        <p:txBody>
          <a:bodyPr/>
          <a:lstStyle/>
          <a:p>
            <a:pPr>
              <a:defRPr/>
            </a:pPr>
            <a:fld id="{82BC8E53-3928-4033-8D0B-01554133DC73}" type="slidenum">
              <a:rPr lang="en-US" altLang="zh-CN" smtClean="0"/>
              <a:pPr>
                <a:defRPr/>
              </a:pPr>
              <a:t>19</a:t>
            </a:fld>
            <a:endParaRPr lang="en-US" altLang="zh-CN"/>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FE346C-AAA9-4D49-B529-8437048A995C}"/>
              </a:ext>
            </a:extLst>
          </p:cNvPr>
          <p:cNvSpPr>
            <a:spLocks noGrp="1"/>
          </p:cNvSpPr>
          <p:nvPr>
            <p:ph idx="1"/>
          </p:nvPr>
        </p:nvSpPr>
        <p:spPr>
          <a:xfrm>
            <a:off x="628650" y="620688"/>
            <a:ext cx="7886700" cy="5556275"/>
          </a:xfrm>
        </p:spPr>
        <p:txBody>
          <a:bodyPr>
            <a:normAutofit fontScale="62500" lnSpcReduction="20000"/>
          </a:bodyPr>
          <a:lstStyle/>
          <a:p>
            <a:pPr marL="0" indent="0">
              <a:buNone/>
            </a:pPr>
            <a:r>
              <a:rPr lang="en-US" altLang="zh-CN" dirty="0"/>
              <a:t>//</a:t>
            </a:r>
            <a:r>
              <a:rPr lang="zh-CN" altLang="en-US" dirty="0"/>
              <a:t>折半搜索的递归算法</a:t>
            </a:r>
          </a:p>
          <a:p>
            <a:pPr marL="0" indent="0">
              <a:buNone/>
            </a:pPr>
            <a:r>
              <a:rPr lang="en-US" altLang="zh-CN" dirty="0"/>
              <a:t>//</a:t>
            </a:r>
            <a:r>
              <a:rPr lang="zh-CN" altLang="en-US" dirty="0"/>
              <a:t>程序中</a:t>
            </a:r>
            <a:r>
              <a:rPr lang="en-US" altLang="zh-CN" dirty="0"/>
              <a:t>low</a:t>
            </a:r>
            <a:r>
              <a:rPr lang="zh-CN" altLang="en-US" dirty="0"/>
              <a:t>与</a:t>
            </a:r>
            <a:r>
              <a:rPr lang="en-US" altLang="zh-CN" dirty="0"/>
              <a:t>high</a:t>
            </a:r>
            <a:r>
              <a:rPr lang="zh-CN" altLang="en-US" dirty="0"/>
              <a:t>的值从</a:t>
            </a:r>
            <a:r>
              <a:rPr lang="en-US" altLang="zh-CN" dirty="0"/>
              <a:t>1</a:t>
            </a:r>
            <a:r>
              <a:rPr lang="zh-CN" altLang="en-US" dirty="0"/>
              <a:t>到</a:t>
            </a:r>
            <a:r>
              <a:rPr lang="en-US" altLang="zh-CN" dirty="0" err="1"/>
              <a:t>CurrentSize</a:t>
            </a:r>
            <a:r>
              <a:rPr lang="zh-CN" altLang="en-US" dirty="0"/>
              <a:t>。</a:t>
            </a:r>
          </a:p>
          <a:p>
            <a:pPr marL="0" indent="0">
              <a:buNone/>
            </a:pPr>
            <a:r>
              <a:rPr lang="en-US" altLang="zh-CN" dirty="0"/>
              <a:t>template &lt;class E, class K&gt;  int </a:t>
            </a:r>
            <a:r>
              <a:rPr lang="en-US" altLang="zh-CN" dirty="0" err="1"/>
              <a:t>SortedList</a:t>
            </a:r>
            <a:r>
              <a:rPr lang="en-US" altLang="zh-CN" dirty="0"/>
              <a:t> &lt;E, K&gt; :: </a:t>
            </a:r>
            <a:r>
              <a:rPr lang="en-US" altLang="zh-CN" dirty="0" err="1"/>
              <a:t>BinarySearch</a:t>
            </a:r>
            <a:r>
              <a:rPr lang="en-US" altLang="zh-CN" dirty="0"/>
              <a:t> ( const K x, int low, int high ) const{</a:t>
            </a:r>
          </a:p>
          <a:p>
            <a:pPr marL="0" indent="0">
              <a:buNone/>
            </a:pPr>
            <a:r>
              <a:rPr lang="en-US" altLang="zh-CN" dirty="0"/>
              <a:t>    int mid = 0;</a:t>
            </a:r>
          </a:p>
          <a:p>
            <a:pPr marL="0" indent="0">
              <a:buNone/>
            </a:pPr>
            <a:r>
              <a:rPr lang="en-US" altLang="zh-CN" dirty="0"/>
              <a:t>    if ( low &lt;= high ) {</a:t>
            </a:r>
          </a:p>
          <a:p>
            <a:pPr marL="0" indent="0">
              <a:buNone/>
            </a:pPr>
            <a:r>
              <a:rPr lang="en-US" altLang="zh-CN" dirty="0"/>
              <a:t>      mid = ( low + high ) / 2;</a:t>
            </a:r>
          </a:p>
          <a:p>
            <a:pPr marL="0" indent="0">
              <a:buNone/>
            </a:pPr>
            <a:r>
              <a:rPr lang="en-US" altLang="zh-CN" dirty="0"/>
              <a:t>      if ( Element[mid].key &lt; x )</a:t>
            </a:r>
          </a:p>
          <a:p>
            <a:pPr marL="0" indent="0">
              <a:buNone/>
            </a:pPr>
            <a:r>
              <a:rPr lang="en-US" altLang="zh-CN" dirty="0"/>
              <a:t>          mid = </a:t>
            </a:r>
            <a:r>
              <a:rPr lang="en-US" altLang="zh-CN" dirty="0" err="1"/>
              <a:t>BinarySearch</a:t>
            </a:r>
            <a:r>
              <a:rPr lang="en-US" altLang="zh-CN" dirty="0"/>
              <a:t> ( x, mid +1, high );</a:t>
            </a:r>
          </a:p>
          <a:p>
            <a:pPr marL="0" indent="0">
              <a:buNone/>
            </a:pPr>
            <a:r>
              <a:rPr lang="en-US" altLang="zh-CN" dirty="0"/>
              <a:t>      else if ( Element[mid].key &gt; x )	</a:t>
            </a:r>
          </a:p>
          <a:p>
            <a:pPr marL="0" indent="0">
              <a:buNone/>
            </a:pPr>
            <a:r>
              <a:rPr lang="en-US" altLang="zh-CN" dirty="0"/>
              <a:t>	   mid = </a:t>
            </a:r>
            <a:r>
              <a:rPr lang="en-US" altLang="zh-CN" dirty="0" err="1"/>
              <a:t>BinarySearch</a:t>
            </a:r>
            <a:r>
              <a:rPr lang="en-US" altLang="zh-CN" dirty="0"/>
              <a:t> ( x, low, mid -1 ); </a:t>
            </a:r>
          </a:p>
          <a:p>
            <a:pPr marL="0" indent="0">
              <a:buNone/>
            </a:pPr>
            <a:r>
              <a:rPr lang="en-US" altLang="zh-CN" dirty="0"/>
              <a:t>    }</a:t>
            </a:r>
          </a:p>
          <a:p>
            <a:pPr marL="0" indent="0">
              <a:buNone/>
            </a:pPr>
            <a:r>
              <a:rPr lang="en-US" altLang="zh-CN" dirty="0"/>
              <a:t>    return mid;</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BA63ADCB-DDFA-3988-3659-F881829E5B52}"/>
              </a:ext>
            </a:extLst>
          </p:cNvPr>
          <p:cNvSpPr>
            <a:spLocks noGrp="1"/>
          </p:cNvSpPr>
          <p:nvPr>
            <p:ph type="sldNum" sz="quarter" idx="12"/>
          </p:nvPr>
        </p:nvSpPr>
        <p:spPr/>
        <p:txBody>
          <a:bodyPr/>
          <a:lstStyle/>
          <a:p>
            <a:pPr>
              <a:defRPr/>
            </a:pPr>
            <a:fld id="{82BC8E53-3928-4033-8D0B-01554133DC73}" type="slidenum">
              <a:rPr lang="en-US" altLang="zh-CN" smtClean="0"/>
              <a:pPr>
                <a:defRPr/>
              </a:pPr>
              <a:t>20</a:t>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DEFE8CB-3628-456F-AB4E-1CF84B16E484}"/>
              </a:ext>
            </a:extLst>
          </p:cNvPr>
          <p:cNvSpPr>
            <a:spLocks noGrp="1"/>
          </p:cNvSpPr>
          <p:nvPr>
            <p:ph type="title"/>
          </p:nvPr>
        </p:nvSpPr>
        <p:spPr>
          <a:xfrm>
            <a:off x="628650" y="365125"/>
            <a:ext cx="8191822" cy="1325563"/>
          </a:xfrm>
        </p:spPr>
        <p:txBody>
          <a:bodyPr>
            <a:normAutofit/>
          </a:bodyPr>
          <a:lstStyle/>
          <a:p>
            <a:r>
              <a:rPr lang="zh-CN" altLang="en-US" dirty="0"/>
              <a:t>有序顺序表的折半搜索的判定树 </a:t>
            </a:r>
          </a:p>
        </p:txBody>
      </p:sp>
      <p:sp>
        <p:nvSpPr>
          <p:cNvPr id="29699" name="Oval 1027">
            <a:extLst>
              <a:ext uri="{FF2B5EF4-FFF2-40B4-BE49-F238E27FC236}">
                <a16:creationId xmlns:a16="http://schemas.microsoft.com/office/drawing/2014/main" id="{C648A914-1FA0-2995-D089-DE1BF5FBAAD3}"/>
              </a:ext>
            </a:extLst>
          </p:cNvPr>
          <p:cNvSpPr>
            <a:spLocks noChangeArrowheads="1"/>
          </p:cNvSpPr>
          <p:nvPr/>
        </p:nvSpPr>
        <p:spPr bwMode="auto">
          <a:xfrm>
            <a:off x="1905000" y="3200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29700" name="Oval 1028">
            <a:extLst>
              <a:ext uri="{FF2B5EF4-FFF2-40B4-BE49-F238E27FC236}">
                <a16:creationId xmlns:a16="http://schemas.microsoft.com/office/drawing/2014/main" id="{8F3544F8-DB56-66DB-1DBD-E154154E6556}"/>
              </a:ext>
            </a:extLst>
          </p:cNvPr>
          <p:cNvSpPr>
            <a:spLocks noChangeArrowheads="1"/>
          </p:cNvSpPr>
          <p:nvPr/>
        </p:nvSpPr>
        <p:spPr bwMode="auto">
          <a:xfrm>
            <a:off x="5943600" y="3200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29701" name="Rectangle 1029">
            <a:extLst>
              <a:ext uri="{FF2B5EF4-FFF2-40B4-BE49-F238E27FC236}">
                <a16:creationId xmlns:a16="http://schemas.microsoft.com/office/drawing/2014/main" id="{4C22A544-EAA0-5935-23B5-0AEDD7F0FD56}"/>
              </a:ext>
            </a:extLst>
          </p:cNvPr>
          <p:cNvSpPr>
            <a:spLocks noChangeArrowheads="1"/>
          </p:cNvSpPr>
          <p:nvPr/>
        </p:nvSpPr>
        <p:spPr bwMode="auto">
          <a:xfrm>
            <a:off x="33528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2" name="Rectangle 1030">
            <a:extLst>
              <a:ext uri="{FF2B5EF4-FFF2-40B4-BE49-F238E27FC236}">
                <a16:creationId xmlns:a16="http://schemas.microsoft.com/office/drawing/2014/main" id="{238F7C7A-5B00-7797-4AA7-ED8E09D2B14E}"/>
              </a:ext>
            </a:extLst>
          </p:cNvPr>
          <p:cNvSpPr>
            <a:spLocks noChangeArrowheads="1"/>
          </p:cNvSpPr>
          <p:nvPr/>
        </p:nvSpPr>
        <p:spPr bwMode="auto">
          <a:xfrm>
            <a:off x="1219200" y="4343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3" name="Rectangle 1031">
            <a:extLst>
              <a:ext uri="{FF2B5EF4-FFF2-40B4-BE49-F238E27FC236}">
                <a16:creationId xmlns:a16="http://schemas.microsoft.com/office/drawing/2014/main" id="{8BC882CE-93F9-240C-63C7-7B6C61B2F7F1}"/>
              </a:ext>
            </a:extLst>
          </p:cNvPr>
          <p:cNvSpPr>
            <a:spLocks noChangeArrowheads="1"/>
          </p:cNvSpPr>
          <p:nvPr/>
        </p:nvSpPr>
        <p:spPr bwMode="auto">
          <a:xfrm>
            <a:off x="20574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4" name="Rectangle 1032">
            <a:extLst>
              <a:ext uri="{FF2B5EF4-FFF2-40B4-BE49-F238E27FC236}">
                <a16:creationId xmlns:a16="http://schemas.microsoft.com/office/drawing/2014/main" id="{52B3302F-7F0F-D361-0B36-A94A60E753E4}"/>
              </a:ext>
            </a:extLst>
          </p:cNvPr>
          <p:cNvSpPr>
            <a:spLocks noChangeArrowheads="1"/>
          </p:cNvSpPr>
          <p:nvPr/>
        </p:nvSpPr>
        <p:spPr bwMode="auto">
          <a:xfrm>
            <a:off x="44196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5" name="Rectangle 1033">
            <a:extLst>
              <a:ext uri="{FF2B5EF4-FFF2-40B4-BE49-F238E27FC236}">
                <a16:creationId xmlns:a16="http://schemas.microsoft.com/office/drawing/2014/main" id="{F95687B5-B158-0123-E1EC-2BA0AFEFC7DC}"/>
              </a:ext>
            </a:extLst>
          </p:cNvPr>
          <p:cNvSpPr>
            <a:spLocks noChangeArrowheads="1"/>
          </p:cNvSpPr>
          <p:nvPr/>
        </p:nvSpPr>
        <p:spPr bwMode="auto">
          <a:xfrm>
            <a:off x="54102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6" name="Rectangle 1034">
            <a:extLst>
              <a:ext uri="{FF2B5EF4-FFF2-40B4-BE49-F238E27FC236}">
                <a16:creationId xmlns:a16="http://schemas.microsoft.com/office/drawing/2014/main" id="{9B8FDF69-F669-87AD-61F6-0BE3C62B4CD7}"/>
              </a:ext>
            </a:extLst>
          </p:cNvPr>
          <p:cNvSpPr>
            <a:spLocks noChangeArrowheads="1"/>
          </p:cNvSpPr>
          <p:nvPr/>
        </p:nvSpPr>
        <p:spPr bwMode="auto">
          <a:xfrm>
            <a:off x="62484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707" name="Rectangle 1035">
            <a:extLst>
              <a:ext uri="{FF2B5EF4-FFF2-40B4-BE49-F238E27FC236}">
                <a16:creationId xmlns:a16="http://schemas.microsoft.com/office/drawing/2014/main" id="{7BBC994B-8089-E764-08B3-D20F30CDDA17}"/>
              </a:ext>
            </a:extLst>
          </p:cNvPr>
          <p:cNvSpPr>
            <a:spLocks noChangeArrowheads="1"/>
          </p:cNvSpPr>
          <p:nvPr/>
        </p:nvSpPr>
        <p:spPr bwMode="auto">
          <a:xfrm>
            <a:off x="7315200" y="5486400"/>
            <a:ext cx="533400" cy="381000"/>
          </a:xfrm>
          <a:prstGeom prst="rect">
            <a:avLst/>
          </a:prstGeom>
          <a:solidFill>
            <a:schemeClr val="accent1"/>
          </a:solidFill>
          <a:ln w="38100">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54988" name="Text Box 1036">
            <a:extLst>
              <a:ext uri="{FF2B5EF4-FFF2-40B4-BE49-F238E27FC236}">
                <a16:creationId xmlns:a16="http://schemas.microsoft.com/office/drawing/2014/main" id="{35F247A4-F042-4C5F-35DA-AF38708ADDEB}"/>
              </a:ext>
            </a:extLst>
          </p:cNvPr>
          <p:cNvSpPr txBox="1">
            <a:spLocks noChangeArrowheads="1"/>
          </p:cNvSpPr>
          <p:nvPr/>
        </p:nvSpPr>
        <p:spPr bwMode="auto">
          <a:xfrm>
            <a:off x="1965325" y="35956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4989" name="Text Box 1037">
            <a:extLst>
              <a:ext uri="{FF2B5EF4-FFF2-40B4-BE49-F238E27FC236}">
                <a16:creationId xmlns:a16="http://schemas.microsoft.com/office/drawing/2014/main" id="{0012A262-B72B-52E4-726F-DF7282ED7E71}"/>
              </a:ext>
            </a:extLst>
          </p:cNvPr>
          <p:cNvSpPr txBox="1">
            <a:spLocks noChangeArrowheads="1"/>
          </p:cNvSpPr>
          <p:nvPr/>
        </p:nvSpPr>
        <p:spPr bwMode="auto">
          <a:xfrm>
            <a:off x="3956050" y="26050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4990" name="Text Box 1038">
            <a:extLst>
              <a:ext uri="{FF2B5EF4-FFF2-40B4-BE49-F238E27FC236}">
                <a16:creationId xmlns:a16="http://schemas.microsoft.com/office/drawing/2014/main" id="{A7CAE869-ED11-C48D-DE8E-A4424B8F8E48}"/>
              </a:ext>
            </a:extLst>
          </p:cNvPr>
          <p:cNvSpPr txBox="1">
            <a:spLocks noChangeArrowheads="1"/>
          </p:cNvSpPr>
          <p:nvPr/>
        </p:nvSpPr>
        <p:spPr bwMode="auto">
          <a:xfrm>
            <a:off x="5022850" y="4662488"/>
            <a:ext cx="387350" cy="519112"/>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4991" name="Text Box 1039">
            <a:extLst>
              <a:ext uri="{FF2B5EF4-FFF2-40B4-BE49-F238E27FC236}">
                <a16:creationId xmlns:a16="http://schemas.microsoft.com/office/drawing/2014/main" id="{222C47AB-ADA8-6ACD-155E-78E0FAF3232A}"/>
              </a:ext>
            </a:extLst>
          </p:cNvPr>
          <p:cNvSpPr txBox="1">
            <a:spLocks noChangeArrowheads="1"/>
          </p:cNvSpPr>
          <p:nvPr/>
        </p:nvSpPr>
        <p:spPr bwMode="auto">
          <a:xfrm>
            <a:off x="2813050" y="4648200"/>
            <a:ext cx="387350" cy="519113"/>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4992" name="Text Box 1040">
            <a:extLst>
              <a:ext uri="{FF2B5EF4-FFF2-40B4-BE49-F238E27FC236}">
                <a16:creationId xmlns:a16="http://schemas.microsoft.com/office/drawing/2014/main" id="{70484822-09B9-3039-E24E-DA333A73ABFF}"/>
              </a:ext>
            </a:extLst>
          </p:cNvPr>
          <p:cNvSpPr txBox="1">
            <a:spLocks noChangeArrowheads="1"/>
          </p:cNvSpPr>
          <p:nvPr/>
        </p:nvSpPr>
        <p:spPr bwMode="auto">
          <a:xfrm>
            <a:off x="6013450" y="3581400"/>
            <a:ext cx="387350" cy="519113"/>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54993" name="Text Box 1041">
            <a:extLst>
              <a:ext uri="{FF2B5EF4-FFF2-40B4-BE49-F238E27FC236}">
                <a16:creationId xmlns:a16="http://schemas.microsoft.com/office/drawing/2014/main" id="{6D716112-0360-C3D0-F701-0C4C9305766D}"/>
              </a:ext>
            </a:extLst>
          </p:cNvPr>
          <p:cNvSpPr txBox="1">
            <a:spLocks noChangeArrowheads="1"/>
          </p:cNvSpPr>
          <p:nvPr/>
        </p:nvSpPr>
        <p:spPr bwMode="auto">
          <a:xfrm>
            <a:off x="6851650" y="4648200"/>
            <a:ext cx="387350" cy="519113"/>
          </a:xfrm>
          <a:prstGeom prst="rect">
            <a:avLst/>
          </a:prstGeom>
          <a:noFill/>
          <a:ln w="9525">
            <a:noFill/>
            <a:miter lim="800000"/>
            <a:headEnd/>
            <a:tailEnd/>
          </a:ln>
          <a:effectLst/>
        </p:spPr>
        <p:txBody>
          <a:bodyPr wrap="none">
            <a:spAutoFit/>
          </a:bodyPr>
          <a:lstStyle/>
          <a:p>
            <a:pPr>
              <a:defRPr/>
            </a:pPr>
            <a:r>
              <a:rPr lang="en-US" altLang="zh-CN" sz="2800" b="1">
                <a:solidFill>
                  <a:srgbClr val="0000CC"/>
                </a:solidFill>
                <a:effectLst>
                  <a:outerShdw blurRad="38100" dist="38100" dir="2700000" algn="tl">
                    <a:srgbClr val="C0C0C0"/>
                  </a:outerShdw>
                </a:effectLst>
                <a:latin typeface="Times New Roman" charset="0"/>
              </a:rPr>
              <a:t>=</a:t>
            </a:r>
            <a:endParaRPr lang="en-US" altLang="zh-CN" sz="2800" b="1">
              <a:solidFill>
                <a:srgbClr val="0000CC"/>
              </a:solidFill>
              <a:latin typeface="Times New Roman" charset="0"/>
            </a:endParaRPr>
          </a:p>
        </p:txBody>
      </p:sp>
      <p:sp>
        <p:nvSpPr>
          <p:cNvPr id="29714" name="Line 1042">
            <a:extLst>
              <a:ext uri="{FF2B5EF4-FFF2-40B4-BE49-F238E27FC236}">
                <a16:creationId xmlns:a16="http://schemas.microsoft.com/office/drawing/2014/main" id="{EDF3436C-9814-410D-E009-5AA0BEE2A576}"/>
              </a:ext>
            </a:extLst>
          </p:cNvPr>
          <p:cNvSpPr>
            <a:spLocks noChangeShapeType="1"/>
          </p:cNvSpPr>
          <p:nvPr/>
        </p:nvSpPr>
        <p:spPr bwMode="auto">
          <a:xfrm>
            <a:off x="2362200" y="3657600"/>
            <a:ext cx="533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5" name="Line 1043">
            <a:extLst>
              <a:ext uri="{FF2B5EF4-FFF2-40B4-BE49-F238E27FC236}">
                <a16:creationId xmlns:a16="http://schemas.microsoft.com/office/drawing/2014/main" id="{F045C5C4-5409-3605-460A-0F6915FE781B}"/>
              </a:ext>
            </a:extLst>
          </p:cNvPr>
          <p:cNvSpPr>
            <a:spLocks noChangeShapeType="1"/>
          </p:cNvSpPr>
          <p:nvPr/>
        </p:nvSpPr>
        <p:spPr bwMode="auto">
          <a:xfrm flipH="1">
            <a:off x="1447800" y="3657600"/>
            <a:ext cx="5334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6" name="Oval 1044">
            <a:extLst>
              <a:ext uri="{FF2B5EF4-FFF2-40B4-BE49-F238E27FC236}">
                <a16:creationId xmlns:a16="http://schemas.microsoft.com/office/drawing/2014/main" id="{045D1AAE-70BA-B794-3D14-0F331F886A13}"/>
              </a:ext>
            </a:extLst>
          </p:cNvPr>
          <p:cNvSpPr>
            <a:spLocks noChangeArrowheads="1"/>
          </p:cNvSpPr>
          <p:nvPr/>
        </p:nvSpPr>
        <p:spPr bwMode="auto">
          <a:xfrm>
            <a:off x="3886200" y="22098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29717" name="Line 1045">
            <a:extLst>
              <a:ext uri="{FF2B5EF4-FFF2-40B4-BE49-F238E27FC236}">
                <a16:creationId xmlns:a16="http://schemas.microsoft.com/office/drawing/2014/main" id="{E1734500-2525-1FE3-3C73-417B0A711620}"/>
              </a:ext>
            </a:extLst>
          </p:cNvPr>
          <p:cNvSpPr>
            <a:spLocks noChangeShapeType="1"/>
          </p:cNvSpPr>
          <p:nvPr/>
        </p:nvSpPr>
        <p:spPr bwMode="auto">
          <a:xfrm flipV="1">
            <a:off x="4724400" y="4724400"/>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8" name="Line 1046">
            <a:extLst>
              <a:ext uri="{FF2B5EF4-FFF2-40B4-BE49-F238E27FC236}">
                <a16:creationId xmlns:a16="http://schemas.microsoft.com/office/drawing/2014/main" id="{929E1C9B-4AE4-6D15-8333-4D3EA3583601}"/>
              </a:ext>
            </a:extLst>
          </p:cNvPr>
          <p:cNvSpPr>
            <a:spLocks noChangeShapeType="1"/>
          </p:cNvSpPr>
          <p:nvPr/>
        </p:nvSpPr>
        <p:spPr bwMode="auto">
          <a:xfrm flipV="1">
            <a:off x="2362200" y="4724400"/>
            <a:ext cx="5334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19" name="Line 1047">
            <a:extLst>
              <a:ext uri="{FF2B5EF4-FFF2-40B4-BE49-F238E27FC236}">
                <a16:creationId xmlns:a16="http://schemas.microsoft.com/office/drawing/2014/main" id="{465C250A-7CC4-0D64-3932-9A679286E38D}"/>
              </a:ext>
            </a:extLst>
          </p:cNvPr>
          <p:cNvSpPr>
            <a:spLocks noChangeShapeType="1"/>
          </p:cNvSpPr>
          <p:nvPr/>
        </p:nvSpPr>
        <p:spPr bwMode="auto">
          <a:xfrm flipV="1">
            <a:off x="6553200" y="4724400"/>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0" name="Line 1048">
            <a:extLst>
              <a:ext uri="{FF2B5EF4-FFF2-40B4-BE49-F238E27FC236}">
                <a16:creationId xmlns:a16="http://schemas.microsoft.com/office/drawing/2014/main" id="{6420F161-DF46-B574-5095-0AAB4EC71CAA}"/>
              </a:ext>
            </a:extLst>
          </p:cNvPr>
          <p:cNvSpPr>
            <a:spLocks noChangeShapeType="1"/>
          </p:cNvSpPr>
          <p:nvPr/>
        </p:nvSpPr>
        <p:spPr bwMode="auto">
          <a:xfrm flipH="1" flipV="1">
            <a:off x="7162800" y="4724400"/>
            <a:ext cx="381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1" name="Line 1049">
            <a:extLst>
              <a:ext uri="{FF2B5EF4-FFF2-40B4-BE49-F238E27FC236}">
                <a16:creationId xmlns:a16="http://schemas.microsoft.com/office/drawing/2014/main" id="{3B87C2D4-B15A-1726-2D93-7E1558ABD093}"/>
              </a:ext>
            </a:extLst>
          </p:cNvPr>
          <p:cNvSpPr>
            <a:spLocks noChangeShapeType="1"/>
          </p:cNvSpPr>
          <p:nvPr/>
        </p:nvSpPr>
        <p:spPr bwMode="auto">
          <a:xfrm>
            <a:off x="6400800" y="3657600"/>
            <a:ext cx="5334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2" name="Line 1050">
            <a:extLst>
              <a:ext uri="{FF2B5EF4-FFF2-40B4-BE49-F238E27FC236}">
                <a16:creationId xmlns:a16="http://schemas.microsoft.com/office/drawing/2014/main" id="{4767F733-F1EC-0AC1-9200-B4E6A9D22649}"/>
              </a:ext>
            </a:extLst>
          </p:cNvPr>
          <p:cNvSpPr>
            <a:spLocks noChangeShapeType="1"/>
          </p:cNvSpPr>
          <p:nvPr/>
        </p:nvSpPr>
        <p:spPr bwMode="auto">
          <a:xfrm flipH="1">
            <a:off x="5334000" y="3657600"/>
            <a:ext cx="6858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3" name="Line 1051">
            <a:extLst>
              <a:ext uri="{FF2B5EF4-FFF2-40B4-BE49-F238E27FC236}">
                <a16:creationId xmlns:a16="http://schemas.microsoft.com/office/drawing/2014/main" id="{2CE640D7-B7AA-9BB8-470F-72A405AF01EA}"/>
              </a:ext>
            </a:extLst>
          </p:cNvPr>
          <p:cNvSpPr>
            <a:spLocks noChangeShapeType="1"/>
          </p:cNvSpPr>
          <p:nvPr/>
        </p:nvSpPr>
        <p:spPr bwMode="auto">
          <a:xfrm flipH="1" flipV="1">
            <a:off x="3124200" y="4724400"/>
            <a:ext cx="4572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4" name="Text Box 1052">
            <a:extLst>
              <a:ext uri="{FF2B5EF4-FFF2-40B4-BE49-F238E27FC236}">
                <a16:creationId xmlns:a16="http://schemas.microsoft.com/office/drawing/2014/main" id="{C3BA51BF-FACD-BEF0-1F4B-276F5D54735C}"/>
              </a:ext>
            </a:extLst>
          </p:cNvPr>
          <p:cNvSpPr txBox="1">
            <a:spLocks noChangeArrowheads="1"/>
          </p:cNvSpPr>
          <p:nvPr/>
        </p:nvSpPr>
        <p:spPr bwMode="auto">
          <a:xfrm>
            <a:off x="2286000" y="4662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9725" name="Text Box 1053">
            <a:extLst>
              <a:ext uri="{FF2B5EF4-FFF2-40B4-BE49-F238E27FC236}">
                <a16:creationId xmlns:a16="http://schemas.microsoft.com/office/drawing/2014/main" id="{355062B8-A7B5-F006-3091-5B369C1F4145}"/>
              </a:ext>
            </a:extLst>
          </p:cNvPr>
          <p:cNvSpPr txBox="1">
            <a:spLocks noChangeArrowheads="1"/>
          </p:cNvSpPr>
          <p:nvPr/>
        </p:nvSpPr>
        <p:spPr bwMode="auto">
          <a:xfrm>
            <a:off x="3194050" y="2286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9726" name="Text Box 1054">
            <a:extLst>
              <a:ext uri="{FF2B5EF4-FFF2-40B4-BE49-F238E27FC236}">
                <a16:creationId xmlns:a16="http://schemas.microsoft.com/office/drawing/2014/main" id="{7C8644D7-B475-DDD9-56A5-C771254229C8}"/>
              </a:ext>
            </a:extLst>
          </p:cNvPr>
          <p:cNvSpPr txBox="1">
            <a:spLocks noChangeArrowheads="1"/>
          </p:cNvSpPr>
          <p:nvPr/>
        </p:nvSpPr>
        <p:spPr bwMode="auto">
          <a:xfrm>
            <a:off x="1447800" y="3429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&lt;</a:t>
            </a:r>
            <a:endParaRPr kumimoji="1" lang="en-US" altLang="zh-CN" sz="2400">
              <a:latin typeface="Times New Roman" panose="02020603050405020304" pitchFamily="18" charset="0"/>
              <a:ea typeface="宋体" panose="02010600030101010101" pitchFamily="2" charset="-122"/>
            </a:endParaRPr>
          </a:p>
        </p:txBody>
      </p:sp>
      <p:sp>
        <p:nvSpPr>
          <p:cNvPr id="255007" name="Text Box 1055">
            <a:extLst>
              <a:ext uri="{FF2B5EF4-FFF2-40B4-BE49-F238E27FC236}">
                <a16:creationId xmlns:a16="http://schemas.microsoft.com/office/drawing/2014/main" id="{FF7D36F0-5764-E77F-2F64-A7FE05C3BD91}"/>
              </a:ext>
            </a:extLst>
          </p:cNvPr>
          <p:cNvSpPr txBox="1">
            <a:spLocks noChangeArrowheads="1"/>
          </p:cNvSpPr>
          <p:nvPr/>
        </p:nvSpPr>
        <p:spPr bwMode="auto">
          <a:xfrm>
            <a:off x="4572000" y="4662488"/>
            <a:ext cx="387350" cy="519112"/>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55008" name="Text Box 1056">
            <a:extLst>
              <a:ext uri="{FF2B5EF4-FFF2-40B4-BE49-F238E27FC236}">
                <a16:creationId xmlns:a16="http://schemas.microsoft.com/office/drawing/2014/main" id="{924208AA-A3E7-B5C6-DA23-7FA3DC6E6B33}"/>
              </a:ext>
            </a:extLst>
          </p:cNvPr>
          <p:cNvSpPr txBox="1">
            <a:spLocks noChangeArrowheads="1"/>
          </p:cNvSpPr>
          <p:nvPr/>
        </p:nvSpPr>
        <p:spPr bwMode="auto">
          <a:xfrm>
            <a:off x="5403850" y="3429000"/>
            <a:ext cx="387350" cy="519113"/>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55009" name="Text Box 1057">
            <a:extLst>
              <a:ext uri="{FF2B5EF4-FFF2-40B4-BE49-F238E27FC236}">
                <a16:creationId xmlns:a16="http://schemas.microsoft.com/office/drawing/2014/main" id="{AE708930-3417-3B56-D42A-5B8423992582}"/>
              </a:ext>
            </a:extLst>
          </p:cNvPr>
          <p:cNvSpPr txBox="1">
            <a:spLocks noChangeArrowheads="1"/>
          </p:cNvSpPr>
          <p:nvPr/>
        </p:nvSpPr>
        <p:spPr bwMode="auto">
          <a:xfrm>
            <a:off x="6394450" y="4648200"/>
            <a:ext cx="387350" cy="519113"/>
          </a:xfrm>
          <a:prstGeom prst="rect">
            <a:avLst/>
          </a:prstGeom>
          <a:noFill/>
          <a:ln w="9525">
            <a:noFill/>
            <a:miter lim="800000"/>
            <a:headEnd/>
            <a:tailEnd/>
          </a:ln>
          <a:effectLst/>
        </p:spPr>
        <p:txBody>
          <a:bodyPr wrap="none">
            <a:spAutoFit/>
          </a:bodyPr>
          <a:lstStyle/>
          <a:p>
            <a:pPr>
              <a:defRPr/>
            </a:pPr>
            <a:r>
              <a:rPr lang="en-US" altLang="zh-CN" sz="2800" b="1">
                <a:solidFill>
                  <a:schemeClr val="hlink"/>
                </a:solidFill>
                <a:latin typeface="Times New Roman" charset="0"/>
              </a:rPr>
              <a:t>&lt;</a:t>
            </a:r>
            <a:endParaRPr lang="en-US" altLang="zh-CN">
              <a:effectLst>
                <a:outerShdw blurRad="38100" dist="38100" dir="2700000" algn="tl">
                  <a:srgbClr val="C0C0C0"/>
                </a:outerShdw>
              </a:effectLst>
              <a:latin typeface="Times New Roman" charset="0"/>
            </a:endParaRPr>
          </a:p>
        </p:txBody>
      </p:sp>
      <p:sp>
        <p:nvSpPr>
          <p:cNvPr id="29730" name="Text Box 1058">
            <a:extLst>
              <a:ext uri="{FF2B5EF4-FFF2-40B4-BE49-F238E27FC236}">
                <a16:creationId xmlns:a16="http://schemas.microsoft.com/office/drawing/2014/main" id="{B2988C03-13C1-7FA5-601C-E5603DFD5C63}"/>
              </a:ext>
            </a:extLst>
          </p:cNvPr>
          <p:cNvSpPr txBox="1">
            <a:spLocks noChangeArrowheads="1"/>
          </p:cNvSpPr>
          <p:nvPr/>
        </p:nvSpPr>
        <p:spPr bwMode="auto">
          <a:xfrm>
            <a:off x="4641850" y="23002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1" name="Text Box 1059">
            <a:extLst>
              <a:ext uri="{FF2B5EF4-FFF2-40B4-BE49-F238E27FC236}">
                <a16:creationId xmlns:a16="http://schemas.microsoft.com/office/drawing/2014/main" id="{8CE28070-8ADD-C399-E11E-5A30338F8AA3}"/>
              </a:ext>
            </a:extLst>
          </p:cNvPr>
          <p:cNvSpPr txBox="1">
            <a:spLocks noChangeArrowheads="1"/>
          </p:cNvSpPr>
          <p:nvPr/>
        </p:nvSpPr>
        <p:spPr bwMode="auto">
          <a:xfrm>
            <a:off x="3346450" y="4662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2" name="Text Box 1060">
            <a:extLst>
              <a:ext uri="{FF2B5EF4-FFF2-40B4-BE49-F238E27FC236}">
                <a16:creationId xmlns:a16="http://schemas.microsoft.com/office/drawing/2014/main" id="{D3596CB2-F5E8-11B4-89B3-8A7518670C22}"/>
              </a:ext>
            </a:extLst>
          </p:cNvPr>
          <p:cNvSpPr txBox="1">
            <a:spLocks noChangeArrowheads="1"/>
          </p:cNvSpPr>
          <p:nvPr/>
        </p:nvSpPr>
        <p:spPr bwMode="auto">
          <a:xfrm>
            <a:off x="2514600" y="34432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3" name="Text Box 1061">
            <a:extLst>
              <a:ext uri="{FF2B5EF4-FFF2-40B4-BE49-F238E27FC236}">
                <a16:creationId xmlns:a16="http://schemas.microsoft.com/office/drawing/2014/main" id="{8B7E1567-15DC-FBD8-C9AD-BAADBFC1FDE2}"/>
              </a:ext>
            </a:extLst>
          </p:cNvPr>
          <p:cNvSpPr txBox="1">
            <a:spLocks noChangeArrowheads="1"/>
          </p:cNvSpPr>
          <p:nvPr/>
        </p:nvSpPr>
        <p:spPr bwMode="auto">
          <a:xfrm>
            <a:off x="6546850" y="3429000"/>
            <a:ext cx="387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4" name="Text Box 1062">
            <a:extLst>
              <a:ext uri="{FF2B5EF4-FFF2-40B4-BE49-F238E27FC236}">
                <a16:creationId xmlns:a16="http://schemas.microsoft.com/office/drawing/2014/main" id="{7B1C9D9B-49D8-1BA8-9623-2AAE097CCFFB}"/>
              </a:ext>
            </a:extLst>
          </p:cNvPr>
          <p:cNvSpPr txBox="1">
            <a:spLocks noChangeArrowheads="1"/>
          </p:cNvSpPr>
          <p:nvPr/>
        </p:nvSpPr>
        <p:spPr bwMode="auto">
          <a:xfrm>
            <a:off x="5410200" y="4662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5" name="Text Box 1063">
            <a:extLst>
              <a:ext uri="{FF2B5EF4-FFF2-40B4-BE49-F238E27FC236}">
                <a16:creationId xmlns:a16="http://schemas.microsoft.com/office/drawing/2014/main" id="{C599DC5E-1993-098D-CB34-3D11884F5BC4}"/>
              </a:ext>
            </a:extLst>
          </p:cNvPr>
          <p:cNvSpPr txBox="1">
            <a:spLocks noChangeArrowheads="1"/>
          </p:cNvSpPr>
          <p:nvPr/>
        </p:nvSpPr>
        <p:spPr bwMode="auto">
          <a:xfrm>
            <a:off x="7315200" y="4662488"/>
            <a:ext cx="387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&gt;</a:t>
            </a:r>
            <a:endParaRPr kumimoji="1" lang="en-US" altLang="zh-CN" sz="2400">
              <a:latin typeface="Times New Roman" panose="02020603050405020304" pitchFamily="18" charset="0"/>
              <a:ea typeface="宋体" panose="02010600030101010101" pitchFamily="2" charset="-122"/>
            </a:endParaRPr>
          </a:p>
        </p:txBody>
      </p:sp>
      <p:sp>
        <p:nvSpPr>
          <p:cNvPr id="29736" name="Line 1064">
            <a:extLst>
              <a:ext uri="{FF2B5EF4-FFF2-40B4-BE49-F238E27FC236}">
                <a16:creationId xmlns:a16="http://schemas.microsoft.com/office/drawing/2014/main" id="{5C0CF453-D9CE-A3FC-08B2-326D4CCCEB8E}"/>
              </a:ext>
            </a:extLst>
          </p:cNvPr>
          <p:cNvSpPr>
            <a:spLocks noChangeShapeType="1"/>
          </p:cNvSpPr>
          <p:nvPr/>
        </p:nvSpPr>
        <p:spPr bwMode="auto">
          <a:xfrm flipH="1" flipV="1">
            <a:off x="5334000" y="4724400"/>
            <a:ext cx="3048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7" name="Line 1065">
            <a:extLst>
              <a:ext uri="{FF2B5EF4-FFF2-40B4-BE49-F238E27FC236}">
                <a16:creationId xmlns:a16="http://schemas.microsoft.com/office/drawing/2014/main" id="{BD7F3B4E-DC87-76FC-2BC5-6EEE2F65D0B6}"/>
              </a:ext>
            </a:extLst>
          </p:cNvPr>
          <p:cNvSpPr>
            <a:spLocks noChangeShapeType="1"/>
          </p:cNvSpPr>
          <p:nvPr/>
        </p:nvSpPr>
        <p:spPr bwMode="auto">
          <a:xfrm flipH="1">
            <a:off x="2362200" y="2590800"/>
            <a:ext cx="1524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8" name="Line 1066">
            <a:extLst>
              <a:ext uri="{FF2B5EF4-FFF2-40B4-BE49-F238E27FC236}">
                <a16:creationId xmlns:a16="http://schemas.microsoft.com/office/drawing/2014/main" id="{0063F792-7414-3807-F7B8-4CF921CE25D5}"/>
              </a:ext>
            </a:extLst>
          </p:cNvPr>
          <p:cNvSpPr>
            <a:spLocks noChangeShapeType="1"/>
          </p:cNvSpPr>
          <p:nvPr/>
        </p:nvSpPr>
        <p:spPr bwMode="auto">
          <a:xfrm>
            <a:off x="4419600" y="2590800"/>
            <a:ext cx="152400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9" name="Oval 1067">
            <a:extLst>
              <a:ext uri="{FF2B5EF4-FFF2-40B4-BE49-F238E27FC236}">
                <a16:creationId xmlns:a16="http://schemas.microsoft.com/office/drawing/2014/main" id="{FAB05070-D8C4-96E5-A850-74BB95BC477F}"/>
              </a:ext>
            </a:extLst>
          </p:cNvPr>
          <p:cNvSpPr>
            <a:spLocks noChangeArrowheads="1"/>
          </p:cNvSpPr>
          <p:nvPr/>
        </p:nvSpPr>
        <p:spPr bwMode="auto">
          <a:xfrm>
            <a:off x="2743200" y="4267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29740" name="Oval 1068">
            <a:extLst>
              <a:ext uri="{FF2B5EF4-FFF2-40B4-BE49-F238E27FC236}">
                <a16:creationId xmlns:a16="http://schemas.microsoft.com/office/drawing/2014/main" id="{10CE9595-6011-FD0D-AEAC-41F23D5CE98E}"/>
              </a:ext>
            </a:extLst>
          </p:cNvPr>
          <p:cNvSpPr>
            <a:spLocks noChangeArrowheads="1"/>
          </p:cNvSpPr>
          <p:nvPr/>
        </p:nvSpPr>
        <p:spPr bwMode="auto">
          <a:xfrm>
            <a:off x="4953000" y="4267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40</a:t>
            </a:r>
            <a:endParaRPr kumimoji="1" lang="en-US" altLang="zh-CN" sz="2400">
              <a:latin typeface="Times New Roman" panose="02020603050405020304" pitchFamily="18" charset="0"/>
              <a:ea typeface="宋体" panose="02010600030101010101" pitchFamily="2" charset="-122"/>
            </a:endParaRPr>
          </a:p>
        </p:txBody>
      </p:sp>
      <p:sp>
        <p:nvSpPr>
          <p:cNvPr id="29741" name="Oval 1069">
            <a:extLst>
              <a:ext uri="{FF2B5EF4-FFF2-40B4-BE49-F238E27FC236}">
                <a16:creationId xmlns:a16="http://schemas.microsoft.com/office/drawing/2014/main" id="{63C98272-E8CE-7428-FB7A-E2D891C6661D}"/>
              </a:ext>
            </a:extLst>
          </p:cNvPr>
          <p:cNvSpPr>
            <a:spLocks noChangeArrowheads="1"/>
          </p:cNvSpPr>
          <p:nvPr/>
        </p:nvSpPr>
        <p:spPr bwMode="auto">
          <a:xfrm>
            <a:off x="6781800" y="4267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0000CC"/>
                </a:solidFill>
                <a:latin typeface="Arial" panose="020B0604020202020204" pitchFamily="34" charset="0"/>
                <a:ea typeface="宋体" panose="02010600030101010101" pitchFamily="2" charset="-122"/>
              </a:rPr>
              <a:t>60</a:t>
            </a:r>
            <a:endParaRPr kumimoji="1" lang="en-US" altLang="zh-CN" sz="2400">
              <a:latin typeface="Times New Roman" panose="02020603050405020304" pitchFamily="18" charset="0"/>
              <a:ea typeface="宋体" panose="02010600030101010101" pitchFamily="2" charset="-122"/>
            </a:endParaRPr>
          </a:p>
        </p:txBody>
      </p:sp>
      <p:sp>
        <p:nvSpPr>
          <p:cNvPr id="29742" name="Text Box 1071">
            <a:extLst>
              <a:ext uri="{FF2B5EF4-FFF2-40B4-BE49-F238E27FC236}">
                <a16:creationId xmlns:a16="http://schemas.microsoft.com/office/drawing/2014/main" id="{7E30D972-3FB1-0E85-A739-51AE82E0EBD5}"/>
              </a:ext>
            </a:extLst>
          </p:cNvPr>
          <p:cNvSpPr txBox="1">
            <a:spLocks noChangeArrowheads="1"/>
          </p:cNvSpPr>
          <p:nvPr/>
        </p:nvSpPr>
        <p:spPr bwMode="auto">
          <a:xfrm>
            <a:off x="5257800" y="1995488"/>
            <a:ext cx="37131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latin typeface="Times New Roman" panose="02020603050405020304" pitchFamily="18" charset="0"/>
                <a:ea typeface="宋体" panose="02010600030101010101" pitchFamily="2" charset="-122"/>
              </a:rPr>
              <a:t>ASL</a:t>
            </a:r>
            <a:r>
              <a:rPr kumimoji="1" lang="en-US" altLang="zh-CN" sz="2800" b="1" i="1" baseline="-25000">
                <a:latin typeface="Times New Roman" panose="02020603050405020304" pitchFamily="18" charset="0"/>
                <a:ea typeface="宋体" panose="02010600030101010101" pitchFamily="2" charset="-122"/>
              </a:rPr>
              <a:t>unsucc</a:t>
            </a:r>
            <a:r>
              <a:rPr kumimoji="1" lang="en-US" altLang="zh-CN" sz="2800" b="1">
                <a:latin typeface="Times New Roman" panose="02020603050405020304" pitchFamily="18" charset="0"/>
                <a:ea typeface="宋体" panose="02010600030101010101" pitchFamily="2" charset="-122"/>
              </a:rPr>
              <a:t> = (2*1+3*6)/7</a:t>
            </a:r>
          </a:p>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                 = 20/7 </a:t>
            </a:r>
            <a:endParaRPr kumimoji="1" lang="en-US" altLang="zh-CN" sz="2400">
              <a:latin typeface="Times New Roman" panose="02020603050405020304" pitchFamily="18" charset="0"/>
              <a:ea typeface="宋体" panose="02010600030101010101" pitchFamily="2" charset="-122"/>
            </a:endParaRPr>
          </a:p>
        </p:txBody>
      </p:sp>
      <p:sp>
        <p:nvSpPr>
          <p:cNvPr id="29743" name="Text Box 1072">
            <a:extLst>
              <a:ext uri="{FF2B5EF4-FFF2-40B4-BE49-F238E27FC236}">
                <a16:creationId xmlns:a16="http://schemas.microsoft.com/office/drawing/2014/main" id="{1A6C8289-D14F-73EF-8FF0-C3E6378A20FE}"/>
              </a:ext>
            </a:extLst>
          </p:cNvPr>
          <p:cNvSpPr txBox="1">
            <a:spLocks noChangeArrowheads="1"/>
          </p:cNvSpPr>
          <p:nvPr/>
        </p:nvSpPr>
        <p:spPr bwMode="auto">
          <a:xfrm>
            <a:off x="309563" y="1836738"/>
            <a:ext cx="2895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i="1">
                <a:latin typeface="Times New Roman" panose="02020603050405020304" pitchFamily="18" charset="0"/>
                <a:ea typeface="宋体" panose="02010600030101010101" pitchFamily="2" charset="-122"/>
              </a:rPr>
              <a:t>ASL</a:t>
            </a:r>
            <a:r>
              <a:rPr kumimoji="1" lang="en-US" altLang="zh-CN" sz="2800" b="1" i="1" baseline="-25000">
                <a:latin typeface="Times New Roman" panose="02020603050405020304" pitchFamily="18" charset="0"/>
                <a:ea typeface="宋体" panose="02010600030101010101" pitchFamily="2" charset="-122"/>
              </a:rPr>
              <a:t>succ</a:t>
            </a:r>
            <a:r>
              <a:rPr kumimoji="1" lang="en-US" altLang="zh-CN" sz="2800" b="1">
                <a:latin typeface="Times New Roman" panose="02020603050405020304" pitchFamily="18" charset="0"/>
                <a:ea typeface="宋体" panose="02010600030101010101" pitchFamily="2" charset="-122"/>
              </a:rPr>
              <a:t> = (1+2*2+</a:t>
            </a:r>
          </a:p>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  3*3)/6 = 14/6 </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51696F9B-3DF3-3574-745A-3A96237E0ACB}"/>
              </a:ext>
            </a:extLst>
          </p:cNvPr>
          <p:cNvSpPr>
            <a:spLocks noGrp="1"/>
          </p:cNvSpPr>
          <p:nvPr>
            <p:ph type="sldNum" sz="quarter" idx="12"/>
          </p:nvPr>
        </p:nvSpPr>
        <p:spPr/>
        <p:txBody>
          <a:bodyPr/>
          <a:lstStyle/>
          <a:p>
            <a:pPr>
              <a:defRPr/>
            </a:pPr>
            <a:fld id="{82BC8E53-3928-4033-8D0B-01554133DC73}" type="slidenum">
              <a:rPr lang="en-US" altLang="zh-CN" smtClean="0"/>
              <a:pPr>
                <a:defRPr/>
              </a:pPr>
              <a:t>21</a:t>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Line 1026">
            <a:extLst>
              <a:ext uri="{FF2B5EF4-FFF2-40B4-BE49-F238E27FC236}">
                <a16:creationId xmlns:a16="http://schemas.microsoft.com/office/drawing/2014/main" id="{34A6C923-9625-5BEC-B8C6-76B549A03FE9}"/>
              </a:ext>
            </a:extLst>
          </p:cNvPr>
          <p:cNvSpPr>
            <a:spLocks noChangeShapeType="1"/>
          </p:cNvSpPr>
          <p:nvPr/>
        </p:nvSpPr>
        <p:spPr bwMode="auto">
          <a:xfrm>
            <a:off x="3474368" y="4648200"/>
            <a:ext cx="304800" cy="45720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3" name="Line 1027">
            <a:extLst>
              <a:ext uri="{FF2B5EF4-FFF2-40B4-BE49-F238E27FC236}">
                <a16:creationId xmlns:a16="http://schemas.microsoft.com/office/drawing/2014/main" id="{570EE8F8-98CE-6DA5-F097-A6510510C0DE}"/>
              </a:ext>
            </a:extLst>
          </p:cNvPr>
          <p:cNvSpPr>
            <a:spLocks noChangeShapeType="1"/>
          </p:cNvSpPr>
          <p:nvPr/>
        </p:nvSpPr>
        <p:spPr bwMode="auto">
          <a:xfrm>
            <a:off x="4693568" y="46482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4" name="Line 1028">
            <a:extLst>
              <a:ext uri="{FF2B5EF4-FFF2-40B4-BE49-F238E27FC236}">
                <a16:creationId xmlns:a16="http://schemas.microsoft.com/office/drawing/2014/main" id="{B107FD69-7A51-1549-E6AC-12B97DDB8571}"/>
              </a:ext>
            </a:extLst>
          </p:cNvPr>
          <p:cNvSpPr>
            <a:spLocks noChangeShapeType="1"/>
          </p:cNvSpPr>
          <p:nvPr/>
        </p:nvSpPr>
        <p:spPr bwMode="auto">
          <a:xfrm>
            <a:off x="6979568" y="3810000"/>
            <a:ext cx="2286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5" name="Line 1029">
            <a:extLst>
              <a:ext uri="{FF2B5EF4-FFF2-40B4-BE49-F238E27FC236}">
                <a16:creationId xmlns:a16="http://schemas.microsoft.com/office/drawing/2014/main" id="{4CE827CF-6AE6-85B8-8F41-FA8F3A05C713}"/>
              </a:ext>
            </a:extLst>
          </p:cNvPr>
          <p:cNvSpPr>
            <a:spLocks noChangeShapeType="1"/>
          </p:cNvSpPr>
          <p:nvPr/>
        </p:nvSpPr>
        <p:spPr bwMode="auto">
          <a:xfrm>
            <a:off x="2407568" y="3810000"/>
            <a:ext cx="1524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6" name="Line 1030">
            <a:extLst>
              <a:ext uri="{FF2B5EF4-FFF2-40B4-BE49-F238E27FC236}">
                <a16:creationId xmlns:a16="http://schemas.microsoft.com/office/drawing/2014/main" id="{2417246D-DDA0-76B0-6E3B-5B2CFDEDD475}"/>
              </a:ext>
            </a:extLst>
          </p:cNvPr>
          <p:cNvSpPr>
            <a:spLocks noChangeShapeType="1"/>
          </p:cNvSpPr>
          <p:nvPr/>
        </p:nvSpPr>
        <p:spPr bwMode="auto">
          <a:xfrm flipH="1">
            <a:off x="6446168" y="38100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1031">
            <a:extLst>
              <a:ext uri="{FF2B5EF4-FFF2-40B4-BE49-F238E27FC236}">
                <a16:creationId xmlns:a16="http://schemas.microsoft.com/office/drawing/2014/main" id="{D1D50558-CB4A-93A4-D176-629EA3C00601}"/>
              </a:ext>
            </a:extLst>
          </p:cNvPr>
          <p:cNvSpPr>
            <a:spLocks noChangeShapeType="1"/>
          </p:cNvSpPr>
          <p:nvPr/>
        </p:nvSpPr>
        <p:spPr bwMode="auto">
          <a:xfrm flipH="1">
            <a:off x="4236368" y="4648200"/>
            <a:ext cx="2286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Line 1032">
            <a:extLst>
              <a:ext uri="{FF2B5EF4-FFF2-40B4-BE49-F238E27FC236}">
                <a16:creationId xmlns:a16="http://schemas.microsoft.com/office/drawing/2014/main" id="{E43046FC-0E75-817D-DEE5-EA94A05625EF}"/>
              </a:ext>
            </a:extLst>
          </p:cNvPr>
          <p:cNvSpPr>
            <a:spLocks noChangeShapeType="1"/>
          </p:cNvSpPr>
          <p:nvPr/>
        </p:nvSpPr>
        <p:spPr bwMode="auto">
          <a:xfrm flipH="1">
            <a:off x="3017168" y="4724400"/>
            <a:ext cx="3048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Line 1033">
            <a:extLst>
              <a:ext uri="{FF2B5EF4-FFF2-40B4-BE49-F238E27FC236}">
                <a16:creationId xmlns:a16="http://schemas.microsoft.com/office/drawing/2014/main" id="{335B6F1F-C159-1D63-90C7-420CA5C832E9}"/>
              </a:ext>
            </a:extLst>
          </p:cNvPr>
          <p:cNvSpPr>
            <a:spLocks noChangeShapeType="1"/>
          </p:cNvSpPr>
          <p:nvPr/>
        </p:nvSpPr>
        <p:spPr bwMode="auto">
          <a:xfrm flipH="1">
            <a:off x="1797968" y="37338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0" name="Line 1034">
            <a:extLst>
              <a:ext uri="{FF2B5EF4-FFF2-40B4-BE49-F238E27FC236}">
                <a16:creationId xmlns:a16="http://schemas.microsoft.com/office/drawing/2014/main" id="{83D3BBBF-7135-DAFE-FC17-4A2D563EEDFC}"/>
              </a:ext>
            </a:extLst>
          </p:cNvPr>
          <p:cNvSpPr>
            <a:spLocks noChangeShapeType="1"/>
          </p:cNvSpPr>
          <p:nvPr/>
        </p:nvSpPr>
        <p:spPr bwMode="auto">
          <a:xfrm>
            <a:off x="4769768" y="2362200"/>
            <a:ext cx="1066800" cy="381000"/>
          </a:xfrm>
          <a:prstGeom prst="line">
            <a:avLst/>
          </a:prstGeom>
          <a:noFill/>
          <a:ln w="5715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1" name="Line 1035">
            <a:extLst>
              <a:ext uri="{FF2B5EF4-FFF2-40B4-BE49-F238E27FC236}">
                <a16:creationId xmlns:a16="http://schemas.microsoft.com/office/drawing/2014/main" id="{9E705FE0-AED3-A1CC-427D-4223FFE2A96E}"/>
              </a:ext>
            </a:extLst>
          </p:cNvPr>
          <p:cNvSpPr>
            <a:spLocks noChangeShapeType="1"/>
          </p:cNvSpPr>
          <p:nvPr/>
        </p:nvSpPr>
        <p:spPr bwMode="auto">
          <a:xfrm>
            <a:off x="6293768" y="3048000"/>
            <a:ext cx="3810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2" name="Line 1036">
            <a:extLst>
              <a:ext uri="{FF2B5EF4-FFF2-40B4-BE49-F238E27FC236}">
                <a16:creationId xmlns:a16="http://schemas.microsoft.com/office/drawing/2014/main" id="{35D9C537-A9DA-88C3-C2EC-507FC3A1D075}"/>
              </a:ext>
            </a:extLst>
          </p:cNvPr>
          <p:cNvSpPr>
            <a:spLocks noChangeShapeType="1"/>
          </p:cNvSpPr>
          <p:nvPr/>
        </p:nvSpPr>
        <p:spPr bwMode="auto">
          <a:xfrm flipH="1">
            <a:off x="3474368" y="2286000"/>
            <a:ext cx="914400" cy="4572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3" name="Line 1037">
            <a:extLst>
              <a:ext uri="{FF2B5EF4-FFF2-40B4-BE49-F238E27FC236}">
                <a16:creationId xmlns:a16="http://schemas.microsoft.com/office/drawing/2014/main" id="{EE4201B8-59C7-894D-F768-8D47E2A6B937}"/>
              </a:ext>
            </a:extLst>
          </p:cNvPr>
          <p:cNvSpPr>
            <a:spLocks noChangeShapeType="1"/>
          </p:cNvSpPr>
          <p:nvPr/>
        </p:nvSpPr>
        <p:spPr bwMode="auto">
          <a:xfrm>
            <a:off x="4160168" y="3810000"/>
            <a:ext cx="381000" cy="5334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4" name="Line 1038">
            <a:extLst>
              <a:ext uri="{FF2B5EF4-FFF2-40B4-BE49-F238E27FC236}">
                <a16:creationId xmlns:a16="http://schemas.microsoft.com/office/drawing/2014/main" id="{83048816-7571-29A9-8D24-80B63DB7199E}"/>
              </a:ext>
            </a:extLst>
          </p:cNvPr>
          <p:cNvSpPr>
            <a:spLocks noChangeShapeType="1"/>
          </p:cNvSpPr>
          <p:nvPr/>
        </p:nvSpPr>
        <p:spPr bwMode="auto">
          <a:xfrm flipH="1">
            <a:off x="5607968" y="3048000"/>
            <a:ext cx="3048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5" name="Line 1039">
            <a:extLst>
              <a:ext uri="{FF2B5EF4-FFF2-40B4-BE49-F238E27FC236}">
                <a16:creationId xmlns:a16="http://schemas.microsoft.com/office/drawing/2014/main" id="{9ADAD38A-E105-B704-3BE5-7415B0534433}"/>
              </a:ext>
            </a:extLst>
          </p:cNvPr>
          <p:cNvSpPr>
            <a:spLocks noChangeShapeType="1"/>
          </p:cNvSpPr>
          <p:nvPr/>
        </p:nvSpPr>
        <p:spPr bwMode="auto">
          <a:xfrm flipH="1">
            <a:off x="3474368" y="3810000"/>
            <a:ext cx="457200" cy="53340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6" name="Line 1040">
            <a:extLst>
              <a:ext uri="{FF2B5EF4-FFF2-40B4-BE49-F238E27FC236}">
                <a16:creationId xmlns:a16="http://schemas.microsoft.com/office/drawing/2014/main" id="{5DDFDF05-FFE5-FDAA-9D9A-A8CE9175A958}"/>
              </a:ext>
            </a:extLst>
          </p:cNvPr>
          <p:cNvSpPr>
            <a:spLocks noChangeShapeType="1"/>
          </p:cNvSpPr>
          <p:nvPr/>
        </p:nvSpPr>
        <p:spPr bwMode="auto">
          <a:xfrm flipH="1">
            <a:off x="2483768" y="2971800"/>
            <a:ext cx="6096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7" name="Line 1041">
            <a:extLst>
              <a:ext uri="{FF2B5EF4-FFF2-40B4-BE49-F238E27FC236}">
                <a16:creationId xmlns:a16="http://schemas.microsoft.com/office/drawing/2014/main" id="{D5D1C3C3-38FE-6BB2-DFA3-4D292312D6DF}"/>
              </a:ext>
            </a:extLst>
          </p:cNvPr>
          <p:cNvSpPr>
            <a:spLocks noChangeShapeType="1"/>
          </p:cNvSpPr>
          <p:nvPr/>
        </p:nvSpPr>
        <p:spPr bwMode="auto">
          <a:xfrm>
            <a:off x="3398168" y="2971800"/>
            <a:ext cx="457200" cy="45720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8066" name="Rectangle 1042">
            <a:extLst>
              <a:ext uri="{FF2B5EF4-FFF2-40B4-BE49-F238E27FC236}">
                <a16:creationId xmlns:a16="http://schemas.microsoft.com/office/drawing/2014/main" id="{196CD486-4727-0BB6-1861-FE7BD2F5C5EC}"/>
              </a:ext>
            </a:extLst>
          </p:cNvPr>
          <p:cNvSpPr>
            <a:spLocks noGrp="1" noChangeArrowheads="1"/>
          </p:cNvSpPr>
          <p:nvPr>
            <p:ph type="body" idx="1"/>
          </p:nvPr>
        </p:nvSpPr>
        <p:spPr>
          <a:xfrm>
            <a:off x="552450" y="576675"/>
            <a:ext cx="8340030" cy="1907762"/>
          </a:xfrm>
        </p:spPr>
        <p:txBody>
          <a:bodyPr>
            <a:normAutofit fontScale="92500"/>
          </a:bodyPr>
          <a:lstStyle/>
          <a:p>
            <a:r>
              <a:rPr lang="zh-CN" altLang="en-US" dirty="0"/>
              <a:t>搜索成功时检测指针停留在树中某个结点。</a:t>
            </a:r>
          </a:p>
          <a:p>
            <a:r>
              <a:rPr lang="zh-CN" altLang="en-US" dirty="0"/>
              <a:t>搜索不成功时检测指针停留在某个外结点（失败结点）。</a:t>
            </a:r>
          </a:p>
        </p:txBody>
      </p:sp>
      <p:sp>
        <p:nvSpPr>
          <p:cNvPr id="30739" name="Oval 1043">
            <a:extLst>
              <a:ext uri="{FF2B5EF4-FFF2-40B4-BE49-F238E27FC236}">
                <a16:creationId xmlns:a16="http://schemas.microsoft.com/office/drawing/2014/main" id="{E86EB9BD-4A31-7ED4-2FA4-194083104031}"/>
              </a:ext>
            </a:extLst>
          </p:cNvPr>
          <p:cNvSpPr>
            <a:spLocks noChangeArrowheads="1"/>
          </p:cNvSpPr>
          <p:nvPr/>
        </p:nvSpPr>
        <p:spPr bwMode="auto">
          <a:xfrm>
            <a:off x="4312568" y="1981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30740" name="Oval 1044">
            <a:extLst>
              <a:ext uri="{FF2B5EF4-FFF2-40B4-BE49-F238E27FC236}">
                <a16:creationId xmlns:a16="http://schemas.microsoft.com/office/drawing/2014/main" id="{D21A2141-D502-8109-A99E-48B7132556CC}"/>
              </a:ext>
            </a:extLst>
          </p:cNvPr>
          <p:cNvSpPr>
            <a:spLocks noChangeArrowheads="1"/>
          </p:cNvSpPr>
          <p:nvPr/>
        </p:nvSpPr>
        <p:spPr bwMode="auto">
          <a:xfrm>
            <a:off x="3017168" y="25908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30741" name="Oval 1045">
            <a:extLst>
              <a:ext uri="{FF2B5EF4-FFF2-40B4-BE49-F238E27FC236}">
                <a16:creationId xmlns:a16="http://schemas.microsoft.com/office/drawing/2014/main" id="{5DB99665-C9FC-919D-58BE-41C34E1CC91E}"/>
              </a:ext>
            </a:extLst>
          </p:cNvPr>
          <p:cNvSpPr>
            <a:spLocks noChangeArrowheads="1"/>
          </p:cNvSpPr>
          <p:nvPr/>
        </p:nvSpPr>
        <p:spPr bwMode="auto">
          <a:xfrm>
            <a:off x="5836568" y="25908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30742" name="Oval 1046">
            <a:extLst>
              <a:ext uri="{FF2B5EF4-FFF2-40B4-BE49-F238E27FC236}">
                <a16:creationId xmlns:a16="http://schemas.microsoft.com/office/drawing/2014/main" id="{1A774870-43E4-BFFD-D78C-2DC82E189C9E}"/>
              </a:ext>
            </a:extLst>
          </p:cNvPr>
          <p:cNvSpPr>
            <a:spLocks noChangeArrowheads="1"/>
          </p:cNvSpPr>
          <p:nvPr/>
        </p:nvSpPr>
        <p:spPr bwMode="auto">
          <a:xfrm>
            <a:off x="6598568" y="33528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30743" name="Oval 1047">
            <a:extLst>
              <a:ext uri="{FF2B5EF4-FFF2-40B4-BE49-F238E27FC236}">
                <a16:creationId xmlns:a16="http://schemas.microsoft.com/office/drawing/2014/main" id="{A3323D6A-A690-F61D-058C-0C24ECEAC492}"/>
              </a:ext>
            </a:extLst>
          </p:cNvPr>
          <p:cNvSpPr>
            <a:spLocks noChangeArrowheads="1"/>
          </p:cNvSpPr>
          <p:nvPr/>
        </p:nvSpPr>
        <p:spPr bwMode="auto">
          <a:xfrm>
            <a:off x="3779168" y="33528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30744" name="Oval 1048">
            <a:extLst>
              <a:ext uri="{FF2B5EF4-FFF2-40B4-BE49-F238E27FC236}">
                <a16:creationId xmlns:a16="http://schemas.microsoft.com/office/drawing/2014/main" id="{52BC9CEC-0938-4579-1F79-25AA602C92AA}"/>
              </a:ext>
            </a:extLst>
          </p:cNvPr>
          <p:cNvSpPr>
            <a:spLocks noChangeArrowheads="1"/>
          </p:cNvSpPr>
          <p:nvPr/>
        </p:nvSpPr>
        <p:spPr bwMode="auto">
          <a:xfrm>
            <a:off x="2026568" y="33528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30745" name="Oval 1049">
            <a:extLst>
              <a:ext uri="{FF2B5EF4-FFF2-40B4-BE49-F238E27FC236}">
                <a16:creationId xmlns:a16="http://schemas.microsoft.com/office/drawing/2014/main" id="{6F24BFAE-B51C-68E0-FC04-2533055C5505}"/>
              </a:ext>
            </a:extLst>
          </p:cNvPr>
          <p:cNvSpPr>
            <a:spLocks noChangeArrowheads="1"/>
          </p:cNvSpPr>
          <p:nvPr/>
        </p:nvSpPr>
        <p:spPr bwMode="auto">
          <a:xfrm>
            <a:off x="3169568" y="4191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30746" name="Oval 1050">
            <a:extLst>
              <a:ext uri="{FF2B5EF4-FFF2-40B4-BE49-F238E27FC236}">
                <a16:creationId xmlns:a16="http://schemas.microsoft.com/office/drawing/2014/main" id="{BBA3C85C-F95B-B0BD-5A90-13AA2714873F}"/>
              </a:ext>
            </a:extLst>
          </p:cNvPr>
          <p:cNvSpPr>
            <a:spLocks noChangeArrowheads="1"/>
          </p:cNvSpPr>
          <p:nvPr/>
        </p:nvSpPr>
        <p:spPr bwMode="auto">
          <a:xfrm>
            <a:off x="4312568" y="4191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30747" name="Line 1051">
            <a:extLst>
              <a:ext uri="{FF2B5EF4-FFF2-40B4-BE49-F238E27FC236}">
                <a16:creationId xmlns:a16="http://schemas.microsoft.com/office/drawing/2014/main" id="{76D44750-69A1-FE15-C6C8-D5BC5E82D58C}"/>
              </a:ext>
            </a:extLst>
          </p:cNvPr>
          <p:cNvSpPr>
            <a:spLocks noChangeShapeType="1"/>
          </p:cNvSpPr>
          <p:nvPr/>
        </p:nvSpPr>
        <p:spPr bwMode="auto">
          <a:xfrm flipH="1">
            <a:off x="3702968" y="2590800"/>
            <a:ext cx="609600" cy="3048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8" name="Line 1052">
            <a:extLst>
              <a:ext uri="{FF2B5EF4-FFF2-40B4-BE49-F238E27FC236}">
                <a16:creationId xmlns:a16="http://schemas.microsoft.com/office/drawing/2014/main" id="{37DA59B7-ED21-20A0-B974-448B086D6046}"/>
              </a:ext>
            </a:extLst>
          </p:cNvPr>
          <p:cNvSpPr>
            <a:spLocks noChangeShapeType="1"/>
          </p:cNvSpPr>
          <p:nvPr/>
        </p:nvSpPr>
        <p:spPr bwMode="auto">
          <a:xfrm>
            <a:off x="3398168" y="3200400"/>
            <a:ext cx="304800" cy="304800"/>
          </a:xfrm>
          <a:prstGeom prst="line">
            <a:avLst/>
          </a:prstGeom>
          <a:noFill/>
          <a:ln w="1905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9" name="Line 1053">
            <a:extLst>
              <a:ext uri="{FF2B5EF4-FFF2-40B4-BE49-F238E27FC236}">
                <a16:creationId xmlns:a16="http://schemas.microsoft.com/office/drawing/2014/main" id="{3224ABB2-74C0-A0AE-C7C8-477392902260}"/>
              </a:ext>
            </a:extLst>
          </p:cNvPr>
          <p:cNvSpPr>
            <a:spLocks noChangeShapeType="1"/>
          </p:cNvSpPr>
          <p:nvPr/>
        </p:nvSpPr>
        <p:spPr bwMode="auto">
          <a:xfrm flipH="1">
            <a:off x="3779168" y="3962400"/>
            <a:ext cx="228600" cy="3048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50" name="Rectangle 1054">
            <a:extLst>
              <a:ext uri="{FF2B5EF4-FFF2-40B4-BE49-F238E27FC236}">
                <a16:creationId xmlns:a16="http://schemas.microsoft.com/office/drawing/2014/main" id="{EF002F96-42BE-A46B-098C-D6A6A77C7350}"/>
              </a:ext>
            </a:extLst>
          </p:cNvPr>
          <p:cNvSpPr>
            <a:spLocks noChangeArrowheads="1"/>
          </p:cNvSpPr>
          <p:nvPr/>
        </p:nvSpPr>
        <p:spPr bwMode="auto">
          <a:xfrm>
            <a:off x="1569368" y="42672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1" name="Rectangle 1055">
            <a:extLst>
              <a:ext uri="{FF2B5EF4-FFF2-40B4-BE49-F238E27FC236}">
                <a16:creationId xmlns:a16="http://schemas.microsoft.com/office/drawing/2014/main" id="{22BC24D1-0574-569B-6D7F-572652017060}"/>
              </a:ext>
            </a:extLst>
          </p:cNvPr>
          <p:cNvSpPr>
            <a:spLocks noChangeArrowheads="1"/>
          </p:cNvSpPr>
          <p:nvPr/>
        </p:nvSpPr>
        <p:spPr bwMode="auto">
          <a:xfrm>
            <a:off x="2331368" y="42672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2" name="Rectangle 1056">
            <a:extLst>
              <a:ext uri="{FF2B5EF4-FFF2-40B4-BE49-F238E27FC236}">
                <a16:creationId xmlns:a16="http://schemas.microsoft.com/office/drawing/2014/main" id="{7F21A461-4734-CD12-F5AE-BC2E122A2EF4}"/>
              </a:ext>
            </a:extLst>
          </p:cNvPr>
          <p:cNvSpPr>
            <a:spLocks noChangeArrowheads="1"/>
          </p:cNvSpPr>
          <p:nvPr/>
        </p:nvSpPr>
        <p:spPr bwMode="auto">
          <a:xfrm>
            <a:off x="2788568" y="51054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3" name="Rectangle 1057">
            <a:extLst>
              <a:ext uri="{FF2B5EF4-FFF2-40B4-BE49-F238E27FC236}">
                <a16:creationId xmlns:a16="http://schemas.microsoft.com/office/drawing/2014/main" id="{795157BF-B524-AE2D-4407-BB748D1FC226}"/>
              </a:ext>
            </a:extLst>
          </p:cNvPr>
          <p:cNvSpPr>
            <a:spLocks noChangeArrowheads="1"/>
          </p:cNvSpPr>
          <p:nvPr/>
        </p:nvSpPr>
        <p:spPr bwMode="auto">
          <a:xfrm>
            <a:off x="3550568" y="51054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4" name="Rectangle 1058">
            <a:extLst>
              <a:ext uri="{FF2B5EF4-FFF2-40B4-BE49-F238E27FC236}">
                <a16:creationId xmlns:a16="http://schemas.microsoft.com/office/drawing/2014/main" id="{FAC78E5A-4DAC-2055-E754-9EF810A57FF6}"/>
              </a:ext>
            </a:extLst>
          </p:cNvPr>
          <p:cNvSpPr>
            <a:spLocks noChangeArrowheads="1"/>
          </p:cNvSpPr>
          <p:nvPr/>
        </p:nvSpPr>
        <p:spPr bwMode="auto">
          <a:xfrm>
            <a:off x="4083968" y="51054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5" name="Rectangle 1059">
            <a:extLst>
              <a:ext uri="{FF2B5EF4-FFF2-40B4-BE49-F238E27FC236}">
                <a16:creationId xmlns:a16="http://schemas.microsoft.com/office/drawing/2014/main" id="{E1C5E34B-3A21-C4B3-AD73-430D7C0645F3}"/>
              </a:ext>
            </a:extLst>
          </p:cNvPr>
          <p:cNvSpPr>
            <a:spLocks noChangeArrowheads="1"/>
          </p:cNvSpPr>
          <p:nvPr/>
        </p:nvSpPr>
        <p:spPr bwMode="auto">
          <a:xfrm>
            <a:off x="4845968" y="51054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6" name="Rectangle 1060">
            <a:extLst>
              <a:ext uri="{FF2B5EF4-FFF2-40B4-BE49-F238E27FC236}">
                <a16:creationId xmlns:a16="http://schemas.microsoft.com/office/drawing/2014/main" id="{1A9835A0-3750-EDCC-99F6-AB8878C0E481}"/>
              </a:ext>
            </a:extLst>
          </p:cNvPr>
          <p:cNvSpPr>
            <a:spLocks noChangeArrowheads="1"/>
          </p:cNvSpPr>
          <p:nvPr/>
        </p:nvSpPr>
        <p:spPr bwMode="auto">
          <a:xfrm>
            <a:off x="5379368" y="34290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7" name="Rectangle 1061">
            <a:extLst>
              <a:ext uri="{FF2B5EF4-FFF2-40B4-BE49-F238E27FC236}">
                <a16:creationId xmlns:a16="http://schemas.microsoft.com/office/drawing/2014/main" id="{7B84C82A-92EA-C6C0-123D-AB0CA9E3792C}"/>
              </a:ext>
            </a:extLst>
          </p:cNvPr>
          <p:cNvSpPr>
            <a:spLocks noChangeArrowheads="1"/>
          </p:cNvSpPr>
          <p:nvPr/>
        </p:nvSpPr>
        <p:spPr bwMode="auto">
          <a:xfrm>
            <a:off x="6217568" y="42672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8" name="Rectangle 1062">
            <a:extLst>
              <a:ext uri="{FF2B5EF4-FFF2-40B4-BE49-F238E27FC236}">
                <a16:creationId xmlns:a16="http://schemas.microsoft.com/office/drawing/2014/main" id="{F2DE076C-3FF3-4FAC-65B8-CF52856F13F9}"/>
              </a:ext>
            </a:extLst>
          </p:cNvPr>
          <p:cNvSpPr>
            <a:spLocks noChangeArrowheads="1"/>
          </p:cNvSpPr>
          <p:nvPr/>
        </p:nvSpPr>
        <p:spPr bwMode="auto">
          <a:xfrm>
            <a:off x="7055768" y="4267200"/>
            <a:ext cx="381000" cy="381000"/>
          </a:xfrm>
          <a:prstGeom prst="rect">
            <a:avLst/>
          </a:prstGeom>
          <a:solidFill>
            <a:schemeClr val="folHlink"/>
          </a:solidFill>
          <a:ln w="38100">
            <a:solidFill>
              <a:srgbClr val="FF33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0759" name="Line 1063">
            <a:extLst>
              <a:ext uri="{FF2B5EF4-FFF2-40B4-BE49-F238E27FC236}">
                <a16:creationId xmlns:a16="http://schemas.microsoft.com/office/drawing/2014/main" id="{6B855687-6159-5C8F-B967-5CB8FDED539A}"/>
              </a:ext>
            </a:extLst>
          </p:cNvPr>
          <p:cNvSpPr>
            <a:spLocks noChangeShapeType="1"/>
          </p:cNvSpPr>
          <p:nvPr/>
        </p:nvSpPr>
        <p:spPr bwMode="auto">
          <a:xfrm>
            <a:off x="3702968" y="4724400"/>
            <a:ext cx="228600" cy="30480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8088" name="Text Box 1064">
            <a:extLst>
              <a:ext uri="{FF2B5EF4-FFF2-40B4-BE49-F238E27FC236}">
                <a16:creationId xmlns:a16="http://schemas.microsoft.com/office/drawing/2014/main" id="{21C9211F-FDD3-79F6-7B96-559EF4F5030B}"/>
              </a:ext>
            </a:extLst>
          </p:cNvPr>
          <p:cNvSpPr txBox="1">
            <a:spLocks noChangeArrowheads="1"/>
          </p:cNvSpPr>
          <p:nvPr/>
        </p:nvSpPr>
        <p:spPr bwMode="auto">
          <a:xfrm>
            <a:off x="3209673" y="5577681"/>
            <a:ext cx="1400175" cy="579437"/>
          </a:xfrm>
          <a:prstGeom prst="rect">
            <a:avLst/>
          </a:prstGeom>
          <a:noFill/>
          <a:ln w="9525">
            <a:noFill/>
            <a:miter lim="800000"/>
            <a:headEnd/>
            <a:tailEnd/>
          </a:ln>
          <a:effectLst/>
        </p:spPr>
        <p:txBody>
          <a:bodyPr wrap="none">
            <a:spAutoFit/>
          </a:bodyPr>
          <a:lstStyle/>
          <a:p>
            <a:pPr>
              <a:defRPr/>
            </a:pPr>
            <a:r>
              <a:rPr lang="zh-CN" altLang="en-US" sz="3200" b="1" dirty="0">
                <a:solidFill>
                  <a:srgbClr val="CC3300"/>
                </a:solidFill>
                <a:effectLst>
                  <a:outerShdw blurRad="38100" dist="38100" dir="2700000" algn="tl">
                    <a:srgbClr val="C0C0C0"/>
                  </a:outerShdw>
                </a:effectLst>
                <a:latin typeface="Times New Roman" charset="0"/>
                <a:ea typeface="仿宋_GB2312" pitchFamily="49" charset="-122"/>
              </a:rPr>
              <a:t>搜索</a:t>
            </a:r>
            <a:r>
              <a:rPr lang="en-US" altLang="zh-CN" sz="2800" dirty="0">
                <a:solidFill>
                  <a:srgbClr val="CC3300"/>
                </a:solidFill>
                <a:latin typeface="Arial" charset="0"/>
              </a:rPr>
              <a:t>22</a:t>
            </a:r>
            <a:endParaRPr lang="en-US" altLang="zh-CN" dirty="0">
              <a:latin typeface="Times New Roman" charset="0"/>
            </a:endParaRPr>
          </a:p>
        </p:txBody>
      </p:sp>
      <p:sp>
        <p:nvSpPr>
          <p:cNvPr id="258089" name="Text Box 1065">
            <a:extLst>
              <a:ext uri="{FF2B5EF4-FFF2-40B4-BE49-F238E27FC236}">
                <a16:creationId xmlns:a16="http://schemas.microsoft.com/office/drawing/2014/main" id="{F82F84D7-5582-D83B-BE63-FE2A30A76735}"/>
              </a:ext>
            </a:extLst>
          </p:cNvPr>
          <p:cNvSpPr txBox="1">
            <a:spLocks noChangeArrowheads="1"/>
          </p:cNvSpPr>
          <p:nvPr/>
        </p:nvSpPr>
        <p:spPr bwMode="auto">
          <a:xfrm>
            <a:off x="6341393" y="2239963"/>
            <a:ext cx="1400175" cy="579437"/>
          </a:xfrm>
          <a:prstGeom prst="rect">
            <a:avLst/>
          </a:prstGeom>
          <a:noFill/>
          <a:ln w="9525">
            <a:noFill/>
            <a:miter lim="800000"/>
            <a:headEnd/>
            <a:tailEnd/>
          </a:ln>
          <a:effectLst/>
        </p:spPr>
        <p:txBody>
          <a:bodyPr wrap="none">
            <a:spAutoFit/>
          </a:bodyPr>
          <a:lstStyle/>
          <a:p>
            <a:pPr>
              <a:defRPr/>
            </a:pPr>
            <a:r>
              <a:rPr lang="zh-CN" altLang="en-US" sz="3200" b="1">
                <a:solidFill>
                  <a:srgbClr val="CC3300"/>
                </a:solidFill>
                <a:effectLst>
                  <a:outerShdw blurRad="38100" dist="38100" dir="2700000" algn="tl">
                    <a:srgbClr val="C0C0C0"/>
                  </a:outerShdw>
                </a:effectLst>
                <a:latin typeface="Times New Roman" charset="0"/>
                <a:ea typeface="仿宋_GB2312" pitchFamily="49" charset="-122"/>
              </a:rPr>
              <a:t>搜索</a:t>
            </a:r>
            <a:r>
              <a:rPr lang="en-US" altLang="zh-CN" sz="2800">
                <a:solidFill>
                  <a:srgbClr val="CC3300"/>
                </a:solidFill>
                <a:latin typeface="Arial" charset="0"/>
              </a:rPr>
              <a:t>45</a:t>
            </a:r>
            <a:endParaRPr lang="en-US" altLang="zh-CN">
              <a:latin typeface="Times New Roman" charset="0"/>
            </a:endParaRPr>
          </a:p>
        </p:txBody>
      </p:sp>
      <p:sp>
        <p:nvSpPr>
          <p:cNvPr id="30762" name="Line 1066">
            <a:extLst>
              <a:ext uri="{FF2B5EF4-FFF2-40B4-BE49-F238E27FC236}">
                <a16:creationId xmlns:a16="http://schemas.microsoft.com/office/drawing/2014/main" id="{19236CB2-E19A-9493-8F54-AE2874C563A8}"/>
              </a:ext>
            </a:extLst>
          </p:cNvPr>
          <p:cNvSpPr>
            <a:spLocks noChangeShapeType="1"/>
          </p:cNvSpPr>
          <p:nvPr/>
        </p:nvSpPr>
        <p:spPr bwMode="auto">
          <a:xfrm>
            <a:off x="4922168" y="2590800"/>
            <a:ext cx="762000" cy="304800"/>
          </a:xfrm>
          <a:prstGeom prst="line">
            <a:avLst/>
          </a:prstGeom>
          <a:noFill/>
          <a:ln w="28575">
            <a:solidFill>
              <a:srgbClr val="9900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3F3BF103-110C-811C-4702-9A4E050B84A0}"/>
              </a:ext>
            </a:extLst>
          </p:cNvPr>
          <p:cNvSpPr>
            <a:spLocks noGrp="1"/>
          </p:cNvSpPr>
          <p:nvPr>
            <p:ph type="sldNum" sz="quarter" idx="12"/>
          </p:nvPr>
        </p:nvSpPr>
        <p:spPr/>
        <p:txBody>
          <a:bodyPr/>
          <a:lstStyle/>
          <a:p>
            <a:pPr>
              <a:defRPr/>
            </a:pPr>
            <a:fld id="{82BC8E53-3928-4033-8D0B-01554133DC73}" type="slidenum">
              <a:rPr lang="en-US" altLang="zh-CN" smtClean="0"/>
              <a:pPr>
                <a:defRPr/>
              </a:pPr>
              <a:t>22</a:t>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8" name="Rectangle 6">
            <a:extLst>
              <a:ext uri="{FF2B5EF4-FFF2-40B4-BE49-F238E27FC236}">
                <a16:creationId xmlns:a16="http://schemas.microsoft.com/office/drawing/2014/main" id="{153760C2-9256-58EF-C5A3-076F43C88E6D}"/>
              </a:ext>
            </a:extLst>
          </p:cNvPr>
          <p:cNvSpPr>
            <a:spLocks noGrp="1" noChangeArrowheads="1"/>
          </p:cNvSpPr>
          <p:nvPr>
            <p:ph type="title"/>
          </p:nvPr>
        </p:nvSpPr>
        <p:spPr/>
        <p:txBody>
          <a:bodyPr/>
          <a:lstStyle/>
          <a:p>
            <a:r>
              <a:rPr lang="zh-CN" altLang="en-US"/>
              <a:t>折半搜索性能分析</a:t>
            </a:r>
          </a:p>
        </p:txBody>
      </p:sp>
      <p:sp>
        <p:nvSpPr>
          <p:cNvPr id="177159" name="Rectangle 7">
            <a:extLst>
              <a:ext uri="{FF2B5EF4-FFF2-40B4-BE49-F238E27FC236}">
                <a16:creationId xmlns:a16="http://schemas.microsoft.com/office/drawing/2014/main" id="{2050FEBC-A5E5-B9AD-E0B6-0078A063F7A9}"/>
              </a:ext>
            </a:extLst>
          </p:cNvPr>
          <p:cNvSpPr>
            <a:spLocks noGrp="1" noChangeArrowheads="1"/>
          </p:cNvSpPr>
          <p:nvPr>
            <p:ph type="body" idx="1"/>
          </p:nvPr>
        </p:nvSpPr>
        <p:spPr>
          <a:xfrm>
            <a:off x="628650" y="1825625"/>
            <a:ext cx="7886700" cy="3259559"/>
          </a:xfrm>
        </p:spPr>
        <p:txBody>
          <a:bodyPr>
            <a:normAutofit fontScale="70000" lnSpcReduction="20000"/>
          </a:bodyPr>
          <a:lstStyle/>
          <a:p>
            <a:r>
              <a:rPr lang="zh-CN" altLang="en-US" dirty="0"/>
              <a:t>若设 </a:t>
            </a:r>
            <a:r>
              <a:rPr lang="en-US" altLang="zh-CN" dirty="0"/>
              <a:t>n = 2</a:t>
            </a:r>
            <a:r>
              <a:rPr lang="en-US" altLang="zh-CN" baseline="30000" dirty="0"/>
              <a:t>h</a:t>
            </a:r>
            <a:r>
              <a:rPr lang="en-US" altLang="zh-CN" dirty="0"/>
              <a:t>-1</a:t>
            </a:r>
            <a:r>
              <a:rPr lang="zh-CN" altLang="en-US" dirty="0"/>
              <a:t>，则描述折半搜索的判定树是高度为 </a:t>
            </a:r>
            <a:r>
              <a:rPr lang="en-US" altLang="zh-CN" dirty="0"/>
              <a:t>h-1 </a:t>
            </a:r>
            <a:r>
              <a:rPr lang="zh-CN" altLang="en-US" dirty="0"/>
              <a:t>的满二叉树。</a:t>
            </a:r>
          </a:p>
          <a:p>
            <a:pPr lvl="1"/>
            <a:r>
              <a:rPr lang="en-US" altLang="zh-CN" dirty="0"/>
              <a:t>2</a:t>
            </a:r>
            <a:r>
              <a:rPr lang="en-US" altLang="zh-CN" baseline="30000" dirty="0"/>
              <a:t>h</a:t>
            </a:r>
            <a:r>
              <a:rPr lang="en-US" altLang="zh-CN" dirty="0"/>
              <a:t> = n+1, h = log</a:t>
            </a:r>
            <a:r>
              <a:rPr lang="en-US" altLang="zh-CN" baseline="-25000" dirty="0"/>
              <a:t>2</a:t>
            </a:r>
            <a:r>
              <a:rPr lang="en-US" altLang="zh-CN" dirty="0"/>
              <a:t>(n+1)</a:t>
            </a:r>
          </a:p>
          <a:p>
            <a:r>
              <a:rPr lang="zh-CN" altLang="en-US" dirty="0"/>
              <a:t>第</a:t>
            </a:r>
            <a:r>
              <a:rPr lang="en-US" altLang="zh-CN" dirty="0"/>
              <a:t>0</a:t>
            </a:r>
            <a:r>
              <a:rPr lang="zh-CN" altLang="en-US" dirty="0"/>
              <a:t>层结点有</a:t>
            </a:r>
            <a:r>
              <a:rPr lang="en-US" altLang="zh-CN" dirty="0"/>
              <a:t>1</a:t>
            </a:r>
            <a:r>
              <a:rPr lang="zh-CN" altLang="en-US" dirty="0"/>
              <a:t>个，搜索第</a:t>
            </a:r>
            <a:r>
              <a:rPr lang="en-US" altLang="zh-CN" dirty="0"/>
              <a:t>0</a:t>
            </a:r>
            <a:r>
              <a:rPr lang="zh-CN" altLang="en-US" dirty="0"/>
              <a:t>层结点要比较</a:t>
            </a:r>
            <a:r>
              <a:rPr lang="en-US" altLang="zh-CN" dirty="0"/>
              <a:t>1</a:t>
            </a:r>
            <a:r>
              <a:rPr lang="zh-CN" altLang="en-US" dirty="0"/>
              <a:t>次</a:t>
            </a:r>
            <a:r>
              <a:rPr lang="en-US" altLang="zh-CN" dirty="0"/>
              <a:t>; </a:t>
            </a:r>
            <a:r>
              <a:rPr lang="zh-CN" altLang="en-US" dirty="0"/>
              <a:t>第</a:t>
            </a:r>
            <a:r>
              <a:rPr lang="en-US" altLang="zh-CN" dirty="0"/>
              <a:t>1</a:t>
            </a:r>
            <a:r>
              <a:rPr lang="zh-CN" altLang="en-US" dirty="0"/>
              <a:t>层结点有</a:t>
            </a:r>
            <a:r>
              <a:rPr lang="en-US" altLang="zh-CN" dirty="0"/>
              <a:t>2</a:t>
            </a:r>
            <a:r>
              <a:rPr lang="zh-CN" altLang="en-US" dirty="0"/>
              <a:t>个，搜索第</a:t>
            </a:r>
            <a:r>
              <a:rPr lang="en-US" altLang="zh-CN" dirty="0"/>
              <a:t>1</a:t>
            </a:r>
            <a:r>
              <a:rPr lang="zh-CN" altLang="en-US" dirty="0"/>
              <a:t>层结点要比较</a:t>
            </a:r>
            <a:r>
              <a:rPr lang="en-US" altLang="zh-CN" dirty="0"/>
              <a:t>2</a:t>
            </a:r>
            <a:r>
              <a:rPr lang="zh-CN" altLang="en-US" dirty="0"/>
              <a:t>次</a:t>
            </a:r>
            <a:r>
              <a:rPr lang="en-US" altLang="zh-CN" dirty="0"/>
              <a:t>; …</a:t>
            </a:r>
            <a:r>
              <a:rPr lang="zh-CN" altLang="en-US" dirty="0"/>
              <a:t>，第 </a:t>
            </a:r>
            <a:r>
              <a:rPr lang="en-US" altLang="zh-CN" dirty="0" err="1"/>
              <a:t>i</a:t>
            </a:r>
            <a:r>
              <a:rPr lang="en-US" altLang="zh-CN" dirty="0"/>
              <a:t> (0 </a:t>
            </a:r>
            <a:r>
              <a:rPr lang="en-US" altLang="en-US" dirty="0">
                <a:sym typeface="Symbol" panose="05050102010706020507" pitchFamily="18" charset="2"/>
              </a:rPr>
              <a:t>≤</a:t>
            </a:r>
            <a:r>
              <a:rPr lang="en-US" altLang="zh-CN" dirty="0"/>
              <a:t> </a:t>
            </a:r>
            <a:r>
              <a:rPr lang="en-US" altLang="zh-CN" dirty="0" err="1"/>
              <a:t>i</a:t>
            </a:r>
            <a:r>
              <a:rPr lang="en-US" altLang="zh-CN" dirty="0"/>
              <a:t> </a:t>
            </a:r>
            <a:r>
              <a:rPr lang="en-US" altLang="zh-CN" dirty="0">
                <a:sym typeface="Symbol" panose="05050102010706020507" pitchFamily="18" charset="2"/>
              </a:rPr>
              <a:t></a:t>
            </a:r>
            <a:r>
              <a:rPr lang="en-US" altLang="zh-CN" dirty="0"/>
              <a:t> h) </a:t>
            </a:r>
            <a:r>
              <a:rPr lang="zh-CN" altLang="en-US" dirty="0"/>
              <a:t>层结点有 </a:t>
            </a:r>
            <a:r>
              <a:rPr lang="en-US" altLang="zh-CN" dirty="0"/>
              <a:t>2</a:t>
            </a:r>
            <a:r>
              <a:rPr lang="en-US" altLang="zh-CN" baseline="30000" dirty="0"/>
              <a:t>i</a:t>
            </a:r>
            <a:r>
              <a:rPr lang="en-US" altLang="zh-CN" dirty="0"/>
              <a:t> </a:t>
            </a:r>
            <a:r>
              <a:rPr lang="zh-CN" altLang="en-US" dirty="0"/>
              <a:t>个，搜索第 </a:t>
            </a:r>
            <a:r>
              <a:rPr lang="en-US" altLang="zh-CN" dirty="0" err="1"/>
              <a:t>i</a:t>
            </a:r>
            <a:r>
              <a:rPr lang="en-US" altLang="zh-CN" dirty="0"/>
              <a:t> </a:t>
            </a:r>
            <a:r>
              <a:rPr lang="zh-CN" altLang="en-US" dirty="0"/>
              <a:t>层结点要比较 </a:t>
            </a:r>
            <a:r>
              <a:rPr lang="en-US" altLang="zh-CN" dirty="0"/>
              <a:t>i+1</a:t>
            </a:r>
            <a:r>
              <a:rPr lang="zh-CN" altLang="en-US" dirty="0"/>
              <a:t>次，</a:t>
            </a:r>
            <a:r>
              <a:rPr lang="en-US" altLang="zh-CN" dirty="0"/>
              <a:t>…</a:t>
            </a:r>
            <a:r>
              <a:rPr lang="zh-CN" altLang="en-US" dirty="0"/>
              <a:t>。</a:t>
            </a:r>
          </a:p>
          <a:p>
            <a:r>
              <a:rPr lang="zh-CN" altLang="en-US" dirty="0"/>
              <a:t>假定每个结点的搜索概率相等，即 </a:t>
            </a:r>
            <a:r>
              <a:rPr lang="en-US" altLang="zh-CN" dirty="0"/>
              <a:t>p</a:t>
            </a:r>
            <a:r>
              <a:rPr lang="en-US" altLang="zh-CN" baseline="-25000" dirty="0"/>
              <a:t>i</a:t>
            </a:r>
            <a:r>
              <a:rPr lang="en-US" altLang="zh-CN" dirty="0"/>
              <a:t> = 1/n</a:t>
            </a:r>
            <a:r>
              <a:rPr lang="zh-CN" altLang="en-US" dirty="0"/>
              <a:t>，则搜索成功的平均搜索长度为</a:t>
            </a:r>
          </a:p>
        </p:txBody>
      </p:sp>
      <p:sp>
        <p:nvSpPr>
          <p:cNvPr id="2" name="灯片编号占位符 1">
            <a:extLst>
              <a:ext uri="{FF2B5EF4-FFF2-40B4-BE49-F238E27FC236}">
                <a16:creationId xmlns:a16="http://schemas.microsoft.com/office/drawing/2014/main" id="{C15C9051-1D6F-4E26-AC3D-623FCDDB5DE9}"/>
              </a:ext>
            </a:extLst>
          </p:cNvPr>
          <p:cNvSpPr>
            <a:spLocks noGrp="1"/>
          </p:cNvSpPr>
          <p:nvPr>
            <p:ph type="sldNum" sz="quarter" idx="12"/>
          </p:nvPr>
        </p:nvSpPr>
        <p:spPr/>
        <p:txBody>
          <a:bodyPr/>
          <a:lstStyle/>
          <a:p>
            <a:pPr>
              <a:defRPr/>
            </a:pPr>
            <a:fld id="{82BC8E53-3928-4033-8D0B-01554133DC73}" type="slidenum">
              <a:rPr lang="en-US" altLang="zh-CN" smtClean="0"/>
              <a:pPr>
                <a:defRPr/>
              </a:pPr>
              <a:t>23</a:t>
            </a:fld>
            <a:endParaRPr lang="en-US" altLang="zh-CN"/>
          </a:p>
        </p:txBody>
      </p:sp>
      <p:pic>
        <p:nvPicPr>
          <p:cNvPr id="3" name="Picture 11">
            <a:extLst>
              <a:ext uri="{FF2B5EF4-FFF2-40B4-BE49-F238E27FC236}">
                <a16:creationId xmlns:a16="http://schemas.microsoft.com/office/drawing/2014/main" id="{372448B8-8662-3643-B1A6-D2D3CD7EA631}"/>
              </a:ext>
            </a:extLst>
          </p:cNvPr>
          <p:cNvPicPr>
            <a:picLocks noChangeAspect="1" noChangeArrowheads="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1043608" y="4869160"/>
            <a:ext cx="6181725" cy="1400175"/>
          </a:xfrm>
          <a:prstGeom prst="rect">
            <a:avLst/>
          </a:prstGeom>
          <a:solidFill>
            <a:schemeClr val="accent3">
              <a:lumMod val="20000"/>
              <a:lumOff val="80000"/>
            </a:schemeClr>
          </a:solidFill>
          <a:ln>
            <a:noFill/>
          </a:ln>
        </p:spPr>
      </p:pic>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1" name="Object 1024">
            <a:extLst>
              <a:ext uri="{FF2B5EF4-FFF2-40B4-BE49-F238E27FC236}">
                <a16:creationId xmlns:a16="http://schemas.microsoft.com/office/drawing/2014/main" id="{51BE68DB-A73A-C150-44CC-5C1FA7CFE499}"/>
              </a:ext>
            </a:extLst>
          </p:cNvPr>
          <p:cNvGraphicFramePr>
            <a:graphicFrameLocks noChangeAspect="1"/>
          </p:cNvGraphicFramePr>
          <p:nvPr>
            <p:extLst>
              <p:ext uri="{D42A27DB-BD31-4B8C-83A1-F6EECF244321}">
                <p14:modId xmlns:p14="http://schemas.microsoft.com/office/powerpoint/2010/main" val="1859583417"/>
              </p:ext>
            </p:extLst>
          </p:nvPr>
        </p:nvGraphicFramePr>
        <p:xfrm>
          <a:off x="1016250" y="1655319"/>
          <a:ext cx="7483475" cy="1246187"/>
        </p:xfrm>
        <a:graphic>
          <a:graphicData uri="http://schemas.openxmlformats.org/presentationml/2006/ole">
            <mc:AlternateContent xmlns:mc="http://schemas.openxmlformats.org/markup-compatibility/2006">
              <mc:Choice xmlns:v="urn:schemas-microsoft-com:vml" Requires="v">
                <p:oleObj name="公式" r:id="rId2" imgW="3098800" imgH="482600" progId="Equation.3">
                  <p:embed/>
                </p:oleObj>
              </mc:Choice>
              <mc:Fallback>
                <p:oleObj name="公式" r:id="rId2" imgW="3098800" imgH="482600" progId="Equation.3">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250" y="1655319"/>
                        <a:ext cx="7483475" cy="124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772" name="Object 1025">
            <a:extLst>
              <a:ext uri="{FF2B5EF4-FFF2-40B4-BE49-F238E27FC236}">
                <a16:creationId xmlns:a16="http://schemas.microsoft.com/office/drawing/2014/main" id="{8EFDEAFE-226F-672C-4BB0-CA2C8937042B}"/>
              </a:ext>
            </a:extLst>
          </p:cNvPr>
          <p:cNvGraphicFramePr>
            <a:graphicFrameLocks noChangeAspect="1"/>
          </p:cNvGraphicFramePr>
          <p:nvPr>
            <p:extLst>
              <p:ext uri="{D42A27DB-BD31-4B8C-83A1-F6EECF244321}">
                <p14:modId xmlns:p14="http://schemas.microsoft.com/office/powerpoint/2010/main" val="2022778420"/>
              </p:ext>
            </p:extLst>
          </p:nvPr>
        </p:nvGraphicFramePr>
        <p:xfrm>
          <a:off x="800349" y="3284984"/>
          <a:ext cx="7915275" cy="2057400"/>
        </p:xfrm>
        <a:graphic>
          <a:graphicData uri="http://schemas.openxmlformats.org/presentationml/2006/ole">
            <mc:AlternateContent xmlns:mc="http://schemas.openxmlformats.org/markup-compatibility/2006">
              <mc:Choice xmlns:v="urn:schemas-microsoft-com:vml" Requires="v">
                <p:oleObj name="公式" r:id="rId4" imgW="3403600" imgH="812800" progId="Equation.3">
                  <p:embed/>
                </p:oleObj>
              </mc:Choice>
              <mc:Fallback>
                <p:oleObj name="公式" r:id="rId4" imgW="3403600" imgH="812800" progId="Equation.3">
                  <p:embed/>
                  <p:pic>
                    <p:nvPicPr>
                      <p:cNvPr id="0" name="Object 10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349" y="3284984"/>
                        <a:ext cx="791527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8182" name="Text Box 6">
            <a:extLst>
              <a:ext uri="{FF2B5EF4-FFF2-40B4-BE49-F238E27FC236}">
                <a16:creationId xmlns:a16="http://schemas.microsoft.com/office/drawing/2014/main" id="{6BEBAF8C-A114-9980-6668-61836FAA9AF9}"/>
              </a:ext>
            </a:extLst>
          </p:cNvPr>
          <p:cNvSpPr txBox="1">
            <a:spLocks noChangeArrowheads="1"/>
          </p:cNvSpPr>
          <p:nvPr/>
        </p:nvSpPr>
        <p:spPr bwMode="auto">
          <a:xfrm>
            <a:off x="498725" y="1072706"/>
            <a:ext cx="3962400" cy="579438"/>
          </a:xfrm>
          <a:prstGeom prst="rect">
            <a:avLst/>
          </a:prstGeom>
          <a:noFill/>
          <a:ln w="9525">
            <a:noFill/>
            <a:miter lim="800000"/>
            <a:headEnd/>
            <a:tailEnd/>
          </a:ln>
          <a:effectLst/>
        </p:spPr>
        <p:txBody>
          <a:bodyPr>
            <a:spAutoFit/>
          </a:bodyPr>
          <a:lstStyle/>
          <a:p>
            <a:pPr>
              <a:defRPr/>
            </a:pPr>
            <a:r>
              <a:rPr lang="zh-CN" altLang="en-US" sz="3200" b="1" dirty="0">
                <a:solidFill>
                  <a:srgbClr val="000099"/>
                </a:solidFill>
                <a:effectLst>
                  <a:outerShdw blurRad="38100" dist="38100" dir="2700000" algn="tl">
                    <a:srgbClr val="C0C0C0"/>
                  </a:outerShdw>
                </a:effectLst>
                <a:latin typeface="Times New Roman" charset="0"/>
                <a:ea typeface="仿宋_GB2312" pitchFamily="49" charset="-122"/>
              </a:rPr>
              <a:t>可以用归纳法证明</a:t>
            </a:r>
            <a:endParaRPr lang="zh-CN" altLang="en-US" dirty="0">
              <a:solidFill>
                <a:srgbClr val="000099"/>
              </a:solidFill>
              <a:latin typeface="Times New Roman" charset="0"/>
            </a:endParaRPr>
          </a:p>
        </p:txBody>
      </p:sp>
      <p:sp>
        <p:nvSpPr>
          <p:cNvPr id="178183" name="Text Box 7">
            <a:extLst>
              <a:ext uri="{FF2B5EF4-FFF2-40B4-BE49-F238E27FC236}">
                <a16:creationId xmlns:a16="http://schemas.microsoft.com/office/drawing/2014/main" id="{63C13DC9-9457-B0FB-9690-B3F6DA03CE7E}"/>
              </a:ext>
            </a:extLst>
          </p:cNvPr>
          <p:cNvSpPr txBox="1">
            <a:spLocks noChangeArrowheads="1"/>
          </p:cNvSpPr>
          <p:nvPr/>
        </p:nvSpPr>
        <p:spPr bwMode="auto">
          <a:xfrm>
            <a:off x="574925" y="2855469"/>
            <a:ext cx="2971800" cy="579437"/>
          </a:xfrm>
          <a:prstGeom prst="rect">
            <a:avLst/>
          </a:prstGeom>
          <a:noFill/>
          <a:ln w="9525">
            <a:noFill/>
            <a:miter lim="800000"/>
            <a:headEnd/>
            <a:tailEnd/>
          </a:ln>
          <a:effectLst/>
        </p:spPr>
        <p:txBody>
          <a:bodyPr>
            <a:spAutoFit/>
          </a:bodyPr>
          <a:lstStyle/>
          <a:p>
            <a:pPr>
              <a:spcBef>
                <a:spcPct val="50000"/>
              </a:spcBef>
              <a:defRPr/>
            </a:pPr>
            <a:r>
              <a:rPr lang="zh-CN" altLang="en-US" sz="3200" b="1" dirty="0">
                <a:solidFill>
                  <a:srgbClr val="000099"/>
                </a:solidFill>
                <a:effectLst>
                  <a:outerShdw blurRad="38100" dist="38100" dir="2700000" algn="tl">
                    <a:srgbClr val="C0C0C0"/>
                  </a:outerShdw>
                </a:effectLst>
                <a:latin typeface="Times New Roman" charset="0"/>
                <a:ea typeface="仿宋_GB2312" pitchFamily="49" charset="-122"/>
              </a:rPr>
              <a:t>这样</a:t>
            </a:r>
            <a:endParaRPr lang="zh-CN" altLang="en-US" dirty="0">
              <a:solidFill>
                <a:srgbClr val="000099"/>
              </a:solidFill>
              <a:latin typeface="Times New Roman" charset="0"/>
            </a:endParaRPr>
          </a:p>
        </p:txBody>
      </p:sp>
      <p:sp>
        <p:nvSpPr>
          <p:cNvPr id="2" name="灯片编号占位符 1">
            <a:extLst>
              <a:ext uri="{FF2B5EF4-FFF2-40B4-BE49-F238E27FC236}">
                <a16:creationId xmlns:a16="http://schemas.microsoft.com/office/drawing/2014/main" id="{2C761294-0804-E08F-4375-1D19A345D0A1}"/>
              </a:ext>
            </a:extLst>
          </p:cNvPr>
          <p:cNvSpPr>
            <a:spLocks noGrp="1"/>
          </p:cNvSpPr>
          <p:nvPr>
            <p:ph type="sldNum" sz="quarter" idx="12"/>
          </p:nvPr>
        </p:nvSpPr>
        <p:spPr/>
        <p:txBody>
          <a:bodyPr/>
          <a:lstStyle/>
          <a:p>
            <a:pPr>
              <a:defRPr/>
            </a:pPr>
            <a:fld id="{A5CDC942-AD50-4CB1-AAEC-9B389C2C8E01}" type="slidenum">
              <a:rPr lang="en-US" altLang="zh-CN" smtClean="0"/>
              <a:pPr>
                <a:defRPr/>
              </a:pPr>
              <a:t>24</a:t>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1026">
            <a:extLst>
              <a:ext uri="{FF2B5EF4-FFF2-40B4-BE49-F238E27FC236}">
                <a16:creationId xmlns:a16="http://schemas.microsoft.com/office/drawing/2014/main" id="{1D9385AD-D7F5-878C-1E18-A43D3F80B569}"/>
              </a:ext>
            </a:extLst>
          </p:cNvPr>
          <p:cNvSpPr>
            <a:spLocks noGrp="1" noChangeArrowheads="1"/>
          </p:cNvSpPr>
          <p:nvPr>
            <p:ph type="title"/>
          </p:nvPr>
        </p:nvSpPr>
        <p:spPr/>
        <p:txBody>
          <a:bodyPr>
            <a:normAutofit/>
          </a:bodyPr>
          <a:lstStyle/>
          <a:p>
            <a:r>
              <a:rPr lang="en-US" altLang="zh-CN" dirty="0"/>
              <a:t>7.1.4 </a:t>
            </a:r>
            <a:r>
              <a:rPr lang="zh-CN" altLang="en-US" dirty="0"/>
              <a:t>基于有序顺序表的其它搜索方法（自学）</a:t>
            </a:r>
          </a:p>
        </p:txBody>
      </p:sp>
      <p:sp>
        <p:nvSpPr>
          <p:cNvPr id="33795" name="Rectangle 1027">
            <a:extLst>
              <a:ext uri="{FF2B5EF4-FFF2-40B4-BE49-F238E27FC236}">
                <a16:creationId xmlns:a16="http://schemas.microsoft.com/office/drawing/2014/main" id="{9A625D8C-5EC5-0DEB-808E-734C309E4284}"/>
              </a:ext>
            </a:extLst>
          </p:cNvPr>
          <p:cNvSpPr>
            <a:spLocks noGrp="1" noChangeArrowheads="1"/>
          </p:cNvSpPr>
          <p:nvPr>
            <p:ph type="body" idx="1"/>
          </p:nvPr>
        </p:nvSpPr>
        <p:spPr/>
        <p:txBody>
          <a:bodyPr/>
          <a:lstStyle/>
          <a:p>
            <a:pPr lvl="1"/>
            <a:r>
              <a:rPr lang="zh-CN" altLang="en-US" dirty="0"/>
              <a:t>原理与折半搜索一致，但搜索区间的端点和中间点的取法不同。</a:t>
            </a:r>
          </a:p>
        </p:txBody>
      </p:sp>
      <p:sp>
        <p:nvSpPr>
          <p:cNvPr id="2" name="灯片编号占位符 1">
            <a:extLst>
              <a:ext uri="{FF2B5EF4-FFF2-40B4-BE49-F238E27FC236}">
                <a16:creationId xmlns:a16="http://schemas.microsoft.com/office/drawing/2014/main" id="{6C956105-79EB-2386-5751-74AAC8A94712}"/>
              </a:ext>
            </a:extLst>
          </p:cNvPr>
          <p:cNvSpPr>
            <a:spLocks noGrp="1"/>
          </p:cNvSpPr>
          <p:nvPr>
            <p:ph type="sldNum" sz="quarter" idx="12"/>
          </p:nvPr>
        </p:nvSpPr>
        <p:spPr/>
        <p:txBody>
          <a:bodyPr/>
          <a:lstStyle/>
          <a:p>
            <a:pPr>
              <a:defRPr/>
            </a:pPr>
            <a:fld id="{82BC8E53-3928-4033-8D0B-01554133DC73}" type="slidenum">
              <a:rPr lang="en-US" altLang="zh-CN" smtClean="0"/>
              <a:pPr>
                <a:defRPr/>
              </a:pPr>
              <a:t>25</a:t>
            </a:fld>
            <a:endParaRPr lang="en-US" altLang="zh-CN"/>
          </a:p>
        </p:txBody>
      </p:sp>
    </p:spTree>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Rectangle 3">
            <a:extLst>
              <a:ext uri="{FF2B5EF4-FFF2-40B4-BE49-F238E27FC236}">
                <a16:creationId xmlns:a16="http://schemas.microsoft.com/office/drawing/2014/main" id="{688E9BE9-B01F-DDF3-4DA6-D00A4467B30D}"/>
              </a:ext>
            </a:extLst>
          </p:cNvPr>
          <p:cNvSpPr>
            <a:spLocks noGrp="1" noChangeArrowheads="1"/>
          </p:cNvSpPr>
          <p:nvPr>
            <p:ph type="title"/>
          </p:nvPr>
        </p:nvSpPr>
        <p:spPr/>
        <p:txBody>
          <a:bodyPr/>
          <a:lstStyle/>
          <a:p>
            <a:r>
              <a:rPr lang="en-US" altLang="zh-CN"/>
              <a:t>7.2 </a:t>
            </a:r>
            <a:r>
              <a:rPr lang="zh-CN" altLang="en-US"/>
              <a:t>二叉搜索树 </a:t>
            </a:r>
            <a:r>
              <a:rPr lang="en-US" altLang="zh-CN"/>
              <a:t>( Binary Search Tree )</a:t>
            </a:r>
          </a:p>
        </p:txBody>
      </p:sp>
      <p:sp>
        <p:nvSpPr>
          <p:cNvPr id="3" name="内容占位符 2">
            <a:extLst>
              <a:ext uri="{FF2B5EF4-FFF2-40B4-BE49-F238E27FC236}">
                <a16:creationId xmlns:a16="http://schemas.microsoft.com/office/drawing/2014/main" id="{E6969256-986C-4AC0-88DC-9765E86CCEA4}"/>
              </a:ext>
            </a:extLst>
          </p:cNvPr>
          <p:cNvSpPr>
            <a:spLocks noGrp="1"/>
          </p:cNvSpPr>
          <p:nvPr>
            <p:ph idx="1"/>
          </p:nvPr>
        </p:nvSpPr>
        <p:spPr/>
        <p:txBody>
          <a:bodyPr>
            <a:normAutofit fontScale="77500" lnSpcReduction="20000"/>
          </a:bodyPr>
          <a:lstStyle/>
          <a:p>
            <a:r>
              <a:rPr lang="en-US" altLang="zh-CN" dirty="0"/>
              <a:t>7.2.1 </a:t>
            </a:r>
            <a:r>
              <a:rPr lang="zh-CN" altLang="en-US" dirty="0"/>
              <a:t>二叉搜索树的概念</a:t>
            </a:r>
            <a:endParaRPr lang="en-US" altLang="zh-CN" dirty="0"/>
          </a:p>
          <a:p>
            <a:pPr lvl="1"/>
            <a:r>
              <a:rPr lang="zh-CN" altLang="en-US" dirty="0"/>
              <a:t>定义： 二叉搜索树或者是一棵空树，或者是具有下列性质的二叉树：</a:t>
            </a:r>
          </a:p>
          <a:p>
            <a:pPr lvl="2"/>
            <a:r>
              <a:rPr lang="zh-CN" altLang="en-US" dirty="0"/>
              <a:t>每个结点都有一个作为搜索依据的关键码</a:t>
            </a:r>
            <a:r>
              <a:rPr lang="en-US" altLang="zh-CN" dirty="0"/>
              <a:t>(key)</a:t>
            </a:r>
            <a:r>
              <a:rPr lang="zh-CN" altLang="en-US" dirty="0"/>
              <a:t>，所有结点的关键码互不相同。</a:t>
            </a:r>
          </a:p>
          <a:p>
            <a:pPr lvl="2"/>
            <a:r>
              <a:rPr lang="zh-CN" altLang="en-US" dirty="0"/>
              <a:t>左子树（如果存在）上所有结点的关键码都小于根结点的关键码。</a:t>
            </a:r>
          </a:p>
          <a:p>
            <a:pPr lvl="2"/>
            <a:r>
              <a:rPr lang="zh-CN" altLang="en-US" dirty="0"/>
              <a:t>右子树（如果存在）上所有结点的关键码都大于根结点的关键码。</a:t>
            </a:r>
          </a:p>
          <a:p>
            <a:pPr lvl="2"/>
            <a:r>
              <a:rPr lang="zh-CN" altLang="en-US" dirty="0"/>
              <a:t>左子树和右子树也是二叉搜索树。</a:t>
            </a:r>
            <a:endParaRPr lang="en-US" altLang="zh-CN" dirty="0"/>
          </a:p>
          <a:p>
            <a:pPr lvl="1"/>
            <a:r>
              <a:rPr lang="zh-CN" altLang="en-US" dirty="0"/>
              <a:t>如果对一棵二叉搜索树进行中序遍历，可以得到各结点按关键码从小到大顺序的排列，所以也称二叉搜索树为二叉排序树。</a:t>
            </a:r>
          </a:p>
        </p:txBody>
      </p:sp>
      <p:sp>
        <p:nvSpPr>
          <p:cNvPr id="2" name="灯片编号占位符 1">
            <a:extLst>
              <a:ext uri="{FF2B5EF4-FFF2-40B4-BE49-F238E27FC236}">
                <a16:creationId xmlns:a16="http://schemas.microsoft.com/office/drawing/2014/main" id="{23A1E5FE-CE28-F8BD-7302-01151AC4980C}"/>
              </a:ext>
            </a:extLst>
          </p:cNvPr>
          <p:cNvSpPr>
            <a:spLocks noGrp="1"/>
          </p:cNvSpPr>
          <p:nvPr>
            <p:ph type="sldNum" sz="quarter" idx="12"/>
          </p:nvPr>
        </p:nvSpPr>
        <p:spPr/>
        <p:txBody>
          <a:bodyPr/>
          <a:lstStyle/>
          <a:p>
            <a:pPr>
              <a:defRPr/>
            </a:pPr>
            <a:fld id="{82BC8E53-3928-4033-8D0B-01554133DC73}" type="slidenum">
              <a:rPr lang="en-US" altLang="zh-CN" smtClean="0"/>
              <a:pPr>
                <a:defRPr/>
              </a:pPr>
              <a:t>26</a:t>
            </a:fld>
            <a:endParaRPr lang="en-US" altLang="zh-CN"/>
          </a:p>
        </p:txBody>
      </p:sp>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reeform 2">
            <a:extLst>
              <a:ext uri="{FF2B5EF4-FFF2-40B4-BE49-F238E27FC236}">
                <a16:creationId xmlns:a16="http://schemas.microsoft.com/office/drawing/2014/main" id="{CA27DFDA-9273-9AE4-1E9B-BD13DE937D41}"/>
              </a:ext>
            </a:extLst>
          </p:cNvPr>
          <p:cNvSpPr>
            <a:spLocks/>
          </p:cNvSpPr>
          <p:nvPr/>
        </p:nvSpPr>
        <p:spPr bwMode="auto">
          <a:xfrm>
            <a:off x="4343400" y="2070100"/>
            <a:ext cx="1549400" cy="2184400"/>
          </a:xfrm>
          <a:custGeom>
            <a:avLst/>
            <a:gdLst>
              <a:gd name="T0" fmla="*/ 0 w 976"/>
              <a:gd name="T1" fmla="*/ 2147483646 h 1376"/>
              <a:gd name="T2" fmla="*/ 2147483646 w 976"/>
              <a:gd name="T3" fmla="*/ 2147483646 h 1376"/>
              <a:gd name="T4" fmla="*/ 2147483646 w 976"/>
              <a:gd name="T5" fmla="*/ 2147483646 h 1376"/>
              <a:gd name="T6" fmla="*/ 2147483646 w 976"/>
              <a:gd name="T7" fmla="*/ 2147483646 h 1376"/>
              <a:gd name="T8" fmla="*/ 2147483646 w 976"/>
              <a:gd name="T9" fmla="*/ 2147483646 h 1376"/>
              <a:gd name="T10" fmla="*/ 2147483646 w 976"/>
              <a:gd name="T11" fmla="*/ 2147483646 h 1376"/>
              <a:gd name="T12" fmla="*/ 2147483646 w 976"/>
              <a:gd name="T13" fmla="*/ 2147483646 h 1376"/>
              <a:gd name="T14" fmla="*/ 0 w 976"/>
              <a:gd name="T15" fmla="*/ 2147483646 h 1376"/>
              <a:gd name="T16" fmla="*/ 0 60000 65536"/>
              <a:gd name="T17" fmla="*/ 0 60000 65536"/>
              <a:gd name="T18" fmla="*/ 0 60000 65536"/>
              <a:gd name="T19" fmla="*/ 0 60000 65536"/>
              <a:gd name="T20" fmla="*/ 0 60000 65536"/>
              <a:gd name="T21" fmla="*/ 0 60000 65536"/>
              <a:gd name="T22" fmla="*/ 0 60000 65536"/>
              <a:gd name="T23" fmla="*/ 0 60000 65536"/>
              <a:gd name="T24" fmla="*/ 0 w 976"/>
              <a:gd name="T25" fmla="*/ 0 h 1376"/>
              <a:gd name="T26" fmla="*/ 976 w 976"/>
              <a:gd name="T27" fmla="*/ 1376 h 13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76" h="1376">
                <a:moveTo>
                  <a:pt x="0" y="328"/>
                </a:moveTo>
                <a:cubicBezTo>
                  <a:pt x="0" y="224"/>
                  <a:pt x="80" y="168"/>
                  <a:pt x="144" y="136"/>
                </a:cubicBezTo>
                <a:cubicBezTo>
                  <a:pt x="208" y="104"/>
                  <a:pt x="256" y="0"/>
                  <a:pt x="384" y="136"/>
                </a:cubicBezTo>
                <a:cubicBezTo>
                  <a:pt x="512" y="272"/>
                  <a:pt x="848" y="760"/>
                  <a:pt x="912" y="952"/>
                </a:cubicBezTo>
                <a:cubicBezTo>
                  <a:pt x="976" y="1144"/>
                  <a:pt x="832" y="1232"/>
                  <a:pt x="768" y="1288"/>
                </a:cubicBezTo>
                <a:cubicBezTo>
                  <a:pt x="704" y="1344"/>
                  <a:pt x="632" y="1376"/>
                  <a:pt x="528" y="1288"/>
                </a:cubicBezTo>
                <a:cubicBezTo>
                  <a:pt x="424" y="1200"/>
                  <a:pt x="232" y="920"/>
                  <a:pt x="144" y="760"/>
                </a:cubicBezTo>
                <a:cubicBezTo>
                  <a:pt x="56" y="600"/>
                  <a:pt x="0" y="432"/>
                  <a:pt x="0" y="328"/>
                </a:cubicBezTo>
                <a:close/>
              </a:path>
            </a:pathLst>
          </a:custGeom>
          <a:noFill/>
          <a:ln w="38100" cap="rnd">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43" name="Line 3">
            <a:extLst>
              <a:ext uri="{FF2B5EF4-FFF2-40B4-BE49-F238E27FC236}">
                <a16:creationId xmlns:a16="http://schemas.microsoft.com/office/drawing/2014/main" id="{90EB90E2-892B-4900-7C2E-D430DECD3213}"/>
              </a:ext>
            </a:extLst>
          </p:cNvPr>
          <p:cNvSpPr>
            <a:spLocks noChangeShapeType="1"/>
          </p:cNvSpPr>
          <p:nvPr/>
        </p:nvSpPr>
        <p:spPr bwMode="auto">
          <a:xfrm flipH="1">
            <a:off x="6781800" y="19812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 name="Line 4">
            <a:extLst>
              <a:ext uri="{FF2B5EF4-FFF2-40B4-BE49-F238E27FC236}">
                <a16:creationId xmlns:a16="http://schemas.microsoft.com/office/drawing/2014/main" id="{F588C249-6E85-E577-1A2D-8471F434112E}"/>
              </a:ext>
            </a:extLst>
          </p:cNvPr>
          <p:cNvSpPr>
            <a:spLocks noChangeShapeType="1"/>
          </p:cNvSpPr>
          <p:nvPr/>
        </p:nvSpPr>
        <p:spPr bwMode="auto">
          <a:xfrm>
            <a:off x="6019800" y="2895600"/>
            <a:ext cx="2286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5">
            <a:extLst>
              <a:ext uri="{FF2B5EF4-FFF2-40B4-BE49-F238E27FC236}">
                <a16:creationId xmlns:a16="http://schemas.microsoft.com/office/drawing/2014/main" id="{0717CB59-94E3-0A49-7B92-9FDB2A87103F}"/>
              </a:ext>
            </a:extLst>
          </p:cNvPr>
          <p:cNvSpPr>
            <a:spLocks noChangeShapeType="1"/>
          </p:cNvSpPr>
          <p:nvPr/>
        </p:nvSpPr>
        <p:spPr bwMode="auto">
          <a:xfrm flipH="1">
            <a:off x="5486400" y="2895600"/>
            <a:ext cx="3048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6">
            <a:extLst>
              <a:ext uri="{FF2B5EF4-FFF2-40B4-BE49-F238E27FC236}">
                <a16:creationId xmlns:a16="http://schemas.microsoft.com/office/drawing/2014/main" id="{9D275659-629A-4A31-BD54-EA5B5D331EF9}"/>
              </a:ext>
            </a:extLst>
          </p:cNvPr>
          <p:cNvSpPr>
            <a:spLocks noChangeShapeType="1"/>
          </p:cNvSpPr>
          <p:nvPr/>
        </p:nvSpPr>
        <p:spPr bwMode="auto">
          <a:xfrm flipH="1">
            <a:off x="4953000" y="19812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7">
            <a:extLst>
              <a:ext uri="{FF2B5EF4-FFF2-40B4-BE49-F238E27FC236}">
                <a16:creationId xmlns:a16="http://schemas.microsoft.com/office/drawing/2014/main" id="{2A348314-12CC-ED02-2769-D89D8F7FE9D0}"/>
              </a:ext>
            </a:extLst>
          </p:cNvPr>
          <p:cNvSpPr>
            <a:spLocks noChangeShapeType="1"/>
          </p:cNvSpPr>
          <p:nvPr/>
        </p:nvSpPr>
        <p:spPr bwMode="auto">
          <a:xfrm>
            <a:off x="5486400" y="1981200"/>
            <a:ext cx="3048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Oval 9">
            <a:extLst>
              <a:ext uri="{FF2B5EF4-FFF2-40B4-BE49-F238E27FC236}">
                <a16:creationId xmlns:a16="http://schemas.microsoft.com/office/drawing/2014/main" id="{C0F80465-7F45-0B14-C3D0-4D6D8D9AD57B}"/>
              </a:ext>
            </a:extLst>
          </p:cNvPr>
          <p:cNvSpPr>
            <a:spLocks noChangeArrowheads="1"/>
          </p:cNvSpPr>
          <p:nvPr/>
        </p:nvSpPr>
        <p:spPr bwMode="auto">
          <a:xfrm>
            <a:off x="6019800" y="762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35849" name="Oval 10">
            <a:extLst>
              <a:ext uri="{FF2B5EF4-FFF2-40B4-BE49-F238E27FC236}">
                <a16:creationId xmlns:a16="http://schemas.microsoft.com/office/drawing/2014/main" id="{09F57230-F6F1-4AF7-05CB-03B195094276}"/>
              </a:ext>
            </a:extLst>
          </p:cNvPr>
          <p:cNvSpPr>
            <a:spLocks noChangeArrowheads="1"/>
          </p:cNvSpPr>
          <p:nvPr/>
        </p:nvSpPr>
        <p:spPr bwMode="auto">
          <a:xfrm>
            <a:off x="5105400" y="1524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35850" name="Oval 11">
            <a:extLst>
              <a:ext uri="{FF2B5EF4-FFF2-40B4-BE49-F238E27FC236}">
                <a16:creationId xmlns:a16="http://schemas.microsoft.com/office/drawing/2014/main" id="{ADFE71D4-3857-2E45-F15B-D1C14CD4FFF4}"/>
              </a:ext>
            </a:extLst>
          </p:cNvPr>
          <p:cNvSpPr>
            <a:spLocks noChangeArrowheads="1"/>
          </p:cNvSpPr>
          <p:nvPr/>
        </p:nvSpPr>
        <p:spPr bwMode="auto">
          <a:xfrm>
            <a:off x="6934200" y="1524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35851" name="Oval 12">
            <a:extLst>
              <a:ext uri="{FF2B5EF4-FFF2-40B4-BE49-F238E27FC236}">
                <a16:creationId xmlns:a16="http://schemas.microsoft.com/office/drawing/2014/main" id="{12343D1C-C8D1-7A1B-B351-6391B1F803CE}"/>
              </a:ext>
            </a:extLst>
          </p:cNvPr>
          <p:cNvSpPr>
            <a:spLocks noChangeArrowheads="1"/>
          </p:cNvSpPr>
          <p:nvPr/>
        </p:nvSpPr>
        <p:spPr bwMode="auto">
          <a:xfrm>
            <a:off x="7467600" y="2438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35852" name="Oval 13">
            <a:extLst>
              <a:ext uri="{FF2B5EF4-FFF2-40B4-BE49-F238E27FC236}">
                <a16:creationId xmlns:a16="http://schemas.microsoft.com/office/drawing/2014/main" id="{38A018EA-2C36-A7C3-2D57-E8672E6CDAD4}"/>
              </a:ext>
            </a:extLst>
          </p:cNvPr>
          <p:cNvSpPr>
            <a:spLocks noChangeArrowheads="1"/>
          </p:cNvSpPr>
          <p:nvPr/>
        </p:nvSpPr>
        <p:spPr bwMode="auto">
          <a:xfrm>
            <a:off x="6400800" y="2438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40</a:t>
            </a:r>
            <a:endParaRPr kumimoji="1" lang="en-US" altLang="zh-CN" sz="2400">
              <a:latin typeface="Times New Roman" panose="02020603050405020304" pitchFamily="18" charset="0"/>
              <a:ea typeface="宋体" panose="02010600030101010101" pitchFamily="2" charset="-122"/>
            </a:endParaRPr>
          </a:p>
        </p:txBody>
      </p:sp>
      <p:sp>
        <p:nvSpPr>
          <p:cNvPr id="35853" name="Oval 14">
            <a:extLst>
              <a:ext uri="{FF2B5EF4-FFF2-40B4-BE49-F238E27FC236}">
                <a16:creationId xmlns:a16="http://schemas.microsoft.com/office/drawing/2014/main" id="{F3A5AB76-AF5B-30F1-6928-B2DE88334DEA}"/>
              </a:ext>
            </a:extLst>
          </p:cNvPr>
          <p:cNvSpPr>
            <a:spLocks noChangeArrowheads="1"/>
          </p:cNvSpPr>
          <p:nvPr/>
        </p:nvSpPr>
        <p:spPr bwMode="auto">
          <a:xfrm>
            <a:off x="5638800" y="2438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35854" name="Oval 15">
            <a:extLst>
              <a:ext uri="{FF2B5EF4-FFF2-40B4-BE49-F238E27FC236}">
                <a16:creationId xmlns:a16="http://schemas.microsoft.com/office/drawing/2014/main" id="{4BDE21CC-2F7D-9B8C-D63D-D1D45FA4EA49}"/>
              </a:ext>
            </a:extLst>
          </p:cNvPr>
          <p:cNvSpPr>
            <a:spLocks noChangeArrowheads="1"/>
          </p:cNvSpPr>
          <p:nvPr/>
        </p:nvSpPr>
        <p:spPr bwMode="auto">
          <a:xfrm>
            <a:off x="4572000" y="2438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35855" name="Oval 16">
            <a:extLst>
              <a:ext uri="{FF2B5EF4-FFF2-40B4-BE49-F238E27FC236}">
                <a16:creationId xmlns:a16="http://schemas.microsoft.com/office/drawing/2014/main" id="{87BB8508-FD02-2AAE-8556-65CF96C75D48}"/>
              </a:ext>
            </a:extLst>
          </p:cNvPr>
          <p:cNvSpPr>
            <a:spLocks noChangeArrowheads="1"/>
          </p:cNvSpPr>
          <p:nvPr/>
        </p:nvSpPr>
        <p:spPr bwMode="auto">
          <a:xfrm>
            <a:off x="5105400" y="3429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35856" name="Oval 17">
            <a:extLst>
              <a:ext uri="{FF2B5EF4-FFF2-40B4-BE49-F238E27FC236}">
                <a16:creationId xmlns:a16="http://schemas.microsoft.com/office/drawing/2014/main" id="{33ED648A-F69E-78B8-B27B-EDB9975AF566}"/>
              </a:ext>
            </a:extLst>
          </p:cNvPr>
          <p:cNvSpPr>
            <a:spLocks noChangeArrowheads="1"/>
          </p:cNvSpPr>
          <p:nvPr/>
        </p:nvSpPr>
        <p:spPr bwMode="auto">
          <a:xfrm>
            <a:off x="6096000" y="3429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35857" name="Line 18">
            <a:extLst>
              <a:ext uri="{FF2B5EF4-FFF2-40B4-BE49-F238E27FC236}">
                <a16:creationId xmlns:a16="http://schemas.microsoft.com/office/drawing/2014/main" id="{1427AD23-D055-AFBB-AF33-0576B6895DD5}"/>
              </a:ext>
            </a:extLst>
          </p:cNvPr>
          <p:cNvSpPr>
            <a:spLocks noChangeShapeType="1"/>
          </p:cNvSpPr>
          <p:nvPr/>
        </p:nvSpPr>
        <p:spPr bwMode="auto">
          <a:xfrm flipH="1">
            <a:off x="5562600" y="1219200"/>
            <a:ext cx="533400" cy="3810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8" name="Line 19">
            <a:extLst>
              <a:ext uri="{FF2B5EF4-FFF2-40B4-BE49-F238E27FC236}">
                <a16:creationId xmlns:a16="http://schemas.microsoft.com/office/drawing/2014/main" id="{F2C9708B-7971-3889-C43D-7A8D2333DC3D}"/>
              </a:ext>
            </a:extLst>
          </p:cNvPr>
          <p:cNvSpPr>
            <a:spLocks noChangeShapeType="1"/>
          </p:cNvSpPr>
          <p:nvPr/>
        </p:nvSpPr>
        <p:spPr bwMode="auto">
          <a:xfrm>
            <a:off x="6477000" y="1219200"/>
            <a:ext cx="533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9" name="Line 20">
            <a:extLst>
              <a:ext uri="{FF2B5EF4-FFF2-40B4-BE49-F238E27FC236}">
                <a16:creationId xmlns:a16="http://schemas.microsoft.com/office/drawing/2014/main" id="{3BC31868-AA46-56E4-A044-73CFE065C113}"/>
              </a:ext>
            </a:extLst>
          </p:cNvPr>
          <p:cNvSpPr>
            <a:spLocks noChangeShapeType="1"/>
          </p:cNvSpPr>
          <p:nvPr/>
        </p:nvSpPr>
        <p:spPr bwMode="auto">
          <a:xfrm>
            <a:off x="7315200" y="19812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0" name="Rectangle 22">
            <a:extLst>
              <a:ext uri="{FF2B5EF4-FFF2-40B4-BE49-F238E27FC236}">
                <a16:creationId xmlns:a16="http://schemas.microsoft.com/office/drawing/2014/main" id="{337F6F95-40BE-64C6-D359-FB754E4A4DC1}"/>
              </a:ext>
            </a:extLst>
          </p:cNvPr>
          <p:cNvSpPr>
            <a:spLocks noChangeArrowheads="1"/>
          </p:cNvSpPr>
          <p:nvPr/>
        </p:nvSpPr>
        <p:spPr bwMode="auto">
          <a:xfrm>
            <a:off x="4267200" y="4191000"/>
            <a:ext cx="3886200" cy="152400"/>
          </a:xfrm>
          <a:prstGeom prst="rect">
            <a:avLst/>
          </a:prstGeom>
          <a:solidFill>
            <a:srgbClr val="CCFF33"/>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35861" name="Freeform 23">
            <a:extLst>
              <a:ext uri="{FF2B5EF4-FFF2-40B4-BE49-F238E27FC236}">
                <a16:creationId xmlns:a16="http://schemas.microsoft.com/office/drawing/2014/main" id="{8A70127A-4A1B-88BA-130E-2196645E7A6B}"/>
              </a:ext>
            </a:extLst>
          </p:cNvPr>
          <p:cNvSpPr>
            <a:spLocks/>
          </p:cNvSpPr>
          <p:nvPr/>
        </p:nvSpPr>
        <p:spPr bwMode="auto">
          <a:xfrm>
            <a:off x="6235700" y="1231900"/>
            <a:ext cx="2108200" cy="2019300"/>
          </a:xfrm>
          <a:custGeom>
            <a:avLst/>
            <a:gdLst>
              <a:gd name="T0" fmla="*/ 2147483646 w 1328"/>
              <a:gd name="T1" fmla="*/ 2147483646 h 1272"/>
              <a:gd name="T2" fmla="*/ 2147483646 w 1328"/>
              <a:gd name="T3" fmla="*/ 2147483646 h 1272"/>
              <a:gd name="T4" fmla="*/ 2147483646 w 1328"/>
              <a:gd name="T5" fmla="*/ 2147483646 h 1272"/>
              <a:gd name="T6" fmla="*/ 2147483646 w 1328"/>
              <a:gd name="T7" fmla="*/ 2147483646 h 1272"/>
              <a:gd name="T8" fmla="*/ 2147483646 w 1328"/>
              <a:gd name="T9" fmla="*/ 2147483646 h 1272"/>
              <a:gd name="T10" fmla="*/ 2147483646 w 1328"/>
              <a:gd name="T11" fmla="*/ 2147483646 h 1272"/>
              <a:gd name="T12" fmla="*/ 2147483646 w 1328"/>
              <a:gd name="T13" fmla="*/ 2147483646 h 1272"/>
              <a:gd name="T14" fmla="*/ 2147483646 w 1328"/>
              <a:gd name="T15" fmla="*/ 2147483646 h 1272"/>
              <a:gd name="T16" fmla="*/ 2147483646 w 1328"/>
              <a:gd name="T17" fmla="*/ 2147483646 h 1272"/>
              <a:gd name="T18" fmla="*/ 2147483646 w 1328"/>
              <a:gd name="T19" fmla="*/ 2147483646 h 1272"/>
              <a:gd name="T20" fmla="*/ 2147483646 w 1328"/>
              <a:gd name="T21" fmla="*/ 2147483646 h 12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28"/>
              <a:gd name="T34" fmla="*/ 0 h 1272"/>
              <a:gd name="T35" fmla="*/ 1328 w 1328"/>
              <a:gd name="T36" fmla="*/ 1272 h 12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28" h="1272">
                <a:moveTo>
                  <a:pt x="536" y="40"/>
                </a:moveTo>
                <a:cubicBezTo>
                  <a:pt x="576" y="32"/>
                  <a:pt x="632" y="32"/>
                  <a:pt x="680" y="40"/>
                </a:cubicBezTo>
                <a:cubicBezTo>
                  <a:pt x="728" y="48"/>
                  <a:pt x="776" y="48"/>
                  <a:pt x="824" y="88"/>
                </a:cubicBezTo>
                <a:cubicBezTo>
                  <a:pt x="872" y="128"/>
                  <a:pt x="896" y="160"/>
                  <a:pt x="968" y="280"/>
                </a:cubicBezTo>
                <a:cubicBezTo>
                  <a:pt x="1040" y="400"/>
                  <a:pt x="1224" y="656"/>
                  <a:pt x="1256" y="808"/>
                </a:cubicBezTo>
                <a:cubicBezTo>
                  <a:pt x="1288" y="960"/>
                  <a:pt x="1328" y="1120"/>
                  <a:pt x="1160" y="1192"/>
                </a:cubicBezTo>
                <a:cubicBezTo>
                  <a:pt x="992" y="1264"/>
                  <a:pt x="440" y="1272"/>
                  <a:pt x="248" y="1240"/>
                </a:cubicBezTo>
                <a:cubicBezTo>
                  <a:pt x="56" y="1208"/>
                  <a:pt x="16" y="1112"/>
                  <a:pt x="8" y="1000"/>
                </a:cubicBezTo>
                <a:cubicBezTo>
                  <a:pt x="0" y="888"/>
                  <a:pt x="128" y="720"/>
                  <a:pt x="200" y="568"/>
                </a:cubicBezTo>
                <a:cubicBezTo>
                  <a:pt x="272" y="416"/>
                  <a:pt x="376" y="176"/>
                  <a:pt x="440" y="88"/>
                </a:cubicBezTo>
                <a:cubicBezTo>
                  <a:pt x="504" y="0"/>
                  <a:pt x="496" y="48"/>
                  <a:pt x="536" y="40"/>
                </a:cubicBezTo>
                <a:close/>
              </a:path>
            </a:pathLst>
          </a:custGeom>
          <a:noFill/>
          <a:ln w="38100" cap="rnd">
            <a:solidFill>
              <a:srgbClr val="0000CC"/>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6024" name="Rectangle 24">
            <a:extLst>
              <a:ext uri="{FF2B5EF4-FFF2-40B4-BE49-F238E27FC236}">
                <a16:creationId xmlns:a16="http://schemas.microsoft.com/office/drawing/2014/main" id="{69F22A15-E439-4BE0-BE2E-CE831F9B3816}"/>
              </a:ext>
            </a:extLst>
          </p:cNvPr>
          <p:cNvSpPr>
            <a:spLocks noGrp="1" noChangeArrowheads="1"/>
          </p:cNvSpPr>
          <p:nvPr>
            <p:ph type="title"/>
          </p:nvPr>
        </p:nvSpPr>
        <p:spPr/>
        <p:txBody>
          <a:bodyPr/>
          <a:lstStyle/>
          <a:p>
            <a:r>
              <a:rPr lang="zh-CN" altLang="en-US"/>
              <a:t>二叉搜索树例</a:t>
            </a:r>
          </a:p>
        </p:txBody>
      </p:sp>
      <p:sp>
        <p:nvSpPr>
          <p:cNvPr id="256025" name="Rectangle 25">
            <a:extLst>
              <a:ext uri="{FF2B5EF4-FFF2-40B4-BE49-F238E27FC236}">
                <a16:creationId xmlns:a16="http://schemas.microsoft.com/office/drawing/2014/main" id="{C5A9A63F-E1E2-672D-9F2C-B16D32B495D4}"/>
              </a:ext>
            </a:extLst>
          </p:cNvPr>
          <p:cNvSpPr>
            <a:spLocks noGrp="1" noChangeArrowheads="1"/>
          </p:cNvSpPr>
          <p:nvPr>
            <p:ph type="body" idx="1"/>
          </p:nvPr>
        </p:nvSpPr>
        <p:spPr>
          <a:xfrm>
            <a:off x="628650" y="1825625"/>
            <a:ext cx="3562350" cy="4351338"/>
          </a:xfrm>
        </p:spPr>
        <p:txBody>
          <a:bodyPr>
            <a:normAutofit fontScale="70000" lnSpcReduction="20000"/>
          </a:bodyPr>
          <a:lstStyle/>
          <a:p>
            <a:r>
              <a:rPr lang="zh-CN" altLang="en-US" dirty="0"/>
              <a:t>结点左子树上所有关键码小于结点关键码。</a:t>
            </a:r>
          </a:p>
          <a:p>
            <a:r>
              <a:rPr lang="zh-CN" altLang="en-US" dirty="0"/>
              <a:t>结点右子树上所有关键码大于结点关键码。</a:t>
            </a:r>
            <a:endParaRPr lang="en-US" altLang="zh-CN" dirty="0"/>
          </a:p>
          <a:p>
            <a:r>
              <a:rPr lang="zh-CN" altLang="en-US" dirty="0"/>
              <a:t>注意：若从根结点到某个叶结点有一条路径，路径左边的结点的关键码不一定小于路径上的结点的关键码。</a:t>
            </a:r>
          </a:p>
        </p:txBody>
      </p:sp>
      <p:sp>
        <p:nvSpPr>
          <p:cNvPr id="2" name="灯片编号占位符 1">
            <a:extLst>
              <a:ext uri="{FF2B5EF4-FFF2-40B4-BE49-F238E27FC236}">
                <a16:creationId xmlns:a16="http://schemas.microsoft.com/office/drawing/2014/main" id="{14B8C607-2E5D-D9AC-A886-F26E5BF0231A}"/>
              </a:ext>
            </a:extLst>
          </p:cNvPr>
          <p:cNvSpPr>
            <a:spLocks noGrp="1"/>
          </p:cNvSpPr>
          <p:nvPr>
            <p:ph type="sldNum" sz="quarter" idx="12"/>
          </p:nvPr>
        </p:nvSpPr>
        <p:spPr/>
        <p:txBody>
          <a:bodyPr/>
          <a:lstStyle/>
          <a:p>
            <a:pPr>
              <a:defRPr/>
            </a:pPr>
            <a:fld id="{82BC8E53-3928-4033-8D0B-01554133DC73}" type="slidenum">
              <a:rPr lang="en-US" altLang="zh-CN" smtClean="0"/>
              <a:pPr>
                <a:defRPr/>
              </a:pPr>
              <a:t>27</a:t>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4C74C3E-00AE-4310-8405-8F2D75D42CDD}"/>
              </a:ext>
            </a:extLst>
          </p:cNvPr>
          <p:cNvGrpSpPr/>
          <p:nvPr/>
        </p:nvGrpSpPr>
        <p:grpSpPr>
          <a:xfrm>
            <a:off x="0" y="2505237"/>
            <a:ext cx="8892480" cy="3644280"/>
            <a:chOff x="-639161" y="1828800"/>
            <a:chExt cx="9264016" cy="4038600"/>
          </a:xfrm>
        </p:grpSpPr>
        <p:sp>
          <p:nvSpPr>
            <p:cNvPr id="36866" name="Line 1026">
              <a:extLst>
                <a:ext uri="{FF2B5EF4-FFF2-40B4-BE49-F238E27FC236}">
                  <a16:creationId xmlns:a16="http://schemas.microsoft.com/office/drawing/2014/main" id="{9A26EC85-84FE-80EF-38B6-76E79ADC8EC7}"/>
                </a:ext>
              </a:extLst>
            </p:cNvPr>
            <p:cNvSpPr>
              <a:spLocks noChangeShapeType="1"/>
            </p:cNvSpPr>
            <p:nvPr/>
          </p:nvSpPr>
          <p:spPr bwMode="auto">
            <a:xfrm>
              <a:off x="2819400" y="4267200"/>
              <a:ext cx="228600" cy="3810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7" name="Line 1027">
              <a:extLst>
                <a:ext uri="{FF2B5EF4-FFF2-40B4-BE49-F238E27FC236}">
                  <a16:creationId xmlns:a16="http://schemas.microsoft.com/office/drawing/2014/main" id="{BF7F6F36-8CAB-9053-0C69-EA602C52CF83}"/>
                </a:ext>
              </a:extLst>
            </p:cNvPr>
            <p:cNvSpPr>
              <a:spLocks noChangeShapeType="1"/>
            </p:cNvSpPr>
            <p:nvPr/>
          </p:nvSpPr>
          <p:spPr bwMode="auto">
            <a:xfrm flipH="1">
              <a:off x="4038600" y="4267200"/>
              <a:ext cx="228600" cy="3048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8" name="Line 1028">
              <a:extLst>
                <a:ext uri="{FF2B5EF4-FFF2-40B4-BE49-F238E27FC236}">
                  <a16:creationId xmlns:a16="http://schemas.microsoft.com/office/drawing/2014/main" id="{B5DE6502-07EA-9EFA-734E-16D0E21B3C64}"/>
                </a:ext>
              </a:extLst>
            </p:cNvPr>
            <p:cNvSpPr>
              <a:spLocks noChangeShapeType="1"/>
            </p:cNvSpPr>
            <p:nvPr/>
          </p:nvSpPr>
          <p:spPr bwMode="auto">
            <a:xfrm>
              <a:off x="4572000" y="4267200"/>
              <a:ext cx="304800" cy="3810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9" name="Line 1029">
              <a:extLst>
                <a:ext uri="{FF2B5EF4-FFF2-40B4-BE49-F238E27FC236}">
                  <a16:creationId xmlns:a16="http://schemas.microsoft.com/office/drawing/2014/main" id="{4263B269-5E21-D267-4AED-261528817A07}"/>
                </a:ext>
              </a:extLst>
            </p:cNvPr>
            <p:cNvSpPr>
              <a:spLocks noChangeShapeType="1"/>
            </p:cNvSpPr>
            <p:nvPr/>
          </p:nvSpPr>
          <p:spPr bwMode="auto">
            <a:xfrm>
              <a:off x="5943600" y="5029200"/>
              <a:ext cx="228600" cy="3810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0" name="Line 1030">
              <a:extLst>
                <a:ext uri="{FF2B5EF4-FFF2-40B4-BE49-F238E27FC236}">
                  <a16:creationId xmlns:a16="http://schemas.microsoft.com/office/drawing/2014/main" id="{9A73D8FA-82DC-1843-8460-E22EC1215DAD}"/>
                </a:ext>
              </a:extLst>
            </p:cNvPr>
            <p:cNvSpPr>
              <a:spLocks noChangeShapeType="1"/>
            </p:cNvSpPr>
            <p:nvPr/>
          </p:nvSpPr>
          <p:spPr bwMode="auto">
            <a:xfrm flipH="1">
              <a:off x="7162800" y="5029200"/>
              <a:ext cx="228600" cy="3810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Line 1031">
              <a:extLst>
                <a:ext uri="{FF2B5EF4-FFF2-40B4-BE49-F238E27FC236}">
                  <a16:creationId xmlns:a16="http://schemas.microsoft.com/office/drawing/2014/main" id="{ECF9E7B4-3D2B-4E32-B1CE-B199A90D4712}"/>
                </a:ext>
              </a:extLst>
            </p:cNvPr>
            <p:cNvSpPr>
              <a:spLocks noChangeShapeType="1"/>
            </p:cNvSpPr>
            <p:nvPr/>
          </p:nvSpPr>
          <p:spPr bwMode="auto">
            <a:xfrm flipH="1">
              <a:off x="7620000" y="4267200"/>
              <a:ext cx="228600" cy="3048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6873" name="Object 1024">
              <a:extLst>
                <a:ext uri="{FF2B5EF4-FFF2-40B4-BE49-F238E27FC236}">
                  <a16:creationId xmlns:a16="http://schemas.microsoft.com/office/drawing/2014/main" id="{EF10D62F-66D5-E971-B88A-44D75EAACF07}"/>
                </a:ext>
              </a:extLst>
            </p:cNvPr>
            <p:cNvGraphicFramePr>
              <a:graphicFrameLocks noChangeAspect="1"/>
            </p:cNvGraphicFramePr>
            <p:nvPr>
              <p:extLst>
                <p:ext uri="{D42A27DB-BD31-4B8C-83A1-F6EECF244321}">
                  <p14:modId xmlns:p14="http://schemas.microsoft.com/office/powerpoint/2010/main" val="975772082"/>
                </p:ext>
              </p:extLst>
            </p:nvPr>
          </p:nvGraphicFramePr>
          <p:xfrm>
            <a:off x="1828800" y="1828800"/>
            <a:ext cx="4144963" cy="1066800"/>
          </p:xfrm>
          <a:graphic>
            <a:graphicData uri="http://schemas.openxmlformats.org/presentationml/2006/ole">
              <mc:AlternateContent xmlns:mc="http://schemas.openxmlformats.org/markup-compatibility/2006">
                <mc:Choice xmlns:v="urn:schemas-microsoft-com:vml" Requires="v">
                  <p:oleObj name="Microsoft 公式 3.0" r:id="rId2" imgW="1714500" imgH="393700" progId="Equation.3">
                    <p:embed/>
                  </p:oleObj>
                </mc:Choice>
                <mc:Fallback>
                  <p:oleObj name="Microsoft 公式 3.0" r:id="rId2" imgW="1714500" imgH="393700" progId="Equation.3">
                    <p:embed/>
                    <p:pic>
                      <p:nvPicPr>
                        <p:cNvPr id="0"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828800"/>
                          <a:ext cx="4144963"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4" name="Oval 1034">
              <a:extLst>
                <a:ext uri="{FF2B5EF4-FFF2-40B4-BE49-F238E27FC236}">
                  <a16:creationId xmlns:a16="http://schemas.microsoft.com/office/drawing/2014/main" id="{36510A86-4B64-C584-1BF1-D59FC401F1B6}"/>
                </a:ext>
              </a:extLst>
            </p:cNvPr>
            <p:cNvSpPr>
              <a:spLocks noChangeArrowheads="1"/>
            </p:cNvSpPr>
            <p:nvPr/>
          </p:nvSpPr>
          <p:spPr bwMode="auto">
            <a:xfrm>
              <a:off x="2438400" y="3810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6875" name="Oval 1035">
              <a:extLst>
                <a:ext uri="{FF2B5EF4-FFF2-40B4-BE49-F238E27FC236}">
                  <a16:creationId xmlns:a16="http://schemas.microsoft.com/office/drawing/2014/main" id="{3C77595C-6724-ED11-841E-311282F96B67}"/>
                </a:ext>
              </a:extLst>
            </p:cNvPr>
            <p:cNvSpPr>
              <a:spLocks noChangeArrowheads="1"/>
            </p:cNvSpPr>
            <p:nvPr/>
          </p:nvSpPr>
          <p:spPr bwMode="auto">
            <a:xfrm>
              <a:off x="2438400" y="5334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6876" name="Line 1036">
              <a:extLst>
                <a:ext uri="{FF2B5EF4-FFF2-40B4-BE49-F238E27FC236}">
                  <a16:creationId xmlns:a16="http://schemas.microsoft.com/office/drawing/2014/main" id="{02881319-7FD2-8BB9-7558-78DAA7A49EAB}"/>
                </a:ext>
              </a:extLst>
            </p:cNvPr>
            <p:cNvSpPr>
              <a:spLocks noChangeShapeType="1"/>
            </p:cNvSpPr>
            <p:nvPr/>
          </p:nvSpPr>
          <p:spPr bwMode="auto">
            <a:xfrm>
              <a:off x="1143000" y="4267200"/>
              <a:ext cx="228600" cy="3810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7" name="Line 1037">
              <a:extLst>
                <a:ext uri="{FF2B5EF4-FFF2-40B4-BE49-F238E27FC236}">
                  <a16:creationId xmlns:a16="http://schemas.microsoft.com/office/drawing/2014/main" id="{1A709BCC-DFC1-BFAE-B4F6-74B10AF73985}"/>
                </a:ext>
              </a:extLst>
            </p:cNvPr>
            <p:cNvSpPr>
              <a:spLocks noChangeShapeType="1"/>
            </p:cNvSpPr>
            <p:nvPr/>
          </p:nvSpPr>
          <p:spPr bwMode="auto">
            <a:xfrm>
              <a:off x="1600200" y="5029200"/>
              <a:ext cx="228600" cy="3810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8" name="Line 1038">
              <a:extLst>
                <a:ext uri="{FF2B5EF4-FFF2-40B4-BE49-F238E27FC236}">
                  <a16:creationId xmlns:a16="http://schemas.microsoft.com/office/drawing/2014/main" id="{757174BB-68C4-1E31-0A88-0FCB8AFAF26A}"/>
                </a:ext>
              </a:extLst>
            </p:cNvPr>
            <p:cNvSpPr>
              <a:spLocks noChangeShapeType="1"/>
            </p:cNvSpPr>
            <p:nvPr/>
          </p:nvSpPr>
          <p:spPr bwMode="auto">
            <a:xfrm flipH="1">
              <a:off x="2819400" y="5029200"/>
              <a:ext cx="228600" cy="3048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Oval 1039">
              <a:extLst>
                <a:ext uri="{FF2B5EF4-FFF2-40B4-BE49-F238E27FC236}">
                  <a16:creationId xmlns:a16="http://schemas.microsoft.com/office/drawing/2014/main" id="{BB1C24CB-CBA7-BFB4-6D16-373FCFD43CAD}"/>
                </a:ext>
              </a:extLst>
            </p:cNvPr>
            <p:cNvSpPr>
              <a:spLocks noChangeArrowheads="1"/>
            </p:cNvSpPr>
            <p:nvPr/>
          </p:nvSpPr>
          <p:spPr bwMode="auto">
            <a:xfrm>
              <a:off x="1219200" y="4572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6880" name="Oval 1040">
              <a:extLst>
                <a:ext uri="{FF2B5EF4-FFF2-40B4-BE49-F238E27FC236}">
                  <a16:creationId xmlns:a16="http://schemas.microsoft.com/office/drawing/2014/main" id="{6FB023D9-D4DB-FBC1-3B99-895CF77DDFE2}"/>
                </a:ext>
              </a:extLst>
            </p:cNvPr>
            <p:cNvSpPr>
              <a:spLocks noChangeArrowheads="1"/>
            </p:cNvSpPr>
            <p:nvPr/>
          </p:nvSpPr>
          <p:spPr bwMode="auto">
            <a:xfrm>
              <a:off x="838200" y="3810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6881" name="Oval 1041">
              <a:extLst>
                <a:ext uri="{FF2B5EF4-FFF2-40B4-BE49-F238E27FC236}">
                  <a16:creationId xmlns:a16="http://schemas.microsoft.com/office/drawing/2014/main" id="{B4D0C883-CA9C-9F6C-C566-DCC259B1EE56}"/>
                </a:ext>
              </a:extLst>
            </p:cNvPr>
            <p:cNvSpPr>
              <a:spLocks noChangeArrowheads="1"/>
            </p:cNvSpPr>
            <p:nvPr/>
          </p:nvSpPr>
          <p:spPr bwMode="auto">
            <a:xfrm>
              <a:off x="1600200" y="5334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36882" name="Oval 1042">
              <a:extLst>
                <a:ext uri="{FF2B5EF4-FFF2-40B4-BE49-F238E27FC236}">
                  <a16:creationId xmlns:a16="http://schemas.microsoft.com/office/drawing/2014/main" id="{44A18350-26E9-F037-CDC5-18E64486F2E8}"/>
                </a:ext>
              </a:extLst>
            </p:cNvPr>
            <p:cNvSpPr>
              <a:spLocks noChangeArrowheads="1"/>
            </p:cNvSpPr>
            <p:nvPr/>
          </p:nvSpPr>
          <p:spPr bwMode="auto">
            <a:xfrm>
              <a:off x="2895600" y="4572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36883" name="Oval 1043">
              <a:extLst>
                <a:ext uri="{FF2B5EF4-FFF2-40B4-BE49-F238E27FC236}">
                  <a16:creationId xmlns:a16="http://schemas.microsoft.com/office/drawing/2014/main" id="{F865D4C1-91C3-C1B6-7AFD-302286CFD509}"/>
                </a:ext>
              </a:extLst>
            </p:cNvPr>
            <p:cNvSpPr>
              <a:spLocks noChangeArrowheads="1"/>
            </p:cNvSpPr>
            <p:nvPr/>
          </p:nvSpPr>
          <p:spPr bwMode="auto">
            <a:xfrm>
              <a:off x="3657600" y="4572000"/>
              <a:ext cx="533400" cy="533400"/>
            </a:xfrm>
            <a:prstGeom prst="ellipse">
              <a:avLst/>
            </a:prstGeom>
            <a:solidFill>
              <a:srgbClr val="FF9900"/>
            </a:solidFill>
            <a:ln w="38100">
              <a:solidFill>
                <a:srgbClr val="0000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solidFill>
                    <a:schemeClr val="bg1"/>
                  </a:solidFill>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6884" name="Oval 1044">
              <a:extLst>
                <a:ext uri="{FF2B5EF4-FFF2-40B4-BE49-F238E27FC236}">
                  <a16:creationId xmlns:a16="http://schemas.microsoft.com/office/drawing/2014/main" id="{EDA52A04-C63E-E4AD-E552-1BF7D08E3940}"/>
                </a:ext>
              </a:extLst>
            </p:cNvPr>
            <p:cNvSpPr>
              <a:spLocks noChangeArrowheads="1"/>
            </p:cNvSpPr>
            <p:nvPr/>
          </p:nvSpPr>
          <p:spPr bwMode="auto">
            <a:xfrm>
              <a:off x="4800600" y="4572000"/>
              <a:ext cx="533400" cy="533400"/>
            </a:xfrm>
            <a:prstGeom prst="ellipse">
              <a:avLst/>
            </a:prstGeom>
            <a:solidFill>
              <a:srgbClr val="FF9900"/>
            </a:solidFill>
            <a:ln w="38100">
              <a:solidFill>
                <a:srgbClr val="0000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solidFill>
                    <a:schemeClr val="bg1"/>
                  </a:solidFill>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36885" name="Oval 1045">
              <a:extLst>
                <a:ext uri="{FF2B5EF4-FFF2-40B4-BE49-F238E27FC236}">
                  <a16:creationId xmlns:a16="http://schemas.microsoft.com/office/drawing/2014/main" id="{A9A404C9-1AC7-9D11-3BF1-01C0AA2B528D}"/>
                </a:ext>
              </a:extLst>
            </p:cNvPr>
            <p:cNvSpPr>
              <a:spLocks noChangeArrowheads="1"/>
            </p:cNvSpPr>
            <p:nvPr/>
          </p:nvSpPr>
          <p:spPr bwMode="auto">
            <a:xfrm>
              <a:off x="4191000" y="3810000"/>
              <a:ext cx="533400" cy="533400"/>
            </a:xfrm>
            <a:prstGeom prst="ellipse">
              <a:avLst/>
            </a:prstGeom>
            <a:solidFill>
              <a:srgbClr val="FF9900"/>
            </a:solidFill>
            <a:ln w="38100">
              <a:solidFill>
                <a:srgbClr val="0000FF"/>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solidFill>
                    <a:schemeClr val="bg1"/>
                  </a:solidFill>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6886" name="Oval 1046">
              <a:extLst>
                <a:ext uri="{FF2B5EF4-FFF2-40B4-BE49-F238E27FC236}">
                  <a16:creationId xmlns:a16="http://schemas.microsoft.com/office/drawing/2014/main" id="{7DD56936-8773-F33E-AEAE-B6C02B42B250}"/>
                </a:ext>
              </a:extLst>
            </p:cNvPr>
            <p:cNvSpPr>
              <a:spLocks noChangeArrowheads="1"/>
            </p:cNvSpPr>
            <p:nvPr/>
          </p:nvSpPr>
          <p:spPr bwMode="auto">
            <a:xfrm>
              <a:off x="5562600" y="4572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6887" name="Line 1047">
              <a:extLst>
                <a:ext uri="{FF2B5EF4-FFF2-40B4-BE49-F238E27FC236}">
                  <a16:creationId xmlns:a16="http://schemas.microsoft.com/office/drawing/2014/main" id="{C0BC9F1D-9A1B-1017-59C5-182F1F86CC8A}"/>
                </a:ext>
              </a:extLst>
            </p:cNvPr>
            <p:cNvSpPr>
              <a:spLocks noChangeShapeType="1"/>
            </p:cNvSpPr>
            <p:nvPr/>
          </p:nvSpPr>
          <p:spPr bwMode="auto">
            <a:xfrm flipH="1">
              <a:off x="5943600" y="4267200"/>
              <a:ext cx="228600" cy="304800"/>
            </a:xfrm>
            <a:prstGeom prst="line">
              <a:avLst/>
            </a:prstGeom>
            <a:noFill/>
            <a:ln w="38100">
              <a:solidFill>
                <a:srgbClr val="0080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8" name="Oval 1048">
              <a:extLst>
                <a:ext uri="{FF2B5EF4-FFF2-40B4-BE49-F238E27FC236}">
                  <a16:creationId xmlns:a16="http://schemas.microsoft.com/office/drawing/2014/main" id="{6E1A0063-192C-FC8F-D288-9A68C1F3857C}"/>
                </a:ext>
              </a:extLst>
            </p:cNvPr>
            <p:cNvSpPr>
              <a:spLocks noChangeArrowheads="1"/>
            </p:cNvSpPr>
            <p:nvPr/>
          </p:nvSpPr>
          <p:spPr bwMode="auto">
            <a:xfrm>
              <a:off x="6019800" y="5334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6889" name="Oval 1049">
              <a:extLst>
                <a:ext uri="{FF2B5EF4-FFF2-40B4-BE49-F238E27FC236}">
                  <a16:creationId xmlns:a16="http://schemas.microsoft.com/office/drawing/2014/main" id="{62E48815-09B1-7A86-C938-4F6587954ED5}"/>
                </a:ext>
              </a:extLst>
            </p:cNvPr>
            <p:cNvSpPr>
              <a:spLocks noChangeArrowheads="1"/>
            </p:cNvSpPr>
            <p:nvPr/>
          </p:nvSpPr>
          <p:spPr bwMode="auto">
            <a:xfrm>
              <a:off x="6019800" y="3810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3</a:t>
              </a:r>
              <a:endParaRPr kumimoji="1" lang="en-US" altLang="zh-CN" sz="2400">
                <a:latin typeface="Times New Roman" panose="02020603050405020304" pitchFamily="18" charset="0"/>
                <a:ea typeface="宋体" panose="02010600030101010101" pitchFamily="2" charset="-122"/>
              </a:endParaRPr>
            </a:p>
          </p:txBody>
        </p:sp>
        <p:sp>
          <p:nvSpPr>
            <p:cNvPr id="36890" name="Oval 1050">
              <a:extLst>
                <a:ext uri="{FF2B5EF4-FFF2-40B4-BE49-F238E27FC236}">
                  <a16:creationId xmlns:a16="http://schemas.microsoft.com/office/drawing/2014/main" id="{1DDAEE0C-6C2B-C012-8455-C0804A1934B0}"/>
                </a:ext>
              </a:extLst>
            </p:cNvPr>
            <p:cNvSpPr>
              <a:spLocks noChangeArrowheads="1"/>
            </p:cNvSpPr>
            <p:nvPr/>
          </p:nvSpPr>
          <p:spPr bwMode="auto">
            <a:xfrm>
              <a:off x="6781800" y="5334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6891" name="Oval 1051">
              <a:extLst>
                <a:ext uri="{FF2B5EF4-FFF2-40B4-BE49-F238E27FC236}">
                  <a16:creationId xmlns:a16="http://schemas.microsoft.com/office/drawing/2014/main" id="{9B43E960-BD50-8603-8335-30177C291AE9}"/>
                </a:ext>
              </a:extLst>
            </p:cNvPr>
            <p:cNvSpPr>
              <a:spLocks noChangeArrowheads="1"/>
            </p:cNvSpPr>
            <p:nvPr/>
          </p:nvSpPr>
          <p:spPr bwMode="auto">
            <a:xfrm>
              <a:off x="7239000" y="4572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36892" name="Oval 1052">
              <a:extLst>
                <a:ext uri="{FF2B5EF4-FFF2-40B4-BE49-F238E27FC236}">
                  <a16:creationId xmlns:a16="http://schemas.microsoft.com/office/drawing/2014/main" id="{F3EC3AC1-BE61-D2A3-9172-BB9FAF0EB263}"/>
                </a:ext>
              </a:extLst>
            </p:cNvPr>
            <p:cNvSpPr>
              <a:spLocks noChangeArrowheads="1"/>
            </p:cNvSpPr>
            <p:nvPr/>
          </p:nvSpPr>
          <p:spPr bwMode="auto">
            <a:xfrm>
              <a:off x="7696200" y="3810000"/>
              <a:ext cx="533400" cy="533400"/>
            </a:xfrm>
            <a:prstGeom prst="ellipse">
              <a:avLst/>
            </a:prstGeom>
            <a:solidFill>
              <a:srgbClr val="00FFFF"/>
            </a:solidFill>
            <a:ln w="38100">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dirty="0">
                  <a:latin typeface="Arial" panose="020B0604020202020204" pitchFamily="34" charset="0"/>
                  <a:ea typeface="宋体" panose="02010600030101010101" pitchFamily="2" charset="-122"/>
                </a:rPr>
                <a:t>3</a:t>
              </a:r>
              <a:endParaRPr kumimoji="1" lang="en-US" altLang="zh-CN" sz="2400" dirty="0">
                <a:latin typeface="Times New Roman" panose="02020603050405020304" pitchFamily="18" charset="0"/>
                <a:ea typeface="宋体" panose="02010600030101010101" pitchFamily="2" charset="-122"/>
              </a:endParaRPr>
            </a:p>
          </p:txBody>
        </p:sp>
        <p:sp>
          <p:nvSpPr>
            <p:cNvPr id="257053" name="Text Box 1053">
              <a:extLst>
                <a:ext uri="{FF2B5EF4-FFF2-40B4-BE49-F238E27FC236}">
                  <a16:creationId xmlns:a16="http://schemas.microsoft.com/office/drawing/2014/main" id="{8AF39ADE-B4D8-B4A9-52AE-B4B16E48D17A}"/>
                </a:ext>
              </a:extLst>
            </p:cNvPr>
            <p:cNvSpPr txBox="1">
              <a:spLocks noChangeArrowheads="1"/>
            </p:cNvSpPr>
            <p:nvPr/>
          </p:nvSpPr>
          <p:spPr bwMode="auto">
            <a:xfrm>
              <a:off x="-639161" y="2971800"/>
              <a:ext cx="9264016" cy="716266"/>
            </a:xfrm>
            <a:prstGeom prst="rect">
              <a:avLst/>
            </a:prstGeom>
            <a:noFill/>
            <a:ln w="9525">
              <a:noFill/>
              <a:miter lim="800000"/>
              <a:headEnd/>
              <a:tailEnd/>
            </a:ln>
            <a:effectLst/>
          </p:spPr>
          <p:txBody>
            <a:bodyPr wrap="square">
              <a:spAutoFit/>
            </a:bodyPr>
            <a:lstStyle/>
            <a:p>
              <a:pPr>
                <a:defRPr/>
              </a:pPr>
              <a:r>
                <a:rPr lang="zh-CN" altLang="en-US" sz="3600" b="1" dirty="0">
                  <a:solidFill>
                    <a:srgbClr val="CC3300"/>
                  </a:solidFill>
                  <a:effectLst>
                    <a:outerShdw blurRad="38100" dist="38100" dir="2700000" algn="tl">
                      <a:srgbClr val="C0C0C0"/>
                    </a:outerShdw>
                  </a:effectLst>
                  <a:latin typeface="Times New Roman" charset="0"/>
                </a:rPr>
                <a:t>前序：</a:t>
              </a:r>
              <a:r>
                <a:rPr lang="en-US" altLang="zh-CN" sz="3600" b="1" dirty="0">
                  <a:solidFill>
                    <a:srgbClr val="CC3300"/>
                  </a:solidFill>
                  <a:effectLst>
                    <a:outerShdw blurRad="38100" dist="38100" dir="2700000" algn="tl">
                      <a:srgbClr val="C0C0C0"/>
                    </a:outerShdw>
                  </a:effectLst>
                  <a:latin typeface="Times New Roman" charset="0"/>
                </a:rPr>
                <a:t>{</a:t>
              </a:r>
              <a:r>
                <a:rPr lang="en-US" altLang="zh-CN" sz="3600" b="1" dirty="0">
                  <a:solidFill>
                    <a:srgbClr val="CC3300"/>
                  </a:solidFill>
                  <a:latin typeface="Times New Roman" charset="0"/>
                </a:rPr>
                <a:t>123} {132}      {213}      {312}     {321}</a:t>
              </a:r>
              <a:endParaRPr lang="en-US" altLang="zh-CN" dirty="0">
                <a:latin typeface="Times New Roman" charset="0"/>
              </a:endParaRPr>
            </a:p>
          </p:txBody>
        </p:sp>
      </p:grpSp>
      <p:sp>
        <p:nvSpPr>
          <p:cNvPr id="4" name="标题 3">
            <a:extLst>
              <a:ext uri="{FF2B5EF4-FFF2-40B4-BE49-F238E27FC236}">
                <a16:creationId xmlns:a16="http://schemas.microsoft.com/office/drawing/2014/main" id="{AFA7A67F-6BA9-4A9E-B307-FD96F909D682}"/>
              </a:ext>
            </a:extLst>
          </p:cNvPr>
          <p:cNvSpPr>
            <a:spLocks noGrp="1"/>
          </p:cNvSpPr>
          <p:nvPr>
            <p:ph type="title"/>
          </p:nvPr>
        </p:nvSpPr>
        <p:spPr/>
        <p:txBody>
          <a:bodyPr/>
          <a:lstStyle/>
          <a:p>
            <a:r>
              <a:rPr lang="en-US" altLang="zh-CN" dirty="0"/>
              <a:t>n </a:t>
            </a:r>
            <a:r>
              <a:rPr lang="zh-CN" altLang="zh-CN" dirty="0"/>
              <a:t>个结点的二叉搜索树的数目</a:t>
            </a:r>
            <a:endParaRPr lang="zh-CN" altLang="en-US" dirty="0"/>
          </a:p>
        </p:txBody>
      </p:sp>
      <p:sp>
        <p:nvSpPr>
          <p:cNvPr id="5" name="内容占位符 4">
            <a:extLst>
              <a:ext uri="{FF2B5EF4-FFF2-40B4-BE49-F238E27FC236}">
                <a16:creationId xmlns:a16="http://schemas.microsoft.com/office/drawing/2014/main" id="{4799544C-8D3A-474A-8F47-E81D2FA68CA2}"/>
              </a:ext>
            </a:extLst>
          </p:cNvPr>
          <p:cNvSpPr>
            <a:spLocks noGrp="1"/>
          </p:cNvSpPr>
          <p:nvPr>
            <p:ph idx="1"/>
          </p:nvPr>
        </p:nvSpPr>
        <p:spPr>
          <a:xfrm>
            <a:off x="628650" y="1825625"/>
            <a:ext cx="7886700" cy="704999"/>
          </a:xfrm>
        </p:spPr>
        <p:txBody>
          <a:bodyPr/>
          <a:lstStyle/>
          <a:p>
            <a:r>
              <a:rPr lang="zh-CN" altLang="zh-CN" dirty="0">
                <a:sym typeface="Monotype Sorts" pitchFamily="2" charset="2"/>
              </a:rPr>
              <a:t>例</a:t>
            </a:r>
            <a:r>
              <a:rPr lang="zh-CN" altLang="en-US" dirty="0">
                <a:sym typeface="Monotype Sorts" pitchFamily="2" charset="2"/>
              </a:rPr>
              <a:t>：</a:t>
            </a:r>
            <a:r>
              <a:rPr lang="zh-CN" altLang="zh-CN" dirty="0">
                <a:sym typeface="Monotype Sorts" pitchFamily="2" charset="2"/>
              </a:rPr>
              <a:t>3 个结点的二叉搜索树</a:t>
            </a:r>
            <a:r>
              <a:rPr lang="zh-CN" altLang="en-US" dirty="0">
                <a:sym typeface="Monotype Sorts" pitchFamily="2" charset="2"/>
              </a:rPr>
              <a:t>：</a:t>
            </a:r>
            <a:endParaRPr lang="zh-CN" altLang="zh-CN" dirty="0"/>
          </a:p>
          <a:p>
            <a:endParaRPr lang="zh-CN" altLang="en-US" dirty="0"/>
          </a:p>
        </p:txBody>
      </p:sp>
      <p:sp>
        <p:nvSpPr>
          <p:cNvPr id="3" name="灯片编号占位符 2">
            <a:extLst>
              <a:ext uri="{FF2B5EF4-FFF2-40B4-BE49-F238E27FC236}">
                <a16:creationId xmlns:a16="http://schemas.microsoft.com/office/drawing/2014/main" id="{53BC4C38-12C3-3C25-24F3-1D852D35DDFF}"/>
              </a:ext>
            </a:extLst>
          </p:cNvPr>
          <p:cNvSpPr>
            <a:spLocks noGrp="1"/>
          </p:cNvSpPr>
          <p:nvPr>
            <p:ph type="sldNum" sz="quarter" idx="12"/>
          </p:nvPr>
        </p:nvSpPr>
        <p:spPr/>
        <p:txBody>
          <a:bodyPr/>
          <a:lstStyle/>
          <a:p>
            <a:pPr>
              <a:defRPr/>
            </a:pPr>
            <a:fld id="{82BC8E53-3928-4033-8D0B-01554133DC73}" type="slidenum">
              <a:rPr lang="en-US" altLang="zh-CN" smtClean="0"/>
              <a:pPr>
                <a:defRPr/>
              </a:pPr>
              <a:t>28</a:t>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5BF3A5-9E2C-4D4E-84C5-73DEB0FAC2EA}"/>
              </a:ext>
            </a:extLst>
          </p:cNvPr>
          <p:cNvSpPr>
            <a:spLocks noGrp="1"/>
          </p:cNvSpPr>
          <p:nvPr>
            <p:ph idx="1"/>
          </p:nvPr>
        </p:nvSpPr>
        <p:spPr>
          <a:xfrm>
            <a:off x="323528" y="548680"/>
            <a:ext cx="8640960" cy="5976664"/>
          </a:xfrm>
        </p:spPr>
        <p:txBody>
          <a:bodyPr>
            <a:normAutofit fontScale="55000" lnSpcReduction="20000"/>
          </a:bodyPr>
          <a:lstStyle/>
          <a:p>
            <a:pPr marL="0" indent="0">
              <a:buNone/>
            </a:pPr>
            <a:r>
              <a:rPr lang="en-US" altLang="zh-CN" dirty="0"/>
              <a:t>//</a:t>
            </a:r>
            <a:r>
              <a:rPr lang="zh-CN" altLang="en-US" dirty="0"/>
              <a:t>基于二叉链表的二叉搜索树的类定义</a:t>
            </a:r>
            <a:endParaRPr lang="en-US" altLang="zh-CN" dirty="0"/>
          </a:p>
          <a:p>
            <a:pPr marL="0" indent="0">
              <a:buNone/>
            </a:pPr>
            <a:r>
              <a:rPr lang="en-US" altLang="zh-CN" dirty="0"/>
              <a:t>//</a:t>
            </a:r>
            <a:r>
              <a:rPr lang="zh-CN" altLang="en-US" dirty="0"/>
              <a:t>每个结点本应该有</a:t>
            </a:r>
            <a:r>
              <a:rPr lang="en-US" altLang="zh-CN" dirty="0"/>
              <a:t>key</a:t>
            </a:r>
            <a:r>
              <a:rPr lang="zh-CN" altLang="en-US" dirty="0"/>
              <a:t>和</a:t>
            </a:r>
            <a:r>
              <a:rPr lang="en-US" altLang="zh-CN" dirty="0"/>
              <a:t>data</a:t>
            </a:r>
            <a:r>
              <a:rPr lang="zh-CN" altLang="en-US" dirty="0"/>
              <a:t>，这里为了简单，</a:t>
            </a:r>
            <a:endParaRPr lang="en-US" altLang="zh-CN" dirty="0"/>
          </a:p>
          <a:p>
            <a:pPr marL="0" indent="0">
              <a:buNone/>
            </a:pPr>
            <a:r>
              <a:rPr lang="en-US" altLang="zh-CN" dirty="0"/>
              <a:t>//</a:t>
            </a:r>
            <a:r>
              <a:rPr lang="zh-CN" altLang="en-US" dirty="0"/>
              <a:t>每个结点的</a:t>
            </a:r>
            <a:r>
              <a:rPr lang="en-US" altLang="zh-CN" dirty="0"/>
              <a:t>key</a:t>
            </a:r>
            <a:r>
              <a:rPr lang="zh-CN" altLang="en-US" dirty="0"/>
              <a:t>就是</a:t>
            </a:r>
            <a:r>
              <a:rPr lang="en-US" altLang="zh-CN" dirty="0"/>
              <a:t>data	</a:t>
            </a:r>
            <a:endParaRPr lang="zh-CN" altLang="en-US" dirty="0"/>
          </a:p>
          <a:p>
            <a:pPr marL="0" indent="0">
              <a:buNone/>
            </a:pPr>
            <a:r>
              <a:rPr lang="en-US" altLang="zh-CN" dirty="0"/>
              <a:t>template &lt;class K&gt; struct </a:t>
            </a:r>
            <a:r>
              <a:rPr lang="en-US" altLang="zh-CN" dirty="0" err="1"/>
              <a:t>BSTNode</a:t>
            </a:r>
            <a:r>
              <a:rPr lang="en-US" altLang="zh-CN" dirty="0"/>
              <a:t> { </a:t>
            </a:r>
          </a:p>
          <a:p>
            <a:pPr marL="0" indent="0">
              <a:buNone/>
            </a:pPr>
            <a:r>
              <a:rPr lang="en-US" altLang="zh-CN" dirty="0"/>
              <a:t>     K data; 				     </a:t>
            </a:r>
          </a:p>
          <a:p>
            <a:pPr marL="0" indent="0">
              <a:buNone/>
            </a:pPr>
            <a:r>
              <a:rPr lang="en-US" altLang="zh-CN" dirty="0"/>
              <a:t>     </a:t>
            </a:r>
            <a:r>
              <a:rPr lang="en-US" altLang="zh-CN" dirty="0" err="1"/>
              <a:t>BSTNode</a:t>
            </a:r>
            <a:r>
              <a:rPr lang="en-US" altLang="zh-CN" dirty="0"/>
              <a:t>&lt;K&gt; *left, *right; </a:t>
            </a:r>
          </a:p>
          <a:p>
            <a:pPr marL="0" indent="0">
              <a:buNone/>
            </a:pPr>
            <a:r>
              <a:rPr lang="en-US" altLang="zh-CN" dirty="0"/>
              <a:t>     </a:t>
            </a:r>
            <a:r>
              <a:rPr lang="en-US" altLang="zh-CN" dirty="0" err="1"/>
              <a:t>BSTNode</a:t>
            </a:r>
            <a:r>
              <a:rPr lang="en-US" altLang="zh-CN" dirty="0"/>
              <a:t> ( ) : left(NULL), right (NULL) { }		   </a:t>
            </a:r>
          </a:p>
          <a:p>
            <a:pPr marL="0" indent="0">
              <a:buNone/>
            </a:pPr>
            <a:r>
              <a:rPr lang="en-US" altLang="zh-CN" dirty="0"/>
              <a:t>     </a:t>
            </a:r>
            <a:r>
              <a:rPr lang="en-US" altLang="zh-CN" dirty="0" err="1"/>
              <a:t>BSTNode</a:t>
            </a:r>
            <a:r>
              <a:rPr lang="en-US" altLang="zh-CN" dirty="0"/>
              <a:t> ( const K </a:t>
            </a:r>
            <a:r>
              <a:rPr lang="en-US" altLang="zh-CN" dirty="0" err="1"/>
              <a:t>k</a:t>
            </a:r>
            <a:r>
              <a:rPr lang="en-US" altLang="zh-CN" dirty="0"/>
              <a:t>, </a:t>
            </a:r>
            <a:r>
              <a:rPr lang="en-US" altLang="zh-CN" dirty="0" err="1"/>
              <a:t>BSTNode</a:t>
            </a:r>
            <a:r>
              <a:rPr lang="en-US" altLang="zh-CN" dirty="0"/>
              <a:t>&lt;K&gt; *L = NULL, </a:t>
            </a:r>
            <a:r>
              <a:rPr lang="en-US" altLang="zh-CN" dirty="0" err="1"/>
              <a:t>BSTNode</a:t>
            </a:r>
            <a:r>
              <a:rPr lang="en-US" altLang="zh-CN" dirty="0"/>
              <a:t>&lt;K&gt; *R = NULL) : data (k), left (L), right (R) { }  </a:t>
            </a:r>
          </a:p>
          <a:p>
            <a:pPr marL="0" indent="0">
              <a:buNone/>
            </a:pPr>
            <a:r>
              <a:rPr lang="en-US" altLang="zh-CN" dirty="0"/>
              <a:t>     ~</a:t>
            </a:r>
            <a:r>
              <a:rPr lang="en-US" altLang="zh-CN" dirty="0" err="1"/>
              <a:t>BSTNode</a:t>
            </a:r>
            <a:r>
              <a:rPr lang="en-US" altLang="zh-CN" dirty="0"/>
              <a:t> ( ) { }		//</a:t>
            </a:r>
            <a:r>
              <a:rPr lang="zh-CN" altLang="en-US" dirty="0"/>
              <a:t>析构函数</a:t>
            </a:r>
          </a:p>
          <a:p>
            <a:pPr marL="0" indent="0">
              <a:buNone/>
            </a:pPr>
            <a:r>
              <a:rPr lang="zh-CN" altLang="en-US" dirty="0"/>
              <a:t>     </a:t>
            </a:r>
            <a:r>
              <a:rPr lang="en-US" altLang="zh-CN" dirty="0"/>
              <a:t>void </a:t>
            </a:r>
            <a:r>
              <a:rPr lang="en-US" altLang="zh-CN" dirty="0" err="1"/>
              <a:t>setData</a:t>
            </a:r>
            <a:r>
              <a:rPr lang="en-US" altLang="zh-CN" dirty="0"/>
              <a:t> (K </a:t>
            </a:r>
            <a:r>
              <a:rPr lang="en-US" altLang="zh-CN" dirty="0" err="1"/>
              <a:t>k</a:t>
            </a:r>
            <a:r>
              <a:rPr lang="en-US" altLang="zh-CN" dirty="0"/>
              <a:t> ) { data = k; }	</a:t>
            </a:r>
          </a:p>
          <a:p>
            <a:pPr marL="0" indent="0">
              <a:buNone/>
            </a:pPr>
            <a:r>
              <a:rPr lang="en-US" altLang="zh-CN" dirty="0"/>
              <a:t>     K </a:t>
            </a:r>
            <a:r>
              <a:rPr lang="en-US" altLang="zh-CN" dirty="0" err="1"/>
              <a:t>getData</a:t>
            </a:r>
            <a:r>
              <a:rPr lang="en-US" altLang="zh-CN" dirty="0"/>
              <a:t> ( ) { return data; }</a:t>
            </a:r>
          </a:p>
          <a:p>
            <a:pPr marL="0" indent="0">
              <a:buNone/>
            </a:pPr>
            <a:r>
              <a:rPr lang="en-US" altLang="zh-CN" dirty="0"/>
              <a:t>     bool operator &lt; (const K&amp; x) {return (data &lt; x) ;}   </a:t>
            </a:r>
          </a:p>
          <a:p>
            <a:pPr marL="0" indent="0">
              <a:buNone/>
            </a:pPr>
            <a:r>
              <a:rPr lang="en-US" altLang="zh-CN" dirty="0"/>
              <a:t>     bool operator &gt; (const K&amp; x) {return (data &gt; x);}</a:t>
            </a:r>
          </a:p>
          <a:p>
            <a:pPr marL="0" indent="0">
              <a:buNone/>
            </a:pPr>
            <a:r>
              <a:rPr lang="en-US" altLang="zh-CN" dirty="0"/>
              <a:t>     bool operator == (const K&amp; x) {return (data == x);}</a:t>
            </a:r>
          </a:p>
          <a:p>
            <a:pPr marL="0" indent="0">
              <a:buNone/>
            </a:pPr>
            <a:r>
              <a:rPr lang="en-US" altLang="zh-CN" dirty="0"/>
              <a:t>};</a:t>
            </a:r>
          </a:p>
        </p:txBody>
      </p:sp>
      <p:sp>
        <p:nvSpPr>
          <p:cNvPr id="2" name="灯片编号占位符 1">
            <a:extLst>
              <a:ext uri="{FF2B5EF4-FFF2-40B4-BE49-F238E27FC236}">
                <a16:creationId xmlns:a16="http://schemas.microsoft.com/office/drawing/2014/main" id="{730238BE-2375-6ED1-DB40-5072FD570677}"/>
              </a:ext>
            </a:extLst>
          </p:cNvPr>
          <p:cNvSpPr>
            <a:spLocks noGrp="1"/>
          </p:cNvSpPr>
          <p:nvPr>
            <p:ph type="sldNum" sz="quarter" idx="12"/>
          </p:nvPr>
        </p:nvSpPr>
        <p:spPr/>
        <p:txBody>
          <a:bodyPr/>
          <a:lstStyle/>
          <a:p>
            <a:pPr>
              <a:defRPr/>
            </a:pPr>
            <a:fld id="{82BC8E53-3928-4033-8D0B-01554133DC73}" type="slidenum">
              <a:rPr lang="en-US" altLang="zh-CN" smtClean="0"/>
              <a:pPr>
                <a:defRPr/>
              </a:pPr>
              <a:t>29</a:t>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3F0D1E-AA8B-43F0-9768-68557AEE2FA7}"/>
              </a:ext>
            </a:extLst>
          </p:cNvPr>
          <p:cNvSpPr>
            <a:spLocks noGrp="1"/>
          </p:cNvSpPr>
          <p:nvPr>
            <p:ph sz="half" idx="1"/>
          </p:nvPr>
        </p:nvSpPr>
        <p:spPr>
          <a:xfrm>
            <a:off x="251520" y="260648"/>
            <a:ext cx="4263330" cy="6480720"/>
          </a:xfrm>
          <a:solidFill>
            <a:schemeClr val="bg2">
              <a:lumMod val="90000"/>
            </a:schemeClr>
          </a:solidFill>
        </p:spPr>
        <p:txBody>
          <a:bodyPr>
            <a:normAutofit fontScale="92500" lnSpcReduction="10000"/>
          </a:bodyPr>
          <a:lstStyle/>
          <a:p>
            <a:pPr marL="0" indent="0">
              <a:buNone/>
            </a:pPr>
            <a:r>
              <a:rPr lang="en-US" altLang="zh-CN" dirty="0"/>
              <a:t>template &lt;class K&gt; class BST {</a:t>
            </a:r>
          </a:p>
          <a:p>
            <a:pPr marL="0" indent="0">
              <a:buNone/>
            </a:pPr>
            <a:r>
              <a:rPr lang="en-US" altLang="zh-CN" dirty="0"/>
              <a:t>protected :</a:t>
            </a:r>
          </a:p>
          <a:p>
            <a:pPr marL="0" indent="0">
              <a:buNone/>
            </a:pPr>
            <a:r>
              <a:rPr lang="en-US" altLang="zh-CN" dirty="0"/>
              <a:t>    </a:t>
            </a:r>
            <a:r>
              <a:rPr lang="en-US" altLang="zh-CN" dirty="0" err="1"/>
              <a:t>BSTNode</a:t>
            </a:r>
            <a:r>
              <a:rPr lang="en-US" altLang="zh-CN" dirty="0"/>
              <a:t>&lt;K&gt; *root; 	  //</a:t>
            </a:r>
            <a:r>
              <a:rPr lang="zh-CN" altLang="en-US" dirty="0"/>
              <a:t>根指针</a:t>
            </a:r>
          </a:p>
          <a:p>
            <a:pPr marL="0" indent="0">
              <a:buNone/>
            </a:pPr>
            <a:r>
              <a:rPr lang="zh-CN" altLang="en-US" dirty="0"/>
              <a:t>    </a:t>
            </a:r>
            <a:r>
              <a:rPr lang="en-US" altLang="zh-CN" dirty="0"/>
              <a:t>K </a:t>
            </a:r>
            <a:r>
              <a:rPr lang="en-US" altLang="zh-CN" dirty="0" err="1"/>
              <a:t>RefValue</a:t>
            </a:r>
            <a:r>
              <a:rPr lang="en-US" altLang="zh-CN" dirty="0"/>
              <a:t>;  //</a:t>
            </a:r>
            <a:r>
              <a:rPr lang="zh-CN" altLang="en-US" dirty="0"/>
              <a:t>数据输入停止的标志</a:t>
            </a:r>
          </a:p>
          <a:p>
            <a:pPr marL="0" indent="0">
              <a:buNone/>
            </a:pPr>
            <a:r>
              <a:rPr lang="zh-CN" altLang="en-US" dirty="0"/>
              <a:t>    </a:t>
            </a:r>
            <a:r>
              <a:rPr lang="en-US" altLang="zh-CN" dirty="0" err="1"/>
              <a:t>BSTNode</a:t>
            </a:r>
            <a:r>
              <a:rPr lang="en-US" altLang="zh-CN" dirty="0"/>
              <a:t>&lt; K &gt; *Search ( const K x,   </a:t>
            </a:r>
            <a:r>
              <a:rPr lang="en-US" altLang="zh-CN" dirty="0" err="1"/>
              <a:t>BSTNode</a:t>
            </a:r>
            <a:r>
              <a:rPr lang="en-US" altLang="zh-CN" dirty="0"/>
              <a:t>&lt;K&gt; * </a:t>
            </a:r>
            <a:r>
              <a:rPr lang="en-US" altLang="zh-CN" dirty="0" err="1"/>
              <a:t>ptr</a:t>
            </a:r>
            <a:r>
              <a:rPr lang="en-US" altLang="zh-CN" dirty="0"/>
              <a:t> );  //</a:t>
            </a:r>
            <a:r>
              <a:rPr lang="zh-CN" altLang="en-US" dirty="0"/>
              <a:t>搜索</a:t>
            </a:r>
          </a:p>
          <a:p>
            <a:pPr marL="0" indent="0">
              <a:buNone/>
            </a:pPr>
            <a:r>
              <a:rPr lang="zh-CN" altLang="en-US" dirty="0"/>
              <a:t>    </a:t>
            </a:r>
            <a:r>
              <a:rPr lang="en-US" altLang="zh-CN" dirty="0"/>
              <a:t>void </a:t>
            </a:r>
            <a:r>
              <a:rPr lang="en-US" altLang="zh-CN" dirty="0" err="1"/>
              <a:t>makeEmpty</a:t>
            </a:r>
            <a:r>
              <a:rPr lang="en-US" altLang="zh-CN" dirty="0"/>
              <a:t> ( </a:t>
            </a:r>
            <a:r>
              <a:rPr lang="en-US" altLang="zh-CN" dirty="0" err="1"/>
              <a:t>BSTNode</a:t>
            </a:r>
            <a:r>
              <a:rPr lang="en-US" altLang="zh-CN" dirty="0"/>
              <a:t> &lt;K&gt; *&amp; </a:t>
            </a:r>
            <a:r>
              <a:rPr lang="en-US" altLang="zh-CN" dirty="0" err="1"/>
              <a:t>ptr</a:t>
            </a:r>
            <a:r>
              <a:rPr lang="en-US" altLang="zh-CN" dirty="0"/>
              <a:t> );</a:t>
            </a:r>
          </a:p>
          <a:p>
            <a:pPr marL="0" indent="0">
              <a:buNone/>
            </a:pPr>
            <a:r>
              <a:rPr lang="en-US" altLang="zh-CN" dirty="0"/>
              <a:t>    void </a:t>
            </a:r>
            <a:r>
              <a:rPr lang="en-US" altLang="zh-CN" dirty="0" err="1"/>
              <a:t>PrintTree</a:t>
            </a:r>
            <a:r>
              <a:rPr lang="en-US" altLang="zh-CN" dirty="0"/>
              <a:t> ( </a:t>
            </a:r>
            <a:r>
              <a:rPr lang="en-US" altLang="zh-CN" dirty="0" err="1"/>
              <a:t>BSTNode</a:t>
            </a:r>
            <a:r>
              <a:rPr lang="en-US" altLang="zh-CN" dirty="0"/>
              <a:t> &lt;K&gt; * </a:t>
            </a:r>
            <a:r>
              <a:rPr lang="en-US" altLang="zh-CN" dirty="0" err="1"/>
              <a:t>ptr</a:t>
            </a:r>
            <a:r>
              <a:rPr lang="en-US" altLang="zh-CN" dirty="0"/>
              <a:t> ) const;</a:t>
            </a:r>
          </a:p>
          <a:p>
            <a:pPr marL="0" indent="0">
              <a:buNone/>
            </a:pPr>
            <a:r>
              <a:rPr lang="en-US" altLang="zh-CN" dirty="0"/>
              <a:t>    </a:t>
            </a:r>
            <a:r>
              <a:rPr lang="en-US" altLang="zh-CN" dirty="0" err="1"/>
              <a:t>BSTNode</a:t>
            </a:r>
            <a:r>
              <a:rPr lang="en-US" altLang="zh-CN" dirty="0"/>
              <a:t> &lt; K&gt;*  Copy( const </a:t>
            </a:r>
            <a:r>
              <a:rPr lang="en-US" altLang="zh-CN" dirty="0" err="1"/>
              <a:t>BSTNode</a:t>
            </a:r>
            <a:r>
              <a:rPr lang="en-US" altLang="zh-CN" dirty="0"/>
              <a:t> &lt;K&gt; * </a:t>
            </a:r>
            <a:r>
              <a:rPr lang="en-US" altLang="zh-CN" dirty="0" err="1"/>
              <a:t>ptr</a:t>
            </a:r>
            <a:r>
              <a:rPr lang="en-US" altLang="zh-CN" dirty="0"/>
              <a:t> );  //</a:t>
            </a:r>
            <a:r>
              <a:rPr lang="zh-CN" altLang="en-US" dirty="0"/>
              <a:t>复制</a:t>
            </a:r>
          </a:p>
          <a:p>
            <a:pPr marL="0" indent="0">
              <a:buNone/>
            </a:pPr>
            <a:r>
              <a:rPr lang="zh-CN" altLang="en-US" dirty="0"/>
              <a:t>    </a:t>
            </a:r>
            <a:r>
              <a:rPr lang="en-US" altLang="zh-CN" dirty="0" err="1"/>
              <a:t>BSTNode</a:t>
            </a:r>
            <a:r>
              <a:rPr lang="en-US" altLang="zh-CN" dirty="0"/>
              <a:t> &lt; K&gt;*  Min ( </a:t>
            </a:r>
            <a:r>
              <a:rPr lang="en-US" altLang="zh-CN" dirty="0" err="1"/>
              <a:t>BSTNode</a:t>
            </a:r>
            <a:r>
              <a:rPr lang="en-US" altLang="zh-CN" dirty="0"/>
              <a:t> &lt;K&gt; * </a:t>
            </a:r>
            <a:r>
              <a:rPr lang="en-US" altLang="zh-CN" dirty="0" err="1"/>
              <a:t>ptr</a:t>
            </a:r>
            <a:r>
              <a:rPr lang="en-US" altLang="zh-CN" dirty="0"/>
              <a:t> ) const;	//</a:t>
            </a:r>
            <a:r>
              <a:rPr lang="zh-CN" altLang="en-US" dirty="0"/>
              <a:t>求最小</a:t>
            </a:r>
            <a:endParaRPr lang="en-US" altLang="zh-CN" dirty="0"/>
          </a:p>
          <a:p>
            <a:pPr marL="0" indent="0">
              <a:buNone/>
            </a:pPr>
            <a:r>
              <a:rPr lang="en-US" altLang="zh-CN" dirty="0"/>
              <a:t>    </a:t>
            </a:r>
            <a:r>
              <a:rPr lang="en-US" altLang="zh-CN" dirty="0" err="1"/>
              <a:t>BSTNode</a:t>
            </a:r>
            <a:r>
              <a:rPr lang="en-US" altLang="zh-CN" dirty="0"/>
              <a:t> &lt; K&gt;*  Max ( </a:t>
            </a:r>
            <a:r>
              <a:rPr lang="en-US" altLang="zh-CN" dirty="0" err="1"/>
              <a:t>BSTNode</a:t>
            </a:r>
            <a:r>
              <a:rPr lang="en-US" altLang="zh-CN" dirty="0"/>
              <a:t> &lt; K&gt;* </a:t>
            </a:r>
            <a:r>
              <a:rPr lang="en-US" altLang="zh-CN" dirty="0" err="1"/>
              <a:t>ptr</a:t>
            </a:r>
            <a:r>
              <a:rPr lang="en-US" altLang="zh-CN" dirty="0"/>
              <a:t> ) const;	//</a:t>
            </a:r>
            <a:r>
              <a:rPr lang="zh-CN" altLang="en-US" dirty="0"/>
              <a:t>求最大  </a:t>
            </a:r>
          </a:p>
          <a:p>
            <a:pPr marL="0" indent="0">
              <a:buNone/>
            </a:pPr>
            <a:r>
              <a:rPr lang="zh-CN" altLang="en-US" dirty="0"/>
              <a:t>    </a:t>
            </a:r>
            <a:r>
              <a:rPr lang="en-US" altLang="zh-CN" dirty="0"/>
              <a:t>bool Insert ( const K&amp; x, </a:t>
            </a:r>
            <a:r>
              <a:rPr lang="en-US" altLang="zh-CN" dirty="0" err="1"/>
              <a:t>BSTNode</a:t>
            </a:r>
            <a:r>
              <a:rPr lang="en-US" altLang="zh-CN" dirty="0"/>
              <a:t> &lt;K&gt; *&amp; </a:t>
            </a:r>
            <a:r>
              <a:rPr lang="en-US" altLang="zh-CN" dirty="0" err="1"/>
              <a:t>ptr</a:t>
            </a:r>
            <a:r>
              <a:rPr lang="en-US" altLang="zh-CN" dirty="0"/>
              <a:t> );     //</a:t>
            </a:r>
            <a:r>
              <a:rPr lang="zh-CN" altLang="en-US" dirty="0"/>
              <a:t>插入</a:t>
            </a:r>
          </a:p>
          <a:p>
            <a:pPr marL="0" indent="0">
              <a:buNone/>
            </a:pPr>
            <a:r>
              <a:rPr lang="zh-CN" altLang="en-US" dirty="0"/>
              <a:t>    </a:t>
            </a:r>
            <a:r>
              <a:rPr lang="en-US" altLang="zh-CN" dirty="0"/>
              <a:t>bool Remove ( const K x, </a:t>
            </a:r>
            <a:r>
              <a:rPr lang="en-US" altLang="zh-CN" dirty="0" err="1"/>
              <a:t>BSTNode</a:t>
            </a:r>
            <a:r>
              <a:rPr lang="en-US" altLang="zh-CN" dirty="0"/>
              <a:t> &lt;K&gt; *&amp; </a:t>
            </a:r>
            <a:r>
              <a:rPr lang="en-US" altLang="zh-CN" dirty="0" err="1"/>
              <a:t>ptr</a:t>
            </a:r>
            <a:r>
              <a:rPr lang="en-US" altLang="zh-CN" dirty="0"/>
              <a:t> );      //</a:t>
            </a:r>
            <a:r>
              <a:rPr lang="zh-CN" altLang="en-US" dirty="0"/>
              <a:t>删除</a:t>
            </a:r>
          </a:p>
        </p:txBody>
      </p:sp>
      <p:sp>
        <p:nvSpPr>
          <p:cNvPr id="5" name="内容占位符 4">
            <a:extLst>
              <a:ext uri="{FF2B5EF4-FFF2-40B4-BE49-F238E27FC236}">
                <a16:creationId xmlns:a16="http://schemas.microsoft.com/office/drawing/2014/main" id="{3819863C-97FC-4452-B334-EB32BFD348AF}"/>
              </a:ext>
            </a:extLst>
          </p:cNvPr>
          <p:cNvSpPr>
            <a:spLocks noGrp="1"/>
          </p:cNvSpPr>
          <p:nvPr>
            <p:ph sz="half" idx="2"/>
          </p:nvPr>
        </p:nvSpPr>
        <p:spPr>
          <a:xfrm>
            <a:off x="4629150" y="260647"/>
            <a:ext cx="4335338" cy="6480719"/>
          </a:xfrm>
          <a:solidFill>
            <a:schemeClr val="bg2">
              <a:lumMod val="90000"/>
            </a:schemeClr>
          </a:solidFill>
        </p:spPr>
        <p:txBody>
          <a:bodyPr>
            <a:normAutofit fontScale="92500" lnSpcReduction="10000"/>
          </a:bodyPr>
          <a:lstStyle/>
          <a:p>
            <a:pPr marL="0" indent="0">
              <a:buNone/>
            </a:pPr>
            <a:r>
              <a:rPr lang="en-US" altLang="zh-CN" dirty="0"/>
              <a:t>public:</a:t>
            </a:r>
          </a:p>
          <a:p>
            <a:pPr marL="0" indent="0">
              <a:buNone/>
            </a:pPr>
            <a:r>
              <a:rPr lang="en-US" altLang="zh-CN" dirty="0"/>
              <a:t>   BST ( ) : root (NULL) { }   //</a:t>
            </a:r>
            <a:r>
              <a:rPr lang="zh-CN" altLang="en-US" dirty="0"/>
              <a:t>构造函数</a:t>
            </a:r>
          </a:p>
          <a:p>
            <a:pPr marL="0" indent="0">
              <a:buNone/>
            </a:pPr>
            <a:r>
              <a:rPr lang="zh-CN" altLang="en-US" dirty="0"/>
              <a:t>   </a:t>
            </a:r>
            <a:r>
              <a:rPr lang="en-US" altLang="zh-CN" dirty="0"/>
              <a:t>BST ( K value );	           //</a:t>
            </a:r>
            <a:r>
              <a:rPr lang="zh-CN" altLang="en-US" dirty="0"/>
              <a:t>构造函数</a:t>
            </a:r>
          </a:p>
          <a:p>
            <a:pPr marL="0" indent="0">
              <a:buNone/>
            </a:pPr>
            <a:r>
              <a:rPr lang="zh-CN" altLang="en-US" dirty="0"/>
              <a:t>   </a:t>
            </a:r>
            <a:r>
              <a:rPr lang="en-US" altLang="zh-CN" dirty="0"/>
              <a:t>~BST ( );			 //</a:t>
            </a:r>
            <a:r>
              <a:rPr lang="zh-CN" altLang="en-US" dirty="0"/>
              <a:t>析构函数</a:t>
            </a:r>
          </a:p>
          <a:p>
            <a:pPr marL="0" indent="0">
              <a:buNone/>
            </a:pPr>
            <a:r>
              <a:rPr lang="en-US" altLang="zh-CN" dirty="0"/>
              <a:t>   bool Search ( const K x ) const</a:t>
            </a:r>
            <a:r>
              <a:rPr lang="zh-CN" altLang="en-US" dirty="0"/>
              <a:t>   </a:t>
            </a:r>
            <a:r>
              <a:rPr lang="en-US" altLang="zh-CN" dirty="0"/>
              <a:t>{ return (Search ( x, root ) != NULL); }</a:t>
            </a:r>
          </a:p>
          <a:p>
            <a:pPr marL="0" indent="0">
              <a:buNone/>
            </a:pPr>
            <a:r>
              <a:rPr lang="en-US" altLang="zh-CN" dirty="0"/>
              <a:t>   BST &lt;K&gt; &amp; operator = ( const BST &lt;K&gt; &amp; R );</a:t>
            </a:r>
          </a:p>
          <a:p>
            <a:pPr marL="0" indent="0">
              <a:buNone/>
            </a:pPr>
            <a:r>
              <a:rPr lang="en-US" altLang="zh-CN" dirty="0"/>
              <a:t>   void </a:t>
            </a:r>
            <a:r>
              <a:rPr lang="en-US" altLang="zh-CN" dirty="0" err="1"/>
              <a:t>makeEmpty</a:t>
            </a:r>
            <a:r>
              <a:rPr lang="en-US" altLang="zh-CN" dirty="0"/>
              <a:t> ( )      { </a:t>
            </a:r>
            <a:r>
              <a:rPr lang="en-US" altLang="zh-CN" dirty="0" err="1"/>
              <a:t>makeEmpty</a:t>
            </a:r>
            <a:r>
              <a:rPr lang="en-US" altLang="zh-CN" dirty="0"/>
              <a:t> ( root );  root = NULL; }</a:t>
            </a:r>
          </a:p>
          <a:p>
            <a:pPr marL="0" indent="0">
              <a:buNone/>
            </a:pPr>
            <a:r>
              <a:rPr lang="en-US" altLang="zh-CN" dirty="0"/>
              <a:t>   void </a:t>
            </a:r>
            <a:r>
              <a:rPr lang="en-US" altLang="zh-CN" dirty="0" err="1"/>
              <a:t>PrintTree</a:t>
            </a:r>
            <a:r>
              <a:rPr lang="en-US" altLang="zh-CN" dirty="0"/>
              <a:t> ( ) const { </a:t>
            </a:r>
            <a:r>
              <a:rPr lang="en-US" altLang="zh-CN" dirty="0" err="1"/>
              <a:t>PrintTree</a:t>
            </a:r>
            <a:r>
              <a:rPr lang="en-US" altLang="zh-CN" dirty="0"/>
              <a:t> ( root ); }</a:t>
            </a:r>
          </a:p>
          <a:p>
            <a:pPr marL="0" indent="0">
              <a:buNone/>
            </a:pPr>
            <a:r>
              <a:rPr lang="en-US" altLang="zh-CN" dirty="0"/>
              <a:t>   K Min ( ) { return Min ( root )-&gt;data; }</a:t>
            </a:r>
          </a:p>
          <a:p>
            <a:pPr marL="0" indent="0">
              <a:buNone/>
            </a:pPr>
            <a:r>
              <a:rPr lang="en-US" altLang="zh-CN" dirty="0"/>
              <a:t>   K Max ( ) { return Max ( root )-&gt;data; }</a:t>
            </a:r>
          </a:p>
          <a:p>
            <a:pPr marL="0" indent="0">
              <a:buNone/>
            </a:pPr>
            <a:r>
              <a:rPr lang="en-US" altLang="zh-CN" dirty="0"/>
              <a:t>   bool Insert ( const K&amp; el ) { return Insert ( el, root ); }</a:t>
            </a:r>
          </a:p>
          <a:p>
            <a:pPr marL="0" indent="0">
              <a:buNone/>
            </a:pPr>
            <a:r>
              <a:rPr lang="en-US" altLang="zh-CN" dirty="0"/>
              <a:t>   bool Remove ( const K x ) { return Remove ( x, root ); }</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F9FF5041-E805-AEA1-AE2C-30702DA76CF2}"/>
              </a:ext>
            </a:extLst>
          </p:cNvPr>
          <p:cNvSpPr>
            <a:spLocks noGrp="1"/>
          </p:cNvSpPr>
          <p:nvPr>
            <p:ph type="sldNum" sz="quarter" idx="12"/>
          </p:nvPr>
        </p:nvSpPr>
        <p:spPr/>
        <p:txBody>
          <a:bodyPr/>
          <a:lstStyle/>
          <a:p>
            <a:pPr>
              <a:defRPr/>
            </a:pPr>
            <a:fld id="{625542DF-55DA-4AAF-91F9-4F1D96228B86}" type="slidenum">
              <a:rPr lang="en-US" altLang="zh-CN" smtClean="0"/>
              <a:pPr>
                <a:defRPr/>
              </a:pPr>
              <a:t>30</a:t>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 1028">
            <a:extLst>
              <a:ext uri="{FF2B5EF4-FFF2-40B4-BE49-F238E27FC236}">
                <a16:creationId xmlns:a16="http://schemas.microsoft.com/office/drawing/2014/main" id="{DFFAB980-08DC-B8E0-B015-5DFAEA55BE99}"/>
              </a:ext>
            </a:extLst>
          </p:cNvPr>
          <p:cNvSpPr>
            <a:spLocks noGrp="1" noChangeArrowheads="1"/>
          </p:cNvSpPr>
          <p:nvPr>
            <p:ph type="title"/>
          </p:nvPr>
        </p:nvSpPr>
        <p:spPr/>
        <p:txBody>
          <a:bodyPr/>
          <a:lstStyle/>
          <a:p>
            <a:r>
              <a:rPr lang="en-US" altLang="zh-CN" dirty="0"/>
              <a:t>7.2.2 </a:t>
            </a:r>
            <a:r>
              <a:rPr lang="zh-CN" altLang="en-US" dirty="0"/>
              <a:t>二叉搜索树上的搜索</a:t>
            </a:r>
          </a:p>
        </p:txBody>
      </p:sp>
      <p:sp>
        <p:nvSpPr>
          <p:cNvPr id="3" name="内容占位符 2">
            <a:extLst>
              <a:ext uri="{FF2B5EF4-FFF2-40B4-BE49-F238E27FC236}">
                <a16:creationId xmlns:a16="http://schemas.microsoft.com/office/drawing/2014/main" id="{A35E8831-242C-4955-966B-9CCD5F50624C}"/>
              </a:ext>
            </a:extLst>
          </p:cNvPr>
          <p:cNvSpPr>
            <a:spLocks noGrp="1"/>
          </p:cNvSpPr>
          <p:nvPr>
            <p:ph idx="1"/>
          </p:nvPr>
        </p:nvSpPr>
        <p:spPr/>
        <p:txBody>
          <a:bodyPr>
            <a:normAutofit fontScale="77500" lnSpcReduction="20000"/>
          </a:bodyPr>
          <a:lstStyle/>
          <a:p>
            <a:r>
              <a:rPr lang="zh-CN" altLang="en-US" dirty="0"/>
              <a:t>在二叉搜索树上进行搜索，是一个从根结点开始，沿某一个分支逐层向下进行比较判等的过程。</a:t>
            </a:r>
            <a:endParaRPr lang="en-US" altLang="zh-CN" dirty="0"/>
          </a:p>
          <a:p>
            <a:r>
              <a:rPr lang="zh-CN" altLang="en-US" dirty="0"/>
              <a:t>假设想要在二叉搜索树中搜索关键码为</a:t>
            </a:r>
            <a:r>
              <a:rPr lang="en-US" altLang="zh-CN" dirty="0"/>
              <a:t>x</a:t>
            </a:r>
            <a:r>
              <a:rPr lang="zh-CN" altLang="en-US" dirty="0"/>
              <a:t>的元素，搜索过程从根结点开始。可描述为一个递归的过程。</a:t>
            </a:r>
            <a:endParaRPr lang="en-US" altLang="zh-CN" dirty="0"/>
          </a:p>
          <a:p>
            <a:pPr lvl="1"/>
            <a:r>
              <a:rPr lang="zh-CN" altLang="en-US" dirty="0"/>
              <a:t>如果根指针为</a:t>
            </a:r>
            <a:r>
              <a:rPr lang="en-US" altLang="zh-CN" dirty="0"/>
              <a:t>NULL</a:t>
            </a:r>
            <a:r>
              <a:rPr lang="zh-CN" altLang="en-US" dirty="0"/>
              <a:t>，则搜索不成功；否则用给定值</a:t>
            </a:r>
            <a:r>
              <a:rPr lang="en-US" altLang="zh-CN" dirty="0"/>
              <a:t>x</a:t>
            </a:r>
            <a:r>
              <a:rPr lang="zh-CN" altLang="en-US" dirty="0"/>
              <a:t>与根结点的关键码进行比较：</a:t>
            </a:r>
          </a:p>
          <a:p>
            <a:pPr lvl="2"/>
            <a:r>
              <a:rPr lang="zh-CN" altLang="en-US" dirty="0"/>
              <a:t>如果等于根结点的关键码，则搜索成功。 </a:t>
            </a:r>
          </a:p>
          <a:p>
            <a:pPr lvl="2"/>
            <a:r>
              <a:rPr lang="zh-CN" altLang="en-US" dirty="0"/>
              <a:t>如果小于根结点的关键码，则继续递归搜索根结点的左子树；</a:t>
            </a:r>
          </a:p>
          <a:p>
            <a:pPr lvl="2"/>
            <a:r>
              <a:rPr lang="zh-CN" altLang="en-US" dirty="0"/>
              <a:t>否则，递归搜索根结点的右子树。</a:t>
            </a:r>
          </a:p>
        </p:txBody>
      </p:sp>
      <p:sp>
        <p:nvSpPr>
          <p:cNvPr id="2" name="灯片编号占位符 1">
            <a:extLst>
              <a:ext uri="{FF2B5EF4-FFF2-40B4-BE49-F238E27FC236}">
                <a16:creationId xmlns:a16="http://schemas.microsoft.com/office/drawing/2014/main" id="{63403430-1692-DC1F-440B-2CA69D07AFC2}"/>
              </a:ext>
            </a:extLst>
          </p:cNvPr>
          <p:cNvSpPr>
            <a:spLocks noGrp="1"/>
          </p:cNvSpPr>
          <p:nvPr>
            <p:ph type="sldNum" sz="quarter" idx="12"/>
          </p:nvPr>
        </p:nvSpPr>
        <p:spPr/>
        <p:txBody>
          <a:bodyPr/>
          <a:lstStyle/>
          <a:p>
            <a:pPr>
              <a:defRPr/>
            </a:pPr>
            <a:fld id="{82BC8E53-3928-4033-8D0B-01554133DC73}" type="slidenum">
              <a:rPr lang="en-US" altLang="zh-CN" smtClean="0"/>
              <a:pPr>
                <a:defRPr/>
              </a:pPr>
              <a:t>31</a:t>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Line 2">
            <a:extLst>
              <a:ext uri="{FF2B5EF4-FFF2-40B4-BE49-F238E27FC236}">
                <a16:creationId xmlns:a16="http://schemas.microsoft.com/office/drawing/2014/main" id="{18655F6D-A7B0-D2DA-CFF5-0AB826B8B953}"/>
              </a:ext>
            </a:extLst>
          </p:cNvPr>
          <p:cNvSpPr>
            <a:spLocks noChangeShapeType="1"/>
          </p:cNvSpPr>
          <p:nvPr/>
        </p:nvSpPr>
        <p:spPr bwMode="auto">
          <a:xfrm flipH="1">
            <a:off x="4876800" y="24384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59" name="Line 3">
            <a:extLst>
              <a:ext uri="{FF2B5EF4-FFF2-40B4-BE49-F238E27FC236}">
                <a16:creationId xmlns:a16="http://schemas.microsoft.com/office/drawing/2014/main" id="{71821C2F-7033-4109-939E-2F3B979A435B}"/>
              </a:ext>
            </a:extLst>
          </p:cNvPr>
          <p:cNvSpPr>
            <a:spLocks noChangeShapeType="1"/>
          </p:cNvSpPr>
          <p:nvPr/>
        </p:nvSpPr>
        <p:spPr bwMode="auto">
          <a:xfrm>
            <a:off x="4114800" y="3352800"/>
            <a:ext cx="2286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0" name="Line 4">
            <a:extLst>
              <a:ext uri="{FF2B5EF4-FFF2-40B4-BE49-F238E27FC236}">
                <a16:creationId xmlns:a16="http://schemas.microsoft.com/office/drawing/2014/main" id="{279F98A0-9F98-0AE9-5738-51FD8A637100}"/>
              </a:ext>
            </a:extLst>
          </p:cNvPr>
          <p:cNvSpPr>
            <a:spLocks noChangeShapeType="1"/>
          </p:cNvSpPr>
          <p:nvPr/>
        </p:nvSpPr>
        <p:spPr bwMode="auto">
          <a:xfrm flipH="1">
            <a:off x="3581400" y="3352800"/>
            <a:ext cx="3048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1" name="Line 5">
            <a:extLst>
              <a:ext uri="{FF2B5EF4-FFF2-40B4-BE49-F238E27FC236}">
                <a16:creationId xmlns:a16="http://schemas.microsoft.com/office/drawing/2014/main" id="{8445A9AD-C055-C620-1186-A2D6002FD1F3}"/>
              </a:ext>
            </a:extLst>
          </p:cNvPr>
          <p:cNvSpPr>
            <a:spLocks noChangeShapeType="1"/>
          </p:cNvSpPr>
          <p:nvPr/>
        </p:nvSpPr>
        <p:spPr bwMode="auto">
          <a:xfrm flipH="1">
            <a:off x="3048000" y="24384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Line 6">
            <a:extLst>
              <a:ext uri="{FF2B5EF4-FFF2-40B4-BE49-F238E27FC236}">
                <a16:creationId xmlns:a16="http://schemas.microsoft.com/office/drawing/2014/main" id="{32AFAE40-CDF0-03FC-BBC3-945F84974151}"/>
              </a:ext>
            </a:extLst>
          </p:cNvPr>
          <p:cNvSpPr>
            <a:spLocks noChangeShapeType="1"/>
          </p:cNvSpPr>
          <p:nvPr/>
        </p:nvSpPr>
        <p:spPr bwMode="auto">
          <a:xfrm>
            <a:off x="3581400" y="2438400"/>
            <a:ext cx="3048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3" name="Oval 7">
            <a:extLst>
              <a:ext uri="{FF2B5EF4-FFF2-40B4-BE49-F238E27FC236}">
                <a16:creationId xmlns:a16="http://schemas.microsoft.com/office/drawing/2014/main" id="{8B668D02-E0E3-818B-F236-2A9D43B7B8AF}"/>
              </a:ext>
            </a:extLst>
          </p:cNvPr>
          <p:cNvSpPr>
            <a:spLocks noChangeArrowheads="1"/>
          </p:cNvSpPr>
          <p:nvPr/>
        </p:nvSpPr>
        <p:spPr bwMode="auto">
          <a:xfrm>
            <a:off x="4114800" y="1219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45064" name="Oval 8">
            <a:extLst>
              <a:ext uri="{FF2B5EF4-FFF2-40B4-BE49-F238E27FC236}">
                <a16:creationId xmlns:a16="http://schemas.microsoft.com/office/drawing/2014/main" id="{1E1DF850-C3C1-1D8E-7D0C-82063A27C917}"/>
              </a:ext>
            </a:extLst>
          </p:cNvPr>
          <p:cNvSpPr>
            <a:spLocks noChangeArrowheads="1"/>
          </p:cNvSpPr>
          <p:nvPr/>
        </p:nvSpPr>
        <p:spPr bwMode="auto">
          <a:xfrm>
            <a:off x="3200400" y="1981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45065" name="Oval 9">
            <a:extLst>
              <a:ext uri="{FF2B5EF4-FFF2-40B4-BE49-F238E27FC236}">
                <a16:creationId xmlns:a16="http://schemas.microsoft.com/office/drawing/2014/main" id="{CE2C5237-641E-0066-3C88-1EFFA5797F38}"/>
              </a:ext>
            </a:extLst>
          </p:cNvPr>
          <p:cNvSpPr>
            <a:spLocks noChangeArrowheads="1"/>
          </p:cNvSpPr>
          <p:nvPr/>
        </p:nvSpPr>
        <p:spPr bwMode="auto">
          <a:xfrm>
            <a:off x="5029200" y="1981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45066" name="Oval 10">
            <a:extLst>
              <a:ext uri="{FF2B5EF4-FFF2-40B4-BE49-F238E27FC236}">
                <a16:creationId xmlns:a16="http://schemas.microsoft.com/office/drawing/2014/main" id="{917EEC19-3B43-4411-4749-1293B73A349B}"/>
              </a:ext>
            </a:extLst>
          </p:cNvPr>
          <p:cNvSpPr>
            <a:spLocks noChangeArrowheads="1"/>
          </p:cNvSpPr>
          <p:nvPr/>
        </p:nvSpPr>
        <p:spPr bwMode="auto">
          <a:xfrm>
            <a:off x="5562600" y="28956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45067" name="Oval 11">
            <a:extLst>
              <a:ext uri="{FF2B5EF4-FFF2-40B4-BE49-F238E27FC236}">
                <a16:creationId xmlns:a16="http://schemas.microsoft.com/office/drawing/2014/main" id="{C379D9C0-BA8E-95E3-D0A0-9066F9DD2ABB}"/>
              </a:ext>
            </a:extLst>
          </p:cNvPr>
          <p:cNvSpPr>
            <a:spLocks noChangeArrowheads="1"/>
          </p:cNvSpPr>
          <p:nvPr/>
        </p:nvSpPr>
        <p:spPr bwMode="auto">
          <a:xfrm>
            <a:off x="4495800" y="28956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40</a:t>
            </a:r>
            <a:endParaRPr kumimoji="1" lang="en-US" altLang="zh-CN" sz="2400">
              <a:latin typeface="Times New Roman" panose="02020603050405020304" pitchFamily="18" charset="0"/>
              <a:ea typeface="宋体" panose="02010600030101010101" pitchFamily="2" charset="-122"/>
            </a:endParaRPr>
          </a:p>
        </p:txBody>
      </p:sp>
      <p:sp>
        <p:nvSpPr>
          <p:cNvPr id="45068" name="Oval 12">
            <a:extLst>
              <a:ext uri="{FF2B5EF4-FFF2-40B4-BE49-F238E27FC236}">
                <a16:creationId xmlns:a16="http://schemas.microsoft.com/office/drawing/2014/main" id="{950119F4-6224-E42C-5543-DDC6663C61A2}"/>
              </a:ext>
            </a:extLst>
          </p:cNvPr>
          <p:cNvSpPr>
            <a:spLocks noChangeArrowheads="1"/>
          </p:cNvSpPr>
          <p:nvPr/>
        </p:nvSpPr>
        <p:spPr bwMode="auto">
          <a:xfrm>
            <a:off x="3733800" y="28956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45069" name="Oval 13">
            <a:extLst>
              <a:ext uri="{FF2B5EF4-FFF2-40B4-BE49-F238E27FC236}">
                <a16:creationId xmlns:a16="http://schemas.microsoft.com/office/drawing/2014/main" id="{C59905EF-F0B5-BA0C-1A3D-CAE526C591DC}"/>
              </a:ext>
            </a:extLst>
          </p:cNvPr>
          <p:cNvSpPr>
            <a:spLocks noChangeArrowheads="1"/>
          </p:cNvSpPr>
          <p:nvPr/>
        </p:nvSpPr>
        <p:spPr bwMode="auto">
          <a:xfrm>
            <a:off x="2667000" y="28956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45070" name="Oval 14">
            <a:extLst>
              <a:ext uri="{FF2B5EF4-FFF2-40B4-BE49-F238E27FC236}">
                <a16:creationId xmlns:a16="http://schemas.microsoft.com/office/drawing/2014/main" id="{B2839E2D-3E72-C364-2C75-5435000D8DA2}"/>
              </a:ext>
            </a:extLst>
          </p:cNvPr>
          <p:cNvSpPr>
            <a:spLocks noChangeArrowheads="1"/>
          </p:cNvSpPr>
          <p:nvPr/>
        </p:nvSpPr>
        <p:spPr bwMode="auto">
          <a:xfrm>
            <a:off x="3200400" y="3886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45071" name="Oval 15">
            <a:extLst>
              <a:ext uri="{FF2B5EF4-FFF2-40B4-BE49-F238E27FC236}">
                <a16:creationId xmlns:a16="http://schemas.microsoft.com/office/drawing/2014/main" id="{C8910CBA-6012-6336-3E6C-BF5ABECAAD55}"/>
              </a:ext>
            </a:extLst>
          </p:cNvPr>
          <p:cNvSpPr>
            <a:spLocks noChangeArrowheads="1"/>
          </p:cNvSpPr>
          <p:nvPr/>
        </p:nvSpPr>
        <p:spPr bwMode="auto">
          <a:xfrm>
            <a:off x="4191000" y="38862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45072" name="Line 16">
            <a:extLst>
              <a:ext uri="{FF2B5EF4-FFF2-40B4-BE49-F238E27FC236}">
                <a16:creationId xmlns:a16="http://schemas.microsoft.com/office/drawing/2014/main" id="{86DAAFBD-DFC8-E583-3FC3-0F00C7A4B887}"/>
              </a:ext>
            </a:extLst>
          </p:cNvPr>
          <p:cNvSpPr>
            <a:spLocks noChangeShapeType="1"/>
          </p:cNvSpPr>
          <p:nvPr/>
        </p:nvSpPr>
        <p:spPr bwMode="auto">
          <a:xfrm flipH="1">
            <a:off x="3657600" y="1676400"/>
            <a:ext cx="533400" cy="3810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3" name="Line 17">
            <a:extLst>
              <a:ext uri="{FF2B5EF4-FFF2-40B4-BE49-F238E27FC236}">
                <a16:creationId xmlns:a16="http://schemas.microsoft.com/office/drawing/2014/main" id="{2A21F934-08FC-A1A7-88B9-17D90FFA89A0}"/>
              </a:ext>
            </a:extLst>
          </p:cNvPr>
          <p:cNvSpPr>
            <a:spLocks noChangeShapeType="1"/>
          </p:cNvSpPr>
          <p:nvPr/>
        </p:nvSpPr>
        <p:spPr bwMode="auto">
          <a:xfrm>
            <a:off x="4572000" y="1676400"/>
            <a:ext cx="533400" cy="38100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4" name="Line 18">
            <a:extLst>
              <a:ext uri="{FF2B5EF4-FFF2-40B4-BE49-F238E27FC236}">
                <a16:creationId xmlns:a16="http://schemas.microsoft.com/office/drawing/2014/main" id="{7D150AB7-9C06-2D26-682F-CFD93AA7DE9A}"/>
              </a:ext>
            </a:extLst>
          </p:cNvPr>
          <p:cNvSpPr>
            <a:spLocks noChangeShapeType="1"/>
          </p:cNvSpPr>
          <p:nvPr/>
        </p:nvSpPr>
        <p:spPr bwMode="auto">
          <a:xfrm>
            <a:off x="5410200" y="24384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0" name="Text Box 20">
            <a:extLst>
              <a:ext uri="{FF2B5EF4-FFF2-40B4-BE49-F238E27FC236}">
                <a16:creationId xmlns:a16="http://schemas.microsoft.com/office/drawing/2014/main" id="{27F76897-16B8-F06D-49FC-13007DD63A93}"/>
              </a:ext>
            </a:extLst>
          </p:cNvPr>
          <p:cNvSpPr txBox="1">
            <a:spLocks noChangeArrowheads="1"/>
          </p:cNvSpPr>
          <p:nvPr/>
        </p:nvSpPr>
        <p:spPr bwMode="auto">
          <a:xfrm>
            <a:off x="5546725" y="1096963"/>
            <a:ext cx="2228850" cy="1236662"/>
          </a:xfrm>
          <a:prstGeom prst="rect">
            <a:avLst/>
          </a:prstGeom>
          <a:noFill/>
          <a:ln w="9525">
            <a:noFill/>
            <a:miter lim="800000"/>
            <a:headEnd/>
            <a:tailEnd/>
          </a:ln>
          <a:effectLst/>
        </p:spPr>
        <p:txBody>
          <a:bodyPr wrap="none">
            <a:spAutoFit/>
          </a:bodyPr>
          <a:lstStyle/>
          <a:p>
            <a:pPr>
              <a:spcBef>
                <a:spcPct val="35000"/>
              </a:spcBef>
              <a:defRPr/>
            </a:pPr>
            <a:r>
              <a:rPr lang="zh-CN" altLang="zh-CN" sz="3200" b="1" u="sng">
                <a:solidFill>
                  <a:srgbClr val="CC3300"/>
                </a:solidFill>
                <a:effectLst>
                  <a:outerShdw blurRad="38100" dist="38100" dir="2700000" algn="tl">
                    <a:srgbClr val="C0C0C0"/>
                  </a:outerShdw>
                </a:effectLst>
                <a:latin typeface="Times New Roman" charset="0"/>
                <a:ea typeface="仿宋_GB2312" pitchFamily="49" charset="-122"/>
              </a:rPr>
              <a:t>搜索45</a:t>
            </a:r>
          </a:p>
          <a:p>
            <a:pPr>
              <a:spcBef>
                <a:spcPct val="35000"/>
              </a:spcBef>
              <a:defRPr/>
            </a:pPr>
            <a:r>
              <a:rPr lang="zh-CN" altLang="zh-CN" sz="3200" b="1">
                <a:solidFill>
                  <a:srgbClr val="CC3300"/>
                </a:solidFill>
                <a:effectLst>
                  <a:outerShdw blurRad="38100" dist="38100" dir="2700000" algn="tl">
                    <a:srgbClr val="C0C0C0"/>
                  </a:outerShdw>
                </a:effectLst>
                <a:latin typeface="Times New Roman" charset="0"/>
                <a:ea typeface="仿宋_GB2312" pitchFamily="49" charset="-122"/>
              </a:rPr>
              <a:t>    搜索成功</a:t>
            </a:r>
            <a:endParaRPr lang="zh-CN" altLang="en-US" u="sng">
              <a:latin typeface="Times New Roman" charset="0"/>
            </a:endParaRPr>
          </a:p>
        </p:txBody>
      </p:sp>
      <p:sp>
        <p:nvSpPr>
          <p:cNvPr id="45076" name="Line 21">
            <a:extLst>
              <a:ext uri="{FF2B5EF4-FFF2-40B4-BE49-F238E27FC236}">
                <a16:creationId xmlns:a16="http://schemas.microsoft.com/office/drawing/2014/main" id="{B8C1B559-C0FD-DC8F-BF4B-911B0915C9C0}"/>
              </a:ext>
            </a:extLst>
          </p:cNvPr>
          <p:cNvSpPr>
            <a:spLocks noChangeShapeType="1"/>
          </p:cNvSpPr>
          <p:nvPr/>
        </p:nvSpPr>
        <p:spPr bwMode="auto">
          <a:xfrm>
            <a:off x="4800600" y="1524000"/>
            <a:ext cx="457200" cy="304800"/>
          </a:xfrm>
          <a:prstGeom prst="line">
            <a:avLst/>
          </a:prstGeom>
          <a:noFill/>
          <a:ln w="38100">
            <a:solidFill>
              <a:srgbClr val="CC33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1622" name="Text Box 22">
            <a:extLst>
              <a:ext uri="{FF2B5EF4-FFF2-40B4-BE49-F238E27FC236}">
                <a16:creationId xmlns:a16="http://schemas.microsoft.com/office/drawing/2014/main" id="{D14B8097-7748-0430-B6D9-E250D9EE00AE}"/>
              </a:ext>
            </a:extLst>
          </p:cNvPr>
          <p:cNvSpPr txBox="1">
            <a:spLocks noChangeArrowheads="1"/>
          </p:cNvSpPr>
          <p:nvPr/>
        </p:nvSpPr>
        <p:spPr bwMode="auto">
          <a:xfrm>
            <a:off x="1073150" y="1096963"/>
            <a:ext cx="2120900" cy="1236662"/>
          </a:xfrm>
          <a:prstGeom prst="rect">
            <a:avLst/>
          </a:prstGeom>
          <a:noFill/>
          <a:ln w="9525">
            <a:noFill/>
            <a:miter lim="800000"/>
            <a:headEnd/>
            <a:tailEnd/>
          </a:ln>
          <a:effectLst/>
        </p:spPr>
        <p:txBody>
          <a:bodyPr wrap="none">
            <a:spAutoFit/>
          </a:bodyPr>
          <a:lstStyle/>
          <a:p>
            <a:pPr>
              <a:spcBef>
                <a:spcPct val="35000"/>
              </a:spcBef>
              <a:defRPr/>
            </a:pPr>
            <a:r>
              <a:rPr lang="zh-CN" altLang="zh-CN" sz="3200" b="1">
                <a:solidFill>
                  <a:schemeClr val="accent2"/>
                </a:solidFill>
                <a:effectLst>
                  <a:outerShdw blurRad="38100" dist="38100" dir="2700000" algn="tl">
                    <a:srgbClr val="C0C0C0"/>
                  </a:outerShdw>
                </a:effectLst>
                <a:latin typeface="Times New Roman" charset="0"/>
                <a:ea typeface="仿宋_GB2312" pitchFamily="49" charset="-122"/>
              </a:rPr>
              <a:t>       </a:t>
            </a:r>
            <a:r>
              <a:rPr lang="zh-CN" altLang="zh-CN" sz="3200" b="1" u="sng">
                <a:solidFill>
                  <a:schemeClr val="accent2"/>
                </a:solidFill>
                <a:effectLst>
                  <a:outerShdw blurRad="38100" dist="38100" dir="2700000" algn="tl">
                    <a:srgbClr val="C0C0C0"/>
                  </a:outerShdw>
                </a:effectLst>
                <a:latin typeface="Times New Roman" charset="0"/>
                <a:ea typeface="仿宋_GB2312" pitchFamily="49" charset="-122"/>
              </a:rPr>
              <a:t>搜索28</a:t>
            </a:r>
          </a:p>
          <a:p>
            <a:pPr>
              <a:spcBef>
                <a:spcPct val="35000"/>
              </a:spcBef>
              <a:defRPr/>
            </a:pPr>
            <a:r>
              <a:rPr lang="zh-CN" altLang="zh-CN" sz="3200" b="1">
                <a:solidFill>
                  <a:schemeClr val="accent2"/>
                </a:solidFill>
                <a:effectLst>
                  <a:outerShdw blurRad="38100" dist="38100" dir="2700000" algn="tl">
                    <a:srgbClr val="C0C0C0"/>
                  </a:outerShdw>
                </a:effectLst>
                <a:latin typeface="Times New Roman" charset="0"/>
                <a:ea typeface="仿宋_GB2312" pitchFamily="49" charset="-122"/>
              </a:rPr>
              <a:t>搜索失败</a:t>
            </a:r>
            <a:endParaRPr lang="zh-CN" altLang="en-US">
              <a:latin typeface="Times New Roman" charset="0"/>
            </a:endParaRPr>
          </a:p>
        </p:txBody>
      </p:sp>
      <p:sp>
        <p:nvSpPr>
          <p:cNvPr id="45078" name="Line 23">
            <a:extLst>
              <a:ext uri="{FF2B5EF4-FFF2-40B4-BE49-F238E27FC236}">
                <a16:creationId xmlns:a16="http://schemas.microsoft.com/office/drawing/2014/main" id="{2A50096B-4621-170D-006A-D3C7381CA6D9}"/>
              </a:ext>
            </a:extLst>
          </p:cNvPr>
          <p:cNvSpPr>
            <a:spLocks noChangeShapeType="1"/>
          </p:cNvSpPr>
          <p:nvPr/>
        </p:nvSpPr>
        <p:spPr bwMode="auto">
          <a:xfrm flipH="1">
            <a:off x="3505200" y="1524000"/>
            <a:ext cx="457200" cy="304800"/>
          </a:xfrm>
          <a:prstGeom prst="line">
            <a:avLst/>
          </a:prstGeom>
          <a:noFill/>
          <a:ln w="38100">
            <a:solidFill>
              <a:schemeClr val="accent2"/>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9" name="Line 24">
            <a:extLst>
              <a:ext uri="{FF2B5EF4-FFF2-40B4-BE49-F238E27FC236}">
                <a16:creationId xmlns:a16="http://schemas.microsoft.com/office/drawing/2014/main" id="{16E010AA-0FC7-0333-196D-99AF7A508B7D}"/>
              </a:ext>
            </a:extLst>
          </p:cNvPr>
          <p:cNvSpPr>
            <a:spLocks noChangeShapeType="1"/>
          </p:cNvSpPr>
          <p:nvPr/>
        </p:nvSpPr>
        <p:spPr bwMode="auto">
          <a:xfrm>
            <a:off x="3810000" y="2362200"/>
            <a:ext cx="228600" cy="4572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0" name="Line 25">
            <a:extLst>
              <a:ext uri="{FF2B5EF4-FFF2-40B4-BE49-F238E27FC236}">
                <a16:creationId xmlns:a16="http://schemas.microsoft.com/office/drawing/2014/main" id="{AF4EFE8B-3270-9EEA-2B04-8797A023C73A}"/>
              </a:ext>
            </a:extLst>
          </p:cNvPr>
          <p:cNvSpPr>
            <a:spLocks noChangeShapeType="1"/>
          </p:cNvSpPr>
          <p:nvPr/>
        </p:nvSpPr>
        <p:spPr bwMode="auto">
          <a:xfrm>
            <a:off x="4343400" y="3352800"/>
            <a:ext cx="228600" cy="4572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1" name="Line 26">
            <a:extLst>
              <a:ext uri="{FF2B5EF4-FFF2-40B4-BE49-F238E27FC236}">
                <a16:creationId xmlns:a16="http://schemas.microsoft.com/office/drawing/2014/main" id="{08203CC5-33E2-6F41-6A20-B36E80AF657A}"/>
              </a:ext>
            </a:extLst>
          </p:cNvPr>
          <p:cNvSpPr>
            <a:spLocks noChangeShapeType="1"/>
          </p:cNvSpPr>
          <p:nvPr/>
        </p:nvSpPr>
        <p:spPr bwMode="auto">
          <a:xfrm flipH="1">
            <a:off x="4038600" y="4419600"/>
            <a:ext cx="228600" cy="6096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C2E265A8-530C-3264-9FF6-A115B98B188F}"/>
              </a:ext>
            </a:extLst>
          </p:cNvPr>
          <p:cNvSpPr>
            <a:spLocks noGrp="1"/>
          </p:cNvSpPr>
          <p:nvPr>
            <p:ph type="sldNum" sz="quarter" idx="12"/>
          </p:nvPr>
        </p:nvSpPr>
        <p:spPr/>
        <p:txBody>
          <a:bodyPr/>
          <a:lstStyle/>
          <a:p>
            <a:pPr>
              <a:defRPr/>
            </a:pPr>
            <a:fld id="{A5CDC942-AD50-4CB1-AAEC-9B389C2C8E01}" type="slidenum">
              <a:rPr lang="en-US" altLang="zh-CN" smtClean="0"/>
              <a:pPr>
                <a:defRPr/>
              </a:pPr>
              <a:t>32</a:t>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1A67EA-1EB8-4C5C-94ED-A9535A0B1D68}"/>
              </a:ext>
            </a:extLst>
          </p:cNvPr>
          <p:cNvSpPr>
            <a:spLocks noGrp="1"/>
          </p:cNvSpPr>
          <p:nvPr>
            <p:ph idx="1"/>
          </p:nvPr>
        </p:nvSpPr>
        <p:spPr>
          <a:xfrm>
            <a:off x="628650" y="476672"/>
            <a:ext cx="7886700" cy="5700291"/>
          </a:xfrm>
        </p:spPr>
        <p:txBody>
          <a:bodyPr>
            <a:normAutofit fontScale="85000" lnSpcReduction="10000"/>
          </a:bodyPr>
          <a:lstStyle/>
          <a:p>
            <a:pPr marL="0" indent="0">
              <a:buNone/>
            </a:pPr>
            <a:r>
              <a:rPr lang="en-US" altLang="zh-CN" dirty="0"/>
              <a:t>//</a:t>
            </a:r>
            <a:r>
              <a:rPr lang="zh-CN" altLang="en-US" dirty="0"/>
              <a:t>二叉搜索树的递归的搜索算法</a:t>
            </a:r>
          </a:p>
          <a:p>
            <a:pPr marL="0" indent="0">
              <a:buNone/>
            </a:pPr>
            <a:r>
              <a:rPr lang="en-US" altLang="zh-CN" dirty="0"/>
              <a:t>template &lt;class K&gt; </a:t>
            </a:r>
          </a:p>
          <a:p>
            <a:pPr marL="0" indent="0">
              <a:buNone/>
            </a:pPr>
            <a:r>
              <a:rPr lang="en-US" altLang="zh-CN" dirty="0" err="1"/>
              <a:t>BSTNode</a:t>
            </a:r>
            <a:r>
              <a:rPr lang="en-US" altLang="zh-CN" dirty="0"/>
              <a:t>&lt; K &gt; * BST&lt; K &gt; :: Search ( const K x, </a:t>
            </a:r>
            <a:r>
              <a:rPr lang="en-US" altLang="zh-CN" dirty="0" err="1"/>
              <a:t>BSTNode</a:t>
            </a:r>
            <a:r>
              <a:rPr lang="en-US" altLang="zh-CN" dirty="0"/>
              <a:t>&lt; K &gt; * </a:t>
            </a:r>
            <a:r>
              <a:rPr lang="en-US" altLang="zh-CN" dirty="0" err="1"/>
              <a:t>ptr</a:t>
            </a:r>
            <a:r>
              <a:rPr lang="en-US" altLang="zh-CN" dirty="0"/>
              <a:t> ) {</a:t>
            </a:r>
          </a:p>
          <a:p>
            <a:pPr marL="0" indent="0">
              <a:buNone/>
            </a:pPr>
            <a:r>
              <a:rPr lang="en-US" altLang="zh-CN" dirty="0"/>
              <a:t>    if ( </a:t>
            </a:r>
            <a:r>
              <a:rPr lang="en-US" altLang="zh-CN" dirty="0" err="1"/>
              <a:t>ptr</a:t>
            </a:r>
            <a:r>
              <a:rPr lang="en-US" altLang="zh-CN" dirty="0"/>
              <a:t> == NULL ) return NULL;  //</a:t>
            </a:r>
            <a:r>
              <a:rPr lang="zh-CN" altLang="en-US" dirty="0"/>
              <a:t>搜索失败</a:t>
            </a:r>
          </a:p>
          <a:p>
            <a:pPr marL="0" indent="0">
              <a:buNone/>
            </a:pPr>
            <a:r>
              <a:rPr lang="zh-CN" altLang="en-US" dirty="0"/>
              <a:t>    </a:t>
            </a:r>
            <a:r>
              <a:rPr lang="en-US" altLang="zh-CN" dirty="0"/>
              <a:t>else if ( x &lt; </a:t>
            </a:r>
            <a:r>
              <a:rPr lang="en-US" altLang="zh-CN" dirty="0" err="1"/>
              <a:t>ptr</a:t>
            </a:r>
            <a:r>
              <a:rPr lang="en-US" altLang="zh-CN" dirty="0"/>
              <a:t>-&gt;data )     //</a:t>
            </a:r>
            <a:r>
              <a:rPr lang="zh-CN" altLang="en-US" dirty="0"/>
              <a:t>在左子树搜索</a:t>
            </a:r>
          </a:p>
          <a:p>
            <a:pPr marL="0" indent="0">
              <a:buNone/>
            </a:pPr>
            <a:r>
              <a:rPr lang="zh-CN" altLang="en-US" dirty="0"/>
              <a:t>               </a:t>
            </a:r>
            <a:r>
              <a:rPr lang="en-US" altLang="zh-CN" dirty="0"/>
              <a:t>return Search ( x, </a:t>
            </a:r>
            <a:r>
              <a:rPr lang="en-US" altLang="zh-CN" dirty="0" err="1"/>
              <a:t>ptr</a:t>
            </a:r>
            <a:r>
              <a:rPr lang="en-US" altLang="zh-CN" dirty="0"/>
              <a:t>-&gt;left );</a:t>
            </a:r>
          </a:p>
          <a:p>
            <a:pPr marL="0" indent="0">
              <a:buNone/>
            </a:pPr>
            <a:r>
              <a:rPr lang="en-US" altLang="zh-CN" dirty="0"/>
              <a:t>    else if ( x &gt; </a:t>
            </a:r>
            <a:r>
              <a:rPr lang="en-US" altLang="zh-CN" dirty="0" err="1"/>
              <a:t>ptr</a:t>
            </a:r>
            <a:r>
              <a:rPr lang="en-US" altLang="zh-CN" dirty="0"/>
              <a:t>-&gt;data )    //</a:t>
            </a:r>
            <a:r>
              <a:rPr lang="zh-CN" altLang="en-US" dirty="0"/>
              <a:t>在右子树搜索</a:t>
            </a:r>
          </a:p>
          <a:p>
            <a:pPr marL="0" indent="0">
              <a:buNone/>
            </a:pPr>
            <a:r>
              <a:rPr lang="en-US" altLang="zh-CN" dirty="0"/>
              <a:t>               return Search ( x, </a:t>
            </a:r>
            <a:r>
              <a:rPr lang="en-US" altLang="zh-CN" dirty="0" err="1"/>
              <a:t>ptr</a:t>
            </a:r>
            <a:r>
              <a:rPr lang="en-US" altLang="zh-CN" dirty="0"/>
              <a:t>-&gt;right );		          </a:t>
            </a:r>
          </a:p>
          <a:p>
            <a:pPr marL="0" indent="0">
              <a:buNone/>
            </a:pPr>
            <a:r>
              <a:rPr lang="en-US" altLang="zh-CN" dirty="0"/>
              <a:t>    else return </a:t>
            </a:r>
            <a:r>
              <a:rPr lang="en-US" altLang="zh-CN" dirty="0" err="1"/>
              <a:t>ptr</a:t>
            </a:r>
            <a:r>
              <a:rPr lang="en-US" altLang="zh-CN" dirty="0"/>
              <a:t>;	       //</a:t>
            </a:r>
            <a:r>
              <a:rPr lang="zh-CN" altLang="en-US" dirty="0"/>
              <a:t>相等</a:t>
            </a:r>
            <a:r>
              <a:rPr lang="en-US" altLang="zh-CN" dirty="0"/>
              <a:t>,</a:t>
            </a:r>
            <a:r>
              <a:rPr lang="zh-CN" altLang="en-US" dirty="0"/>
              <a:t>搜索成功	</a:t>
            </a:r>
          </a:p>
          <a:p>
            <a:pPr marL="0" indent="0">
              <a:buNone/>
            </a:pPr>
            <a:r>
              <a:rPr lang="en-US" altLang="zh-CN" dirty="0"/>
              <a:t>}</a:t>
            </a:r>
          </a:p>
        </p:txBody>
      </p:sp>
      <p:sp>
        <p:nvSpPr>
          <p:cNvPr id="2" name="灯片编号占位符 1">
            <a:extLst>
              <a:ext uri="{FF2B5EF4-FFF2-40B4-BE49-F238E27FC236}">
                <a16:creationId xmlns:a16="http://schemas.microsoft.com/office/drawing/2014/main" id="{FEDAD14E-9327-3780-8CFD-004920F5709F}"/>
              </a:ext>
            </a:extLst>
          </p:cNvPr>
          <p:cNvSpPr>
            <a:spLocks noGrp="1"/>
          </p:cNvSpPr>
          <p:nvPr>
            <p:ph type="sldNum" sz="quarter" idx="12"/>
          </p:nvPr>
        </p:nvSpPr>
        <p:spPr/>
        <p:txBody>
          <a:bodyPr/>
          <a:lstStyle/>
          <a:p>
            <a:pPr>
              <a:defRPr/>
            </a:pPr>
            <a:fld id="{82BC8E53-3928-4033-8D0B-01554133DC73}" type="slidenum">
              <a:rPr lang="en-US" altLang="zh-CN" smtClean="0"/>
              <a:pPr>
                <a:defRPr/>
              </a:pPr>
              <a:t>33</a:t>
            </a:fld>
            <a:endParaRPr lang="en-US" altLang="zh-CN"/>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FA31344-4DFC-4452-B42F-344490CF9065}"/>
              </a:ext>
            </a:extLst>
          </p:cNvPr>
          <p:cNvGrpSpPr/>
          <p:nvPr/>
        </p:nvGrpSpPr>
        <p:grpSpPr>
          <a:xfrm>
            <a:off x="5076056" y="1412776"/>
            <a:ext cx="3695700" cy="4877594"/>
            <a:chOff x="5105400" y="1905000"/>
            <a:chExt cx="3695700" cy="4877594"/>
          </a:xfrm>
        </p:grpSpPr>
        <p:sp>
          <p:nvSpPr>
            <p:cNvPr id="47106" name="Line 1028">
              <a:extLst>
                <a:ext uri="{FF2B5EF4-FFF2-40B4-BE49-F238E27FC236}">
                  <a16:creationId xmlns:a16="http://schemas.microsoft.com/office/drawing/2014/main" id="{C19B5E65-7D76-3779-9EEE-12E416A6C78A}"/>
                </a:ext>
              </a:extLst>
            </p:cNvPr>
            <p:cNvSpPr>
              <a:spLocks noChangeShapeType="1"/>
            </p:cNvSpPr>
            <p:nvPr/>
          </p:nvSpPr>
          <p:spPr bwMode="auto">
            <a:xfrm flipH="1">
              <a:off x="7315200" y="31242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7" name="Line 1029">
              <a:extLst>
                <a:ext uri="{FF2B5EF4-FFF2-40B4-BE49-F238E27FC236}">
                  <a16:creationId xmlns:a16="http://schemas.microsoft.com/office/drawing/2014/main" id="{5922581D-925C-1F28-60E0-94EBD571DEE1}"/>
                </a:ext>
              </a:extLst>
            </p:cNvPr>
            <p:cNvSpPr>
              <a:spLocks noChangeShapeType="1"/>
            </p:cNvSpPr>
            <p:nvPr/>
          </p:nvSpPr>
          <p:spPr bwMode="auto">
            <a:xfrm>
              <a:off x="6553200" y="4038600"/>
              <a:ext cx="2286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8" name="Line 1030">
              <a:extLst>
                <a:ext uri="{FF2B5EF4-FFF2-40B4-BE49-F238E27FC236}">
                  <a16:creationId xmlns:a16="http://schemas.microsoft.com/office/drawing/2014/main" id="{C0ACBCFE-97D2-D828-FC55-6FBC5ECE499C}"/>
                </a:ext>
              </a:extLst>
            </p:cNvPr>
            <p:cNvSpPr>
              <a:spLocks noChangeShapeType="1"/>
            </p:cNvSpPr>
            <p:nvPr/>
          </p:nvSpPr>
          <p:spPr bwMode="auto">
            <a:xfrm flipH="1">
              <a:off x="6019800" y="4038600"/>
              <a:ext cx="3048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1031">
              <a:extLst>
                <a:ext uri="{FF2B5EF4-FFF2-40B4-BE49-F238E27FC236}">
                  <a16:creationId xmlns:a16="http://schemas.microsoft.com/office/drawing/2014/main" id="{5F878F62-6516-EEFB-01CB-8C834749AA5E}"/>
                </a:ext>
              </a:extLst>
            </p:cNvPr>
            <p:cNvSpPr>
              <a:spLocks noChangeShapeType="1"/>
            </p:cNvSpPr>
            <p:nvPr/>
          </p:nvSpPr>
          <p:spPr bwMode="auto">
            <a:xfrm flipH="1">
              <a:off x="5486400" y="3124200"/>
              <a:ext cx="304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Line 1032">
              <a:extLst>
                <a:ext uri="{FF2B5EF4-FFF2-40B4-BE49-F238E27FC236}">
                  <a16:creationId xmlns:a16="http://schemas.microsoft.com/office/drawing/2014/main" id="{5D752681-A1AA-7AE0-A60C-D8E7D58793A3}"/>
                </a:ext>
              </a:extLst>
            </p:cNvPr>
            <p:cNvSpPr>
              <a:spLocks noChangeShapeType="1"/>
            </p:cNvSpPr>
            <p:nvPr/>
          </p:nvSpPr>
          <p:spPr bwMode="auto">
            <a:xfrm>
              <a:off x="6019800" y="3124200"/>
              <a:ext cx="304800" cy="533400"/>
            </a:xfrm>
            <a:prstGeom prst="line">
              <a:avLst/>
            </a:prstGeom>
            <a:noFill/>
            <a:ln w="57150">
              <a:solidFill>
                <a:srgbClr val="00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1" name="Oval 1033">
              <a:extLst>
                <a:ext uri="{FF2B5EF4-FFF2-40B4-BE49-F238E27FC236}">
                  <a16:creationId xmlns:a16="http://schemas.microsoft.com/office/drawing/2014/main" id="{24765543-406C-E026-52B2-B89DDB812F75}"/>
                </a:ext>
              </a:extLst>
            </p:cNvPr>
            <p:cNvSpPr>
              <a:spLocks noChangeArrowheads="1"/>
            </p:cNvSpPr>
            <p:nvPr/>
          </p:nvSpPr>
          <p:spPr bwMode="auto">
            <a:xfrm>
              <a:off x="6553200" y="1905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35</a:t>
              </a:r>
              <a:endParaRPr kumimoji="1" lang="en-US" altLang="zh-CN" sz="2400">
                <a:latin typeface="Times New Roman" panose="02020603050405020304" pitchFamily="18" charset="0"/>
                <a:ea typeface="宋体" panose="02010600030101010101" pitchFamily="2" charset="-122"/>
              </a:endParaRPr>
            </a:p>
          </p:txBody>
        </p:sp>
        <p:sp>
          <p:nvSpPr>
            <p:cNvPr id="47112" name="Oval 1034">
              <a:extLst>
                <a:ext uri="{FF2B5EF4-FFF2-40B4-BE49-F238E27FC236}">
                  <a16:creationId xmlns:a16="http://schemas.microsoft.com/office/drawing/2014/main" id="{AAE7B6A0-AE2E-BDFD-B7C0-676233729DAE}"/>
                </a:ext>
              </a:extLst>
            </p:cNvPr>
            <p:cNvSpPr>
              <a:spLocks noChangeArrowheads="1"/>
            </p:cNvSpPr>
            <p:nvPr/>
          </p:nvSpPr>
          <p:spPr bwMode="auto">
            <a:xfrm>
              <a:off x="5638800" y="2667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47113" name="Oval 1035">
              <a:extLst>
                <a:ext uri="{FF2B5EF4-FFF2-40B4-BE49-F238E27FC236}">
                  <a16:creationId xmlns:a16="http://schemas.microsoft.com/office/drawing/2014/main" id="{1FEB9D19-BCF3-31CA-7506-3CB81E46A5ED}"/>
                </a:ext>
              </a:extLst>
            </p:cNvPr>
            <p:cNvSpPr>
              <a:spLocks noChangeArrowheads="1"/>
            </p:cNvSpPr>
            <p:nvPr/>
          </p:nvSpPr>
          <p:spPr bwMode="auto">
            <a:xfrm>
              <a:off x="7467600" y="2667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45</a:t>
              </a:r>
              <a:endParaRPr kumimoji="1" lang="en-US" altLang="zh-CN" sz="2400">
                <a:latin typeface="Times New Roman" panose="02020603050405020304" pitchFamily="18" charset="0"/>
                <a:ea typeface="宋体" panose="02010600030101010101" pitchFamily="2" charset="-122"/>
              </a:endParaRPr>
            </a:p>
          </p:txBody>
        </p:sp>
        <p:sp>
          <p:nvSpPr>
            <p:cNvPr id="47114" name="Oval 1036">
              <a:extLst>
                <a:ext uri="{FF2B5EF4-FFF2-40B4-BE49-F238E27FC236}">
                  <a16:creationId xmlns:a16="http://schemas.microsoft.com/office/drawing/2014/main" id="{82B1AD8B-8383-53E4-C9BF-78E038EF1BC9}"/>
                </a:ext>
              </a:extLst>
            </p:cNvPr>
            <p:cNvSpPr>
              <a:spLocks noChangeArrowheads="1"/>
            </p:cNvSpPr>
            <p:nvPr/>
          </p:nvSpPr>
          <p:spPr bwMode="auto">
            <a:xfrm>
              <a:off x="8001000" y="3581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47115" name="Oval 1037">
              <a:extLst>
                <a:ext uri="{FF2B5EF4-FFF2-40B4-BE49-F238E27FC236}">
                  <a16:creationId xmlns:a16="http://schemas.microsoft.com/office/drawing/2014/main" id="{89D68770-B677-EC58-41A1-3002E831D87B}"/>
                </a:ext>
              </a:extLst>
            </p:cNvPr>
            <p:cNvSpPr>
              <a:spLocks noChangeArrowheads="1"/>
            </p:cNvSpPr>
            <p:nvPr/>
          </p:nvSpPr>
          <p:spPr bwMode="auto">
            <a:xfrm>
              <a:off x="6934200" y="3581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40</a:t>
              </a:r>
              <a:endParaRPr kumimoji="1" lang="en-US" altLang="zh-CN" sz="2400">
                <a:latin typeface="Times New Roman" panose="02020603050405020304" pitchFamily="18" charset="0"/>
                <a:ea typeface="宋体" panose="02010600030101010101" pitchFamily="2" charset="-122"/>
              </a:endParaRPr>
            </a:p>
          </p:txBody>
        </p:sp>
        <p:sp>
          <p:nvSpPr>
            <p:cNvPr id="47116" name="Oval 1038">
              <a:extLst>
                <a:ext uri="{FF2B5EF4-FFF2-40B4-BE49-F238E27FC236}">
                  <a16:creationId xmlns:a16="http://schemas.microsoft.com/office/drawing/2014/main" id="{81E6BEB7-89C4-085A-D53A-C58935124EEA}"/>
                </a:ext>
              </a:extLst>
            </p:cNvPr>
            <p:cNvSpPr>
              <a:spLocks noChangeArrowheads="1"/>
            </p:cNvSpPr>
            <p:nvPr/>
          </p:nvSpPr>
          <p:spPr bwMode="auto">
            <a:xfrm>
              <a:off x="6172200" y="3581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25</a:t>
              </a:r>
              <a:endParaRPr kumimoji="1" lang="en-US" altLang="zh-CN" sz="2400">
                <a:latin typeface="Times New Roman" panose="02020603050405020304" pitchFamily="18" charset="0"/>
                <a:ea typeface="宋体" panose="02010600030101010101" pitchFamily="2" charset="-122"/>
              </a:endParaRPr>
            </a:p>
          </p:txBody>
        </p:sp>
        <p:sp>
          <p:nvSpPr>
            <p:cNvPr id="47117" name="Oval 1039">
              <a:extLst>
                <a:ext uri="{FF2B5EF4-FFF2-40B4-BE49-F238E27FC236}">
                  <a16:creationId xmlns:a16="http://schemas.microsoft.com/office/drawing/2014/main" id="{4F2554A7-D536-28C3-BA29-E335CFFF678F}"/>
                </a:ext>
              </a:extLst>
            </p:cNvPr>
            <p:cNvSpPr>
              <a:spLocks noChangeArrowheads="1"/>
            </p:cNvSpPr>
            <p:nvPr/>
          </p:nvSpPr>
          <p:spPr bwMode="auto">
            <a:xfrm>
              <a:off x="5105400" y="35814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47118" name="Oval 1040">
              <a:extLst>
                <a:ext uri="{FF2B5EF4-FFF2-40B4-BE49-F238E27FC236}">
                  <a16:creationId xmlns:a16="http://schemas.microsoft.com/office/drawing/2014/main" id="{CDAFA3C4-9537-B34F-AE29-A579FE8DBBA6}"/>
                </a:ext>
              </a:extLst>
            </p:cNvPr>
            <p:cNvSpPr>
              <a:spLocks noChangeArrowheads="1"/>
            </p:cNvSpPr>
            <p:nvPr/>
          </p:nvSpPr>
          <p:spPr bwMode="auto">
            <a:xfrm>
              <a:off x="5638800" y="4572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20</a:t>
              </a:r>
              <a:endParaRPr kumimoji="1" lang="en-US" altLang="zh-CN" sz="2400">
                <a:latin typeface="Times New Roman" panose="02020603050405020304" pitchFamily="18" charset="0"/>
                <a:ea typeface="宋体" panose="02010600030101010101" pitchFamily="2" charset="-122"/>
              </a:endParaRPr>
            </a:p>
          </p:txBody>
        </p:sp>
        <p:sp>
          <p:nvSpPr>
            <p:cNvPr id="47119" name="Oval 1041">
              <a:extLst>
                <a:ext uri="{FF2B5EF4-FFF2-40B4-BE49-F238E27FC236}">
                  <a16:creationId xmlns:a16="http://schemas.microsoft.com/office/drawing/2014/main" id="{512005D5-702A-AC06-A033-23D7C7D9BFB1}"/>
                </a:ext>
              </a:extLst>
            </p:cNvPr>
            <p:cNvSpPr>
              <a:spLocks noChangeArrowheads="1"/>
            </p:cNvSpPr>
            <p:nvPr/>
          </p:nvSpPr>
          <p:spPr bwMode="auto">
            <a:xfrm>
              <a:off x="6629400" y="4572000"/>
              <a:ext cx="533400" cy="533400"/>
            </a:xfrm>
            <a:prstGeom prst="ellipse">
              <a:avLst/>
            </a:prstGeom>
            <a:solidFill>
              <a:srgbClr val="CCFF33"/>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0000CC"/>
                  </a:solidFill>
                  <a:latin typeface="Arial" panose="020B0604020202020204" pitchFamily="34" charset="0"/>
                  <a:ea typeface="宋体" panose="02010600030101010101" pitchFamily="2" charset="-122"/>
                </a:rPr>
                <a:t>30</a:t>
              </a:r>
              <a:endParaRPr kumimoji="1" lang="en-US" altLang="zh-CN" sz="2400">
                <a:latin typeface="Times New Roman" panose="02020603050405020304" pitchFamily="18" charset="0"/>
                <a:ea typeface="宋体" panose="02010600030101010101" pitchFamily="2" charset="-122"/>
              </a:endParaRPr>
            </a:p>
          </p:txBody>
        </p:sp>
        <p:sp>
          <p:nvSpPr>
            <p:cNvPr id="47120" name="Line 1042">
              <a:extLst>
                <a:ext uri="{FF2B5EF4-FFF2-40B4-BE49-F238E27FC236}">
                  <a16:creationId xmlns:a16="http://schemas.microsoft.com/office/drawing/2014/main" id="{6E778867-56C6-057C-31B3-AA17A244FFDE}"/>
                </a:ext>
              </a:extLst>
            </p:cNvPr>
            <p:cNvSpPr>
              <a:spLocks noChangeShapeType="1"/>
            </p:cNvSpPr>
            <p:nvPr/>
          </p:nvSpPr>
          <p:spPr bwMode="auto">
            <a:xfrm flipH="1">
              <a:off x="6096000" y="2362200"/>
              <a:ext cx="533400" cy="3810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1" name="Line 1043">
              <a:extLst>
                <a:ext uri="{FF2B5EF4-FFF2-40B4-BE49-F238E27FC236}">
                  <a16:creationId xmlns:a16="http://schemas.microsoft.com/office/drawing/2014/main" id="{9AFEA55D-FFFD-8A64-CBA6-AE62A4BEA708}"/>
                </a:ext>
              </a:extLst>
            </p:cNvPr>
            <p:cNvSpPr>
              <a:spLocks noChangeShapeType="1"/>
            </p:cNvSpPr>
            <p:nvPr/>
          </p:nvSpPr>
          <p:spPr bwMode="auto">
            <a:xfrm>
              <a:off x="7010400" y="2362200"/>
              <a:ext cx="533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1044">
              <a:extLst>
                <a:ext uri="{FF2B5EF4-FFF2-40B4-BE49-F238E27FC236}">
                  <a16:creationId xmlns:a16="http://schemas.microsoft.com/office/drawing/2014/main" id="{00281D88-6A5D-DE12-CDA7-D5A2928F2452}"/>
                </a:ext>
              </a:extLst>
            </p:cNvPr>
            <p:cNvSpPr>
              <a:spLocks noChangeShapeType="1"/>
            </p:cNvSpPr>
            <p:nvPr/>
          </p:nvSpPr>
          <p:spPr bwMode="auto">
            <a:xfrm>
              <a:off x="7848600" y="31242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Line 1045">
              <a:extLst>
                <a:ext uri="{FF2B5EF4-FFF2-40B4-BE49-F238E27FC236}">
                  <a16:creationId xmlns:a16="http://schemas.microsoft.com/office/drawing/2014/main" id="{B767DFB6-F75E-C646-233F-5806969327A5}"/>
                </a:ext>
              </a:extLst>
            </p:cNvPr>
            <p:cNvSpPr>
              <a:spLocks noChangeShapeType="1"/>
            </p:cNvSpPr>
            <p:nvPr/>
          </p:nvSpPr>
          <p:spPr bwMode="auto">
            <a:xfrm flipH="1">
              <a:off x="5943600" y="2209800"/>
              <a:ext cx="457200" cy="304800"/>
            </a:xfrm>
            <a:prstGeom prst="line">
              <a:avLst/>
            </a:prstGeom>
            <a:noFill/>
            <a:ln w="38100">
              <a:solidFill>
                <a:schemeClr val="accent2"/>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4" name="Line 1046">
              <a:extLst>
                <a:ext uri="{FF2B5EF4-FFF2-40B4-BE49-F238E27FC236}">
                  <a16:creationId xmlns:a16="http://schemas.microsoft.com/office/drawing/2014/main" id="{09AB2484-5D4C-A105-3090-EAC48B8984CE}"/>
                </a:ext>
              </a:extLst>
            </p:cNvPr>
            <p:cNvSpPr>
              <a:spLocks noChangeShapeType="1"/>
            </p:cNvSpPr>
            <p:nvPr/>
          </p:nvSpPr>
          <p:spPr bwMode="auto">
            <a:xfrm flipH="1">
              <a:off x="6248400" y="4953000"/>
              <a:ext cx="304800" cy="6096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5" name="Line 1047">
              <a:extLst>
                <a:ext uri="{FF2B5EF4-FFF2-40B4-BE49-F238E27FC236}">
                  <a16:creationId xmlns:a16="http://schemas.microsoft.com/office/drawing/2014/main" id="{1F857C7C-1C0F-B6A9-82B5-016D21345CDD}"/>
                </a:ext>
              </a:extLst>
            </p:cNvPr>
            <p:cNvSpPr>
              <a:spLocks noChangeShapeType="1"/>
            </p:cNvSpPr>
            <p:nvPr/>
          </p:nvSpPr>
          <p:spPr bwMode="auto">
            <a:xfrm flipH="1">
              <a:off x="6477000" y="5029200"/>
              <a:ext cx="304800" cy="7620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6" name="Line 1048">
              <a:extLst>
                <a:ext uri="{FF2B5EF4-FFF2-40B4-BE49-F238E27FC236}">
                  <a16:creationId xmlns:a16="http://schemas.microsoft.com/office/drawing/2014/main" id="{1B5B0533-AB7B-9173-FE54-9E543332671B}"/>
                </a:ext>
              </a:extLst>
            </p:cNvPr>
            <p:cNvSpPr>
              <a:spLocks noChangeShapeType="1"/>
            </p:cNvSpPr>
            <p:nvPr/>
          </p:nvSpPr>
          <p:spPr bwMode="auto">
            <a:xfrm>
              <a:off x="6248400" y="3048000"/>
              <a:ext cx="228600" cy="4572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7" name="Line 1049">
              <a:extLst>
                <a:ext uri="{FF2B5EF4-FFF2-40B4-BE49-F238E27FC236}">
                  <a16:creationId xmlns:a16="http://schemas.microsoft.com/office/drawing/2014/main" id="{2E72E196-5ABA-0A40-AC72-EFADEADFE38D}"/>
                </a:ext>
              </a:extLst>
            </p:cNvPr>
            <p:cNvSpPr>
              <a:spLocks noChangeShapeType="1"/>
            </p:cNvSpPr>
            <p:nvPr/>
          </p:nvSpPr>
          <p:spPr bwMode="auto">
            <a:xfrm>
              <a:off x="6781800" y="4038600"/>
              <a:ext cx="228600" cy="457200"/>
            </a:xfrm>
            <a:prstGeom prst="line">
              <a:avLst/>
            </a:prstGeom>
            <a:noFill/>
            <a:ln w="38100">
              <a:solidFill>
                <a:schemeClr val="accent2"/>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Oval 1050">
              <a:extLst>
                <a:ext uri="{FF2B5EF4-FFF2-40B4-BE49-F238E27FC236}">
                  <a16:creationId xmlns:a16="http://schemas.microsoft.com/office/drawing/2014/main" id="{05166AD4-A3FC-A924-724E-BF1135C18971}"/>
                </a:ext>
              </a:extLst>
            </p:cNvPr>
            <p:cNvSpPr>
              <a:spLocks noChangeArrowheads="1"/>
            </p:cNvSpPr>
            <p:nvPr/>
          </p:nvSpPr>
          <p:spPr bwMode="auto">
            <a:xfrm>
              <a:off x="6248400" y="5486400"/>
              <a:ext cx="533400" cy="533400"/>
            </a:xfrm>
            <a:prstGeom prst="ellipse">
              <a:avLst/>
            </a:prstGeom>
            <a:solidFill>
              <a:srgbClr val="CCFF33"/>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a:solidFill>
                    <a:srgbClr val="CC3300"/>
                  </a:solidFill>
                  <a:latin typeface="Arial" panose="020B0604020202020204" pitchFamily="34" charset="0"/>
                  <a:ea typeface="宋体" panose="02010600030101010101" pitchFamily="2" charset="-122"/>
                </a:rPr>
                <a:t>28</a:t>
              </a:r>
              <a:endParaRPr kumimoji="1" lang="en-US" altLang="zh-CN" sz="2400">
                <a:solidFill>
                  <a:srgbClr val="CC3300"/>
                </a:solidFill>
                <a:latin typeface="Times New Roman" panose="02020603050405020304" pitchFamily="18" charset="0"/>
                <a:ea typeface="宋体" panose="02010600030101010101" pitchFamily="2" charset="-122"/>
              </a:endParaRPr>
            </a:p>
          </p:txBody>
        </p:sp>
        <p:sp>
          <p:nvSpPr>
            <p:cNvPr id="47130" name="Text Box 1052">
              <a:extLst>
                <a:ext uri="{FF2B5EF4-FFF2-40B4-BE49-F238E27FC236}">
                  <a16:creationId xmlns:a16="http://schemas.microsoft.com/office/drawing/2014/main" id="{9222366A-06B9-4C94-4C5C-E173192D6B08}"/>
                </a:ext>
              </a:extLst>
            </p:cNvPr>
            <p:cNvSpPr txBox="1">
              <a:spLocks noChangeArrowheads="1"/>
            </p:cNvSpPr>
            <p:nvPr/>
          </p:nvSpPr>
          <p:spPr bwMode="auto">
            <a:xfrm>
              <a:off x="5829300" y="6203156"/>
              <a:ext cx="297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b="1" dirty="0">
                  <a:solidFill>
                    <a:srgbClr val="CC3300"/>
                  </a:solidFill>
                  <a:latin typeface="Times New Roman" panose="02020603050405020304" pitchFamily="18" charset="0"/>
                  <a:ea typeface="仿宋_GB2312" pitchFamily="49" charset="-122"/>
                </a:rPr>
                <a:t>插入新结点</a:t>
              </a:r>
              <a:r>
                <a:rPr kumimoji="1" lang="en-US" altLang="zh-CN" sz="3200" b="1" dirty="0">
                  <a:solidFill>
                    <a:srgbClr val="CC3300"/>
                  </a:solidFill>
                  <a:latin typeface="Times New Roman" panose="02020603050405020304" pitchFamily="18" charset="0"/>
                  <a:ea typeface="隶书" panose="02010509060101010101" pitchFamily="49" charset="-122"/>
                </a:rPr>
                <a:t>28</a:t>
              </a:r>
              <a:endParaRPr kumimoji="1" lang="en-US" altLang="zh-CN" sz="2000" dirty="0">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3A91A707-B1EF-458C-839B-167F6E974555}"/>
              </a:ext>
            </a:extLst>
          </p:cNvPr>
          <p:cNvSpPr>
            <a:spLocks noGrp="1"/>
          </p:cNvSpPr>
          <p:nvPr>
            <p:ph type="title"/>
          </p:nvPr>
        </p:nvSpPr>
        <p:spPr/>
        <p:txBody>
          <a:bodyPr/>
          <a:lstStyle/>
          <a:p>
            <a:r>
              <a:rPr lang="en-US" altLang="zh-CN" dirty="0"/>
              <a:t>7.2.3 </a:t>
            </a:r>
            <a:r>
              <a:rPr lang="zh-CN" altLang="en-US" dirty="0"/>
              <a:t>二叉搜索树的插入</a:t>
            </a:r>
          </a:p>
        </p:txBody>
      </p:sp>
      <p:sp>
        <p:nvSpPr>
          <p:cNvPr id="3" name="内容占位符 2">
            <a:extLst>
              <a:ext uri="{FF2B5EF4-FFF2-40B4-BE49-F238E27FC236}">
                <a16:creationId xmlns:a16="http://schemas.microsoft.com/office/drawing/2014/main" id="{DCDE05B1-780B-4D75-A1E5-B96FDD18C1DA}"/>
              </a:ext>
            </a:extLst>
          </p:cNvPr>
          <p:cNvSpPr>
            <a:spLocks noGrp="1"/>
          </p:cNvSpPr>
          <p:nvPr>
            <p:ph idx="1"/>
          </p:nvPr>
        </p:nvSpPr>
        <p:spPr>
          <a:xfrm>
            <a:off x="628650" y="1825625"/>
            <a:ext cx="4019550" cy="4667250"/>
          </a:xfrm>
        </p:spPr>
        <p:txBody>
          <a:bodyPr/>
          <a:lstStyle/>
          <a:p>
            <a:r>
              <a:rPr lang="zh-CN" altLang="en-US" dirty="0"/>
              <a:t>每次结点的插入，都要从根结点出发搜索插入位置，然后把新结点作为叶结点插入。</a:t>
            </a:r>
          </a:p>
        </p:txBody>
      </p:sp>
      <p:sp>
        <p:nvSpPr>
          <p:cNvPr id="5" name="灯片编号占位符 4">
            <a:extLst>
              <a:ext uri="{FF2B5EF4-FFF2-40B4-BE49-F238E27FC236}">
                <a16:creationId xmlns:a16="http://schemas.microsoft.com/office/drawing/2014/main" id="{3830C619-82A1-E798-794A-3989030AF82D}"/>
              </a:ext>
            </a:extLst>
          </p:cNvPr>
          <p:cNvSpPr>
            <a:spLocks noGrp="1"/>
          </p:cNvSpPr>
          <p:nvPr>
            <p:ph type="sldNum" sz="quarter" idx="12"/>
          </p:nvPr>
        </p:nvSpPr>
        <p:spPr/>
        <p:txBody>
          <a:bodyPr/>
          <a:lstStyle/>
          <a:p>
            <a:pPr>
              <a:defRPr/>
            </a:pPr>
            <a:fld id="{82BC8E53-3928-4033-8D0B-01554133DC73}" type="slidenum">
              <a:rPr lang="en-US" altLang="zh-CN" smtClean="0"/>
              <a:pPr>
                <a:defRPr/>
              </a:pPr>
              <a:t>34</a:t>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D115585-B1D9-449E-9F54-43A34D30BA33}"/>
              </a:ext>
            </a:extLst>
          </p:cNvPr>
          <p:cNvSpPr>
            <a:spLocks noGrp="1"/>
          </p:cNvSpPr>
          <p:nvPr>
            <p:ph type="title"/>
          </p:nvPr>
        </p:nvSpPr>
        <p:spPr/>
        <p:txBody>
          <a:bodyPr/>
          <a:lstStyle/>
          <a:p>
            <a:r>
              <a:rPr lang="zh-CN" altLang="en-US" dirty="0"/>
              <a:t>二叉搜索树上插入结点的递归算法</a:t>
            </a:r>
          </a:p>
        </p:txBody>
      </p:sp>
      <p:sp>
        <p:nvSpPr>
          <p:cNvPr id="190467" name="Rectangle 3">
            <a:extLst>
              <a:ext uri="{FF2B5EF4-FFF2-40B4-BE49-F238E27FC236}">
                <a16:creationId xmlns:a16="http://schemas.microsoft.com/office/drawing/2014/main" id="{D165E4D2-F909-AEE3-3BD4-B7E7053EA489}"/>
              </a:ext>
            </a:extLst>
          </p:cNvPr>
          <p:cNvSpPr>
            <a:spLocks noGrp="1" noChangeArrowheads="1"/>
          </p:cNvSpPr>
          <p:nvPr>
            <p:ph type="body" idx="1"/>
          </p:nvPr>
        </p:nvSpPr>
        <p:spPr/>
        <p:txBody>
          <a:bodyPr>
            <a:normAutofit/>
          </a:bodyPr>
          <a:lstStyle/>
          <a:p>
            <a:r>
              <a:rPr lang="zh-CN" altLang="en-US" dirty="0"/>
              <a:t>在插入前，先使用搜索算法在树中检查要插入元素是否在树中已经存在。</a:t>
            </a:r>
          </a:p>
          <a:p>
            <a:pPr lvl="1"/>
            <a:r>
              <a:rPr lang="zh-CN" altLang="en-US" dirty="0"/>
              <a:t>搜索成功：树中已有该元素，不插入。</a:t>
            </a:r>
          </a:p>
          <a:p>
            <a:pPr lvl="1"/>
            <a:r>
              <a:rPr lang="zh-CN" altLang="en-US" dirty="0"/>
              <a:t>搜索不成功：把新元素加到搜索操作停止的地方。</a:t>
            </a:r>
          </a:p>
        </p:txBody>
      </p:sp>
      <p:sp>
        <p:nvSpPr>
          <p:cNvPr id="2" name="灯片编号占位符 1">
            <a:extLst>
              <a:ext uri="{FF2B5EF4-FFF2-40B4-BE49-F238E27FC236}">
                <a16:creationId xmlns:a16="http://schemas.microsoft.com/office/drawing/2014/main" id="{28D175D0-7805-9A36-0A37-3CF5820859A3}"/>
              </a:ext>
            </a:extLst>
          </p:cNvPr>
          <p:cNvSpPr>
            <a:spLocks noGrp="1"/>
          </p:cNvSpPr>
          <p:nvPr>
            <p:ph type="sldNum" sz="quarter" idx="12"/>
          </p:nvPr>
        </p:nvSpPr>
        <p:spPr/>
        <p:txBody>
          <a:bodyPr/>
          <a:lstStyle/>
          <a:p>
            <a:pPr>
              <a:defRPr/>
            </a:pPr>
            <a:fld id="{82BC8E53-3928-4033-8D0B-01554133DC73}" type="slidenum">
              <a:rPr lang="en-US" altLang="zh-CN" smtClean="0"/>
              <a:pPr>
                <a:defRPr/>
              </a:pPr>
              <a:t>35</a:t>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034D742-4F4C-48E4-B273-59BF740595F5}"/>
              </a:ext>
            </a:extLst>
          </p:cNvPr>
          <p:cNvSpPr>
            <a:spLocks noGrp="1"/>
          </p:cNvSpPr>
          <p:nvPr>
            <p:ph idx="1"/>
          </p:nvPr>
        </p:nvSpPr>
        <p:spPr>
          <a:xfrm>
            <a:off x="179512" y="404664"/>
            <a:ext cx="8856984" cy="6336704"/>
          </a:xfrm>
        </p:spPr>
        <p:txBody>
          <a:bodyPr>
            <a:normAutofit fontScale="70000" lnSpcReduction="20000"/>
          </a:bodyPr>
          <a:lstStyle/>
          <a:p>
            <a:pPr marL="0" indent="0">
              <a:buNone/>
            </a:pPr>
            <a:r>
              <a:rPr lang="en-US" altLang="zh-CN" dirty="0"/>
              <a:t>template &lt;class K&gt; </a:t>
            </a:r>
          </a:p>
          <a:p>
            <a:pPr marL="0" indent="0">
              <a:buNone/>
            </a:pPr>
            <a:r>
              <a:rPr lang="en-US" altLang="zh-CN" dirty="0"/>
              <a:t>bool BST&lt;K&gt; :: Insert ( const K&amp; el, </a:t>
            </a:r>
            <a:r>
              <a:rPr lang="en-US" altLang="zh-CN" dirty="0" err="1"/>
              <a:t>BSTNode</a:t>
            </a:r>
            <a:r>
              <a:rPr lang="en-US" altLang="zh-CN" dirty="0"/>
              <a:t>&lt;K&gt; * &amp; </a:t>
            </a:r>
            <a:r>
              <a:rPr lang="en-US" altLang="zh-CN" dirty="0" err="1"/>
              <a:t>ptr</a:t>
            </a:r>
            <a:r>
              <a:rPr lang="en-US" altLang="zh-CN" dirty="0"/>
              <a:t>) {</a:t>
            </a:r>
          </a:p>
          <a:p>
            <a:pPr marL="0" indent="0">
              <a:buNone/>
            </a:pPr>
            <a:r>
              <a:rPr lang="en-US" altLang="zh-CN" dirty="0"/>
              <a:t>    if ( </a:t>
            </a:r>
            <a:r>
              <a:rPr lang="en-US" altLang="zh-CN" dirty="0" err="1"/>
              <a:t>ptr</a:t>
            </a:r>
            <a:r>
              <a:rPr lang="en-US" altLang="zh-CN" dirty="0"/>
              <a:t> == NULL )	{                   //</a:t>
            </a:r>
            <a:r>
              <a:rPr lang="zh-CN" altLang="en-US" dirty="0"/>
              <a:t>空二叉树</a:t>
            </a:r>
          </a:p>
          <a:p>
            <a:pPr marL="0" indent="0">
              <a:buNone/>
            </a:pPr>
            <a:r>
              <a:rPr lang="zh-CN" altLang="en-US" dirty="0"/>
              <a:t>       </a:t>
            </a:r>
            <a:r>
              <a:rPr lang="en-US" altLang="zh-CN" dirty="0" err="1"/>
              <a:t>ptr</a:t>
            </a:r>
            <a:r>
              <a:rPr lang="en-US" altLang="zh-CN" dirty="0"/>
              <a:t> = new </a:t>
            </a:r>
            <a:r>
              <a:rPr lang="en-US" altLang="zh-CN" dirty="0" err="1"/>
              <a:t>BSTNode</a:t>
            </a:r>
            <a:r>
              <a:rPr lang="en-US" altLang="zh-CN" dirty="0"/>
              <a:t>&lt;K&gt; (el);   //</a:t>
            </a:r>
            <a:r>
              <a:rPr lang="zh-CN" altLang="en-US" dirty="0"/>
              <a:t>创建结点</a:t>
            </a:r>
          </a:p>
          <a:p>
            <a:pPr marL="0" indent="0">
              <a:buNone/>
            </a:pPr>
            <a:r>
              <a:rPr lang="zh-CN" altLang="en-US" dirty="0"/>
              <a:t>       </a:t>
            </a:r>
            <a:r>
              <a:rPr lang="en-US" altLang="zh-CN" dirty="0"/>
              <a:t>if ( </a:t>
            </a:r>
            <a:r>
              <a:rPr lang="en-US" altLang="zh-CN" dirty="0" err="1"/>
              <a:t>ptr</a:t>
            </a:r>
            <a:r>
              <a:rPr lang="en-US" altLang="zh-CN" dirty="0"/>
              <a:t> == NULL ) {</a:t>
            </a:r>
          </a:p>
          <a:p>
            <a:pPr marL="0" indent="0">
              <a:buNone/>
            </a:pPr>
            <a:r>
              <a:rPr lang="en-US" altLang="zh-CN" dirty="0"/>
              <a:t>            </a:t>
            </a:r>
            <a:r>
              <a:rPr lang="en-US" altLang="zh-CN" dirty="0" err="1"/>
              <a:t>cout</a:t>
            </a:r>
            <a:r>
              <a:rPr lang="en-US" altLang="zh-CN" dirty="0"/>
              <a:t> &lt;&lt; "</a:t>
            </a:r>
            <a:r>
              <a:rPr lang="zh-CN" altLang="en-US" dirty="0"/>
              <a:t>存储不足</a:t>
            </a:r>
            <a:r>
              <a:rPr lang="en-US" altLang="zh-CN" dirty="0"/>
              <a:t>" &lt;&lt; </a:t>
            </a:r>
            <a:r>
              <a:rPr lang="en-US" altLang="zh-CN" dirty="0" err="1"/>
              <a:t>endl</a:t>
            </a:r>
            <a:r>
              <a:rPr lang="en-US" altLang="zh-CN" dirty="0"/>
              <a:t>;  exit (1); </a:t>
            </a:r>
          </a:p>
          <a:p>
            <a:pPr marL="0" indent="0">
              <a:buNone/>
            </a:pPr>
            <a:r>
              <a:rPr lang="en-US" altLang="zh-CN" dirty="0"/>
              <a:t>       }</a:t>
            </a:r>
          </a:p>
          <a:p>
            <a:pPr marL="0" indent="0">
              <a:buNone/>
            </a:pPr>
            <a:r>
              <a:rPr lang="en-US" altLang="zh-CN" dirty="0"/>
              <a:t>       return true;</a:t>
            </a:r>
          </a:p>
          <a:p>
            <a:pPr marL="0" indent="0">
              <a:buNone/>
            </a:pPr>
            <a:r>
              <a:rPr lang="en-US" altLang="zh-CN" dirty="0"/>
              <a:t>    }</a:t>
            </a:r>
          </a:p>
          <a:p>
            <a:pPr marL="0" indent="0">
              <a:buNone/>
            </a:pPr>
            <a:r>
              <a:rPr lang="en-US" altLang="zh-CN" dirty="0"/>
              <a:t>    else if ( el &lt; </a:t>
            </a:r>
            <a:r>
              <a:rPr lang="en-US" altLang="zh-CN" dirty="0" err="1"/>
              <a:t>ptr</a:t>
            </a:r>
            <a:r>
              <a:rPr lang="en-US" altLang="zh-CN" dirty="0"/>
              <a:t>-&gt;data )</a:t>
            </a:r>
          </a:p>
          <a:p>
            <a:pPr marL="0" indent="0">
              <a:buNone/>
            </a:pPr>
            <a:r>
              <a:rPr lang="en-US" altLang="zh-CN" dirty="0"/>
              <a:t>       Insert ( el, </a:t>
            </a:r>
            <a:r>
              <a:rPr lang="en-US" altLang="zh-CN" dirty="0" err="1"/>
              <a:t>ptr</a:t>
            </a:r>
            <a:r>
              <a:rPr lang="en-US" altLang="zh-CN" dirty="0"/>
              <a:t>-&gt;left );    //</a:t>
            </a:r>
            <a:r>
              <a:rPr lang="zh-CN" altLang="en-US" dirty="0"/>
              <a:t>在左子树插入</a:t>
            </a:r>
          </a:p>
          <a:p>
            <a:pPr marL="0" indent="0">
              <a:buNone/>
            </a:pPr>
            <a:r>
              <a:rPr lang="zh-CN" altLang="en-US" dirty="0"/>
              <a:t>    </a:t>
            </a:r>
            <a:r>
              <a:rPr lang="en-US" altLang="zh-CN" dirty="0"/>
              <a:t>else if ( el &gt; </a:t>
            </a:r>
            <a:r>
              <a:rPr lang="en-US" altLang="zh-CN" dirty="0" err="1"/>
              <a:t>ptr</a:t>
            </a:r>
            <a:r>
              <a:rPr lang="en-US" altLang="zh-CN" dirty="0"/>
              <a:t>-&gt;data ) </a:t>
            </a:r>
          </a:p>
          <a:p>
            <a:pPr marL="0" indent="0">
              <a:buNone/>
            </a:pPr>
            <a:r>
              <a:rPr lang="en-US" altLang="zh-CN" dirty="0"/>
              <a:t>       Insert ( el, </a:t>
            </a:r>
            <a:r>
              <a:rPr lang="en-US" altLang="zh-CN" dirty="0" err="1"/>
              <a:t>ptr</a:t>
            </a:r>
            <a:r>
              <a:rPr lang="en-US" altLang="zh-CN" dirty="0"/>
              <a:t>-&gt;right ); //</a:t>
            </a:r>
            <a:r>
              <a:rPr lang="zh-CN" altLang="en-US" dirty="0"/>
              <a:t>在右子树插入</a:t>
            </a:r>
          </a:p>
          <a:p>
            <a:pPr marL="0" indent="0">
              <a:buNone/>
            </a:pPr>
            <a:r>
              <a:rPr lang="en-US" altLang="zh-CN" dirty="0"/>
              <a:t>    else return false;</a:t>
            </a:r>
          </a:p>
          <a:p>
            <a:pPr marL="0" indent="0">
              <a:buNone/>
            </a:pPr>
            <a:r>
              <a:rPr lang="en-US" altLang="zh-CN" dirty="0"/>
              <a:t>}</a:t>
            </a:r>
          </a:p>
        </p:txBody>
      </p:sp>
      <p:sp>
        <p:nvSpPr>
          <p:cNvPr id="2" name="灯片编号占位符 1">
            <a:extLst>
              <a:ext uri="{FF2B5EF4-FFF2-40B4-BE49-F238E27FC236}">
                <a16:creationId xmlns:a16="http://schemas.microsoft.com/office/drawing/2014/main" id="{12B1732B-D400-FF0E-1A14-61EECCF5C47F}"/>
              </a:ext>
            </a:extLst>
          </p:cNvPr>
          <p:cNvSpPr>
            <a:spLocks noGrp="1"/>
          </p:cNvSpPr>
          <p:nvPr>
            <p:ph type="sldNum" sz="quarter" idx="12"/>
          </p:nvPr>
        </p:nvSpPr>
        <p:spPr/>
        <p:txBody>
          <a:bodyPr/>
          <a:lstStyle/>
          <a:p>
            <a:pPr>
              <a:defRPr/>
            </a:pPr>
            <a:fld id="{82BC8E53-3928-4033-8D0B-01554133DC73}" type="slidenum">
              <a:rPr lang="en-US" altLang="zh-CN" smtClean="0"/>
              <a:pPr>
                <a:defRPr/>
              </a:pPr>
              <a:t>36</a:t>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6" name="Text Box 4">
            <a:extLst>
              <a:ext uri="{FF2B5EF4-FFF2-40B4-BE49-F238E27FC236}">
                <a16:creationId xmlns:a16="http://schemas.microsoft.com/office/drawing/2014/main" id="{B56F118A-C94C-D616-B385-4B7FF2DC2A26}"/>
              </a:ext>
            </a:extLst>
          </p:cNvPr>
          <p:cNvSpPr txBox="1">
            <a:spLocks noChangeArrowheads="1"/>
          </p:cNvSpPr>
          <p:nvPr/>
        </p:nvSpPr>
        <p:spPr bwMode="auto">
          <a:xfrm>
            <a:off x="941521" y="1530399"/>
            <a:ext cx="7315200" cy="579438"/>
          </a:xfrm>
          <a:prstGeom prst="rect">
            <a:avLst/>
          </a:prstGeom>
          <a:noFill/>
          <a:ln w="9525">
            <a:noFill/>
            <a:miter lim="800000"/>
            <a:headEnd/>
            <a:tailEnd/>
          </a:ln>
          <a:effectLst/>
        </p:spPr>
        <p:txBody>
          <a:bodyPr>
            <a:spAutoFit/>
          </a:bodyPr>
          <a:lstStyle/>
          <a:p>
            <a:pPr>
              <a:defRPr/>
            </a:pPr>
            <a:r>
              <a:rPr lang="zh-CN" altLang="en-US" sz="3200" b="1" dirty="0">
                <a:solidFill>
                  <a:srgbClr val="CC3300"/>
                </a:solidFill>
                <a:effectLst>
                  <a:outerShdw blurRad="38100" dist="38100" dir="2700000" algn="tl">
                    <a:srgbClr val="C0C0C0"/>
                  </a:outerShdw>
                </a:effectLst>
                <a:latin typeface="Times New Roman" charset="0"/>
                <a:ea typeface="仿宋_GB2312" pitchFamily="49" charset="-122"/>
              </a:rPr>
              <a:t>输入数据</a:t>
            </a:r>
            <a:r>
              <a:rPr lang="zh-CN" altLang="en-US" sz="3200" b="1" dirty="0">
                <a:solidFill>
                  <a:srgbClr val="CC3300"/>
                </a:solidFill>
                <a:effectLst>
                  <a:outerShdw blurRad="38100" dist="38100" dir="2700000" algn="tl">
                    <a:srgbClr val="C0C0C0"/>
                  </a:outerShdw>
                </a:effectLst>
                <a:latin typeface="Times New Roman" charset="0"/>
              </a:rPr>
              <a:t> </a:t>
            </a:r>
            <a:r>
              <a:rPr lang="en-US" altLang="zh-CN" sz="3200" b="1" dirty="0">
                <a:solidFill>
                  <a:srgbClr val="CC3300"/>
                </a:solidFill>
                <a:effectLst>
                  <a:outerShdw blurRad="38100" dist="38100" dir="2700000" algn="tl">
                    <a:srgbClr val="C0C0C0"/>
                  </a:outerShdw>
                </a:effectLst>
                <a:latin typeface="Times New Roman" charset="0"/>
              </a:rPr>
              <a:t>{ 53, 78, 65, 17, 87, 09, 81, 15 }</a:t>
            </a:r>
          </a:p>
        </p:txBody>
      </p:sp>
      <p:grpSp>
        <p:nvGrpSpPr>
          <p:cNvPr id="3" name="组合 2">
            <a:extLst>
              <a:ext uri="{FF2B5EF4-FFF2-40B4-BE49-F238E27FC236}">
                <a16:creationId xmlns:a16="http://schemas.microsoft.com/office/drawing/2014/main" id="{98344301-6BE4-4BF0-9B6E-AB5E0FD54214}"/>
              </a:ext>
            </a:extLst>
          </p:cNvPr>
          <p:cNvGrpSpPr/>
          <p:nvPr/>
        </p:nvGrpSpPr>
        <p:grpSpPr>
          <a:xfrm>
            <a:off x="763937" y="2132856"/>
            <a:ext cx="7696200" cy="4495800"/>
            <a:chOff x="762000" y="1905000"/>
            <a:chExt cx="7696200" cy="4495800"/>
          </a:xfrm>
        </p:grpSpPr>
        <p:sp>
          <p:nvSpPr>
            <p:cNvPr id="50178" name="Line 74">
              <a:extLst>
                <a:ext uri="{FF2B5EF4-FFF2-40B4-BE49-F238E27FC236}">
                  <a16:creationId xmlns:a16="http://schemas.microsoft.com/office/drawing/2014/main" id="{0041EEE4-B4AE-5C7A-5B7F-E6642849D4B5}"/>
                </a:ext>
              </a:extLst>
            </p:cNvPr>
            <p:cNvSpPr>
              <a:spLocks noChangeShapeType="1"/>
            </p:cNvSpPr>
            <p:nvPr/>
          </p:nvSpPr>
          <p:spPr bwMode="auto">
            <a:xfrm>
              <a:off x="5867400" y="55626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79" name="Line 58">
              <a:extLst>
                <a:ext uri="{FF2B5EF4-FFF2-40B4-BE49-F238E27FC236}">
                  <a16:creationId xmlns:a16="http://schemas.microsoft.com/office/drawing/2014/main" id="{430F8241-A263-EE71-A574-3D4BD7BB9C52}"/>
                </a:ext>
              </a:extLst>
            </p:cNvPr>
            <p:cNvSpPr>
              <a:spLocks noChangeShapeType="1"/>
            </p:cNvSpPr>
            <p:nvPr/>
          </p:nvSpPr>
          <p:spPr bwMode="auto">
            <a:xfrm flipH="1">
              <a:off x="1066800" y="48006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0" name="Line 57">
              <a:extLst>
                <a:ext uri="{FF2B5EF4-FFF2-40B4-BE49-F238E27FC236}">
                  <a16:creationId xmlns:a16="http://schemas.microsoft.com/office/drawing/2014/main" id="{AE496568-31D6-C4D2-B6C5-87E862C88C73}"/>
                </a:ext>
              </a:extLst>
            </p:cNvPr>
            <p:cNvSpPr>
              <a:spLocks noChangeShapeType="1"/>
            </p:cNvSpPr>
            <p:nvPr/>
          </p:nvSpPr>
          <p:spPr bwMode="auto">
            <a:xfrm flipH="1">
              <a:off x="3505200" y="48006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1" name="Line 55">
              <a:extLst>
                <a:ext uri="{FF2B5EF4-FFF2-40B4-BE49-F238E27FC236}">
                  <a16:creationId xmlns:a16="http://schemas.microsoft.com/office/drawing/2014/main" id="{6791E0DE-02F2-8710-B32C-95C5C49D8EC5}"/>
                </a:ext>
              </a:extLst>
            </p:cNvPr>
            <p:cNvSpPr>
              <a:spLocks noChangeShapeType="1"/>
            </p:cNvSpPr>
            <p:nvPr/>
          </p:nvSpPr>
          <p:spPr bwMode="auto">
            <a:xfrm flipH="1">
              <a:off x="4800600" y="5410200"/>
              <a:ext cx="304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2" name="Line 33">
              <a:extLst>
                <a:ext uri="{FF2B5EF4-FFF2-40B4-BE49-F238E27FC236}">
                  <a16:creationId xmlns:a16="http://schemas.microsoft.com/office/drawing/2014/main" id="{577A8990-587D-A7B2-964E-3A2D17A4F0DA}"/>
                </a:ext>
              </a:extLst>
            </p:cNvPr>
            <p:cNvSpPr>
              <a:spLocks noChangeShapeType="1"/>
            </p:cNvSpPr>
            <p:nvPr/>
          </p:nvSpPr>
          <p:spPr bwMode="auto">
            <a:xfrm>
              <a:off x="7924800" y="29718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3" name="Line 24">
              <a:extLst>
                <a:ext uri="{FF2B5EF4-FFF2-40B4-BE49-F238E27FC236}">
                  <a16:creationId xmlns:a16="http://schemas.microsoft.com/office/drawing/2014/main" id="{341A41A9-EA9D-860B-CC19-F230F627571A}"/>
                </a:ext>
              </a:extLst>
            </p:cNvPr>
            <p:cNvSpPr>
              <a:spLocks noChangeShapeType="1"/>
            </p:cNvSpPr>
            <p:nvPr/>
          </p:nvSpPr>
          <p:spPr bwMode="auto">
            <a:xfrm flipH="1">
              <a:off x="5029200" y="2286000"/>
              <a:ext cx="304800" cy="381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4" name="Line 16">
              <a:extLst>
                <a:ext uri="{FF2B5EF4-FFF2-40B4-BE49-F238E27FC236}">
                  <a16:creationId xmlns:a16="http://schemas.microsoft.com/office/drawing/2014/main" id="{467A83A0-DFD4-DA5C-DD34-D3792BFB7796}"/>
                </a:ext>
              </a:extLst>
            </p:cNvPr>
            <p:cNvSpPr>
              <a:spLocks noChangeShapeType="1"/>
            </p:cNvSpPr>
            <p:nvPr/>
          </p:nvSpPr>
          <p:spPr bwMode="auto">
            <a:xfrm flipH="1">
              <a:off x="3429000" y="29718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5" name="Line 10">
              <a:extLst>
                <a:ext uri="{FF2B5EF4-FFF2-40B4-BE49-F238E27FC236}">
                  <a16:creationId xmlns:a16="http://schemas.microsoft.com/office/drawing/2014/main" id="{940FEE28-6748-A03F-B1B6-FA5540CA6BAA}"/>
                </a:ext>
              </a:extLst>
            </p:cNvPr>
            <p:cNvSpPr>
              <a:spLocks noChangeShapeType="1"/>
            </p:cNvSpPr>
            <p:nvPr/>
          </p:nvSpPr>
          <p:spPr bwMode="auto">
            <a:xfrm>
              <a:off x="1981200" y="22860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8" name="Oval 5">
              <a:extLst>
                <a:ext uri="{FF2B5EF4-FFF2-40B4-BE49-F238E27FC236}">
                  <a16:creationId xmlns:a16="http://schemas.microsoft.com/office/drawing/2014/main" id="{E02FC1D0-A195-C42E-F64B-031860C739CB}"/>
                </a:ext>
              </a:extLst>
            </p:cNvPr>
            <p:cNvSpPr>
              <a:spLocks noChangeArrowheads="1"/>
            </p:cNvSpPr>
            <p:nvPr/>
          </p:nvSpPr>
          <p:spPr bwMode="auto">
            <a:xfrm>
              <a:off x="762000" y="19050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53</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189" name="Oval 6">
              <a:extLst>
                <a:ext uri="{FF2B5EF4-FFF2-40B4-BE49-F238E27FC236}">
                  <a16:creationId xmlns:a16="http://schemas.microsoft.com/office/drawing/2014/main" id="{8F354F4A-078F-C810-6BF3-A982E46850DE}"/>
                </a:ext>
              </a:extLst>
            </p:cNvPr>
            <p:cNvSpPr>
              <a:spLocks noChangeArrowheads="1"/>
            </p:cNvSpPr>
            <p:nvPr/>
          </p:nvSpPr>
          <p:spPr bwMode="auto">
            <a:xfrm>
              <a:off x="1676400" y="1905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190" name="Oval 7">
              <a:extLst>
                <a:ext uri="{FF2B5EF4-FFF2-40B4-BE49-F238E27FC236}">
                  <a16:creationId xmlns:a16="http://schemas.microsoft.com/office/drawing/2014/main" id="{156DE8B5-0BAC-932B-C7DA-F9C9B87595A9}"/>
                </a:ext>
              </a:extLst>
            </p:cNvPr>
            <p:cNvSpPr>
              <a:spLocks noChangeArrowheads="1"/>
            </p:cNvSpPr>
            <p:nvPr/>
          </p:nvSpPr>
          <p:spPr bwMode="auto">
            <a:xfrm>
              <a:off x="2133600" y="25908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78</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191" name="Line 11">
              <a:extLst>
                <a:ext uri="{FF2B5EF4-FFF2-40B4-BE49-F238E27FC236}">
                  <a16:creationId xmlns:a16="http://schemas.microsoft.com/office/drawing/2014/main" id="{4367B6B4-E363-95F2-D495-0CD8118AA4C9}"/>
                </a:ext>
              </a:extLst>
            </p:cNvPr>
            <p:cNvSpPr>
              <a:spLocks noChangeShapeType="1"/>
            </p:cNvSpPr>
            <p:nvPr/>
          </p:nvSpPr>
          <p:spPr bwMode="auto">
            <a:xfrm>
              <a:off x="3429000" y="22860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2" name="Oval 12">
              <a:extLst>
                <a:ext uri="{FF2B5EF4-FFF2-40B4-BE49-F238E27FC236}">
                  <a16:creationId xmlns:a16="http://schemas.microsoft.com/office/drawing/2014/main" id="{72491FDB-54D7-1BBD-01BC-C18E1BB437F7}"/>
                </a:ext>
              </a:extLst>
            </p:cNvPr>
            <p:cNvSpPr>
              <a:spLocks noChangeArrowheads="1"/>
            </p:cNvSpPr>
            <p:nvPr/>
          </p:nvSpPr>
          <p:spPr bwMode="auto">
            <a:xfrm>
              <a:off x="3124200" y="1905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193" name="Oval 13">
              <a:extLst>
                <a:ext uri="{FF2B5EF4-FFF2-40B4-BE49-F238E27FC236}">
                  <a16:creationId xmlns:a16="http://schemas.microsoft.com/office/drawing/2014/main" id="{8E072C83-0D49-318D-0441-7B20B7C986BD}"/>
                </a:ext>
              </a:extLst>
            </p:cNvPr>
            <p:cNvSpPr>
              <a:spLocks noChangeArrowheads="1"/>
            </p:cNvSpPr>
            <p:nvPr/>
          </p:nvSpPr>
          <p:spPr bwMode="auto">
            <a:xfrm>
              <a:off x="3581400" y="2590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194" name="Oval 14">
              <a:extLst>
                <a:ext uri="{FF2B5EF4-FFF2-40B4-BE49-F238E27FC236}">
                  <a16:creationId xmlns:a16="http://schemas.microsoft.com/office/drawing/2014/main" id="{E32DBC67-5095-1656-7541-21C1FA1529FE}"/>
                </a:ext>
              </a:extLst>
            </p:cNvPr>
            <p:cNvSpPr>
              <a:spLocks noChangeArrowheads="1"/>
            </p:cNvSpPr>
            <p:nvPr/>
          </p:nvSpPr>
          <p:spPr bwMode="auto">
            <a:xfrm>
              <a:off x="3200400" y="33528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65</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195" name="Line 18">
              <a:extLst>
                <a:ext uri="{FF2B5EF4-FFF2-40B4-BE49-F238E27FC236}">
                  <a16:creationId xmlns:a16="http://schemas.microsoft.com/office/drawing/2014/main" id="{8FF39FDD-359C-9868-5109-8B0D6DD4575D}"/>
                </a:ext>
              </a:extLst>
            </p:cNvPr>
            <p:cNvSpPr>
              <a:spLocks noChangeShapeType="1"/>
            </p:cNvSpPr>
            <p:nvPr/>
          </p:nvSpPr>
          <p:spPr bwMode="auto">
            <a:xfrm flipH="1">
              <a:off x="5486400" y="29718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6" name="Line 19">
              <a:extLst>
                <a:ext uri="{FF2B5EF4-FFF2-40B4-BE49-F238E27FC236}">
                  <a16:creationId xmlns:a16="http://schemas.microsoft.com/office/drawing/2014/main" id="{57AA103F-6388-819B-D7D5-0A13B6C38049}"/>
                </a:ext>
              </a:extLst>
            </p:cNvPr>
            <p:cNvSpPr>
              <a:spLocks noChangeShapeType="1"/>
            </p:cNvSpPr>
            <p:nvPr/>
          </p:nvSpPr>
          <p:spPr bwMode="auto">
            <a:xfrm>
              <a:off x="5486400" y="22860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7" name="Oval 20">
              <a:extLst>
                <a:ext uri="{FF2B5EF4-FFF2-40B4-BE49-F238E27FC236}">
                  <a16:creationId xmlns:a16="http://schemas.microsoft.com/office/drawing/2014/main" id="{D805A1CB-348A-C5D4-896D-1B00252243CF}"/>
                </a:ext>
              </a:extLst>
            </p:cNvPr>
            <p:cNvSpPr>
              <a:spLocks noChangeArrowheads="1"/>
            </p:cNvSpPr>
            <p:nvPr/>
          </p:nvSpPr>
          <p:spPr bwMode="auto">
            <a:xfrm>
              <a:off x="5181600" y="1905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198" name="Oval 21">
              <a:extLst>
                <a:ext uri="{FF2B5EF4-FFF2-40B4-BE49-F238E27FC236}">
                  <a16:creationId xmlns:a16="http://schemas.microsoft.com/office/drawing/2014/main" id="{44EB7AE8-3C8D-AF9F-BE09-103B74E0CBF8}"/>
                </a:ext>
              </a:extLst>
            </p:cNvPr>
            <p:cNvSpPr>
              <a:spLocks noChangeArrowheads="1"/>
            </p:cNvSpPr>
            <p:nvPr/>
          </p:nvSpPr>
          <p:spPr bwMode="auto">
            <a:xfrm>
              <a:off x="5638800" y="2590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199" name="Oval 22">
              <a:extLst>
                <a:ext uri="{FF2B5EF4-FFF2-40B4-BE49-F238E27FC236}">
                  <a16:creationId xmlns:a16="http://schemas.microsoft.com/office/drawing/2014/main" id="{CDFB7466-93AA-7E66-3238-8D4F29E23E85}"/>
                </a:ext>
              </a:extLst>
            </p:cNvPr>
            <p:cNvSpPr>
              <a:spLocks noChangeArrowheads="1"/>
            </p:cNvSpPr>
            <p:nvPr/>
          </p:nvSpPr>
          <p:spPr bwMode="auto">
            <a:xfrm>
              <a:off x="5257800" y="3352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00" name="Oval 23">
              <a:extLst>
                <a:ext uri="{FF2B5EF4-FFF2-40B4-BE49-F238E27FC236}">
                  <a16:creationId xmlns:a16="http://schemas.microsoft.com/office/drawing/2014/main" id="{0CDE8EDE-250A-A024-EDCD-EE2CF5119E12}"/>
                </a:ext>
              </a:extLst>
            </p:cNvPr>
            <p:cNvSpPr>
              <a:spLocks noChangeArrowheads="1"/>
            </p:cNvSpPr>
            <p:nvPr/>
          </p:nvSpPr>
          <p:spPr bwMode="auto">
            <a:xfrm>
              <a:off x="4724400" y="25908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17</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201" name="Line 25">
              <a:extLst>
                <a:ext uri="{FF2B5EF4-FFF2-40B4-BE49-F238E27FC236}">
                  <a16:creationId xmlns:a16="http://schemas.microsoft.com/office/drawing/2014/main" id="{35A7686E-6A47-F58B-A1E2-553D09FBB6FD}"/>
                </a:ext>
              </a:extLst>
            </p:cNvPr>
            <p:cNvSpPr>
              <a:spLocks noChangeShapeType="1"/>
            </p:cNvSpPr>
            <p:nvPr/>
          </p:nvSpPr>
          <p:spPr bwMode="auto">
            <a:xfrm flipH="1">
              <a:off x="7010400" y="2286000"/>
              <a:ext cx="304800" cy="381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02" name="Line 27">
              <a:extLst>
                <a:ext uri="{FF2B5EF4-FFF2-40B4-BE49-F238E27FC236}">
                  <a16:creationId xmlns:a16="http://schemas.microsoft.com/office/drawing/2014/main" id="{29252335-AA0D-49C1-9D0C-5083610E65BE}"/>
                </a:ext>
              </a:extLst>
            </p:cNvPr>
            <p:cNvSpPr>
              <a:spLocks noChangeShapeType="1"/>
            </p:cNvSpPr>
            <p:nvPr/>
          </p:nvSpPr>
          <p:spPr bwMode="auto">
            <a:xfrm flipH="1">
              <a:off x="7467600" y="29718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03" name="Line 28">
              <a:extLst>
                <a:ext uri="{FF2B5EF4-FFF2-40B4-BE49-F238E27FC236}">
                  <a16:creationId xmlns:a16="http://schemas.microsoft.com/office/drawing/2014/main" id="{2777A0A9-F40E-3AD7-2C8E-66CBFAE087C5}"/>
                </a:ext>
              </a:extLst>
            </p:cNvPr>
            <p:cNvSpPr>
              <a:spLocks noChangeShapeType="1"/>
            </p:cNvSpPr>
            <p:nvPr/>
          </p:nvSpPr>
          <p:spPr bwMode="auto">
            <a:xfrm>
              <a:off x="7467600" y="22860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04" name="Oval 29">
              <a:extLst>
                <a:ext uri="{FF2B5EF4-FFF2-40B4-BE49-F238E27FC236}">
                  <a16:creationId xmlns:a16="http://schemas.microsoft.com/office/drawing/2014/main" id="{6C76BA85-EF98-5D7C-CF8B-EACA77311432}"/>
                </a:ext>
              </a:extLst>
            </p:cNvPr>
            <p:cNvSpPr>
              <a:spLocks noChangeArrowheads="1"/>
            </p:cNvSpPr>
            <p:nvPr/>
          </p:nvSpPr>
          <p:spPr bwMode="auto">
            <a:xfrm>
              <a:off x="7162800" y="1905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05" name="Oval 30">
              <a:extLst>
                <a:ext uri="{FF2B5EF4-FFF2-40B4-BE49-F238E27FC236}">
                  <a16:creationId xmlns:a16="http://schemas.microsoft.com/office/drawing/2014/main" id="{FCBBE5B7-16A8-08BA-9DD6-FFDCB43223CF}"/>
                </a:ext>
              </a:extLst>
            </p:cNvPr>
            <p:cNvSpPr>
              <a:spLocks noChangeArrowheads="1"/>
            </p:cNvSpPr>
            <p:nvPr/>
          </p:nvSpPr>
          <p:spPr bwMode="auto">
            <a:xfrm>
              <a:off x="7620000" y="2590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06" name="Oval 31">
              <a:extLst>
                <a:ext uri="{FF2B5EF4-FFF2-40B4-BE49-F238E27FC236}">
                  <a16:creationId xmlns:a16="http://schemas.microsoft.com/office/drawing/2014/main" id="{424854D5-9DFC-7A6F-22DA-D7FC2CCB462C}"/>
                </a:ext>
              </a:extLst>
            </p:cNvPr>
            <p:cNvSpPr>
              <a:spLocks noChangeArrowheads="1"/>
            </p:cNvSpPr>
            <p:nvPr/>
          </p:nvSpPr>
          <p:spPr bwMode="auto">
            <a:xfrm>
              <a:off x="7239000" y="3352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07" name="Oval 32">
              <a:extLst>
                <a:ext uri="{FF2B5EF4-FFF2-40B4-BE49-F238E27FC236}">
                  <a16:creationId xmlns:a16="http://schemas.microsoft.com/office/drawing/2014/main" id="{28343937-FD2F-7E11-E011-5A1A814DADE4}"/>
                </a:ext>
              </a:extLst>
            </p:cNvPr>
            <p:cNvSpPr>
              <a:spLocks noChangeArrowheads="1"/>
            </p:cNvSpPr>
            <p:nvPr/>
          </p:nvSpPr>
          <p:spPr bwMode="auto">
            <a:xfrm>
              <a:off x="8001000" y="33528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87</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208" name="Oval 34">
              <a:extLst>
                <a:ext uri="{FF2B5EF4-FFF2-40B4-BE49-F238E27FC236}">
                  <a16:creationId xmlns:a16="http://schemas.microsoft.com/office/drawing/2014/main" id="{F22A6E7A-CE60-D986-44D8-69D0E29B5706}"/>
                </a:ext>
              </a:extLst>
            </p:cNvPr>
            <p:cNvSpPr>
              <a:spLocks noChangeArrowheads="1"/>
            </p:cNvSpPr>
            <p:nvPr/>
          </p:nvSpPr>
          <p:spPr bwMode="auto">
            <a:xfrm>
              <a:off x="6705600" y="2590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09" name="Line 35">
              <a:extLst>
                <a:ext uri="{FF2B5EF4-FFF2-40B4-BE49-F238E27FC236}">
                  <a16:creationId xmlns:a16="http://schemas.microsoft.com/office/drawing/2014/main" id="{3A254BDD-B4E8-C83E-0F4E-5031A9AF6C98}"/>
                </a:ext>
              </a:extLst>
            </p:cNvPr>
            <p:cNvSpPr>
              <a:spLocks noChangeShapeType="1"/>
            </p:cNvSpPr>
            <p:nvPr/>
          </p:nvSpPr>
          <p:spPr bwMode="auto">
            <a:xfrm>
              <a:off x="2438400" y="48006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10" name="Line 36">
              <a:extLst>
                <a:ext uri="{FF2B5EF4-FFF2-40B4-BE49-F238E27FC236}">
                  <a16:creationId xmlns:a16="http://schemas.microsoft.com/office/drawing/2014/main" id="{53613776-2902-E178-D745-D71A85B86784}"/>
                </a:ext>
              </a:extLst>
            </p:cNvPr>
            <p:cNvSpPr>
              <a:spLocks noChangeShapeType="1"/>
            </p:cNvSpPr>
            <p:nvPr/>
          </p:nvSpPr>
          <p:spPr bwMode="auto">
            <a:xfrm flipH="1">
              <a:off x="1447800" y="4114800"/>
              <a:ext cx="3810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11" name="Line 37">
              <a:extLst>
                <a:ext uri="{FF2B5EF4-FFF2-40B4-BE49-F238E27FC236}">
                  <a16:creationId xmlns:a16="http://schemas.microsoft.com/office/drawing/2014/main" id="{FE629219-7EBA-F423-C31A-A72B47873DBB}"/>
                </a:ext>
              </a:extLst>
            </p:cNvPr>
            <p:cNvSpPr>
              <a:spLocks noChangeShapeType="1"/>
            </p:cNvSpPr>
            <p:nvPr/>
          </p:nvSpPr>
          <p:spPr bwMode="auto">
            <a:xfrm flipH="1">
              <a:off x="1981200" y="48006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12" name="Line 38">
              <a:extLst>
                <a:ext uri="{FF2B5EF4-FFF2-40B4-BE49-F238E27FC236}">
                  <a16:creationId xmlns:a16="http://schemas.microsoft.com/office/drawing/2014/main" id="{9D6CC080-028C-51D5-E8D1-4900F8606B1A}"/>
                </a:ext>
              </a:extLst>
            </p:cNvPr>
            <p:cNvSpPr>
              <a:spLocks noChangeShapeType="1"/>
            </p:cNvSpPr>
            <p:nvPr/>
          </p:nvSpPr>
          <p:spPr bwMode="auto">
            <a:xfrm>
              <a:off x="1981200" y="41148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13" name="Oval 39">
              <a:extLst>
                <a:ext uri="{FF2B5EF4-FFF2-40B4-BE49-F238E27FC236}">
                  <a16:creationId xmlns:a16="http://schemas.microsoft.com/office/drawing/2014/main" id="{26D601A0-6E3F-7465-5AAB-5A4EF5668521}"/>
                </a:ext>
              </a:extLst>
            </p:cNvPr>
            <p:cNvSpPr>
              <a:spLocks noChangeArrowheads="1"/>
            </p:cNvSpPr>
            <p:nvPr/>
          </p:nvSpPr>
          <p:spPr bwMode="auto">
            <a:xfrm>
              <a:off x="1676400" y="3733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14" name="Oval 40">
              <a:extLst>
                <a:ext uri="{FF2B5EF4-FFF2-40B4-BE49-F238E27FC236}">
                  <a16:creationId xmlns:a16="http://schemas.microsoft.com/office/drawing/2014/main" id="{EEA700E5-987F-1BC4-D0BF-873080B3EEDB}"/>
                </a:ext>
              </a:extLst>
            </p:cNvPr>
            <p:cNvSpPr>
              <a:spLocks noChangeArrowheads="1"/>
            </p:cNvSpPr>
            <p:nvPr/>
          </p:nvSpPr>
          <p:spPr bwMode="auto">
            <a:xfrm>
              <a:off x="21336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15" name="Oval 41">
              <a:extLst>
                <a:ext uri="{FF2B5EF4-FFF2-40B4-BE49-F238E27FC236}">
                  <a16:creationId xmlns:a16="http://schemas.microsoft.com/office/drawing/2014/main" id="{05D47D3A-54A8-2994-950E-BC65F3F3E89A}"/>
                </a:ext>
              </a:extLst>
            </p:cNvPr>
            <p:cNvSpPr>
              <a:spLocks noChangeArrowheads="1"/>
            </p:cNvSpPr>
            <p:nvPr/>
          </p:nvSpPr>
          <p:spPr bwMode="auto">
            <a:xfrm>
              <a:off x="17526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16" name="Oval 42">
              <a:extLst>
                <a:ext uri="{FF2B5EF4-FFF2-40B4-BE49-F238E27FC236}">
                  <a16:creationId xmlns:a16="http://schemas.microsoft.com/office/drawing/2014/main" id="{EF1A15F3-AB9A-3872-D36C-DE27086793D4}"/>
                </a:ext>
              </a:extLst>
            </p:cNvPr>
            <p:cNvSpPr>
              <a:spLocks noChangeArrowheads="1"/>
            </p:cNvSpPr>
            <p:nvPr/>
          </p:nvSpPr>
          <p:spPr bwMode="auto">
            <a:xfrm>
              <a:off x="838200" y="51816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09</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217" name="Oval 43">
              <a:extLst>
                <a:ext uri="{FF2B5EF4-FFF2-40B4-BE49-F238E27FC236}">
                  <a16:creationId xmlns:a16="http://schemas.microsoft.com/office/drawing/2014/main" id="{5BAA56C6-E66A-A4EE-1C97-BBEE86BD3DA8}"/>
                </a:ext>
              </a:extLst>
            </p:cNvPr>
            <p:cNvSpPr>
              <a:spLocks noChangeArrowheads="1"/>
            </p:cNvSpPr>
            <p:nvPr/>
          </p:nvSpPr>
          <p:spPr bwMode="auto">
            <a:xfrm>
              <a:off x="12192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18" name="Oval 44">
              <a:extLst>
                <a:ext uri="{FF2B5EF4-FFF2-40B4-BE49-F238E27FC236}">
                  <a16:creationId xmlns:a16="http://schemas.microsoft.com/office/drawing/2014/main" id="{A31F1E83-8E56-BB47-7B16-C6ADCBC993C3}"/>
                </a:ext>
              </a:extLst>
            </p:cNvPr>
            <p:cNvSpPr>
              <a:spLocks noChangeArrowheads="1"/>
            </p:cNvSpPr>
            <p:nvPr/>
          </p:nvSpPr>
          <p:spPr bwMode="auto">
            <a:xfrm>
              <a:off x="25146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19" name="Line 45">
              <a:extLst>
                <a:ext uri="{FF2B5EF4-FFF2-40B4-BE49-F238E27FC236}">
                  <a16:creationId xmlns:a16="http://schemas.microsoft.com/office/drawing/2014/main" id="{75BC0486-9753-2959-9DD1-E07E8EACD127}"/>
                </a:ext>
              </a:extLst>
            </p:cNvPr>
            <p:cNvSpPr>
              <a:spLocks noChangeShapeType="1"/>
            </p:cNvSpPr>
            <p:nvPr/>
          </p:nvSpPr>
          <p:spPr bwMode="auto">
            <a:xfrm>
              <a:off x="4800600" y="48006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20" name="Line 46">
              <a:extLst>
                <a:ext uri="{FF2B5EF4-FFF2-40B4-BE49-F238E27FC236}">
                  <a16:creationId xmlns:a16="http://schemas.microsoft.com/office/drawing/2014/main" id="{17EEC08F-EC0B-3E7F-F600-AC231404F0EF}"/>
                </a:ext>
              </a:extLst>
            </p:cNvPr>
            <p:cNvSpPr>
              <a:spLocks noChangeShapeType="1"/>
            </p:cNvSpPr>
            <p:nvPr/>
          </p:nvSpPr>
          <p:spPr bwMode="auto">
            <a:xfrm flipH="1">
              <a:off x="3810000" y="41148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21" name="Line 47">
              <a:extLst>
                <a:ext uri="{FF2B5EF4-FFF2-40B4-BE49-F238E27FC236}">
                  <a16:creationId xmlns:a16="http://schemas.microsoft.com/office/drawing/2014/main" id="{0D958C0C-1028-1D73-D280-426685B87982}"/>
                </a:ext>
              </a:extLst>
            </p:cNvPr>
            <p:cNvSpPr>
              <a:spLocks noChangeShapeType="1"/>
            </p:cNvSpPr>
            <p:nvPr/>
          </p:nvSpPr>
          <p:spPr bwMode="auto">
            <a:xfrm flipH="1">
              <a:off x="4343400" y="48006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22" name="Line 48">
              <a:extLst>
                <a:ext uri="{FF2B5EF4-FFF2-40B4-BE49-F238E27FC236}">
                  <a16:creationId xmlns:a16="http://schemas.microsoft.com/office/drawing/2014/main" id="{C2D15721-7165-8DB5-9DBC-D1225B5EAA61}"/>
                </a:ext>
              </a:extLst>
            </p:cNvPr>
            <p:cNvSpPr>
              <a:spLocks noChangeShapeType="1"/>
            </p:cNvSpPr>
            <p:nvPr/>
          </p:nvSpPr>
          <p:spPr bwMode="auto">
            <a:xfrm>
              <a:off x="4343400" y="41148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23" name="Oval 49">
              <a:extLst>
                <a:ext uri="{FF2B5EF4-FFF2-40B4-BE49-F238E27FC236}">
                  <a16:creationId xmlns:a16="http://schemas.microsoft.com/office/drawing/2014/main" id="{65CEE4EB-C96F-96FC-8D88-4C4C0595891A}"/>
                </a:ext>
              </a:extLst>
            </p:cNvPr>
            <p:cNvSpPr>
              <a:spLocks noChangeArrowheads="1"/>
            </p:cNvSpPr>
            <p:nvPr/>
          </p:nvSpPr>
          <p:spPr bwMode="auto">
            <a:xfrm>
              <a:off x="4038600" y="3733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24" name="Oval 50">
              <a:extLst>
                <a:ext uri="{FF2B5EF4-FFF2-40B4-BE49-F238E27FC236}">
                  <a16:creationId xmlns:a16="http://schemas.microsoft.com/office/drawing/2014/main" id="{A5D377BE-A9BB-281A-5646-1B120D97E981}"/>
                </a:ext>
              </a:extLst>
            </p:cNvPr>
            <p:cNvSpPr>
              <a:spLocks noChangeArrowheads="1"/>
            </p:cNvSpPr>
            <p:nvPr/>
          </p:nvSpPr>
          <p:spPr bwMode="auto">
            <a:xfrm>
              <a:off x="44958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25" name="Oval 51">
              <a:extLst>
                <a:ext uri="{FF2B5EF4-FFF2-40B4-BE49-F238E27FC236}">
                  <a16:creationId xmlns:a16="http://schemas.microsoft.com/office/drawing/2014/main" id="{EC7FE198-41C9-5E82-E230-0BE442183081}"/>
                </a:ext>
              </a:extLst>
            </p:cNvPr>
            <p:cNvSpPr>
              <a:spLocks noChangeArrowheads="1"/>
            </p:cNvSpPr>
            <p:nvPr/>
          </p:nvSpPr>
          <p:spPr bwMode="auto">
            <a:xfrm>
              <a:off x="41148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26" name="Oval 52">
              <a:extLst>
                <a:ext uri="{FF2B5EF4-FFF2-40B4-BE49-F238E27FC236}">
                  <a16:creationId xmlns:a16="http://schemas.microsoft.com/office/drawing/2014/main" id="{46459C1B-D614-5943-4DBA-5648F029AA7A}"/>
                </a:ext>
              </a:extLst>
            </p:cNvPr>
            <p:cNvSpPr>
              <a:spLocks noChangeArrowheads="1"/>
            </p:cNvSpPr>
            <p:nvPr/>
          </p:nvSpPr>
          <p:spPr bwMode="auto">
            <a:xfrm>
              <a:off x="4572000" y="59436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81</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227" name="Oval 53">
              <a:extLst>
                <a:ext uri="{FF2B5EF4-FFF2-40B4-BE49-F238E27FC236}">
                  <a16:creationId xmlns:a16="http://schemas.microsoft.com/office/drawing/2014/main" id="{A4690191-2751-F7A7-98EF-8DB15D9D26F3}"/>
                </a:ext>
              </a:extLst>
            </p:cNvPr>
            <p:cNvSpPr>
              <a:spLocks noChangeArrowheads="1"/>
            </p:cNvSpPr>
            <p:nvPr/>
          </p:nvSpPr>
          <p:spPr bwMode="auto">
            <a:xfrm>
              <a:off x="35814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28" name="Oval 54">
              <a:extLst>
                <a:ext uri="{FF2B5EF4-FFF2-40B4-BE49-F238E27FC236}">
                  <a16:creationId xmlns:a16="http://schemas.microsoft.com/office/drawing/2014/main" id="{E1E5D417-B4E0-B33F-E6E6-98F8894A9620}"/>
                </a:ext>
              </a:extLst>
            </p:cNvPr>
            <p:cNvSpPr>
              <a:spLocks noChangeArrowheads="1"/>
            </p:cNvSpPr>
            <p:nvPr/>
          </p:nvSpPr>
          <p:spPr bwMode="auto">
            <a:xfrm>
              <a:off x="48768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29" name="Oval 56">
              <a:extLst>
                <a:ext uri="{FF2B5EF4-FFF2-40B4-BE49-F238E27FC236}">
                  <a16:creationId xmlns:a16="http://schemas.microsoft.com/office/drawing/2014/main" id="{6C159E38-8490-17B3-7561-FFA17135B177}"/>
                </a:ext>
              </a:extLst>
            </p:cNvPr>
            <p:cNvSpPr>
              <a:spLocks noChangeArrowheads="1"/>
            </p:cNvSpPr>
            <p:nvPr/>
          </p:nvSpPr>
          <p:spPr bwMode="auto">
            <a:xfrm>
              <a:off x="32004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30" name="Line 59">
              <a:extLst>
                <a:ext uri="{FF2B5EF4-FFF2-40B4-BE49-F238E27FC236}">
                  <a16:creationId xmlns:a16="http://schemas.microsoft.com/office/drawing/2014/main" id="{7681D6E7-9D53-3DFE-1433-1C7C078FFB02}"/>
                </a:ext>
              </a:extLst>
            </p:cNvPr>
            <p:cNvSpPr>
              <a:spLocks noChangeShapeType="1"/>
            </p:cNvSpPr>
            <p:nvPr/>
          </p:nvSpPr>
          <p:spPr bwMode="auto">
            <a:xfrm flipH="1">
              <a:off x="5867400" y="48006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1" name="Line 60">
              <a:extLst>
                <a:ext uri="{FF2B5EF4-FFF2-40B4-BE49-F238E27FC236}">
                  <a16:creationId xmlns:a16="http://schemas.microsoft.com/office/drawing/2014/main" id="{FC21042E-1B29-5554-3791-D01E45F2D6B0}"/>
                </a:ext>
              </a:extLst>
            </p:cNvPr>
            <p:cNvSpPr>
              <a:spLocks noChangeShapeType="1"/>
            </p:cNvSpPr>
            <p:nvPr/>
          </p:nvSpPr>
          <p:spPr bwMode="auto">
            <a:xfrm flipH="1">
              <a:off x="7162800" y="5410200"/>
              <a:ext cx="304800" cy="6858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2" name="Line 63">
              <a:extLst>
                <a:ext uri="{FF2B5EF4-FFF2-40B4-BE49-F238E27FC236}">
                  <a16:creationId xmlns:a16="http://schemas.microsoft.com/office/drawing/2014/main" id="{CF75D4AF-3532-80E6-D376-696E3A9A1BBE}"/>
                </a:ext>
              </a:extLst>
            </p:cNvPr>
            <p:cNvSpPr>
              <a:spLocks noChangeShapeType="1"/>
            </p:cNvSpPr>
            <p:nvPr/>
          </p:nvSpPr>
          <p:spPr bwMode="auto">
            <a:xfrm>
              <a:off x="7162800" y="4800600"/>
              <a:ext cx="304800" cy="5334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3" name="Line 64">
              <a:extLst>
                <a:ext uri="{FF2B5EF4-FFF2-40B4-BE49-F238E27FC236}">
                  <a16:creationId xmlns:a16="http://schemas.microsoft.com/office/drawing/2014/main" id="{BB87EEE3-D923-8034-2151-CE1CC628D0EE}"/>
                </a:ext>
              </a:extLst>
            </p:cNvPr>
            <p:cNvSpPr>
              <a:spLocks noChangeShapeType="1"/>
            </p:cNvSpPr>
            <p:nvPr/>
          </p:nvSpPr>
          <p:spPr bwMode="auto">
            <a:xfrm flipH="1">
              <a:off x="6172200" y="41148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4" name="Line 65">
              <a:extLst>
                <a:ext uri="{FF2B5EF4-FFF2-40B4-BE49-F238E27FC236}">
                  <a16:creationId xmlns:a16="http://schemas.microsoft.com/office/drawing/2014/main" id="{39F1F41C-29F1-D7D1-763F-20024A6C63DE}"/>
                </a:ext>
              </a:extLst>
            </p:cNvPr>
            <p:cNvSpPr>
              <a:spLocks noChangeShapeType="1"/>
            </p:cNvSpPr>
            <p:nvPr/>
          </p:nvSpPr>
          <p:spPr bwMode="auto">
            <a:xfrm flipH="1">
              <a:off x="6705600" y="48006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5" name="Line 66">
              <a:extLst>
                <a:ext uri="{FF2B5EF4-FFF2-40B4-BE49-F238E27FC236}">
                  <a16:creationId xmlns:a16="http://schemas.microsoft.com/office/drawing/2014/main" id="{E9B748DE-9EF0-3B46-1965-BA0162DD29EB}"/>
                </a:ext>
              </a:extLst>
            </p:cNvPr>
            <p:cNvSpPr>
              <a:spLocks noChangeShapeType="1"/>
            </p:cNvSpPr>
            <p:nvPr/>
          </p:nvSpPr>
          <p:spPr bwMode="auto">
            <a:xfrm>
              <a:off x="6705600" y="41148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36" name="Oval 67">
              <a:extLst>
                <a:ext uri="{FF2B5EF4-FFF2-40B4-BE49-F238E27FC236}">
                  <a16:creationId xmlns:a16="http://schemas.microsoft.com/office/drawing/2014/main" id="{0D7F36D4-E3D1-6894-F360-CE17900F7F32}"/>
                </a:ext>
              </a:extLst>
            </p:cNvPr>
            <p:cNvSpPr>
              <a:spLocks noChangeArrowheads="1"/>
            </p:cNvSpPr>
            <p:nvPr/>
          </p:nvSpPr>
          <p:spPr bwMode="auto">
            <a:xfrm>
              <a:off x="6400800" y="3733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37" name="Oval 68">
              <a:extLst>
                <a:ext uri="{FF2B5EF4-FFF2-40B4-BE49-F238E27FC236}">
                  <a16:creationId xmlns:a16="http://schemas.microsoft.com/office/drawing/2014/main" id="{9C082FD2-F044-3620-C615-C1D0045345C2}"/>
                </a:ext>
              </a:extLst>
            </p:cNvPr>
            <p:cNvSpPr>
              <a:spLocks noChangeArrowheads="1"/>
            </p:cNvSpPr>
            <p:nvPr/>
          </p:nvSpPr>
          <p:spPr bwMode="auto">
            <a:xfrm>
              <a:off x="68580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38" name="Oval 69">
              <a:extLst>
                <a:ext uri="{FF2B5EF4-FFF2-40B4-BE49-F238E27FC236}">
                  <a16:creationId xmlns:a16="http://schemas.microsoft.com/office/drawing/2014/main" id="{F9FC93FC-AED0-2133-BBE5-485FE38333C7}"/>
                </a:ext>
              </a:extLst>
            </p:cNvPr>
            <p:cNvSpPr>
              <a:spLocks noChangeArrowheads="1"/>
            </p:cNvSpPr>
            <p:nvPr/>
          </p:nvSpPr>
          <p:spPr bwMode="auto">
            <a:xfrm>
              <a:off x="64770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39" name="Oval 70">
              <a:extLst>
                <a:ext uri="{FF2B5EF4-FFF2-40B4-BE49-F238E27FC236}">
                  <a16:creationId xmlns:a16="http://schemas.microsoft.com/office/drawing/2014/main" id="{829C2A59-998B-6280-2BFB-9EB83DEA7B09}"/>
                </a:ext>
              </a:extLst>
            </p:cNvPr>
            <p:cNvSpPr>
              <a:spLocks noChangeArrowheads="1"/>
            </p:cNvSpPr>
            <p:nvPr/>
          </p:nvSpPr>
          <p:spPr bwMode="auto">
            <a:xfrm>
              <a:off x="5943600" y="5943600"/>
              <a:ext cx="457200" cy="457200"/>
            </a:xfrm>
            <a:prstGeom prst="ellipse">
              <a:avLst/>
            </a:prstGeom>
            <a:solidFill>
              <a:srgbClr val="FF7C80"/>
            </a:solidFill>
            <a:ln w="38100">
              <a:solidFill>
                <a:srgbClr val="CC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rgbClr val="FFFFCC"/>
                  </a:solidFill>
                  <a:latin typeface="Times New Roman" panose="02020603050405020304" pitchFamily="18" charset="0"/>
                  <a:ea typeface="宋体" panose="02010600030101010101" pitchFamily="2" charset="-122"/>
                </a:rPr>
                <a:t>15</a:t>
              </a:r>
              <a:endParaRPr kumimoji="1" lang="en-US" altLang="zh-CN" sz="2400">
                <a:solidFill>
                  <a:srgbClr val="FFFFCC"/>
                </a:solidFill>
                <a:latin typeface="Times New Roman" panose="02020603050405020304" pitchFamily="18" charset="0"/>
                <a:ea typeface="宋体" panose="02010600030101010101" pitchFamily="2" charset="-122"/>
              </a:endParaRPr>
            </a:p>
          </p:txBody>
        </p:sp>
        <p:sp>
          <p:nvSpPr>
            <p:cNvPr id="50240" name="Oval 71">
              <a:extLst>
                <a:ext uri="{FF2B5EF4-FFF2-40B4-BE49-F238E27FC236}">
                  <a16:creationId xmlns:a16="http://schemas.microsoft.com/office/drawing/2014/main" id="{E61AEC8D-A2FF-2587-2CFC-085B405AD199}"/>
                </a:ext>
              </a:extLst>
            </p:cNvPr>
            <p:cNvSpPr>
              <a:spLocks noChangeArrowheads="1"/>
            </p:cNvSpPr>
            <p:nvPr/>
          </p:nvSpPr>
          <p:spPr bwMode="auto">
            <a:xfrm>
              <a:off x="5943600" y="4419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41" name="Oval 72">
              <a:extLst>
                <a:ext uri="{FF2B5EF4-FFF2-40B4-BE49-F238E27FC236}">
                  <a16:creationId xmlns:a16="http://schemas.microsoft.com/office/drawing/2014/main" id="{0E416F8F-A2E5-656B-A15D-38FD5A70BA01}"/>
                </a:ext>
              </a:extLst>
            </p:cNvPr>
            <p:cNvSpPr>
              <a:spLocks noChangeArrowheads="1"/>
            </p:cNvSpPr>
            <p:nvPr/>
          </p:nvSpPr>
          <p:spPr bwMode="auto">
            <a:xfrm>
              <a:off x="72390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42" name="Oval 73">
              <a:extLst>
                <a:ext uri="{FF2B5EF4-FFF2-40B4-BE49-F238E27FC236}">
                  <a16:creationId xmlns:a16="http://schemas.microsoft.com/office/drawing/2014/main" id="{7919201E-0E4A-11F7-7159-BD55881F71DD}"/>
                </a:ext>
              </a:extLst>
            </p:cNvPr>
            <p:cNvSpPr>
              <a:spLocks noChangeArrowheads="1"/>
            </p:cNvSpPr>
            <p:nvPr/>
          </p:nvSpPr>
          <p:spPr bwMode="auto">
            <a:xfrm>
              <a:off x="5562600" y="5181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0243" name="Oval 75">
              <a:extLst>
                <a:ext uri="{FF2B5EF4-FFF2-40B4-BE49-F238E27FC236}">
                  <a16:creationId xmlns:a16="http://schemas.microsoft.com/office/drawing/2014/main" id="{8AF94347-A330-FC3E-ECB5-BB514C7C7C91}"/>
                </a:ext>
              </a:extLst>
            </p:cNvPr>
            <p:cNvSpPr>
              <a:spLocks noChangeArrowheads="1"/>
            </p:cNvSpPr>
            <p:nvPr/>
          </p:nvSpPr>
          <p:spPr bwMode="auto">
            <a:xfrm>
              <a:off x="6934200" y="5943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81</a:t>
              </a:r>
              <a:endParaRPr kumimoji="1" lang="en-US" altLang="zh-CN" sz="2400">
                <a:solidFill>
                  <a:schemeClr val="tx2"/>
                </a:solidFill>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BE5075A0-EAA0-41F3-99F1-C661D2DC0689}"/>
              </a:ext>
            </a:extLst>
          </p:cNvPr>
          <p:cNvSpPr>
            <a:spLocks noGrp="1"/>
          </p:cNvSpPr>
          <p:nvPr>
            <p:ph type="title"/>
          </p:nvPr>
        </p:nvSpPr>
        <p:spPr>
          <a:xfrm>
            <a:off x="251520" y="365125"/>
            <a:ext cx="8712968" cy="1325563"/>
          </a:xfrm>
        </p:spPr>
        <p:txBody>
          <a:bodyPr/>
          <a:lstStyle/>
          <a:p>
            <a:r>
              <a:rPr lang="zh-CN" altLang="en-US" dirty="0"/>
              <a:t>例：输入数据建立二叉搜索树</a:t>
            </a:r>
          </a:p>
        </p:txBody>
      </p:sp>
      <p:sp>
        <p:nvSpPr>
          <p:cNvPr id="4" name="灯片编号占位符 3">
            <a:extLst>
              <a:ext uri="{FF2B5EF4-FFF2-40B4-BE49-F238E27FC236}">
                <a16:creationId xmlns:a16="http://schemas.microsoft.com/office/drawing/2014/main" id="{17F28467-34A9-8E09-91F9-B5ABE5AFBAA6}"/>
              </a:ext>
            </a:extLst>
          </p:cNvPr>
          <p:cNvSpPr>
            <a:spLocks noGrp="1"/>
          </p:cNvSpPr>
          <p:nvPr>
            <p:ph type="sldNum" sz="quarter" idx="12"/>
          </p:nvPr>
        </p:nvSpPr>
        <p:spPr/>
        <p:txBody>
          <a:bodyPr/>
          <a:lstStyle/>
          <a:p>
            <a:pPr>
              <a:defRPr/>
            </a:pPr>
            <a:fld id="{D851AC87-C2AB-4C30-BE47-B09AFD814572}" type="slidenum">
              <a:rPr lang="en-US" altLang="zh-CN" smtClean="0"/>
              <a:pPr>
                <a:defRPr/>
              </a:pPr>
              <a:t>37</a:t>
            </a:fld>
            <a:endParaRPr lang="en-US" altLang="zh-CN"/>
          </a:p>
        </p:txBody>
      </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D31730B-7C4D-41D3-88D6-65AD93543327}"/>
              </a:ext>
            </a:extLst>
          </p:cNvPr>
          <p:cNvSpPr>
            <a:spLocks noGrp="1"/>
          </p:cNvSpPr>
          <p:nvPr>
            <p:ph idx="1"/>
          </p:nvPr>
        </p:nvSpPr>
        <p:spPr>
          <a:xfrm>
            <a:off x="628650" y="404664"/>
            <a:ext cx="8263830" cy="6192688"/>
          </a:xfrm>
        </p:spPr>
        <p:txBody>
          <a:bodyPr>
            <a:normAutofit fontScale="77500" lnSpcReduction="20000"/>
          </a:bodyPr>
          <a:lstStyle/>
          <a:p>
            <a:pPr marL="0" indent="0">
              <a:buNone/>
            </a:pPr>
            <a:r>
              <a:rPr lang="en-US" altLang="zh-CN" dirty="0"/>
              <a:t>//</a:t>
            </a:r>
            <a:r>
              <a:rPr lang="zh-CN" altLang="en-US" dirty="0"/>
              <a:t>输入数据，建立二叉搜索树。</a:t>
            </a:r>
            <a:r>
              <a:rPr lang="en-US" altLang="zh-CN" dirty="0" err="1"/>
              <a:t>RefValue</a:t>
            </a:r>
            <a:r>
              <a:rPr lang="en-US" altLang="zh-CN" dirty="0"/>
              <a:t> </a:t>
            </a:r>
            <a:r>
              <a:rPr lang="zh-CN" altLang="en-US" dirty="0"/>
              <a:t>是输入</a:t>
            </a:r>
          </a:p>
          <a:p>
            <a:pPr marL="0" indent="0">
              <a:buNone/>
            </a:pPr>
            <a:r>
              <a:rPr lang="en-US" altLang="zh-CN" dirty="0"/>
              <a:t>//</a:t>
            </a:r>
            <a:r>
              <a:rPr lang="zh-CN" altLang="en-US" dirty="0"/>
              <a:t>结束标志。这个值应取不可能在输入序列中</a:t>
            </a:r>
          </a:p>
          <a:p>
            <a:pPr marL="0" indent="0">
              <a:buNone/>
            </a:pPr>
            <a:r>
              <a:rPr lang="en-US" altLang="zh-CN" dirty="0"/>
              <a:t>//</a:t>
            </a:r>
            <a:r>
              <a:rPr lang="zh-CN" altLang="en-US" dirty="0"/>
              <a:t>出现的值，例如输入序列的值都是正整数时，</a:t>
            </a:r>
            <a:endParaRPr lang="en-US" altLang="zh-CN" dirty="0"/>
          </a:p>
          <a:p>
            <a:pPr marL="0" indent="0">
              <a:buNone/>
            </a:pPr>
            <a:r>
              <a:rPr lang="en-US" altLang="zh-CN" dirty="0"/>
              <a:t>//</a:t>
            </a:r>
            <a:r>
              <a:rPr lang="zh-CN" altLang="en-US" dirty="0"/>
              <a:t>取</a:t>
            </a:r>
            <a:r>
              <a:rPr lang="en-US" altLang="zh-CN" dirty="0" err="1"/>
              <a:t>RefValue</a:t>
            </a:r>
            <a:r>
              <a:rPr lang="zh-CN" altLang="en-US" dirty="0"/>
              <a:t>为</a:t>
            </a:r>
            <a:r>
              <a:rPr lang="en-US" altLang="zh-CN" dirty="0"/>
              <a:t>0</a:t>
            </a:r>
            <a:r>
              <a:rPr lang="zh-CN" altLang="en-US" dirty="0"/>
              <a:t>或负数。</a:t>
            </a:r>
          </a:p>
          <a:p>
            <a:pPr marL="0" indent="0">
              <a:buNone/>
            </a:pPr>
            <a:r>
              <a:rPr lang="en-US" altLang="zh-CN" dirty="0"/>
              <a:t>template &lt;class K&gt;</a:t>
            </a:r>
          </a:p>
          <a:p>
            <a:pPr marL="0" indent="0">
              <a:buNone/>
            </a:pPr>
            <a:r>
              <a:rPr lang="en-US" altLang="zh-CN" dirty="0"/>
              <a:t>BST&lt;K&gt; :: BST ( K value ) {</a:t>
            </a:r>
          </a:p>
          <a:p>
            <a:pPr marL="0" indent="0">
              <a:buNone/>
            </a:pPr>
            <a:r>
              <a:rPr lang="en-US" altLang="zh-CN" dirty="0"/>
              <a:t>    E x;  </a:t>
            </a:r>
          </a:p>
          <a:p>
            <a:pPr marL="0" indent="0">
              <a:buNone/>
            </a:pPr>
            <a:r>
              <a:rPr lang="en-US" altLang="zh-CN" dirty="0"/>
              <a:t>    root = NULL;  </a:t>
            </a:r>
            <a:r>
              <a:rPr lang="en-US" altLang="zh-CN" dirty="0" err="1"/>
              <a:t>RefValue</a:t>
            </a:r>
            <a:r>
              <a:rPr lang="en-US" altLang="zh-CN" dirty="0"/>
              <a:t> = value;</a:t>
            </a:r>
          </a:p>
          <a:p>
            <a:pPr marL="0" indent="0">
              <a:buNone/>
            </a:pPr>
            <a:r>
              <a:rPr lang="en-US" altLang="zh-CN" dirty="0"/>
              <a:t>    </a:t>
            </a:r>
            <a:r>
              <a:rPr lang="en-US" altLang="zh-CN" dirty="0" err="1"/>
              <a:t>cin</a:t>
            </a:r>
            <a:r>
              <a:rPr lang="en-US" altLang="zh-CN" dirty="0"/>
              <a:t> &gt;&gt; x;</a:t>
            </a:r>
          </a:p>
          <a:p>
            <a:pPr marL="0" indent="0">
              <a:buNone/>
            </a:pPr>
            <a:r>
              <a:rPr lang="en-US" altLang="zh-CN" dirty="0"/>
              <a:t>    while ( x != </a:t>
            </a:r>
            <a:r>
              <a:rPr lang="en-US" altLang="zh-CN" dirty="0" err="1"/>
              <a:t>RefValue</a:t>
            </a:r>
            <a:r>
              <a:rPr lang="en-US" altLang="zh-CN" dirty="0"/>
              <a:t> ) {</a:t>
            </a:r>
          </a:p>
          <a:p>
            <a:pPr marL="0" indent="0">
              <a:buNone/>
            </a:pPr>
            <a:r>
              <a:rPr lang="en-US" altLang="zh-CN" dirty="0"/>
              <a:t>        Insert ( x, root );  </a:t>
            </a:r>
            <a:r>
              <a:rPr lang="en-US" altLang="zh-CN" dirty="0" err="1"/>
              <a:t>cin</a:t>
            </a:r>
            <a:r>
              <a:rPr lang="en-US" altLang="zh-CN" dirty="0"/>
              <a:t> &gt;&gt; x; </a:t>
            </a:r>
          </a:p>
          <a:p>
            <a:pPr marL="0" indent="0">
              <a:buNone/>
            </a:pPr>
            <a:r>
              <a:rPr lang="en-US" altLang="zh-CN" dirty="0"/>
              <a:t>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494398D1-3890-2FB0-BB64-FE19544E374C}"/>
              </a:ext>
            </a:extLst>
          </p:cNvPr>
          <p:cNvSpPr>
            <a:spLocks noGrp="1"/>
          </p:cNvSpPr>
          <p:nvPr>
            <p:ph type="sldNum" sz="quarter" idx="12"/>
          </p:nvPr>
        </p:nvSpPr>
        <p:spPr/>
        <p:txBody>
          <a:bodyPr/>
          <a:lstStyle/>
          <a:p>
            <a:pPr>
              <a:defRPr/>
            </a:pPr>
            <a:fld id="{82BC8E53-3928-4033-8D0B-01554133DC73}" type="slidenum">
              <a:rPr lang="en-US" altLang="zh-CN" smtClean="0"/>
              <a:pPr>
                <a:defRPr/>
              </a:pPr>
              <a:t>38</a:t>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546C052-B842-47D6-A417-6B35760D9DB5}"/>
              </a:ext>
            </a:extLst>
          </p:cNvPr>
          <p:cNvGrpSpPr/>
          <p:nvPr/>
        </p:nvGrpSpPr>
        <p:grpSpPr>
          <a:xfrm>
            <a:off x="914400" y="3440033"/>
            <a:ext cx="7315200" cy="1831975"/>
            <a:chOff x="990600" y="4343400"/>
            <a:chExt cx="7315200" cy="1831975"/>
          </a:xfrm>
        </p:grpSpPr>
        <p:sp>
          <p:nvSpPr>
            <p:cNvPr id="52226" name="Line 2">
              <a:extLst>
                <a:ext uri="{FF2B5EF4-FFF2-40B4-BE49-F238E27FC236}">
                  <a16:creationId xmlns:a16="http://schemas.microsoft.com/office/drawing/2014/main" id="{CC723C60-544F-CC60-77A5-C40F5C42353E}"/>
                </a:ext>
              </a:extLst>
            </p:cNvPr>
            <p:cNvSpPr>
              <a:spLocks noChangeShapeType="1"/>
            </p:cNvSpPr>
            <p:nvPr/>
          </p:nvSpPr>
          <p:spPr bwMode="auto">
            <a:xfrm flipH="1">
              <a:off x="7162800" y="4727575"/>
              <a:ext cx="762000" cy="10668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27" name="Line 3">
              <a:extLst>
                <a:ext uri="{FF2B5EF4-FFF2-40B4-BE49-F238E27FC236}">
                  <a16:creationId xmlns:a16="http://schemas.microsoft.com/office/drawing/2014/main" id="{B24DA145-ED42-C5FB-4085-BB1E48CAAAD0}"/>
                </a:ext>
              </a:extLst>
            </p:cNvPr>
            <p:cNvSpPr>
              <a:spLocks noChangeShapeType="1"/>
            </p:cNvSpPr>
            <p:nvPr/>
          </p:nvSpPr>
          <p:spPr bwMode="auto">
            <a:xfrm>
              <a:off x="5867400" y="5410200"/>
              <a:ext cx="381000" cy="4572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28" name="Line 4">
              <a:extLst>
                <a:ext uri="{FF2B5EF4-FFF2-40B4-BE49-F238E27FC236}">
                  <a16:creationId xmlns:a16="http://schemas.microsoft.com/office/drawing/2014/main" id="{43D0976A-3904-06B9-3244-BBDA7C9CC97B}"/>
                </a:ext>
              </a:extLst>
            </p:cNvPr>
            <p:cNvSpPr>
              <a:spLocks noChangeShapeType="1"/>
            </p:cNvSpPr>
            <p:nvPr/>
          </p:nvSpPr>
          <p:spPr bwMode="auto">
            <a:xfrm flipH="1">
              <a:off x="5867400" y="4724400"/>
              <a:ext cx="30480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29" name="Line 5">
              <a:extLst>
                <a:ext uri="{FF2B5EF4-FFF2-40B4-BE49-F238E27FC236}">
                  <a16:creationId xmlns:a16="http://schemas.microsoft.com/office/drawing/2014/main" id="{3B01597C-9938-1B63-585A-EA37C9FD9AEF}"/>
                </a:ext>
              </a:extLst>
            </p:cNvPr>
            <p:cNvSpPr>
              <a:spLocks noChangeShapeType="1"/>
            </p:cNvSpPr>
            <p:nvPr/>
          </p:nvSpPr>
          <p:spPr bwMode="auto">
            <a:xfrm>
              <a:off x="4572000" y="4727575"/>
              <a:ext cx="38100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0" name="Line 6">
              <a:extLst>
                <a:ext uri="{FF2B5EF4-FFF2-40B4-BE49-F238E27FC236}">
                  <a16:creationId xmlns:a16="http://schemas.microsoft.com/office/drawing/2014/main" id="{C46204F9-62E6-E445-DB17-BCDDE80F9A7D}"/>
                </a:ext>
              </a:extLst>
            </p:cNvPr>
            <p:cNvSpPr>
              <a:spLocks noChangeShapeType="1"/>
            </p:cNvSpPr>
            <p:nvPr/>
          </p:nvSpPr>
          <p:spPr bwMode="auto">
            <a:xfrm flipH="1">
              <a:off x="3886200" y="4727575"/>
              <a:ext cx="38100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1" name="Line 7">
              <a:extLst>
                <a:ext uri="{FF2B5EF4-FFF2-40B4-BE49-F238E27FC236}">
                  <a16:creationId xmlns:a16="http://schemas.microsoft.com/office/drawing/2014/main" id="{82E12A6C-3A3C-92CC-ED9D-821566501FB1}"/>
                </a:ext>
              </a:extLst>
            </p:cNvPr>
            <p:cNvSpPr>
              <a:spLocks noChangeShapeType="1"/>
            </p:cNvSpPr>
            <p:nvPr/>
          </p:nvSpPr>
          <p:spPr bwMode="auto">
            <a:xfrm flipV="1">
              <a:off x="2667000" y="5413375"/>
              <a:ext cx="22860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Line 8">
              <a:extLst>
                <a:ext uri="{FF2B5EF4-FFF2-40B4-BE49-F238E27FC236}">
                  <a16:creationId xmlns:a16="http://schemas.microsoft.com/office/drawing/2014/main" id="{79F74CAE-0255-DC39-5658-4EE2D0A30ECA}"/>
                </a:ext>
              </a:extLst>
            </p:cNvPr>
            <p:cNvSpPr>
              <a:spLocks noChangeShapeType="1"/>
            </p:cNvSpPr>
            <p:nvPr/>
          </p:nvSpPr>
          <p:spPr bwMode="auto">
            <a:xfrm>
              <a:off x="2667000" y="4727575"/>
              <a:ext cx="228600" cy="3810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3" name="Line 9">
              <a:extLst>
                <a:ext uri="{FF2B5EF4-FFF2-40B4-BE49-F238E27FC236}">
                  <a16:creationId xmlns:a16="http://schemas.microsoft.com/office/drawing/2014/main" id="{CBCF6B42-C985-D434-BC64-59CDB6EA94FD}"/>
                </a:ext>
              </a:extLst>
            </p:cNvPr>
            <p:cNvSpPr>
              <a:spLocks noChangeShapeType="1"/>
            </p:cNvSpPr>
            <p:nvPr/>
          </p:nvSpPr>
          <p:spPr bwMode="auto">
            <a:xfrm>
              <a:off x="1295400" y="4803775"/>
              <a:ext cx="457200" cy="9906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5" name="Oval 11">
              <a:extLst>
                <a:ext uri="{FF2B5EF4-FFF2-40B4-BE49-F238E27FC236}">
                  <a16:creationId xmlns:a16="http://schemas.microsoft.com/office/drawing/2014/main" id="{943BDDC1-DF65-1271-875B-A9C3DAF6DEEF}"/>
                </a:ext>
              </a:extLst>
            </p:cNvPr>
            <p:cNvSpPr>
              <a:spLocks noChangeArrowheads="1"/>
            </p:cNvSpPr>
            <p:nvPr/>
          </p:nvSpPr>
          <p:spPr bwMode="auto">
            <a:xfrm>
              <a:off x="990600" y="43465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1</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36" name="Oval 12">
              <a:extLst>
                <a:ext uri="{FF2B5EF4-FFF2-40B4-BE49-F238E27FC236}">
                  <a16:creationId xmlns:a16="http://schemas.microsoft.com/office/drawing/2014/main" id="{2B6113E1-5F21-83EA-0E52-7EFBF7FDC32B}"/>
                </a:ext>
              </a:extLst>
            </p:cNvPr>
            <p:cNvSpPr>
              <a:spLocks noChangeArrowheads="1"/>
            </p:cNvSpPr>
            <p:nvPr/>
          </p:nvSpPr>
          <p:spPr bwMode="auto">
            <a:xfrm>
              <a:off x="1295400" y="50323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2</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37" name="Oval 13">
              <a:extLst>
                <a:ext uri="{FF2B5EF4-FFF2-40B4-BE49-F238E27FC236}">
                  <a16:creationId xmlns:a16="http://schemas.microsoft.com/office/drawing/2014/main" id="{8311FAA9-633D-E747-EFE9-23F9CED90D8D}"/>
                </a:ext>
              </a:extLst>
            </p:cNvPr>
            <p:cNvSpPr>
              <a:spLocks noChangeArrowheads="1"/>
            </p:cNvSpPr>
            <p:nvPr/>
          </p:nvSpPr>
          <p:spPr bwMode="auto">
            <a:xfrm>
              <a:off x="1600200" y="57181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3</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38" name="Oval 14">
              <a:extLst>
                <a:ext uri="{FF2B5EF4-FFF2-40B4-BE49-F238E27FC236}">
                  <a16:creationId xmlns:a16="http://schemas.microsoft.com/office/drawing/2014/main" id="{27217813-20F2-F3A0-83C4-24B282BED704}"/>
                </a:ext>
              </a:extLst>
            </p:cNvPr>
            <p:cNvSpPr>
              <a:spLocks noChangeArrowheads="1"/>
            </p:cNvSpPr>
            <p:nvPr/>
          </p:nvSpPr>
          <p:spPr bwMode="auto">
            <a:xfrm>
              <a:off x="2362200" y="43465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1</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39" name="Oval 15">
              <a:extLst>
                <a:ext uri="{FF2B5EF4-FFF2-40B4-BE49-F238E27FC236}">
                  <a16:creationId xmlns:a16="http://schemas.microsoft.com/office/drawing/2014/main" id="{FB1EA85C-531E-9F72-17EC-135A66BBEE6D}"/>
                </a:ext>
              </a:extLst>
            </p:cNvPr>
            <p:cNvSpPr>
              <a:spLocks noChangeArrowheads="1"/>
            </p:cNvSpPr>
            <p:nvPr/>
          </p:nvSpPr>
          <p:spPr bwMode="auto">
            <a:xfrm>
              <a:off x="3581400" y="50323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1</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0" name="Oval 16">
              <a:extLst>
                <a:ext uri="{FF2B5EF4-FFF2-40B4-BE49-F238E27FC236}">
                  <a16:creationId xmlns:a16="http://schemas.microsoft.com/office/drawing/2014/main" id="{7516DEF6-BF01-D5AE-CBF7-D0EEF1248B14}"/>
                </a:ext>
              </a:extLst>
            </p:cNvPr>
            <p:cNvSpPr>
              <a:spLocks noChangeArrowheads="1"/>
            </p:cNvSpPr>
            <p:nvPr/>
          </p:nvSpPr>
          <p:spPr bwMode="auto">
            <a:xfrm>
              <a:off x="5562600" y="5029200"/>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1</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1" name="Oval 17">
              <a:extLst>
                <a:ext uri="{FF2B5EF4-FFF2-40B4-BE49-F238E27FC236}">
                  <a16:creationId xmlns:a16="http://schemas.microsoft.com/office/drawing/2014/main" id="{B1C594C8-9929-E064-5058-2D262D69B856}"/>
                </a:ext>
              </a:extLst>
            </p:cNvPr>
            <p:cNvSpPr>
              <a:spLocks noChangeArrowheads="1"/>
            </p:cNvSpPr>
            <p:nvPr/>
          </p:nvSpPr>
          <p:spPr bwMode="auto">
            <a:xfrm>
              <a:off x="6858000" y="57181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1</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2" name="Oval 18">
              <a:extLst>
                <a:ext uri="{FF2B5EF4-FFF2-40B4-BE49-F238E27FC236}">
                  <a16:creationId xmlns:a16="http://schemas.microsoft.com/office/drawing/2014/main" id="{A4F15DC4-02C3-8B9A-C561-D00082599B82}"/>
                </a:ext>
              </a:extLst>
            </p:cNvPr>
            <p:cNvSpPr>
              <a:spLocks noChangeArrowheads="1"/>
            </p:cNvSpPr>
            <p:nvPr/>
          </p:nvSpPr>
          <p:spPr bwMode="auto">
            <a:xfrm>
              <a:off x="2819400" y="50323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3</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3" name="Oval 19">
              <a:extLst>
                <a:ext uri="{FF2B5EF4-FFF2-40B4-BE49-F238E27FC236}">
                  <a16:creationId xmlns:a16="http://schemas.microsoft.com/office/drawing/2014/main" id="{2EBCC90F-6CED-83D9-C30E-36F33AAD9A1F}"/>
                </a:ext>
              </a:extLst>
            </p:cNvPr>
            <p:cNvSpPr>
              <a:spLocks noChangeArrowheads="1"/>
            </p:cNvSpPr>
            <p:nvPr/>
          </p:nvSpPr>
          <p:spPr bwMode="auto">
            <a:xfrm>
              <a:off x="2362200" y="57181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2</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4" name="Oval 20">
              <a:extLst>
                <a:ext uri="{FF2B5EF4-FFF2-40B4-BE49-F238E27FC236}">
                  <a16:creationId xmlns:a16="http://schemas.microsoft.com/office/drawing/2014/main" id="{28D3076C-A403-F395-384B-2297770EB655}"/>
                </a:ext>
              </a:extLst>
            </p:cNvPr>
            <p:cNvSpPr>
              <a:spLocks noChangeArrowheads="1"/>
            </p:cNvSpPr>
            <p:nvPr/>
          </p:nvSpPr>
          <p:spPr bwMode="auto">
            <a:xfrm>
              <a:off x="6096000" y="5715000"/>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2</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5" name="Oval 21">
              <a:extLst>
                <a:ext uri="{FF2B5EF4-FFF2-40B4-BE49-F238E27FC236}">
                  <a16:creationId xmlns:a16="http://schemas.microsoft.com/office/drawing/2014/main" id="{1C5BB75C-EC27-0C25-6371-591B6D0D3C45}"/>
                </a:ext>
              </a:extLst>
            </p:cNvPr>
            <p:cNvSpPr>
              <a:spLocks noChangeArrowheads="1"/>
            </p:cNvSpPr>
            <p:nvPr/>
          </p:nvSpPr>
          <p:spPr bwMode="auto">
            <a:xfrm>
              <a:off x="4191000" y="43465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2</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6" name="Oval 22">
              <a:extLst>
                <a:ext uri="{FF2B5EF4-FFF2-40B4-BE49-F238E27FC236}">
                  <a16:creationId xmlns:a16="http://schemas.microsoft.com/office/drawing/2014/main" id="{27E66D60-DF7C-50A9-CEAE-D65B0C043F0F}"/>
                </a:ext>
              </a:extLst>
            </p:cNvPr>
            <p:cNvSpPr>
              <a:spLocks noChangeArrowheads="1"/>
            </p:cNvSpPr>
            <p:nvPr/>
          </p:nvSpPr>
          <p:spPr bwMode="auto">
            <a:xfrm>
              <a:off x="4800600" y="50323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3</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7" name="Oval 23">
              <a:extLst>
                <a:ext uri="{FF2B5EF4-FFF2-40B4-BE49-F238E27FC236}">
                  <a16:creationId xmlns:a16="http://schemas.microsoft.com/office/drawing/2014/main" id="{6C88186A-8F84-65C4-2EC8-95595B7209C0}"/>
                </a:ext>
              </a:extLst>
            </p:cNvPr>
            <p:cNvSpPr>
              <a:spLocks noChangeArrowheads="1"/>
            </p:cNvSpPr>
            <p:nvPr/>
          </p:nvSpPr>
          <p:spPr bwMode="auto">
            <a:xfrm>
              <a:off x="6096000" y="4343400"/>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3</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8" name="Oval 24">
              <a:extLst>
                <a:ext uri="{FF2B5EF4-FFF2-40B4-BE49-F238E27FC236}">
                  <a16:creationId xmlns:a16="http://schemas.microsoft.com/office/drawing/2014/main" id="{FB453C70-24BB-4835-983A-48D3D551EF1F}"/>
                </a:ext>
              </a:extLst>
            </p:cNvPr>
            <p:cNvSpPr>
              <a:spLocks noChangeArrowheads="1"/>
            </p:cNvSpPr>
            <p:nvPr/>
          </p:nvSpPr>
          <p:spPr bwMode="auto">
            <a:xfrm>
              <a:off x="7315200" y="50323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2</a:t>
              </a:r>
              <a:endParaRPr lang="en-US" altLang="zh-CN" sz="2400">
                <a:solidFill>
                  <a:srgbClr val="FF3300"/>
                </a:solidFill>
                <a:latin typeface="Times New Roman" panose="02020603050405020304" pitchFamily="18" charset="0"/>
                <a:ea typeface="宋体" panose="02010600030101010101" pitchFamily="2" charset="-122"/>
              </a:endParaRPr>
            </a:p>
          </p:txBody>
        </p:sp>
        <p:sp>
          <p:nvSpPr>
            <p:cNvPr id="52249" name="Oval 25">
              <a:extLst>
                <a:ext uri="{FF2B5EF4-FFF2-40B4-BE49-F238E27FC236}">
                  <a16:creationId xmlns:a16="http://schemas.microsoft.com/office/drawing/2014/main" id="{D1DDB766-F0E7-4242-CDA7-9970E5580B3A}"/>
                </a:ext>
              </a:extLst>
            </p:cNvPr>
            <p:cNvSpPr>
              <a:spLocks noChangeArrowheads="1"/>
            </p:cNvSpPr>
            <p:nvPr/>
          </p:nvSpPr>
          <p:spPr bwMode="auto">
            <a:xfrm>
              <a:off x="7848600" y="4346575"/>
              <a:ext cx="457200" cy="457200"/>
            </a:xfrm>
            <a:prstGeom prst="ellipse">
              <a:avLst/>
            </a:prstGeom>
            <a:solidFill>
              <a:srgbClr val="99FF99"/>
            </a:solidFill>
            <a:ln w="38100">
              <a:solidFill>
                <a:srgbClr val="FF33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chemeClr val="hlink"/>
                  </a:solidFill>
                  <a:latin typeface="Times New Roman" panose="02020603050405020304" pitchFamily="18" charset="0"/>
                  <a:ea typeface="宋体" panose="02010600030101010101" pitchFamily="2" charset="-122"/>
                </a:rPr>
                <a:t>3</a:t>
              </a:r>
              <a:endParaRPr lang="en-US" altLang="zh-CN" sz="2400">
                <a:solidFill>
                  <a:srgbClr val="FF3300"/>
                </a:solidFill>
                <a:latin typeface="Times New Roman" panose="02020603050405020304" pitchFamily="18" charset="0"/>
                <a:ea typeface="宋体" panose="02010600030101010101" pitchFamily="2" charset="-122"/>
              </a:endParaRPr>
            </a:p>
          </p:txBody>
        </p:sp>
      </p:grpSp>
      <p:sp>
        <p:nvSpPr>
          <p:cNvPr id="3" name="内容占位符 2">
            <a:extLst>
              <a:ext uri="{FF2B5EF4-FFF2-40B4-BE49-F238E27FC236}">
                <a16:creationId xmlns:a16="http://schemas.microsoft.com/office/drawing/2014/main" id="{E3315397-28C3-4AD0-9974-9DC598BC0E6C}"/>
              </a:ext>
            </a:extLst>
          </p:cNvPr>
          <p:cNvSpPr>
            <a:spLocks noGrp="1"/>
          </p:cNvSpPr>
          <p:nvPr>
            <p:ph idx="1"/>
          </p:nvPr>
        </p:nvSpPr>
        <p:spPr>
          <a:xfrm>
            <a:off x="628650" y="400884"/>
            <a:ext cx="7886700" cy="3028116"/>
          </a:xfrm>
        </p:spPr>
        <p:txBody>
          <a:bodyPr>
            <a:normAutofit fontScale="92500" lnSpcReduction="10000"/>
          </a:bodyPr>
          <a:lstStyle/>
          <a:p>
            <a:r>
              <a:rPr lang="zh-CN" altLang="en-US" dirty="0"/>
              <a:t>同样 </a:t>
            </a:r>
            <a:r>
              <a:rPr lang="en-US" altLang="zh-CN" dirty="0"/>
              <a:t>3 </a:t>
            </a:r>
            <a:r>
              <a:rPr lang="zh-CN" altLang="en-US" dirty="0"/>
              <a:t>个数据</a:t>
            </a:r>
            <a:r>
              <a:rPr lang="en-US" altLang="zh-CN" dirty="0"/>
              <a:t>{ 1, 2, 3 }</a:t>
            </a:r>
            <a:r>
              <a:rPr lang="zh-CN" altLang="en-US" dirty="0"/>
              <a:t>，输入顺序不同，建立起来的二叉搜索树的形态也不同。这直接影响到二叉搜索树的搜索性能。</a:t>
            </a:r>
          </a:p>
          <a:p>
            <a:r>
              <a:rPr lang="zh-CN" altLang="en-US" dirty="0"/>
              <a:t>如果输入序列选得不好，会建立起一棵单支树，使得二叉搜索树的高度达到最大。</a:t>
            </a:r>
          </a:p>
        </p:txBody>
      </p:sp>
      <p:sp>
        <p:nvSpPr>
          <p:cNvPr id="28" name="内容占位符 2">
            <a:extLst>
              <a:ext uri="{FF2B5EF4-FFF2-40B4-BE49-F238E27FC236}">
                <a16:creationId xmlns:a16="http://schemas.microsoft.com/office/drawing/2014/main" id="{0EF32EE4-71F5-4622-85B6-0968023BBA81}"/>
              </a:ext>
            </a:extLst>
          </p:cNvPr>
          <p:cNvSpPr txBox="1">
            <a:spLocks/>
          </p:cNvSpPr>
          <p:nvPr/>
        </p:nvSpPr>
        <p:spPr bwMode="auto">
          <a:xfrm>
            <a:off x="552450" y="5497433"/>
            <a:ext cx="7886700" cy="115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36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32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CN" sz="3200" dirty="0"/>
              <a:t>{1, 2, 3}  {1, 3, 2}   {2, 3, 1}   {3, 1, 2}   {3, 2, 1} </a:t>
            </a:r>
          </a:p>
          <a:p>
            <a:pPr marL="0" indent="0">
              <a:buNone/>
            </a:pPr>
            <a:r>
              <a:rPr lang="en-US" altLang="zh-CN" sz="3200" dirty="0"/>
              <a:t>                            {2, 1, 3}</a:t>
            </a:r>
            <a:endParaRPr lang="zh-CN" altLang="en-US" sz="3200" dirty="0"/>
          </a:p>
        </p:txBody>
      </p:sp>
      <p:sp>
        <p:nvSpPr>
          <p:cNvPr id="2" name="灯片编号占位符 1">
            <a:extLst>
              <a:ext uri="{FF2B5EF4-FFF2-40B4-BE49-F238E27FC236}">
                <a16:creationId xmlns:a16="http://schemas.microsoft.com/office/drawing/2014/main" id="{934E67BC-25F1-B26B-57E2-980F857C94A0}"/>
              </a:ext>
            </a:extLst>
          </p:cNvPr>
          <p:cNvSpPr>
            <a:spLocks noGrp="1"/>
          </p:cNvSpPr>
          <p:nvPr>
            <p:ph type="sldNum" sz="quarter" idx="12"/>
          </p:nvPr>
        </p:nvSpPr>
        <p:spPr/>
        <p:txBody>
          <a:bodyPr/>
          <a:lstStyle/>
          <a:p>
            <a:pPr>
              <a:defRPr/>
            </a:pPr>
            <a:fld id="{82BC8E53-3928-4033-8D0B-01554133DC73}" type="slidenum">
              <a:rPr lang="en-US" altLang="zh-CN" smtClean="0"/>
              <a:pPr>
                <a:defRPr/>
              </a:pPr>
              <a:t>39</a:t>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E17DEC2C-F20C-3564-3023-9B11EA1EBB47}"/>
              </a:ext>
            </a:extLst>
          </p:cNvPr>
          <p:cNvSpPr>
            <a:spLocks noGrp="1" noChangeArrowheads="1"/>
          </p:cNvSpPr>
          <p:nvPr>
            <p:ph type="title"/>
          </p:nvPr>
        </p:nvSpPr>
        <p:spPr/>
        <p:txBody>
          <a:bodyPr/>
          <a:lstStyle/>
          <a:p>
            <a:r>
              <a:rPr lang="en-US" altLang="zh-CN" dirty="0"/>
              <a:t>7.2.4 </a:t>
            </a:r>
            <a:r>
              <a:rPr lang="zh-CN" altLang="en-US" dirty="0"/>
              <a:t>二叉搜索树的删除</a:t>
            </a:r>
          </a:p>
        </p:txBody>
      </p:sp>
      <p:sp>
        <p:nvSpPr>
          <p:cNvPr id="195587" name="Rectangle 3">
            <a:extLst>
              <a:ext uri="{FF2B5EF4-FFF2-40B4-BE49-F238E27FC236}">
                <a16:creationId xmlns:a16="http://schemas.microsoft.com/office/drawing/2014/main" id="{17029E3D-F911-A4B0-FFAD-C44D42439038}"/>
              </a:ext>
            </a:extLst>
          </p:cNvPr>
          <p:cNvSpPr>
            <a:spLocks noGrp="1" noChangeArrowheads="1"/>
          </p:cNvSpPr>
          <p:nvPr>
            <p:ph type="body" idx="1"/>
          </p:nvPr>
        </p:nvSpPr>
        <p:spPr>
          <a:xfrm>
            <a:off x="628650" y="1825624"/>
            <a:ext cx="8263830" cy="4843735"/>
          </a:xfrm>
        </p:spPr>
        <p:txBody>
          <a:bodyPr>
            <a:normAutofit fontScale="77500" lnSpcReduction="20000"/>
          </a:bodyPr>
          <a:lstStyle/>
          <a:p>
            <a:r>
              <a:rPr lang="zh-CN" altLang="en-US" dirty="0"/>
              <a:t>在二叉搜索树中删除一个结点时，必须将因删除结点而断开的二叉链表重新链接起来，同时确保二叉搜索树中的中序顺序。此外，还要保证删除后树的高度不增加，以确保搜索性能不降低。</a:t>
            </a:r>
          </a:p>
          <a:p>
            <a:pPr lvl="1"/>
            <a:r>
              <a:rPr lang="zh-CN" altLang="en-US" dirty="0"/>
              <a:t>删除叶结点，只需将其双亲结点指向它的指针清零，再释放它即可。</a:t>
            </a:r>
          </a:p>
          <a:p>
            <a:pPr lvl="1"/>
            <a:r>
              <a:rPr lang="zh-CN" altLang="en-US" dirty="0"/>
              <a:t>被删结点右子树为空，可以拿它的左子女结点顶替它的位置，再释放它。</a:t>
            </a:r>
            <a:endParaRPr lang="en-US" altLang="zh-CN" dirty="0"/>
          </a:p>
          <a:p>
            <a:pPr lvl="1"/>
            <a:r>
              <a:rPr lang="zh-CN" altLang="en-US" dirty="0"/>
              <a:t>被删结点左子树为空，可以拿它的右子女结点顶替它的位置，再释放它。</a:t>
            </a:r>
          </a:p>
          <a:p>
            <a:pPr lvl="1"/>
            <a:r>
              <a:rPr lang="zh-CN" altLang="en-US" dirty="0"/>
              <a:t>被删结点左、右子树都不为空，可以在它的右子树中寻找中序下的第一个结点</a:t>
            </a:r>
            <a:r>
              <a:rPr lang="en-US" altLang="zh-CN" dirty="0"/>
              <a:t>n</a:t>
            </a:r>
            <a:r>
              <a:rPr lang="zh-CN" altLang="en-US" dirty="0"/>
              <a:t>（关键码最小），用</a:t>
            </a:r>
            <a:r>
              <a:rPr lang="en-US" altLang="zh-CN" dirty="0"/>
              <a:t>n</a:t>
            </a:r>
            <a:r>
              <a:rPr lang="zh-CN" altLang="en-US" dirty="0"/>
              <a:t>的值填补到被删结点中，再来处理结点</a:t>
            </a:r>
            <a:r>
              <a:rPr lang="en-US" altLang="zh-CN" dirty="0"/>
              <a:t>n</a:t>
            </a:r>
            <a:r>
              <a:rPr lang="zh-CN" altLang="en-US" dirty="0"/>
              <a:t>的删除问题。</a:t>
            </a:r>
          </a:p>
        </p:txBody>
      </p:sp>
      <p:sp>
        <p:nvSpPr>
          <p:cNvPr id="2" name="灯片编号占位符 1">
            <a:extLst>
              <a:ext uri="{FF2B5EF4-FFF2-40B4-BE49-F238E27FC236}">
                <a16:creationId xmlns:a16="http://schemas.microsoft.com/office/drawing/2014/main" id="{C2C12BFD-FCA8-34F3-984B-62EE2A6A1533}"/>
              </a:ext>
            </a:extLst>
          </p:cNvPr>
          <p:cNvSpPr>
            <a:spLocks noGrp="1"/>
          </p:cNvSpPr>
          <p:nvPr>
            <p:ph type="sldNum" sz="quarter" idx="12"/>
          </p:nvPr>
        </p:nvSpPr>
        <p:spPr/>
        <p:txBody>
          <a:bodyPr/>
          <a:lstStyle/>
          <a:p>
            <a:pPr>
              <a:defRPr/>
            </a:pPr>
            <a:fld id="{82BC8E53-3928-4033-8D0B-01554133DC73}"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Line 5">
            <a:extLst>
              <a:ext uri="{FF2B5EF4-FFF2-40B4-BE49-F238E27FC236}">
                <a16:creationId xmlns:a16="http://schemas.microsoft.com/office/drawing/2014/main" id="{D10A714D-E432-E52F-25DC-FDE2F1504FB6}"/>
              </a:ext>
            </a:extLst>
          </p:cNvPr>
          <p:cNvSpPr>
            <a:spLocks noChangeShapeType="1"/>
          </p:cNvSpPr>
          <p:nvPr/>
        </p:nvSpPr>
        <p:spPr bwMode="auto">
          <a:xfrm flipH="1">
            <a:off x="1798637" y="3224932"/>
            <a:ext cx="1524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6" name="Line 8">
            <a:extLst>
              <a:ext uri="{FF2B5EF4-FFF2-40B4-BE49-F238E27FC236}">
                <a16:creationId xmlns:a16="http://schemas.microsoft.com/office/drawing/2014/main" id="{FDD52FAA-5A2E-4990-8467-97050FA8F376}"/>
              </a:ext>
            </a:extLst>
          </p:cNvPr>
          <p:cNvSpPr>
            <a:spLocks noChangeShapeType="1"/>
          </p:cNvSpPr>
          <p:nvPr/>
        </p:nvSpPr>
        <p:spPr bwMode="auto">
          <a:xfrm>
            <a:off x="1798637" y="2462932"/>
            <a:ext cx="1524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7" name="Line 9">
            <a:extLst>
              <a:ext uri="{FF2B5EF4-FFF2-40B4-BE49-F238E27FC236}">
                <a16:creationId xmlns:a16="http://schemas.microsoft.com/office/drawing/2014/main" id="{F4672F04-5111-1900-54F1-AEC22CE3A2B7}"/>
              </a:ext>
            </a:extLst>
          </p:cNvPr>
          <p:cNvSpPr>
            <a:spLocks noChangeShapeType="1"/>
          </p:cNvSpPr>
          <p:nvPr/>
        </p:nvSpPr>
        <p:spPr bwMode="auto">
          <a:xfrm flipH="1">
            <a:off x="1189037" y="1853332"/>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8" name="Line 10">
            <a:extLst>
              <a:ext uri="{FF2B5EF4-FFF2-40B4-BE49-F238E27FC236}">
                <a16:creationId xmlns:a16="http://schemas.microsoft.com/office/drawing/2014/main" id="{A69D551A-0B0A-80DE-683D-B6470C21BE48}"/>
              </a:ext>
            </a:extLst>
          </p:cNvPr>
          <p:cNvSpPr>
            <a:spLocks noChangeShapeType="1"/>
          </p:cNvSpPr>
          <p:nvPr/>
        </p:nvSpPr>
        <p:spPr bwMode="auto">
          <a:xfrm flipH="1">
            <a:off x="2484437" y="2462932"/>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9" name="Line 11">
            <a:extLst>
              <a:ext uri="{FF2B5EF4-FFF2-40B4-BE49-F238E27FC236}">
                <a16:creationId xmlns:a16="http://schemas.microsoft.com/office/drawing/2014/main" id="{1553DB4F-33F9-E650-BB76-7C93235A817C}"/>
              </a:ext>
            </a:extLst>
          </p:cNvPr>
          <p:cNvSpPr>
            <a:spLocks noChangeShapeType="1"/>
          </p:cNvSpPr>
          <p:nvPr/>
        </p:nvSpPr>
        <p:spPr bwMode="auto">
          <a:xfrm>
            <a:off x="2408237" y="1929532"/>
            <a:ext cx="838200" cy="1143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Oval 12">
            <a:extLst>
              <a:ext uri="{FF2B5EF4-FFF2-40B4-BE49-F238E27FC236}">
                <a16:creationId xmlns:a16="http://schemas.microsoft.com/office/drawing/2014/main" id="{171C2E17-4758-7339-18EB-E919418F466C}"/>
              </a:ext>
            </a:extLst>
          </p:cNvPr>
          <p:cNvSpPr>
            <a:spLocks noChangeArrowheads="1"/>
          </p:cNvSpPr>
          <p:nvPr/>
        </p:nvSpPr>
        <p:spPr bwMode="auto">
          <a:xfrm>
            <a:off x="2027237" y="15485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1" name="Oval 13">
            <a:extLst>
              <a:ext uri="{FF2B5EF4-FFF2-40B4-BE49-F238E27FC236}">
                <a16:creationId xmlns:a16="http://schemas.microsoft.com/office/drawing/2014/main" id="{B7FB932D-AE8C-C44A-2940-232EEF101DA2}"/>
              </a:ext>
            </a:extLst>
          </p:cNvPr>
          <p:cNvSpPr>
            <a:spLocks noChangeArrowheads="1"/>
          </p:cNvSpPr>
          <p:nvPr/>
        </p:nvSpPr>
        <p:spPr bwMode="auto">
          <a:xfrm>
            <a:off x="2560637" y="21581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2" name="Oval 14">
            <a:extLst>
              <a:ext uri="{FF2B5EF4-FFF2-40B4-BE49-F238E27FC236}">
                <a16:creationId xmlns:a16="http://schemas.microsoft.com/office/drawing/2014/main" id="{2C5774ED-FE3E-B0A7-C9A1-1BF3E4D7C144}"/>
              </a:ext>
            </a:extLst>
          </p:cNvPr>
          <p:cNvSpPr>
            <a:spLocks noChangeArrowheads="1"/>
          </p:cNvSpPr>
          <p:nvPr/>
        </p:nvSpPr>
        <p:spPr bwMode="auto">
          <a:xfrm>
            <a:off x="23320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3" name="Oval 16">
            <a:extLst>
              <a:ext uri="{FF2B5EF4-FFF2-40B4-BE49-F238E27FC236}">
                <a16:creationId xmlns:a16="http://schemas.microsoft.com/office/drawing/2014/main" id="{18F90BC3-C6DC-7F87-4716-E64F16D0C072}"/>
              </a:ext>
            </a:extLst>
          </p:cNvPr>
          <p:cNvSpPr>
            <a:spLocks noChangeArrowheads="1"/>
          </p:cNvSpPr>
          <p:nvPr/>
        </p:nvSpPr>
        <p:spPr bwMode="auto">
          <a:xfrm>
            <a:off x="1493837" y="21581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4" name="Oval 17">
            <a:extLst>
              <a:ext uri="{FF2B5EF4-FFF2-40B4-BE49-F238E27FC236}">
                <a16:creationId xmlns:a16="http://schemas.microsoft.com/office/drawing/2014/main" id="{0865EF1F-ABE7-F31A-6B48-B86D35076122}"/>
              </a:ext>
            </a:extLst>
          </p:cNvPr>
          <p:cNvSpPr>
            <a:spLocks noChangeArrowheads="1"/>
          </p:cNvSpPr>
          <p:nvPr/>
        </p:nvSpPr>
        <p:spPr bwMode="auto">
          <a:xfrm>
            <a:off x="29416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5" name="Oval 18">
            <a:extLst>
              <a:ext uri="{FF2B5EF4-FFF2-40B4-BE49-F238E27FC236}">
                <a16:creationId xmlns:a16="http://schemas.microsoft.com/office/drawing/2014/main" id="{4F5B04CB-5A9A-7715-D078-CF4B8A541146}"/>
              </a:ext>
            </a:extLst>
          </p:cNvPr>
          <p:cNvSpPr>
            <a:spLocks noChangeArrowheads="1"/>
          </p:cNvSpPr>
          <p:nvPr/>
        </p:nvSpPr>
        <p:spPr bwMode="auto">
          <a:xfrm>
            <a:off x="10366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6" name="Oval 19">
            <a:extLst>
              <a:ext uri="{FF2B5EF4-FFF2-40B4-BE49-F238E27FC236}">
                <a16:creationId xmlns:a16="http://schemas.microsoft.com/office/drawing/2014/main" id="{251A122A-D3B3-F4B2-CB80-481F15E3D1E4}"/>
              </a:ext>
            </a:extLst>
          </p:cNvPr>
          <p:cNvSpPr>
            <a:spLocks noChangeArrowheads="1"/>
          </p:cNvSpPr>
          <p:nvPr/>
        </p:nvSpPr>
        <p:spPr bwMode="auto">
          <a:xfrm>
            <a:off x="1570037" y="3605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7" name="Oval 20">
            <a:extLst>
              <a:ext uri="{FF2B5EF4-FFF2-40B4-BE49-F238E27FC236}">
                <a16:creationId xmlns:a16="http://schemas.microsoft.com/office/drawing/2014/main" id="{699E70F5-7932-6A43-5239-96389C238DFC}"/>
              </a:ext>
            </a:extLst>
          </p:cNvPr>
          <p:cNvSpPr>
            <a:spLocks noChangeArrowheads="1"/>
          </p:cNvSpPr>
          <p:nvPr/>
        </p:nvSpPr>
        <p:spPr bwMode="auto">
          <a:xfrm>
            <a:off x="17224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45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88" name="AutoShape 21">
            <a:extLst>
              <a:ext uri="{FF2B5EF4-FFF2-40B4-BE49-F238E27FC236}">
                <a16:creationId xmlns:a16="http://schemas.microsoft.com/office/drawing/2014/main" id="{22EF6F75-CBA3-40FD-7BE9-96FA1EA0D405}"/>
              </a:ext>
            </a:extLst>
          </p:cNvPr>
          <p:cNvSpPr>
            <a:spLocks noChangeArrowheads="1"/>
          </p:cNvSpPr>
          <p:nvPr/>
        </p:nvSpPr>
        <p:spPr bwMode="auto">
          <a:xfrm>
            <a:off x="2484437" y="3529732"/>
            <a:ext cx="1524000" cy="533400"/>
          </a:xfrm>
          <a:prstGeom prst="cloudCallout">
            <a:avLst>
              <a:gd name="adj1" fmla="val -76250"/>
              <a:gd name="adj2" fmla="val -91963"/>
            </a:avLst>
          </a:prstGeom>
          <a:solidFill>
            <a:srgbClr val="99FF99"/>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zh-CN" altLang="en-US" sz="2800">
                <a:solidFill>
                  <a:srgbClr val="CC3300"/>
                </a:solidFill>
                <a:latin typeface="Times New Roman" panose="02020603050405020304" pitchFamily="18" charset="0"/>
                <a:ea typeface="隶书" panose="02010509060101010101" pitchFamily="49" charset="-122"/>
              </a:rPr>
              <a:t>删除</a:t>
            </a:r>
            <a:r>
              <a:rPr kumimoji="1" lang="en-US" altLang="zh-CN" sz="2800">
                <a:solidFill>
                  <a:srgbClr val="CC3300"/>
                </a:solidFill>
                <a:latin typeface="Times New Roman" panose="02020603050405020304" pitchFamily="18" charset="0"/>
                <a:ea typeface="隶书" panose="02010509060101010101" pitchFamily="49" charset="-122"/>
              </a:rPr>
              <a:t>45</a:t>
            </a:r>
            <a:endParaRPr kumimoji="1" lang="en-US" altLang="zh-CN" sz="2400">
              <a:latin typeface="Times New Roman" panose="02020603050405020304" pitchFamily="18" charset="0"/>
              <a:ea typeface="宋体" panose="02010600030101010101" pitchFamily="2" charset="-122"/>
            </a:endParaRPr>
          </a:p>
        </p:txBody>
      </p:sp>
      <p:sp>
        <p:nvSpPr>
          <p:cNvPr id="283671" name="AutoShape 23">
            <a:extLst>
              <a:ext uri="{FF2B5EF4-FFF2-40B4-BE49-F238E27FC236}">
                <a16:creationId xmlns:a16="http://schemas.microsoft.com/office/drawing/2014/main" id="{DDA63032-5637-02A2-BE40-8B20061E8C49}"/>
              </a:ext>
            </a:extLst>
          </p:cNvPr>
          <p:cNvSpPr>
            <a:spLocks noChangeArrowheads="1"/>
          </p:cNvSpPr>
          <p:nvPr/>
        </p:nvSpPr>
        <p:spPr bwMode="auto">
          <a:xfrm>
            <a:off x="3703637" y="2767732"/>
            <a:ext cx="1676400" cy="304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a:defRPr/>
            </a:pPr>
            <a:endParaRPr lang="zh-CN" altLang="en-US">
              <a:latin typeface="Times New Roman" charset="0"/>
            </a:endParaRPr>
          </a:p>
        </p:txBody>
      </p:sp>
      <p:sp>
        <p:nvSpPr>
          <p:cNvPr id="54290" name="Text Box 24">
            <a:extLst>
              <a:ext uri="{FF2B5EF4-FFF2-40B4-BE49-F238E27FC236}">
                <a16:creationId xmlns:a16="http://schemas.microsoft.com/office/drawing/2014/main" id="{64B21BBA-12B8-A14B-1BFB-BBAA9D7E3183}"/>
              </a:ext>
            </a:extLst>
          </p:cNvPr>
          <p:cNvSpPr txBox="1">
            <a:spLocks noChangeArrowheads="1"/>
          </p:cNvSpPr>
          <p:nvPr/>
        </p:nvSpPr>
        <p:spPr bwMode="auto">
          <a:xfrm>
            <a:off x="3459162" y="1916832"/>
            <a:ext cx="2438403"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0"/>
              </a:spcBef>
              <a:buFontTx/>
              <a:buNone/>
            </a:pPr>
            <a:r>
              <a:rPr kumimoji="1" lang="zh-CN" altLang="en-US" sz="2800" dirty="0">
                <a:solidFill>
                  <a:srgbClr val="003300"/>
                </a:solidFill>
                <a:latin typeface="Times New Roman" panose="02020603050405020304" pitchFamily="18" charset="0"/>
                <a:ea typeface="隶书" panose="02010509060101010101" pitchFamily="49" charset="-122"/>
              </a:rPr>
              <a:t>右子树空，用左子女顶替</a:t>
            </a:r>
            <a:endParaRPr kumimoji="1" lang="zh-CN" altLang="en-US" sz="2400" dirty="0">
              <a:solidFill>
                <a:srgbClr val="003300"/>
              </a:solidFill>
              <a:latin typeface="Times New Roman" panose="02020603050405020304" pitchFamily="18" charset="0"/>
              <a:ea typeface="宋体" panose="02010600030101010101" pitchFamily="2" charset="-122"/>
            </a:endParaRPr>
          </a:p>
        </p:txBody>
      </p:sp>
      <p:sp>
        <p:nvSpPr>
          <p:cNvPr id="54291" name="Line 25">
            <a:extLst>
              <a:ext uri="{FF2B5EF4-FFF2-40B4-BE49-F238E27FC236}">
                <a16:creationId xmlns:a16="http://schemas.microsoft.com/office/drawing/2014/main" id="{4636AF90-C08E-D539-C077-8815600C2F27}"/>
              </a:ext>
            </a:extLst>
          </p:cNvPr>
          <p:cNvSpPr>
            <a:spLocks noChangeShapeType="1"/>
          </p:cNvSpPr>
          <p:nvPr/>
        </p:nvSpPr>
        <p:spPr bwMode="auto">
          <a:xfrm>
            <a:off x="6523037" y="2462932"/>
            <a:ext cx="1524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2" name="Line 26">
            <a:extLst>
              <a:ext uri="{FF2B5EF4-FFF2-40B4-BE49-F238E27FC236}">
                <a16:creationId xmlns:a16="http://schemas.microsoft.com/office/drawing/2014/main" id="{3AB111B5-C2BC-46BD-3061-14A42E4BF7AC}"/>
              </a:ext>
            </a:extLst>
          </p:cNvPr>
          <p:cNvSpPr>
            <a:spLocks noChangeShapeType="1"/>
          </p:cNvSpPr>
          <p:nvPr/>
        </p:nvSpPr>
        <p:spPr bwMode="auto">
          <a:xfrm flipH="1">
            <a:off x="5913437" y="1853332"/>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3" name="Line 27">
            <a:extLst>
              <a:ext uri="{FF2B5EF4-FFF2-40B4-BE49-F238E27FC236}">
                <a16:creationId xmlns:a16="http://schemas.microsoft.com/office/drawing/2014/main" id="{DE117BF6-FBA0-25D5-7004-BDFED4330D7E}"/>
              </a:ext>
            </a:extLst>
          </p:cNvPr>
          <p:cNvSpPr>
            <a:spLocks noChangeShapeType="1"/>
          </p:cNvSpPr>
          <p:nvPr/>
        </p:nvSpPr>
        <p:spPr bwMode="auto">
          <a:xfrm flipH="1">
            <a:off x="7208837" y="2462932"/>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4" name="Line 28">
            <a:extLst>
              <a:ext uri="{FF2B5EF4-FFF2-40B4-BE49-F238E27FC236}">
                <a16:creationId xmlns:a16="http://schemas.microsoft.com/office/drawing/2014/main" id="{354CEE5B-9961-8AE8-E297-958D6BE338D5}"/>
              </a:ext>
            </a:extLst>
          </p:cNvPr>
          <p:cNvSpPr>
            <a:spLocks noChangeShapeType="1"/>
          </p:cNvSpPr>
          <p:nvPr/>
        </p:nvSpPr>
        <p:spPr bwMode="auto">
          <a:xfrm>
            <a:off x="7132637" y="1929532"/>
            <a:ext cx="838200" cy="1143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5" name="Oval 29">
            <a:extLst>
              <a:ext uri="{FF2B5EF4-FFF2-40B4-BE49-F238E27FC236}">
                <a16:creationId xmlns:a16="http://schemas.microsoft.com/office/drawing/2014/main" id="{96D22E22-8C4B-DBEA-1AB5-8B7FDA0C1A29}"/>
              </a:ext>
            </a:extLst>
          </p:cNvPr>
          <p:cNvSpPr>
            <a:spLocks noChangeArrowheads="1"/>
          </p:cNvSpPr>
          <p:nvPr/>
        </p:nvSpPr>
        <p:spPr bwMode="auto">
          <a:xfrm>
            <a:off x="6751637" y="15485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96" name="Oval 30">
            <a:extLst>
              <a:ext uri="{FF2B5EF4-FFF2-40B4-BE49-F238E27FC236}">
                <a16:creationId xmlns:a16="http://schemas.microsoft.com/office/drawing/2014/main" id="{17253DC5-2637-AD9A-84D8-C40B41E03289}"/>
              </a:ext>
            </a:extLst>
          </p:cNvPr>
          <p:cNvSpPr>
            <a:spLocks noChangeArrowheads="1"/>
          </p:cNvSpPr>
          <p:nvPr/>
        </p:nvSpPr>
        <p:spPr bwMode="auto">
          <a:xfrm>
            <a:off x="7285037" y="21581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97" name="Oval 31">
            <a:extLst>
              <a:ext uri="{FF2B5EF4-FFF2-40B4-BE49-F238E27FC236}">
                <a16:creationId xmlns:a16="http://schemas.microsoft.com/office/drawing/2014/main" id="{FA9C0318-2DBC-31B6-649B-9DF4A4977092}"/>
              </a:ext>
            </a:extLst>
          </p:cNvPr>
          <p:cNvSpPr>
            <a:spLocks noChangeArrowheads="1"/>
          </p:cNvSpPr>
          <p:nvPr/>
        </p:nvSpPr>
        <p:spPr bwMode="auto">
          <a:xfrm>
            <a:off x="70564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98" name="Oval 32">
            <a:extLst>
              <a:ext uri="{FF2B5EF4-FFF2-40B4-BE49-F238E27FC236}">
                <a16:creationId xmlns:a16="http://schemas.microsoft.com/office/drawing/2014/main" id="{8C0858B5-5AD5-D2C6-3514-2FF3C0AAD92A}"/>
              </a:ext>
            </a:extLst>
          </p:cNvPr>
          <p:cNvSpPr>
            <a:spLocks noChangeArrowheads="1"/>
          </p:cNvSpPr>
          <p:nvPr/>
        </p:nvSpPr>
        <p:spPr bwMode="auto">
          <a:xfrm>
            <a:off x="6218237" y="21581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299" name="Oval 33">
            <a:extLst>
              <a:ext uri="{FF2B5EF4-FFF2-40B4-BE49-F238E27FC236}">
                <a16:creationId xmlns:a16="http://schemas.microsoft.com/office/drawing/2014/main" id="{276EB6FF-B28D-2FFB-9204-0CE7687F3F5F}"/>
              </a:ext>
            </a:extLst>
          </p:cNvPr>
          <p:cNvSpPr>
            <a:spLocks noChangeArrowheads="1"/>
          </p:cNvSpPr>
          <p:nvPr/>
        </p:nvSpPr>
        <p:spPr bwMode="auto">
          <a:xfrm>
            <a:off x="76660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300" name="Oval 34">
            <a:extLst>
              <a:ext uri="{FF2B5EF4-FFF2-40B4-BE49-F238E27FC236}">
                <a16:creationId xmlns:a16="http://schemas.microsoft.com/office/drawing/2014/main" id="{D452F0D1-4480-9771-9D66-F2BC6C24EDED}"/>
              </a:ext>
            </a:extLst>
          </p:cNvPr>
          <p:cNvSpPr>
            <a:spLocks noChangeArrowheads="1"/>
          </p:cNvSpPr>
          <p:nvPr/>
        </p:nvSpPr>
        <p:spPr bwMode="auto">
          <a:xfrm>
            <a:off x="57610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4301" name="Oval 35">
            <a:extLst>
              <a:ext uri="{FF2B5EF4-FFF2-40B4-BE49-F238E27FC236}">
                <a16:creationId xmlns:a16="http://schemas.microsoft.com/office/drawing/2014/main" id="{77DED409-58B2-2C2C-DA03-4826CDEF3317}"/>
              </a:ext>
            </a:extLst>
          </p:cNvPr>
          <p:cNvSpPr>
            <a:spLocks noChangeArrowheads="1"/>
          </p:cNvSpPr>
          <p:nvPr/>
        </p:nvSpPr>
        <p:spPr bwMode="auto">
          <a:xfrm>
            <a:off x="6446837" y="2843932"/>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66231D6E-4F71-09CA-4010-78E9D8A1DB8E}"/>
              </a:ext>
            </a:extLst>
          </p:cNvPr>
          <p:cNvSpPr>
            <a:spLocks noGrp="1"/>
          </p:cNvSpPr>
          <p:nvPr>
            <p:ph type="sldNum" sz="quarter" idx="12"/>
          </p:nvPr>
        </p:nvSpPr>
        <p:spPr/>
        <p:txBody>
          <a:bodyPr/>
          <a:lstStyle/>
          <a:p>
            <a:pPr>
              <a:defRPr/>
            </a:pPr>
            <a:fld id="{82BC8E53-3928-4033-8D0B-01554133DC73}" type="slidenum">
              <a:rPr lang="en-US" altLang="zh-CN" smtClean="0"/>
              <a:pPr>
                <a:defRPr/>
              </a:pPr>
              <a:t>41</a:t>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60">
            <a:extLst>
              <a:ext uri="{FF2B5EF4-FFF2-40B4-BE49-F238E27FC236}">
                <a16:creationId xmlns:a16="http://schemas.microsoft.com/office/drawing/2014/main" id="{D3132B16-BE20-987C-E6C8-E87660F718D4}"/>
              </a:ext>
            </a:extLst>
          </p:cNvPr>
          <p:cNvSpPr>
            <a:spLocks noChangeShapeType="1"/>
          </p:cNvSpPr>
          <p:nvPr/>
        </p:nvSpPr>
        <p:spPr bwMode="auto">
          <a:xfrm flipH="1">
            <a:off x="2362200" y="39624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299" name="Line 57">
            <a:extLst>
              <a:ext uri="{FF2B5EF4-FFF2-40B4-BE49-F238E27FC236}">
                <a16:creationId xmlns:a16="http://schemas.microsoft.com/office/drawing/2014/main" id="{CA601BBE-0EAC-3312-E8D2-6C74A96909BF}"/>
              </a:ext>
            </a:extLst>
          </p:cNvPr>
          <p:cNvSpPr>
            <a:spLocks noChangeShapeType="1"/>
          </p:cNvSpPr>
          <p:nvPr/>
        </p:nvSpPr>
        <p:spPr bwMode="auto">
          <a:xfrm flipH="1">
            <a:off x="1676400" y="4572000"/>
            <a:ext cx="228600" cy="6096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0" name="Line 55">
            <a:extLst>
              <a:ext uri="{FF2B5EF4-FFF2-40B4-BE49-F238E27FC236}">
                <a16:creationId xmlns:a16="http://schemas.microsoft.com/office/drawing/2014/main" id="{CAB9A649-3336-1351-C6B1-901C847566EE}"/>
              </a:ext>
            </a:extLst>
          </p:cNvPr>
          <p:cNvSpPr>
            <a:spLocks noChangeShapeType="1"/>
          </p:cNvSpPr>
          <p:nvPr/>
        </p:nvSpPr>
        <p:spPr bwMode="auto">
          <a:xfrm>
            <a:off x="2743200" y="5334000"/>
            <a:ext cx="228600" cy="7620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1" name="Oval 56">
            <a:extLst>
              <a:ext uri="{FF2B5EF4-FFF2-40B4-BE49-F238E27FC236}">
                <a16:creationId xmlns:a16="http://schemas.microsoft.com/office/drawing/2014/main" id="{5AF184FC-2D8A-C684-BC3B-3F52C6A33DC5}"/>
              </a:ext>
            </a:extLst>
          </p:cNvPr>
          <p:cNvSpPr>
            <a:spLocks noChangeArrowheads="1"/>
          </p:cNvSpPr>
          <p:nvPr/>
        </p:nvSpPr>
        <p:spPr bwMode="auto">
          <a:xfrm>
            <a:off x="2743200" y="5791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02" name="Line 4">
            <a:extLst>
              <a:ext uri="{FF2B5EF4-FFF2-40B4-BE49-F238E27FC236}">
                <a16:creationId xmlns:a16="http://schemas.microsoft.com/office/drawing/2014/main" id="{C2B50137-7865-0703-98A1-039EAAD24F93}"/>
              </a:ext>
            </a:extLst>
          </p:cNvPr>
          <p:cNvSpPr>
            <a:spLocks noChangeShapeType="1"/>
          </p:cNvSpPr>
          <p:nvPr/>
        </p:nvSpPr>
        <p:spPr bwMode="auto">
          <a:xfrm>
            <a:off x="1981200" y="1447800"/>
            <a:ext cx="1524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3" name="Line 5">
            <a:extLst>
              <a:ext uri="{FF2B5EF4-FFF2-40B4-BE49-F238E27FC236}">
                <a16:creationId xmlns:a16="http://schemas.microsoft.com/office/drawing/2014/main" id="{2DCC2A09-4E5A-1149-DF0C-86219AB32D3C}"/>
              </a:ext>
            </a:extLst>
          </p:cNvPr>
          <p:cNvSpPr>
            <a:spLocks noChangeShapeType="1"/>
          </p:cNvSpPr>
          <p:nvPr/>
        </p:nvSpPr>
        <p:spPr bwMode="auto">
          <a:xfrm flipH="1">
            <a:off x="1371600" y="762000"/>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4" name="Line 6">
            <a:extLst>
              <a:ext uri="{FF2B5EF4-FFF2-40B4-BE49-F238E27FC236}">
                <a16:creationId xmlns:a16="http://schemas.microsoft.com/office/drawing/2014/main" id="{8C4828FD-2263-7BAF-11D7-FE423E3C2520}"/>
              </a:ext>
            </a:extLst>
          </p:cNvPr>
          <p:cNvSpPr>
            <a:spLocks noChangeShapeType="1"/>
          </p:cNvSpPr>
          <p:nvPr/>
        </p:nvSpPr>
        <p:spPr bwMode="auto">
          <a:xfrm flipH="1">
            <a:off x="2971800" y="22098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5" name="Line 7">
            <a:extLst>
              <a:ext uri="{FF2B5EF4-FFF2-40B4-BE49-F238E27FC236}">
                <a16:creationId xmlns:a16="http://schemas.microsoft.com/office/drawing/2014/main" id="{E4C55823-0F78-4FA1-7DE1-63FF33373B67}"/>
              </a:ext>
            </a:extLst>
          </p:cNvPr>
          <p:cNvSpPr>
            <a:spLocks noChangeShapeType="1"/>
          </p:cNvSpPr>
          <p:nvPr/>
        </p:nvSpPr>
        <p:spPr bwMode="auto">
          <a:xfrm>
            <a:off x="2590800" y="838200"/>
            <a:ext cx="838200" cy="1143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6" name="Oval 8">
            <a:extLst>
              <a:ext uri="{FF2B5EF4-FFF2-40B4-BE49-F238E27FC236}">
                <a16:creationId xmlns:a16="http://schemas.microsoft.com/office/drawing/2014/main" id="{325463AF-6C1E-E357-81DF-253852761EC5}"/>
              </a:ext>
            </a:extLst>
          </p:cNvPr>
          <p:cNvSpPr>
            <a:spLocks noChangeArrowheads="1"/>
          </p:cNvSpPr>
          <p:nvPr/>
        </p:nvSpPr>
        <p:spPr bwMode="auto">
          <a:xfrm>
            <a:off x="2209800" y="45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07" name="Oval 9">
            <a:extLst>
              <a:ext uri="{FF2B5EF4-FFF2-40B4-BE49-F238E27FC236}">
                <a16:creationId xmlns:a16="http://schemas.microsoft.com/office/drawing/2014/main" id="{167BB842-9B14-0E4F-DAF8-F6B593ED2263}"/>
              </a:ext>
            </a:extLst>
          </p:cNvPr>
          <p:cNvSpPr>
            <a:spLocks noChangeArrowheads="1"/>
          </p:cNvSpPr>
          <p:nvPr/>
        </p:nvSpPr>
        <p:spPr bwMode="auto">
          <a:xfrm>
            <a:off x="2743200" y="1066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08" name="Oval 10">
            <a:extLst>
              <a:ext uri="{FF2B5EF4-FFF2-40B4-BE49-F238E27FC236}">
                <a16:creationId xmlns:a16="http://schemas.microsoft.com/office/drawing/2014/main" id="{05F44C9B-7D32-4729-8C18-950E39581E67}"/>
              </a:ext>
            </a:extLst>
          </p:cNvPr>
          <p:cNvSpPr>
            <a:spLocks noChangeArrowheads="1"/>
          </p:cNvSpPr>
          <p:nvPr/>
        </p:nvSpPr>
        <p:spPr bwMode="auto">
          <a:xfrm>
            <a:off x="2819400" y="2514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09" name="Oval 11">
            <a:extLst>
              <a:ext uri="{FF2B5EF4-FFF2-40B4-BE49-F238E27FC236}">
                <a16:creationId xmlns:a16="http://schemas.microsoft.com/office/drawing/2014/main" id="{C4F83071-ED26-F279-6A54-B246530EBE84}"/>
              </a:ext>
            </a:extLst>
          </p:cNvPr>
          <p:cNvSpPr>
            <a:spLocks noChangeArrowheads="1"/>
          </p:cNvSpPr>
          <p:nvPr/>
        </p:nvSpPr>
        <p:spPr bwMode="auto">
          <a:xfrm>
            <a:off x="1676400" y="1066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10" name="Oval 12">
            <a:extLst>
              <a:ext uri="{FF2B5EF4-FFF2-40B4-BE49-F238E27FC236}">
                <a16:creationId xmlns:a16="http://schemas.microsoft.com/office/drawing/2014/main" id="{B885856E-4795-12D8-E231-90594655A38B}"/>
              </a:ext>
            </a:extLst>
          </p:cNvPr>
          <p:cNvSpPr>
            <a:spLocks noChangeArrowheads="1"/>
          </p:cNvSpPr>
          <p:nvPr/>
        </p:nvSpPr>
        <p:spPr bwMode="auto">
          <a:xfrm>
            <a:off x="31242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94</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11" name="Oval 13">
            <a:extLst>
              <a:ext uri="{FF2B5EF4-FFF2-40B4-BE49-F238E27FC236}">
                <a16:creationId xmlns:a16="http://schemas.microsoft.com/office/drawing/2014/main" id="{CB2D47CF-8DE4-44C9-773B-6E70195F90FA}"/>
              </a:ext>
            </a:extLst>
          </p:cNvPr>
          <p:cNvSpPr>
            <a:spLocks noChangeArrowheads="1"/>
          </p:cNvSpPr>
          <p:nvPr/>
        </p:nvSpPr>
        <p:spPr bwMode="auto">
          <a:xfrm>
            <a:off x="12192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12" name="Oval 15">
            <a:extLst>
              <a:ext uri="{FF2B5EF4-FFF2-40B4-BE49-F238E27FC236}">
                <a16:creationId xmlns:a16="http://schemas.microsoft.com/office/drawing/2014/main" id="{D44E1D81-7C02-FB8A-46C7-6094436396B9}"/>
              </a:ext>
            </a:extLst>
          </p:cNvPr>
          <p:cNvSpPr>
            <a:spLocks noChangeArrowheads="1"/>
          </p:cNvSpPr>
          <p:nvPr/>
        </p:nvSpPr>
        <p:spPr bwMode="auto">
          <a:xfrm>
            <a:off x="19050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13" name="AutoShape 16">
            <a:extLst>
              <a:ext uri="{FF2B5EF4-FFF2-40B4-BE49-F238E27FC236}">
                <a16:creationId xmlns:a16="http://schemas.microsoft.com/office/drawing/2014/main" id="{B5D38E52-6792-AE50-523A-100B6B2E1546}"/>
              </a:ext>
            </a:extLst>
          </p:cNvPr>
          <p:cNvSpPr>
            <a:spLocks noChangeArrowheads="1"/>
          </p:cNvSpPr>
          <p:nvPr/>
        </p:nvSpPr>
        <p:spPr bwMode="auto">
          <a:xfrm>
            <a:off x="3276600" y="457200"/>
            <a:ext cx="1524000" cy="533400"/>
          </a:xfrm>
          <a:prstGeom prst="cloudCallout">
            <a:avLst>
              <a:gd name="adj1" fmla="val -61565"/>
              <a:gd name="adj2" fmla="val 77083"/>
            </a:avLst>
          </a:prstGeom>
          <a:solidFill>
            <a:srgbClr val="99FF99"/>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zh-CN" altLang="en-US" sz="2800">
                <a:solidFill>
                  <a:srgbClr val="CC3300"/>
                </a:solidFill>
                <a:latin typeface="Times New Roman" panose="02020603050405020304" pitchFamily="18" charset="0"/>
                <a:ea typeface="隶书" panose="02010509060101010101" pitchFamily="49" charset="-122"/>
              </a:rPr>
              <a:t>删除</a:t>
            </a:r>
            <a:r>
              <a:rPr kumimoji="1" lang="en-US" altLang="zh-CN" sz="2800">
                <a:solidFill>
                  <a:srgbClr val="CC3300"/>
                </a:solidFill>
                <a:latin typeface="Times New Roman" panose="02020603050405020304" pitchFamily="18" charset="0"/>
                <a:ea typeface="隶书" panose="02010509060101010101" pitchFamily="49" charset="-122"/>
              </a:rPr>
              <a:t>78</a:t>
            </a:r>
            <a:endParaRPr kumimoji="1" lang="en-US" altLang="zh-CN" sz="2400">
              <a:latin typeface="Times New Roman" panose="02020603050405020304" pitchFamily="18" charset="0"/>
              <a:ea typeface="宋体" panose="02010600030101010101" pitchFamily="2" charset="-122"/>
            </a:endParaRPr>
          </a:p>
        </p:txBody>
      </p:sp>
      <p:sp>
        <p:nvSpPr>
          <p:cNvPr id="284689" name="AutoShape 17">
            <a:extLst>
              <a:ext uri="{FF2B5EF4-FFF2-40B4-BE49-F238E27FC236}">
                <a16:creationId xmlns:a16="http://schemas.microsoft.com/office/drawing/2014/main" id="{571B885A-B452-F425-A346-FC653A390DB5}"/>
              </a:ext>
            </a:extLst>
          </p:cNvPr>
          <p:cNvSpPr>
            <a:spLocks noChangeArrowheads="1"/>
          </p:cNvSpPr>
          <p:nvPr/>
        </p:nvSpPr>
        <p:spPr bwMode="auto">
          <a:xfrm>
            <a:off x="3962400" y="1066800"/>
            <a:ext cx="1676400" cy="304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a:defRPr/>
            </a:pPr>
            <a:endParaRPr lang="zh-CN" altLang="en-US">
              <a:latin typeface="Times New Roman" charset="0"/>
            </a:endParaRPr>
          </a:p>
        </p:txBody>
      </p:sp>
      <p:sp>
        <p:nvSpPr>
          <p:cNvPr id="55315" name="Text Box 18">
            <a:extLst>
              <a:ext uri="{FF2B5EF4-FFF2-40B4-BE49-F238E27FC236}">
                <a16:creationId xmlns:a16="http://schemas.microsoft.com/office/drawing/2014/main" id="{51D3F26B-BE4E-A283-C136-72EEA329C3DF}"/>
              </a:ext>
            </a:extLst>
          </p:cNvPr>
          <p:cNvSpPr txBox="1">
            <a:spLocks noChangeArrowheads="1"/>
          </p:cNvSpPr>
          <p:nvPr/>
        </p:nvSpPr>
        <p:spPr bwMode="auto">
          <a:xfrm>
            <a:off x="3717925" y="1511300"/>
            <a:ext cx="2225675"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0"/>
              </a:spcBef>
              <a:buFontTx/>
              <a:buNone/>
            </a:pPr>
            <a:r>
              <a:rPr kumimoji="1" lang="zh-CN" altLang="en-US" sz="2800" dirty="0">
                <a:solidFill>
                  <a:srgbClr val="003300"/>
                </a:solidFill>
                <a:latin typeface="Times New Roman" panose="02020603050405020304" pitchFamily="18" charset="0"/>
                <a:ea typeface="隶书" panose="02010509060101010101" pitchFamily="49" charset="-122"/>
              </a:rPr>
              <a:t>左子树空，用右子女顶替</a:t>
            </a:r>
            <a:endParaRPr kumimoji="1" lang="zh-CN" altLang="en-US" sz="2400" dirty="0">
              <a:solidFill>
                <a:srgbClr val="003300"/>
              </a:solidFill>
              <a:latin typeface="Times New Roman" panose="02020603050405020304" pitchFamily="18" charset="0"/>
              <a:ea typeface="宋体" panose="02010600030101010101" pitchFamily="2" charset="-122"/>
            </a:endParaRPr>
          </a:p>
        </p:txBody>
      </p:sp>
      <p:sp>
        <p:nvSpPr>
          <p:cNvPr id="55316" name="Line 19">
            <a:extLst>
              <a:ext uri="{FF2B5EF4-FFF2-40B4-BE49-F238E27FC236}">
                <a16:creationId xmlns:a16="http://schemas.microsoft.com/office/drawing/2014/main" id="{F5ACD732-0F8D-4901-070A-30E86CAAC1D7}"/>
              </a:ext>
            </a:extLst>
          </p:cNvPr>
          <p:cNvSpPr>
            <a:spLocks noChangeShapeType="1"/>
          </p:cNvSpPr>
          <p:nvPr/>
        </p:nvSpPr>
        <p:spPr bwMode="auto">
          <a:xfrm>
            <a:off x="6705600" y="1371600"/>
            <a:ext cx="152400" cy="6096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7" name="Line 20">
            <a:extLst>
              <a:ext uri="{FF2B5EF4-FFF2-40B4-BE49-F238E27FC236}">
                <a16:creationId xmlns:a16="http://schemas.microsoft.com/office/drawing/2014/main" id="{772B7E13-FEFF-C0EE-B21B-6E554A6EED4B}"/>
              </a:ext>
            </a:extLst>
          </p:cNvPr>
          <p:cNvSpPr>
            <a:spLocks noChangeShapeType="1"/>
          </p:cNvSpPr>
          <p:nvPr/>
        </p:nvSpPr>
        <p:spPr bwMode="auto">
          <a:xfrm flipH="1">
            <a:off x="6096000" y="762000"/>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8" name="Line 21">
            <a:extLst>
              <a:ext uri="{FF2B5EF4-FFF2-40B4-BE49-F238E27FC236}">
                <a16:creationId xmlns:a16="http://schemas.microsoft.com/office/drawing/2014/main" id="{CE02BDF7-3B63-FF76-5E5F-566FF21B85F9}"/>
              </a:ext>
            </a:extLst>
          </p:cNvPr>
          <p:cNvSpPr>
            <a:spLocks noChangeShapeType="1"/>
          </p:cNvSpPr>
          <p:nvPr/>
        </p:nvSpPr>
        <p:spPr bwMode="auto">
          <a:xfrm flipH="1">
            <a:off x="7391400" y="13716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9" name="Line 22">
            <a:extLst>
              <a:ext uri="{FF2B5EF4-FFF2-40B4-BE49-F238E27FC236}">
                <a16:creationId xmlns:a16="http://schemas.microsoft.com/office/drawing/2014/main" id="{CA82D09E-C99F-E712-12DA-C4C54AED14C0}"/>
              </a:ext>
            </a:extLst>
          </p:cNvPr>
          <p:cNvSpPr>
            <a:spLocks noChangeShapeType="1"/>
          </p:cNvSpPr>
          <p:nvPr/>
        </p:nvSpPr>
        <p:spPr bwMode="auto">
          <a:xfrm>
            <a:off x="7315200" y="838200"/>
            <a:ext cx="381000" cy="457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0" name="Oval 23">
            <a:extLst>
              <a:ext uri="{FF2B5EF4-FFF2-40B4-BE49-F238E27FC236}">
                <a16:creationId xmlns:a16="http://schemas.microsoft.com/office/drawing/2014/main" id="{B7C4D933-3A71-B76A-4E79-915F7485E32F}"/>
              </a:ext>
            </a:extLst>
          </p:cNvPr>
          <p:cNvSpPr>
            <a:spLocks noChangeArrowheads="1"/>
          </p:cNvSpPr>
          <p:nvPr/>
        </p:nvSpPr>
        <p:spPr bwMode="auto">
          <a:xfrm>
            <a:off x="6934200" y="45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1" name="Oval 24">
            <a:extLst>
              <a:ext uri="{FF2B5EF4-FFF2-40B4-BE49-F238E27FC236}">
                <a16:creationId xmlns:a16="http://schemas.microsoft.com/office/drawing/2014/main" id="{6BA30FA6-2C8F-2C7F-C69D-692F668411C7}"/>
              </a:ext>
            </a:extLst>
          </p:cNvPr>
          <p:cNvSpPr>
            <a:spLocks noChangeArrowheads="1"/>
          </p:cNvSpPr>
          <p:nvPr/>
        </p:nvSpPr>
        <p:spPr bwMode="auto">
          <a:xfrm>
            <a:off x="7467600" y="1066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94</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2" name="Oval 25">
            <a:extLst>
              <a:ext uri="{FF2B5EF4-FFF2-40B4-BE49-F238E27FC236}">
                <a16:creationId xmlns:a16="http://schemas.microsoft.com/office/drawing/2014/main" id="{605922E0-9DAD-5614-CC7A-5369A8B45F12}"/>
              </a:ext>
            </a:extLst>
          </p:cNvPr>
          <p:cNvSpPr>
            <a:spLocks noChangeArrowheads="1"/>
          </p:cNvSpPr>
          <p:nvPr/>
        </p:nvSpPr>
        <p:spPr bwMode="auto">
          <a:xfrm>
            <a:off x="72390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3" name="Oval 26">
            <a:extLst>
              <a:ext uri="{FF2B5EF4-FFF2-40B4-BE49-F238E27FC236}">
                <a16:creationId xmlns:a16="http://schemas.microsoft.com/office/drawing/2014/main" id="{D268D90B-D408-A5BB-6EC1-7BFF44E2F773}"/>
              </a:ext>
            </a:extLst>
          </p:cNvPr>
          <p:cNvSpPr>
            <a:spLocks noChangeArrowheads="1"/>
          </p:cNvSpPr>
          <p:nvPr/>
        </p:nvSpPr>
        <p:spPr bwMode="auto">
          <a:xfrm>
            <a:off x="6400800" y="1066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4" name="Oval 28">
            <a:extLst>
              <a:ext uri="{FF2B5EF4-FFF2-40B4-BE49-F238E27FC236}">
                <a16:creationId xmlns:a16="http://schemas.microsoft.com/office/drawing/2014/main" id="{560F65E8-CD3D-3240-7F0F-4C040ADB6CF3}"/>
              </a:ext>
            </a:extLst>
          </p:cNvPr>
          <p:cNvSpPr>
            <a:spLocks noChangeArrowheads="1"/>
          </p:cNvSpPr>
          <p:nvPr/>
        </p:nvSpPr>
        <p:spPr bwMode="auto">
          <a:xfrm>
            <a:off x="59436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5" name="Oval 29">
            <a:extLst>
              <a:ext uri="{FF2B5EF4-FFF2-40B4-BE49-F238E27FC236}">
                <a16:creationId xmlns:a16="http://schemas.microsoft.com/office/drawing/2014/main" id="{615D5959-6C70-A3E0-3540-A64C4CF07A0F}"/>
              </a:ext>
            </a:extLst>
          </p:cNvPr>
          <p:cNvSpPr>
            <a:spLocks noChangeArrowheads="1"/>
          </p:cNvSpPr>
          <p:nvPr/>
        </p:nvSpPr>
        <p:spPr bwMode="auto">
          <a:xfrm>
            <a:off x="6629400" y="17526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26" name="Line 31">
            <a:extLst>
              <a:ext uri="{FF2B5EF4-FFF2-40B4-BE49-F238E27FC236}">
                <a16:creationId xmlns:a16="http://schemas.microsoft.com/office/drawing/2014/main" id="{D24395E3-4BA8-7618-B60D-E65FA9D00B3A}"/>
              </a:ext>
            </a:extLst>
          </p:cNvPr>
          <p:cNvSpPr>
            <a:spLocks noChangeShapeType="1"/>
          </p:cNvSpPr>
          <p:nvPr/>
        </p:nvSpPr>
        <p:spPr bwMode="auto">
          <a:xfrm>
            <a:off x="1676400" y="39624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7" name="Line 32">
            <a:extLst>
              <a:ext uri="{FF2B5EF4-FFF2-40B4-BE49-F238E27FC236}">
                <a16:creationId xmlns:a16="http://schemas.microsoft.com/office/drawing/2014/main" id="{EF940CEF-7D15-BD96-8FE3-71BDEA91CB5D}"/>
              </a:ext>
            </a:extLst>
          </p:cNvPr>
          <p:cNvSpPr>
            <a:spLocks noChangeShapeType="1"/>
          </p:cNvSpPr>
          <p:nvPr/>
        </p:nvSpPr>
        <p:spPr bwMode="auto">
          <a:xfrm flipH="1">
            <a:off x="1066800" y="3276600"/>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8" name="Line 33">
            <a:extLst>
              <a:ext uri="{FF2B5EF4-FFF2-40B4-BE49-F238E27FC236}">
                <a16:creationId xmlns:a16="http://schemas.microsoft.com/office/drawing/2014/main" id="{444A553F-8200-F4EF-5FE6-34A5021EAC60}"/>
              </a:ext>
            </a:extLst>
          </p:cNvPr>
          <p:cNvSpPr>
            <a:spLocks noChangeShapeType="1"/>
          </p:cNvSpPr>
          <p:nvPr/>
        </p:nvSpPr>
        <p:spPr bwMode="auto">
          <a:xfrm flipH="1">
            <a:off x="2667000" y="46482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9" name="Line 34">
            <a:extLst>
              <a:ext uri="{FF2B5EF4-FFF2-40B4-BE49-F238E27FC236}">
                <a16:creationId xmlns:a16="http://schemas.microsoft.com/office/drawing/2014/main" id="{73D16E14-498B-66E1-3455-6ACF7FF4B0D6}"/>
              </a:ext>
            </a:extLst>
          </p:cNvPr>
          <p:cNvSpPr>
            <a:spLocks noChangeShapeType="1"/>
          </p:cNvSpPr>
          <p:nvPr/>
        </p:nvSpPr>
        <p:spPr bwMode="auto">
          <a:xfrm>
            <a:off x="2286000" y="3352800"/>
            <a:ext cx="838200" cy="1143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30" name="Oval 35">
            <a:extLst>
              <a:ext uri="{FF2B5EF4-FFF2-40B4-BE49-F238E27FC236}">
                <a16:creationId xmlns:a16="http://schemas.microsoft.com/office/drawing/2014/main" id="{17EE9DEB-02DE-92DC-C0DD-A56CCFA08CF1}"/>
              </a:ext>
            </a:extLst>
          </p:cNvPr>
          <p:cNvSpPr>
            <a:spLocks noChangeArrowheads="1"/>
          </p:cNvSpPr>
          <p:nvPr/>
        </p:nvSpPr>
        <p:spPr bwMode="auto">
          <a:xfrm>
            <a:off x="1905000" y="2971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1" name="Oval 36">
            <a:extLst>
              <a:ext uri="{FF2B5EF4-FFF2-40B4-BE49-F238E27FC236}">
                <a16:creationId xmlns:a16="http://schemas.microsoft.com/office/drawing/2014/main" id="{A1D40728-2D34-BA60-BC70-263165FB1A9A}"/>
              </a:ext>
            </a:extLst>
          </p:cNvPr>
          <p:cNvSpPr>
            <a:spLocks noChangeArrowheads="1"/>
          </p:cNvSpPr>
          <p:nvPr/>
        </p:nvSpPr>
        <p:spPr bwMode="auto">
          <a:xfrm>
            <a:off x="2438400" y="35814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78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2" name="Oval 37">
            <a:extLst>
              <a:ext uri="{FF2B5EF4-FFF2-40B4-BE49-F238E27FC236}">
                <a16:creationId xmlns:a16="http://schemas.microsoft.com/office/drawing/2014/main" id="{D66AF475-1880-6B74-2258-D6653050B008}"/>
              </a:ext>
            </a:extLst>
          </p:cNvPr>
          <p:cNvSpPr>
            <a:spLocks noChangeArrowheads="1"/>
          </p:cNvSpPr>
          <p:nvPr/>
        </p:nvSpPr>
        <p:spPr bwMode="auto">
          <a:xfrm>
            <a:off x="2514600" y="5029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3" name="Oval 38">
            <a:extLst>
              <a:ext uri="{FF2B5EF4-FFF2-40B4-BE49-F238E27FC236}">
                <a16:creationId xmlns:a16="http://schemas.microsoft.com/office/drawing/2014/main" id="{9FF4EE09-CF23-D654-E7E3-866A3F64C4CE}"/>
              </a:ext>
            </a:extLst>
          </p:cNvPr>
          <p:cNvSpPr>
            <a:spLocks noChangeArrowheads="1"/>
          </p:cNvSpPr>
          <p:nvPr/>
        </p:nvSpPr>
        <p:spPr bwMode="auto">
          <a:xfrm>
            <a:off x="1371600" y="35814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4" name="Oval 39">
            <a:extLst>
              <a:ext uri="{FF2B5EF4-FFF2-40B4-BE49-F238E27FC236}">
                <a16:creationId xmlns:a16="http://schemas.microsoft.com/office/drawing/2014/main" id="{DBCDFD08-5904-89ED-E9A1-629F225804C9}"/>
              </a:ext>
            </a:extLst>
          </p:cNvPr>
          <p:cNvSpPr>
            <a:spLocks noChangeArrowheads="1"/>
          </p:cNvSpPr>
          <p:nvPr/>
        </p:nvSpPr>
        <p:spPr bwMode="auto">
          <a:xfrm>
            <a:off x="2819400" y="426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94</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5" name="Oval 40">
            <a:extLst>
              <a:ext uri="{FF2B5EF4-FFF2-40B4-BE49-F238E27FC236}">
                <a16:creationId xmlns:a16="http://schemas.microsoft.com/office/drawing/2014/main" id="{3F87E1C8-F782-9C10-4C83-19044E57E622}"/>
              </a:ext>
            </a:extLst>
          </p:cNvPr>
          <p:cNvSpPr>
            <a:spLocks noChangeArrowheads="1"/>
          </p:cNvSpPr>
          <p:nvPr/>
        </p:nvSpPr>
        <p:spPr bwMode="auto">
          <a:xfrm>
            <a:off x="914400" y="426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6" name="Oval 41">
            <a:extLst>
              <a:ext uri="{FF2B5EF4-FFF2-40B4-BE49-F238E27FC236}">
                <a16:creationId xmlns:a16="http://schemas.microsoft.com/office/drawing/2014/main" id="{788C2089-8566-90A0-A212-ACC9D1054A31}"/>
              </a:ext>
            </a:extLst>
          </p:cNvPr>
          <p:cNvSpPr>
            <a:spLocks noChangeArrowheads="1"/>
          </p:cNvSpPr>
          <p:nvPr/>
        </p:nvSpPr>
        <p:spPr bwMode="auto">
          <a:xfrm>
            <a:off x="1600200" y="426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45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37" name="AutoShape 42">
            <a:extLst>
              <a:ext uri="{FF2B5EF4-FFF2-40B4-BE49-F238E27FC236}">
                <a16:creationId xmlns:a16="http://schemas.microsoft.com/office/drawing/2014/main" id="{4F58CEFC-9D9A-9E19-5D30-449A62B67714}"/>
              </a:ext>
            </a:extLst>
          </p:cNvPr>
          <p:cNvSpPr>
            <a:spLocks noChangeArrowheads="1"/>
          </p:cNvSpPr>
          <p:nvPr/>
        </p:nvSpPr>
        <p:spPr bwMode="auto">
          <a:xfrm>
            <a:off x="3352800" y="2971800"/>
            <a:ext cx="1524000" cy="533400"/>
          </a:xfrm>
          <a:prstGeom prst="cloudCallout">
            <a:avLst>
              <a:gd name="adj1" fmla="val -81250"/>
              <a:gd name="adj2" fmla="val 86903"/>
            </a:avLst>
          </a:prstGeom>
          <a:solidFill>
            <a:srgbClr val="99FF99"/>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zh-CN" altLang="en-US" sz="2800">
                <a:solidFill>
                  <a:srgbClr val="CC3300"/>
                </a:solidFill>
                <a:latin typeface="Times New Roman" panose="02020603050405020304" pitchFamily="18" charset="0"/>
                <a:ea typeface="隶书" panose="02010509060101010101" pitchFamily="49" charset="-122"/>
              </a:rPr>
              <a:t>删除</a:t>
            </a:r>
            <a:r>
              <a:rPr kumimoji="1" lang="en-US" altLang="zh-CN" sz="2800">
                <a:solidFill>
                  <a:srgbClr val="CC3300"/>
                </a:solidFill>
                <a:latin typeface="Times New Roman" panose="02020603050405020304" pitchFamily="18" charset="0"/>
                <a:ea typeface="隶书" panose="02010509060101010101" pitchFamily="49" charset="-122"/>
              </a:rPr>
              <a:t>78</a:t>
            </a:r>
            <a:endParaRPr kumimoji="1" lang="en-US" altLang="zh-CN" sz="2400">
              <a:latin typeface="Times New Roman" panose="02020603050405020304" pitchFamily="18" charset="0"/>
              <a:ea typeface="宋体" panose="02010600030101010101" pitchFamily="2" charset="-122"/>
            </a:endParaRPr>
          </a:p>
        </p:txBody>
      </p:sp>
      <p:sp>
        <p:nvSpPr>
          <p:cNvPr id="284715" name="AutoShape 43">
            <a:extLst>
              <a:ext uri="{FF2B5EF4-FFF2-40B4-BE49-F238E27FC236}">
                <a16:creationId xmlns:a16="http://schemas.microsoft.com/office/drawing/2014/main" id="{ED7EE263-1CA0-8B6B-2F50-99C42FE119F9}"/>
              </a:ext>
            </a:extLst>
          </p:cNvPr>
          <p:cNvSpPr>
            <a:spLocks noChangeArrowheads="1"/>
          </p:cNvSpPr>
          <p:nvPr/>
        </p:nvSpPr>
        <p:spPr bwMode="auto">
          <a:xfrm>
            <a:off x="3962400" y="3886200"/>
            <a:ext cx="1676400" cy="304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1"/>
              </a:gs>
              <a:gs pos="100000">
                <a:schemeClr val="accent1">
                  <a:gamma/>
                  <a:shade val="46275"/>
                  <a:invGamma/>
                </a:schemeClr>
              </a:gs>
            </a:gsLst>
            <a:lin ang="5400000" scaled="1"/>
          </a:gradFill>
          <a:ln w="9525">
            <a:solidFill>
              <a:schemeClr val="tx1"/>
            </a:solidFill>
            <a:miter lim="800000"/>
            <a:headEnd/>
            <a:tailEnd/>
          </a:ln>
          <a:effectLst/>
        </p:spPr>
        <p:txBody>
          <a:bodyPr wrap="none" anchor="ctr"/>
          <a:lstStyle/>
          <a:p>
            <a:pPr>
              <a:defRPr/>
            </a:pPr>
            <a:endParaRPr lang="zh-CN" altLang="en-US">
              <a:latin typeface="Times New Roman" charset="0"/>
            </a:endParaRPr>
          </a:p>
        </p:txBody>
      </p:sp>
      <p:sp>
        <p:nvSpPr>
          <p:cNvPr id="55339" name="Text Box 44">
            <a:extLst>
              <a:ext uri="{FF2B5EF4-FFF2-40B4-BE49-F238E27FC236}">
                <a16:creationId xmlns:a16="http://schemas.microsoft.com/office/drawing/2014/main" id="{FDBA2B4A-FA8B-BDB7-F4E4-39FAD903A5E6}"/>
              </a:ext>
            </a:extLst>
          </p:cNvPr>
          <p:cNvSpPr txBox="1">
            <a:spLocks noChangeArrowheads="1"/>
          </p:cNvSpPr>
          <p:nvPr/>
        </p:nvSpPr>
        <p:spPr bwMode="auto">
          <a:xfrm>
            <a:off x="3581400" y="4254500"/>
            <a:ext cx="23622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80000"/>
              </a:lnSpc>
              <a:spcBef>
                <a:spcPct val="0"/>
              </a:spcBef>
              <a:buFontTx/>
              <a:buNone/>
            </a:pPr>
            <a:r>
              <a:rPr kumimoji="1" lang="zh-CN" altLang="en-US" sz="2800">
                <a:solidFill>
                  <a:srgbClr val="003300"/>
                </a:solidFill>
                <a:latin typeface="Times New Roman" panose="02020603050405020304" pitchFamily="18" charset="0"/>
                <a:ea typeface="隶书" panose="02010509060101010101" pitchFamily="49" charset="-122"/>
              </a:rPr>
              <a:t>在右子树上找中序下第一个结点填补</a:t>
            </a:r>
            <a:endParaRPr kumimoji="1" lang="zh-CN" altLang="en-US" sz="2400">
              <a:solidFill>
                <a:srgbClr val="003300"/>
              </a:solidFill>
              <a:latin typeface="Times New Roman" panose="02020603050405020304" pitchFamily="18" charset="0"/>
              <a:ea typeface="宋体" panose="02010600030101010101" pitchFamily="2" charset="-122"/>
            </a:endParaRPr>
          </a:p>
        </p:txBody>
      </p:sp>
      <p:sp>
        <p:nvSpPr>
          <p:cNvPr id="55340" name="Oval 58">
            <a:extLst>
              <a:ext uri="{FF2B5EF4-FFF2-40B4-BE49-F238E27FC236}">
                <a16:creationId xmlns:a16="http://schemas.microsoft.com/office/drawing/2014/main" id="{C4AC5B51-69A7-5247-E5BB-0802B9D0F78B}"/>
              </a:ext>
            </a:extLst>
          </p:cNvPr>
          <p:cNvSpPr>
            <a:spLocks noChangeArrowheads="1"/>
          </p:cNvSpPr>
          <p:nvPr/>
        </p:nvSpPr>
        <p:spPr bwMode="auto">
          <a:xfrm>
            <a:off x="1447800" y="5029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41" name="Oval 59">
            <a:extLst>
              <a:ext uri="{FF2B5EF4-FFF2-40B4-BE49-F238E27FC236}">
                <a16:creationId xmlns:a16="http://schemas.microsoft.com/office/drawing/2014/main" id="{07647FFB-93DF-3C5E-0310-69623FEF7588}"/>
              </a:ext>
            </a:extLst>
          </p:cNvPr>
          <p:cNvSpPr>
            <a:spLocks noChangeArrowheads="1"/>
          </p:cNvSpPr>
          <p:nvPr/>
        </p:nvSpPr>
        <p:spPr bwMode="auto">
          <a:xfrm>
            <a:off x="2133600" y="42672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42" name="Line 61">
            <a:extLst>
              <a:ext uri="{FF2B5EF4-FFF2-40B4-BE49-F238E27FC236}">
                <a16:creationId xmlns:a16="http://schemas.microsoft.com/office/drawing/2014/main" id="{95066456-108B-853C-60A4-1F6B539578E6}"/>
              </a:ext>
            </a:extLst>
          </p:cNvPr>
          <p:cNvSpPr>
            <a:spLocks noChangeShapeType="1"/>
          </p:cNvSpPr>
          <p:nvPr/>
        </p:nvSpPr>
        <p:spPr bwMode="auto">
          <a:xfrm flipH="1">
            <a:off x="7543800" y="41910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3" name="Line 62">
            <a:extLst>
              <a:ext uri="{FF2B5EF4-FFF2-40B4-BE49-F238E27FC236}">
                <a16:creationId xmlns:a16="http://schemas.microsoft.com/office/drawing/2014/main" id="{DC2C993C-B304-9F19-1249-F018E2B46BEB}"/>
              </a:ext>
            </a:extLst>
          </p:cNvPr>
          <p:cNvSpPr>
            <a:spLocks noChangeShapeType="1"/>
          </p:cNvSpPr>
          <p:nvPr/>
        </p:nvSpPr>
        <p:spPr bwMode="auto">
          <a:xfrm flipH="1">
            <a:off x="6858000" y="4800600"/>
            <a:ext cx="228600" cy="6096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4" name="Line 65">
            <a:extLst>
              <a:ext uri="{FF2B5EF4-FFF2-40B4-BE49-F238E27FC236}">
                <a16:creationId xmlns:a16="http://schemas.microsoft.com/office/drawing/2014/main" id="{EFAC485E-CD70-FA9C-80D3-AC964DC5F362}"/>
              </a:ext>
            </a:extLst>
          </p:cNvPr>
          <p:cNvSpPr>
            <a:spLocks noChangeShapeType="1"/>
          </p:cNvSpPr>
          <p:nvPr/>
        </p:nvSpPr>
        <p:spPr bwMode="auto">
          <a:xfrm>
            <a:off x="6858000" y="4191000"/>
            <a:ext cx="228600" cy="45720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5" name="Line 66">
            <a:extLst>
              <a:ext uri="{FF2B5EF4-FFF2-40B4-BE49-F238E27FC236}">
                <a16:creationId xmlns:a16="http://schemas.microsoft.com/office/drawing/2014/main" id="{3434BB8A-2E99-4327-08F6-B6ABA4E3AB78}"/>
              </a:ext>
            </a:extLst>
          </p:cNvPr>
          <p:cNvSpPr>
            <a:spLocks noChangeShapeType="1"/>
          </p:cNvSpPr>
          <p:nvPr/>
        </p:nvSpPr>
        <p:spPr bwMode="auto">
          <a:xfrm flipH="1">
            <a:off x="6248400" y="3505200"/>
            <a:ext cx="990600" cy="12192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6" name="Line 67">
            <a:extLst>
              <a:ext uri="{FF2B5EF4-FFF2-40B4-BE49-F238E27FC236}">
                <a16:creationId xmlns:a16="http://schemas.microsoft.com/office/drawing/2014/main" id="{AB763A1C-82EC-BDB1-B685-1DD9A45421E5}"/>
              </a:ext>
            </a:extLst>
          </p:cNvPr>
          <p:cNvSpPr>
            <a:spLocks noChangeShapeType="1"/>
          </p:cNvSpPr>
          <p:nvPr/>
        </p:nvSpPr>
        <p:spPr bwMode="auto">
          <a:xfrm flipH="1">
            <a:off x="7848600" y="4876800"/>
            <a:ext cx="304800" cy="533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7" name="Line 68">
            <a:extLst>
              <a:ext uri="{FF2B5EF4-FFF2-40B4-BE49-F238E27FC236}">
                <a16:creationId xmlns:a16="http://schemas.microsoft.com/office/drawing/2014/main" id="{175F9BA9-A629-C090-975E-6EB9FD281B02}"/>
              </a:ext>
            </a:extLst>
          </p:cNvPr>
          <p:cNvSpPr>
            <a:spLocks noChangeShapeType="1"/>
          </p:cNvSpPr>
          <p:nvPr/>
        </p:nvSpPr>
        <p:spPr bwMode="auto">
          <a:xfrm>
            <a:off x="7467600" y="3581400"/>
            <a:ext cx="838200" cy="11430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48" name="Oval 69">
            <a:extLst>
              <a:ext uri="{FF2B5EF4-FFF2-40B4-BE49-F238E27FC236}">
                <a16:creationId xmlns:a16="http://schemas.microsoft.com/office/drawing/2014/main" id="{B1C81850-A725-00D8-FF09-EB9BEF04556E}"/>
              </a:ext>
            </a:extLst>
          </p:cNvPr>
          <p:cNvSpPr>
            <a:spLocks noChangeArrowheads="1"/>
          </p:cNvSpPr>
          <p:nvPr/>
        </p:nvSpPr>
        <p:spPr bwMode="auto">
          <a:xfrm>
            <a:off x="7086600" y="32004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53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49" name="Oval 70">
            <a:extLst>
              <a:ext uri="{FF2B5EF4-FFF2-40B4-BE49-F238E27FC236}">
                <a16:creationId xmlns:a16="http://schemas.microsoft.com/office/drawing/2014/main" id="{5990FBB8-249C-AA15-5C63-E9A9421D51A7}"/>
              </a:ext>
            </a:extLst>
          </p:cNvPr>
          <p:cNvSpPr>
            <a:spLocks noChangeArrowheads="1"/>
          </p:cNvSpPr>
          <p:nvPr/>
        </p:nvSpPr>
        <p:spPr bwMode="auto">
          <a:xfrm>
            <a:off x="7620000" y="3810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81</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0" name="Oval 71">
            <a:extLst>
              <a:ext uri="{FF2B5EF4-FFF2-40B4-BE49-F238E27FC236}">
                <a16:creationId xmlns:a16="http://schemas.microsoft.com/office/drawing/2014/main" id="{3F8186C8-9450-CF92-468B-649C4FD4965B}"/>
              </a:ext>
            </a:extLst>
          </p:cNvPr>
          <p:cNvSpPr>
            <a:spLocks noChangeArrowheads="1"/>
          </p:cNvSpPr>
          <p:nvPr/>
        </p:nvSpPr>
        <p:spPr bwMode="auto">
          <a:xfrm>
            <a:off x="7696200" y="5257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88</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1" name="Oval 72">
            <a:extLst>
              <a:ext uri="{FF2B5EF4-FFF2-40B4-BE49-F238E27FC236}">
                <a16:creationId xmlns:a16="http://schemas.microsoft.com/office/drawing/2014/main" id="{FA87E5AF-BAB6-9791-BF92-A7DBB40DD914}"/>
              </a:ext>
            </a:extLst>
          </p:cNvPr>
          <p:cNvSpPr>
            <a:spLocks noChangeArrowheads="1"/>
          </p:cNvSpPr>
          <p:nvPr/>
        </p:nvSpPr>
        <p:spPr bwMode="auto">
          <a:xfrm>
            <a:off x="6553200" y="38100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17</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2" name="Oval 73">
            <a:extLst>
              <a:ext uri="{FF2B5EF4-FFF2-40B4-BE49-F238E27FC236}">
                <a16:creationId xmlns:a16="http://schemas.microsoft.com/office/drawing/2014/main" id="{86D4BE1B-76B2-0A10-4F9D-211363DB0BA8}"/>
              </a:ext>
            </a:extLst>
          </p:cNvPr>
          <p:cNvSpPr>
            <a:spLocks noChangeArrowheads="1"/>
          </p:cNvSpPr>
          <p:nvPr/>
        </p:nvSpPr>
        <p:spPr bwMode="auto">
          <a:xfrm>
            <a:off x="8001000" y="4495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94</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3" name="Oval 74">
            <a:extLst>
              <a:ext uri="{FF2B5EF4-FFF2-40B4-BE49-F238E27FC236}">
                <a16:creationId xmlns:a16="http://schemas.microsoft.com/office/drawing/2014/main" id="{74392B36-0294-D2FC-9840-DADE04D7C050}"/>
              </a:ext>
            </a:extLst>
          </p:cNvPr>
          <p:cNvSpPr>
            <a:spLocks noChangeArrowheads="1"/>
          </p:cNvSpPr>
          <p:nvPr/>
        </p:nvSpPr>
        <p:spPr bwMode="auto">
          <a:xfrm>
            <a:off x="6096000" y="4495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09</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4" name="Oval 75">
            <a:extLst>
              <a:ext uri="{FF2B5EF4-FFF2-40B4-BE49-F238E27FC236}">
                <a16:creationId xmlns:a16="http://schemas.microsoft.com/office/drawing/2014/main" id="{AEAE62E5-8EAF-942E-048F-5A8730C97FD7}"/>
              </a:ext>
            </a:extLst>
          </p:cNvPr>
          <p:cNvSpPr>
            <a:spLocks noChangeArrowheads="1"/>
          </p:cNvSpPr>
          <p:nvPr/>
        </p:nvSpPr>
        <p:spPr bwMode="auto">
          <a:xfrm>
            <a:off x="6781800" y="4495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45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5" name="Oval 76">
            <a:extLst>
              <a:ext uri="{FF2B5EF4-FFF2-40B4-BE49-F238E27FC236}">
                <a16:creationId xmlns:a16="http://schemas.microsoft.com/office/drawing/2014/main" id="{CF7836F9-6655-3A2D-169B-5072D35B6439}"/>
              </a:ext>
            </a:extLst>
          </p:cNvPr>
          <p:cNvSpPr>
            <a:spLocks noChangeArrowheads="1"/>
          </p:cNvSpPr>
          <p:nvPr/>
        </p:nvSpPr>
        <p:spPr bwMode="auto">
          <a:xfrm>
            <a:off x="6629400" y="5257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23</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6" name="Oval 77">
            <a:extLst>
              <a:ext uri="{FF2B5EF4-FFF2-40B4-BE49-F238E27FC236}">
                <a16:creationId xmlns:a16="http://schemas.microsoft.com/office/drawing/2014/main" id="{8089A46A-D5A5-8E55-6CD5-86158438171C}"/>
              </a:ext>
            </a:extLst>
          </p:cNvPr>
          <p:cNvSpPr>
            <a:spLocks noChangeArrowheads="1"/>
          </p:cNvSpPr>
          <p:nvPr/>
        </p:nvSpPr>
        <p:spPr bwMode="auto">
          <a:xfrm>
            <a:off x="7315200" y="4495800"/>
            <a:ext cx="457200" cy="457200"/>
          </a:xfrm>
          <a:prstGeom prst="ellipse">
            <a:avLst/>
          </a:prstGeom>
          <a:solidFill>
            <a:srgbClr val="CCFF33"/>
          </a:solidFill>
          <a:ln w="38100">
            <a:solidFill>
              <a:schemeClr val="hlink"/>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65</a:t>
            </a:r>
            <a:endParaRPr kumimoji="1" lang="en-US" altLang="zh-CN" sz="2400">
              <a:solidFill>
                <a:schemeClr val="tx2"/>
              </a:solidFill>
              <a:latin typeface="Times New Roman" panose="02020603050405020304" pitchFamily="18" charset="0"/>
              <a:ea typeface="宋体" panose="02010600030101010101" pitchFamily="2" charset="-122"/>
            </a:endParaRPr>
          </a:p>
        </p:txBody>
      </p:sp>
      <p:sp>
        <p:nvSpPr>
          <p:cNvPr id="55357" name="Line 78">
            <a:extLst>
              <a:ext uri="{FF2B5EF4-FFF2-40B4-BE49-F238E27FC236}">
                <a16:creationId xmlns:a16="http://schemas.microsoft.com/office/drawing/2014/main" id="{D7191D7D-550C-2053-44A8-72C68377246A}"/>
              </a:ext>
            </a:extLst>
          </p:cNvPr>
          <p:cNvSpPr>
            <a:spLocks noChangeShapeType="1"/>
          </p:cNvSpPr>
          <p:nvPr/>
        </p:nvSpPr>
        <p:spPr bwMode="auto">
          <a:xfrm flipV="1">
            <a:off x="2667000" y="4038600"/>
            <a:ext cx="0" cy="990600"/>
          </a:xfrm>
          <a:prstGeom prst="line">
            <a:avLst/>
          </a:prstGeom>
          <a:noFill/>
          <a:ln w="28575">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58" name="Line 79">
            <a:extLst>
              <a:ext uri="{FF2B5EF4-FFF2-40B4-BE49-F238E27FC236}">
                <a16:creationId xmlns:a16="http://schemas.microsoft.com/office/drawing/2014/main" id="{2924EB94-3BF5-FDED-9E1A-9D0AFD00ADA9}"/>
              </a:ext>
            </a:extLst>
          </p:cNvPr>
          <p:cNvSpPr>
            <a:spLocks noChangeShapeType="1"/>
          </p:cNvSpPr>
          <p:nvPr/>
        </p:nvSpPr>
        <p:spPr bwMode="auto">
          <a:xfrm flipV="1">
            <a:off x="3048000" y="4724400"/>
            <a:ext cx="0" cy="990600"/>
          </a:xfrm>
          <a:prstGeom prst="line">
            <a:avLst/>
          </a:prstGeom>
          <a:noFill/>
          <a:ln w="28575">
            <a:solidFill>
              <a:schemeClr val="tx2"/>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B5A2B108-D417-283D-885B-170E32A6137C}"/>
              </a:ext>
            </a:extLst>
          </p:cNvPr>
          <p:cNvSpPr>
            <a:spLocks noGrp="1"/>
          </p:cNvSpPr>
          <p:nvPr>
            <p:ph type="sldNum" sz="quarter" idx="12"/>
          </p:nvPr>
        </p:nvSpPr>
        <p:spPr/>
        <p:txBody>
          <a:bodyPr/>
          <a:lstStyle/>
          <a:p>
            <a:pPr>
              <a:defRPr/>
            </a:pPr>
            <a:fld id="{A5CDC942-AD50-4CB1-AAEC-9B389C2C8E01}" type="slidenum">
              <a:rPr lang="en-US" altLang="zh-CN" smtClean="0"/>
              <a:pPr>
                <a:defRPr/>
              </a:pPr>
              <a:t>42</a:t>
            </a:fld>
            <a:endParaRPr lang="en-US" altLang="zh-CN"/>
          </a:p>
        </p:txBody>
      </p:sp>
    </p:spTree>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a:extLst>
              <a:ext uri="{FF2B5EF4-FFF2-40B4-BE49-F238E27FC236}">
                <a16:creationId xmlns:a16="http://schemas.microsoft.com/office/drawing/2014/main" id="{D6332D08-0777-2EB9-6F50-DDF35E2FD71B}"/>
              </a:ext>
            </a:extLst>
          </p:cNvPr>
          <p:cNvSpPr>
            <a:spLocks noGrp="1" noChangeArrowheads="1"/>
          </p:cNvSpPr>
          <p:nvPr>
            <p:ph type="body" idx="1"/>
          </p:nvPr>
        </p:nvSpPr>
        <p:spPr>
          <a:xfrm>
            <a:off x="107504" y="116632"/>
            <a:ext cx="8928992" cy="6624736"/>
          </a:xfrm>
        </p:spPr>
        <p:txBody>
          <a:bodyPr>
            <a:normAutofit fontScale="47500" lnSpcReduction="20000"/>
          </a:bodyPr>
          <a:lstStyle/>
          <a:p>
            <a:pPr marL="0" indent="0">
              <a:buNone/>
            </a:pPr>
            <a:r>
              <a:rPr lang="en-US" altLang="zh-CN" dirty="0"/>
              <a:t>//</a:t>
            </a:r>
            <a:r>
              <a:rPr lang="zh-CN" altLang="en-US" dirty="0"/>
              <a:t>二叉搜索树的删除算法</a:t>
            </a:r>
            <a:endParaRPr lang="en-US" altLang="zh-CN" dirty="0"/>
          </a:p>
          <a:p>
            <a:pPr marL="0" indent="0">
              <a:buNone/>
            </a:pPr>
            <a:r>
              <a:rPr lang="en-US" altLang="zh-CN" dirty="0"/>
              <a:t>template &lt;class K&gt; </a:t>
            </a:r>
          </a:p>
          <a:p>
            <a:pPr marL="0" indent="0">
              <a:buNone/>
            </a:pPr>
            <a:r>
              <a:rPr lang="en-US" altLang="zh-CN" dirty="0"/>
              <a:t>bool BST &lt;K&gt; ::Remove (const K x, </a:t>
            </a:r>
            <a:r>
              <a:rPr lang="en-US" altLang="zh-CN" dirty="0" err="1"/>
              <a:t>BSTNode</a:t>
            </a:r>
            <a:r>
              <a:rPr lang="en-US" altLang="zh-CN" dirty="0"/>
              <a:t>&lt;K&gt; * &amp; </a:t>
            </a:r>
            <a:r>
              <a:rPr lang="en-US" altLang="zh-CN" dirty="0" err="1"/>
              <a:t>ptr</a:t>
            </a:r>
            <a:r>
              <a:rPr lang="en-US" altLang="zh-CN" dirty="0"/>
              <a:t>) {</a:t>
            </a:r>
          </a:p>
          <a:p>
            <a:pPr marL="0" indent="0">
              <a:buNone/>
            </a:pPr>
            <a:r>
              <a:rPr lang="en-US" altLang="zh-CN" dirty="0"/>
              <a:t>    </a:t>
            </a:r>
            <a:r>
              <a:rPr lang="en-US" altLang="zh-CN" dirty="0" err="1"/>
              <a:t>BSTNode</a:t>
            </a:r>
            <a:r>
              <a:rPr lang="en-US" altLang="zh-CN" dirty="0"/>
              <a:t>&lt;K&gt; * temp;</a:t>
            </a:r>
          </a:p>
          <a:p>
            <a:pPr marL="0" indent="0">
              <a:buNone/>
            </a:pPr>
            <a:r>
              <a:rPr lang="en-US" altLang="zh-CN" dirty="0"/>
              <a:t>    if ( </a:t>
            </a:r>
            <a:r>
              <a:rPr lang="en-US" altLang="zh-CN" dirty="0" err="1"/>
              <a:t>ptr</a:t>
            </a:r>
            <a:r>
              <a:rPr lang="en-US" altLang="zh-CN" dirty="0"/>
              <a:t> != NULL )</a:t>
            </a:r>
          </a:p>
          <a:p>
            <a:pPr marL="0" indent="0">
              <a:buNone/>
            </a:pPr>
            <a:r>
              <a:rPr lang="en-US" altLang="zh-CN" dirty="0"/>
              <a:t>       if ( x &lt; </a:t>
            </a:r>
            <a:r>
              <a:rPr lang="en-US" altLang="zh-CN" dirty="0" err="1"/>
              <a:t>ptr</a:t>
            </a:r>
            <a:r>
              <a:rPr lang="en-US" altLang="zh-CN" dirty="0"/>
              <a:t>-&gt;data )   Remove ( x, </a:t>
            </a:r>
            <a:r>
              <a:rPr lang="en-US" altLang="zh-CN" dirty="0" err="1"/>
              <a:t>ptr</a:t>
            </a:r>
            <a:r>
              <a:rPr lang="en-US" altLang="zh-CN" dirty="0"/>
              <a:t>-&gt;left ); </a:t>
            </a:r>
          </a:p>
          <a:p>
            <a:pPr marL="0" indent="0">
              <a:buNone/>
            </a:pPr>
            <a:r>
              <a:rPr lang="en-US" altLang="zh-CN" dirty="0"/>
              <a:t>       else if ( x &gt; </a:t>
            </a:r>
            <a:r>
              <a:rPr lang="en-US" altLang="zh-CN" dirty="0" err="1"/>
              <a:t>ptr</a:t>
            </a:r>
            <a:r>
              <a:rPr lang="en-US" altLang="zh-CN" dirty="0"/>
              <a:t>-&gt;data )       Remove ( x, </a:t>
            </a:r>
            <a:r>
              <a:rPr lang="en-US" altLang="zh-CN" dirty="0" err="1"/>
              <a:t>ptr</a:t>
            </a:r>
            <a:r>
              <a:rPr lang="en-US" altLang="zh-CN" dirty="0"/>
              <a:t>-&gt;right );</a:t>
            </a:r>
          </a:p>
          <a:p>
            <a:pPr marL="0" indent="0">
              <a:buNone/>
            </a:pPr>
            <a:r>
              <a:rPr lang="en-US" altLang="zh-CN" dirty="0"/>
              <a:t>       else if ( </a:t>
            </a:r>
            <a:r>
              <a:rPr lang="en-US" altLang="zh-CN" dirty="0" err="1"/>
              <a:t>ptr</a:t>
            </a:r>
            <a:r>
              <a:rPr lang="en-US" altLang="zh-CN" dirty="0"/>
              <a:t>-&gt;left != NULL &amp;&amp; </a:t>
            </a:r>
            <a:r>
              <a:rPr lang="en-US" altLang="zh-CN" dirty="0" err="1"/>
              <a:t>ptr</a:t>
            </a:r>
            <a:r>
              <a:rPr lang="en-US" altLang="zh-CN" dirty="0"/>
              <a:t>-&gt;right != NULL) {    // </a:t>
            </a:r>
            <a:r>
              <a:rPr lang="en-US" altLang="zh-CN" dirty="0" err="1"/>
              <a:t>ptr</a:t>
            </a:r>
            <a:r>
              <a:rPr lang="zh-CN" altLang="en-US" dirty="0"/>
              <a:t>结点有两个子女</a:t>
            </a:r>
            <a:endParaRPr lang="en-US" altLang="zh-CN" dirty="0"/>
          </a:p>
          <a:p>
            <a:pPr marL="0" indent="0">
              <a:buNone/>
            </a:pPr>
            <a:r>
              <a:rPr lang="en-US" altLang="zh-CN" dirty="0"/>
              <a:t>            temp = </a:t>
            </a:r>
            <a:r>
              <a:rPr lang="en-US" altLang="zh-CN" dirty="0" err="1"/>
              <a:t>ptr</a:t>
            </a:r>
            <a:r>
              <a:rPr lang="en-US" altLang="zh-CN" dirty="0"/>
              <a:t>-&gt;right;</a:t>
            </a:r>
          </a:p>
          <a:p>
            <a:pPr marL="0" indent="0">
              <a:buNone/>
            </a:pPr>
            <a:r>
              <a:rPr lang="en-US" altLang="zh-CN" dirty="0"/>
              <a:t>            while (temp-&gt;left != NULL)    temp = temp-&gt;left; </a:t>
            </a:r>
            <a:endParaRPr lang="zh-CN" altLang="en-US" dirty="0"/>
          </a:p>
          <a:p>
            <a:pPr marL="0" indent="0">
              <a:buNone/>
            </a:pPr>
            <a:r>
              <a:rPr lang="zh-CN" altLang="en-US" dirty="0"/>
              <a:t>            </a:t>
            </a:r>
            <a:r>
              <a:rPr lang="en-US" altLang="zh-CN" dirty="0" err="1"/>
              <a:t>ptr</a:t>
            </a:r>
            <a:r>
              <a:rPr lang="en-US" altLang="zh-CN" dirty="0"/>
              <a:t>-&gt;data = temp-&gt;data;   //</a:t>
            </a:r>
            <a:r>
              <a:rPr lang="en-US" altLang="zh-CN" dirty="0" err="1"/>
              <a:t>ptr</a:t>
            </a:r>
            <a:r>
              <a:rPr lang="zh-CN" altLang="en-US" dirty="0"/>
              <a:t>右子树中序首结点的数据复制到</a:t>
            </a:r>
            <a:r>
              <a:rPr lang="en-US" altLang="zh-CN" dirty="0" err="1"/>
              <a:t>ptr</a:t>
            </a:r>
            <a:endParaRPr lang="en-US" altLang="zh-CN" dirty="0"/>
          </a:p>
          <a:p>
            <a:pPr marL="0" indent="0">
              <a:buNone/>
            </a:pPr>
            <a:r>
              <a:rPr lang="en-US" altLang="zh-CN" dirty="0"/>
              <a:t>	Remove (temp-&gt;data, </a:t>
            </a:r>
            <a:r>
              <a:rPr lang="en-US" altLang="zh-CN" dirty="0" err="1"/>
              <a:t>ptr</a:t>
            </a:r>
            <a:r>
              <a:rPr lang="en-US" altLang="zh-CN" dirty="0"/>
              <a:t>-&gt;right );    //</a:t>
            </a:r>
            <a:r>
              <a:rPr lang="zh-CN" altLang="en-US" dirty="0"/>
              <a:t>在</a:t>
            </a:r>
            <a:r>
              <a:rPr lang="en-US" altLang="zh-CN" dirty="0" err="1"/>
              <a:t>ptr</a:t>
            </a:r>
            <a:r>
              <a:rPr lang="zh-CN" altLang="en-US" dirty="0"/>
              <a:t>的右子树中删除</a:t>
            </a:r>
            <a:r>
              <a:rPr lang="en-US" altLang="zh-CN" dirty="0"/>
              <a:t>temp</a:t>
            </a:r>
            <a:r>
              <a:rPr lang="zh-CN" altLang="en-US" dirty="0"/>
              <a:t>结点                  </a:t>
            </a:r>
          </a:p>
          <a:p>
            <a:pPr marL="0" indent="0">
              <a:buNone/>
            </a:pPr>
            <a:r>
              <a:rPr lang="zh-CN" altLang="en-US" dirty="0"/>
              <a:t>       </a:t>
            </a:r>
            <a:r>
              <a:rPr lang="en-US" altLang="zh-CN" dirty="0"/>
              <a:t>}   else  {	// </a:t>
            </a:r>
            <a:r>
              <a:rPr lang="en-US" altLang="zh-CN" dirty="0" err="1"/>
              <a:t>ptr</a:t>
            </a:r>
            <a:r>
              <a:rPr lang="zh-CN" altLang="en-US" dirty="0"/>
              <a:t>结点只有一个或零个子女</a:t>
            </a:r>
          </a:p>
          <a:p>
            <a:pPr marL="0" indent="0">
              <a:buNone/>
            </a:pPr>
            <a:r>
              <a:rPr lang="zh-CN" altLang="en-US" dirty="0"/>
              <a:t>            </a:t>
            </a:r>
            <a:r>
              <a:rPr lang="en-US" altLang="zh-CN" dirty="0"/>
              <a:t>temp = </a:t>
            </a:r>
            <a:r>
              <a:rPr lang="en-US" altLang="zh-CN" dirty="0" err="1"/>
              <a:t>ptr</a:t>
            </a:r>
            <a:r>
              <a:rPr lang="en-US" altLang="zh-CN" dirty="0"/>
              <a:t>;</a:t>
            </a:r>
          </a:p>
          <a:p>
            <a:pPr marL="0" indent="0">
              <a:buNone/>
            </a:pPr>
            <a:r>
              <a:rPr lang="en-US" altLang="zh-CN" dirty="0"/>
              <a:t>	if ( </a:t>
            </a:r>
            <a:r>
              <a:rPr lang="en-US" altLang="zh-CN" dirty="0" err="1"/>
              <a:t>ptr</a:t>
            </a:r>
            <a:r>
              <a:rPr lang="en-US" altLang="zh-CN" dirty="0"/>
              <a:t>-&gt;left == NULL )         </a:t>
            </a:r>
            <a:r>
              <a:rPr lang="en-US" altLang="zh-CN" dirty="0" err="1"/>
              <a:t>ptr</a:t>
            </a:r>
            <a:r>
              <a:rPr lang="en-US" altLang="zh-CN" dirty="0"/>
              <a:t> = </a:t>
            </a:r>
            <a:r>
              <a:rPr lang="en-US" altLang="zh-CN" dirty="0" err="1"/>
              <a:t>ptr</a:t>
            </a:r>
            <a:r>
              <a:rPr lang="en-US" altLang="zh-CN" dirty="0"/>
              <a:t>-&gt;right;  //</a:t>
            </a:r>
            <a:r>
              <a:rPr lang="zh-CN" altLang="en-US" dirty="0"/>
              <a:t>只有右子女</a:t>
            </a:r>
          </a:p>
          <a:p>
            <a:pPr marL="0" indent="0">
              <a:buNone/>
            </a:pPr>
            <a:r>
              <a:rPr lang="zh-CN" altLang="en-US" dirty="0"/>
              <a:t>            </a:t>
            </a:r>
            <a:r>
              <a:rPr lang="en-US" altLang="zh-CN" dirty="0"/>
              <a:t>else </a:t>
            </a:r>
            <a:r>
              <a:rPr lang="en-US" altLang="zh-CN" dirty="0" err="1"/>
              <a:t>ptr</a:t>
            </a:r>
            <a:r>
              <a:rPr lang="en-US" altLang="zh-CN" dirty="0"/>
              <a:t> = </a:t>
            </a:r>
            <a:r>
              <a:rPr lang="en-US" altLang="zh-CN" dirty="0" err="1"/>
              <a:t>ptr</a:t>
            </a:r>
            <a:r>
              <a:rPr lang="en-US" altLang="zh-CN" dirty="0"/>
              <a:t>-&gt;left;    //</a:t>
            </a:r>
            <a:r>
              <a:rPr lang="zh-CN" altLang="en-US" dirty="0"/>
              <a:t>只有左子女或者没有子女</a:t>
            </a:r>
          </a:p>
          <a:p>
            <a:pPr marL="0" indent="0">
              <a:buNone/>
            </a:pPr>
            <a:r>
              <a:rPr lang="zh-CN" altLang="en-US" dirty="0"/>
              <a:t>            </a:t>
            </a:r>
            <a:r>
              <a:rPr lang="en-US" altLang="zh-CN" dirty="0"/>
              <a:t>delete temp;                 return true;</a:t>
            </a:r>
          </a:p>
          <a:p>
            <a:pPr marL="0" indent="0">
              <a:buNone/>
            </a:pPr>
            <a:r>
              <a:rPr lang="en-US" altLang="zh-CN" dirty="0"/>
              <a:t>       }</a:t>
            </a:r>
          </a:p>
          <a:p>
            <a:pPr marL="0" indent="0">
              <a:buNone/>
            </a:pPr>
            <a:r>
              <a:rPr lang="en-US" altLang="zh-CN" dirty="0"/>
              <a:t>    return false;</a:t>
            </a:r>
          </a:p>
          <a:p>
            <a:pPr marL="0" indent="0">
              <a:buNone/>
            </a:pPr>
            <a:r>
              <a:rPr lang="en-US" altLang="zh-CN" dirty="0"/>
              <a:t>};</a:t>
            </a:r>
            <a:endParaRPr lang="zh-CN" altLang="en-US" dirty="0"/>
          </a:p>
        </p:txBody>
      </p:sp>
      <p:sp>
        <p:nvSpPr>
          <p:cNvPr id="2" name="灯片编号占位符 1">
            <a:extLst>
              <a:ext uri="{FF2B5EF4-FFF2-40B4-BE49-F238E27FC236}">
                <a16:creationId xmlns:a16="http://schemas.microsoft.com/office/drawing/2014/main" id="{44923E8D-2499-7EE6-81DE-CD4856B8A9C4}"/>
              </a:ext>
            </a:extLst>
          </p:cNvPr>
          <p:cNvSpPr>
            <a:spLocks noGrp="1"/>
          </p:cNvSpPr>
          <p:nvPr>
            <p:ph type="sldNum" sz="quarter" idx="12"/>
          </p:nvPr>
        </p:nvSpPr>
        <p:spPr/>
        <p:txBody>
          <a:bodyPr/>
          <a:lstStyle/>
          <a:p>
            <a:pPr>
              <a:defRPr/>
            </a:pPr>
            <a:fld id="{82BC8E53-3928-4033-8D0B-01554133DC73}" type="slidenum">
              <a:rPr lang="en-US" altLang="zh-CN" smtClean="0"/>
              <a:pPr>
                <a:defRPr/>
              </a:pPr>
              <a:t>43</a:t>
            </a:fld>
            <a:endParaRPr lang="en-US" altLang="zh-CN"/>
          </a:p>
        </p:txBody>
      </p:sp>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a:extLst>
              <a:ext uri="{FF2B5EF4-FFF2-40B4-BE49-F238E27FC236}">
                <a16:creationId xmlns:a16="http://schemas.microsoft.com/office/drawing/2014/main" id="{F8D61BFA-0CAC-E03D-667F-EFB58797661B}"/>
              </a:ext>
            </a:extLst>
          </p:cNvPr>
          <p:cNvSpPr>
            <a:spLocks noGrp="1" noChangeArrowheads="1"/>
          </p:cNvSpPr>
          <p:nvPr>
            <p:ph type="title"/>
          </p:nvPr>
        </p:nvSpPr>
        <p:spPr/>
        <p:txBody>
          <a:bodyPr/>
          <a:lstStyle/>
          <a:p>
            <a:r>
              <a:rPr lang="en-US" altLang="zh-CN" dirty="0"/>
              <a:t>7.2.5 </a:t>
            </a:r>
            <a:r>
              <a:rPr lang="zh-CN" altLang="en-US" dirty="0"/>
              <a:t>二叉搜索树的性能分析</a:t>
            </a:r>
          </a:p>
        </p:txBody>
      </p:sp>
      <p:sp>
        <p:nvSpPr>
          <p:cNvPr id="328707" name="Rectangle 3">
            <a:extLst>
              <a:ext uri="{FF2B5EF4-FFF2-40B4-BE49-F238E27FC236}">
                <a16:creationId xmlns:a16="http://schemas.microsoft.com/office/drawing/2014/main" id="{2313A24F-519F-2465-AD2F-356B3A649079}"/>
              </a:ext>
            </a:extLst>
          </p:cNvPr>
          <p:cNvSpPr>
            <a:spLocks noGrp="1" noChangeArrowheads="1"/>
          </p:cNvSpPr>
          <p:nvPr>
            <p:ph type="body" idx="1"/>
          </p:nvPr>
        </p:nvSpPr>
        <p:spPr>
          <a:xfrm>
            <a:off x="628650" y="1825625"/>
            <a:ext cx="8047806" cy="4351338"/>
          </a:xfrm>
        </p:spPr>
        <p:txBody>
          <a:bodyPr>
            <a:normAutofit fontScale="77500" lnSpcReduction="20000"/>
          </a:bodyPr>
          <a:lstStyle/>
          <a:p>
            <a:r>
              <a:rPr lang="zh-CN" altLang="en-US" dirty="0"/>
              <a:t>对于有 </a:t>
            </a:r>
            <a:r>
              <a:rPr lang="en-US" altLang="zh-CN" dirty="0"/>
              <a:t>n </a:t>
            </a:r>
            <a:r>
              <a:rPr lang="zh-CN" altLang="en-US" dirty="0"/>
              <a:t>个关键码的集合，其关键码有 </a:t>
            </a:r>
            <a:r>
              <a:rPr lang="en-US" altLang="zh-CN" dirty="0"/>
              <a:t>n! </a:t>
            </a:r>
            <a:r>
              <a:rPr lang="zh-CN" altLang="en-US" dirty="0"/>
              <a:t>种不同的输入顺序，可构成的不同二叉搜索树有</a:t>
            </a:r>
          </a:p>
          <a:p>
            <a:pPr marL="0" indent="0">
              <a:buNone/>
            </a:pPr>
            <a:r>
              <a:rPr lang="zh-CN" altLang="en-US" dirty="0"/>
              <a:t>                                         </a:t>
            </a:r>
          </a:p>
          <a:p>
            <a:pPr marL="0" indent="0">
              <a:buNone/>
            </a:pPr>
            <a:r>
              <a:rPr lang="zh-CN" altLang="en-US" dirty="0"/>
              <a:t>                  </a:t>
            </a:r>
          </a:p>
          <a:p>
            <a:endParaRPr lang="en-US" altLang="zh-CN" dirty="0"/>
          </a:p>
          <a:p>
            <a:r>
              <a:rPr lang="zh-CN" altLang="en-US" dirty="0"/>
              <a:t>可以用搜索效率来评价这些二叉搜索树。</a:t>
            </a:r>
          </a:p>
          <a:p>
            <a:pPr lvl="1"/>
            <a:r>
              <a:rPr lang="zh-CN" altLang="en-US" dirty="0"/>
              <a:t>为此，在二叉搜索树中加入外结点，形成判定树（扩充二叉树）。</a:t>
            </a:r>
          </a:p>
          <a:p>
            <a:pPr lvl="1"/>
            <a:r>
              <a:rPr lang="zh-CN" altLang="en-US" dirty="0"/>
              <a:t>一般把平均搜索长度达到最小的扩充二叉搜索树称作最优二叉搜索树。</a:t>
            </a:r>
          </a:p>
        </p:txBody>
      </p:sp>
      <p:grpSp>
        <p:nvGrpSpPr>
          <p:cNvPr id="2" name="组合 1">
            <a:extLst>
              <a:ext uri="{FF2B5EF4-FFF2-40B4-BE49-F238E27FC236}">
                <a16:creationId xmlns:a16="http://schemas.microsoft.com/office/drawing/2014/main" id="{0018DE8D-7726-4AAD-A0AD-0A7B2C0E3165}"/>
              </a:ext>
            </a:extLst>
          </p:cNvPr>
          <p:cNvGrpSpPr/>
          <p:nvPr/>
        </p:nvGrpSpPr>
        <p:grpSpPr>
          <a:xfrm>
            <a:off x="2339752" y="2514600"/>
            <a:ext cx="2921000" cy="914400"/>
            <a:chOff x="2286000" y="2209800"/>
            <a:chExt cx="2921000" cy="914400"/>
          </a:xfrm>
        </p:grpSpPr>
        <p:graphicFrame>
          <p:nvGraphicFramePr>
            <p:cNvPr id="58372" name="Object 0">
              <a:extLst>
                <a:ext uri="{FF2B5EF4-FFF2-40B4-BE49-F238E27FC236}">
                  <a16:creationId xmlns:a16="http://schemas.microsoft.com/office/drawing/2014/main" id="{807A31CE-F8C1-4BBE-CA34-9E52C0A3AAD6}"/>
                </a:ext>
              </a:extLst>
            </p:cNvPr>
            <p:cNvGraphicFramePr>
              <a:graphicFrameLocks noChangeAspect="1"/>
            </p:cNvGraphicFramePr>
            <p:nvPr>
              <p:extLst>
                <p:ext uri="{D42A27DB-BD31-4B8C-83A1-F6EECF244321}">
                  <p14:modId xmlns:p14="http://schemas.microsoft.com/office/powerpoint/2010/main" val="2118659148"/>
                </p:ext>
              </p:extLst>
            </p:nvPr>
          </p:nvGraphicFramePr>
          <p:xfrm>
            <a:off x="2286000" y="2209800"/>
            <a:ext cx="1524000" cy="914400"/>
          </p:xfrm>
          <a:graphic>
            <a:graphicData uri="http://schemas.openxmlformats.org/presentationml/2006/ole">
              <mc:AlternateContent xmlns:mc="http://schemas.openxmlformats.org/markup-compatibility/2006">
                <mc:Choice xmlns:v="urn:schemas-microsoft-com:vml" Requires="v">
                  <p:oleObj name="公式" r:id="rId2" imgW="622030" imgH="393529" progId="Equation.3">
                    <p:embed/>
                  </p:oleObj>
                </mc:Choice>
                <mc:Fallback>
                  <p:oleObj name="公式" r:id="rId2" imgW="622030" imgH="393529"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209800"/>
                          <a:ext cx="1524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709" name="Text Box 5">
              <a:extLst>
                <a:ext uri="{FF2B5EF4-FFF2-40B4-BE49-F238E27FC236}">
                  <a16:creationId xmlns:a16="http://schemas.microsoft.com/office/drawing/2014/main" id="{1D2397E8-B624-A9F1-76E2-1D041DDB9C07}"/>
                </a:ext>
              </a:extLst>
            </p:cNvPr>
            <p:cNvSpPr txBox="1">
              <a:spLocks noChangeArrowheads="1"/>
            </p:cNvSpPr>
            <p:nvPr/>
          </p:nvSpPr>
          <p:spPr bwMode="auto">
            <a:xfrm>
              <a:off x="4343400" y="2416175"/>
              <a:ext cx="863600" cy="579438"/>
            </a:xfrm>
            <a:prstGeom prst="rect">
              <a:avLst/>
            </a:prstGeom>
            <a:noFill/>
            <a:ln w="9525">
              <a:noFill/>
              <a:miter lim="800000"/>
              <a:headEnd/>
              <a:tailEnd/>
            </a:ln>
            <a:effectLst/>
          </p:spPr>
          <p:txBody>
            <a:bodyPr wrap="none">
              <a:spAutoFit/>
            </a:bodyPr>
            <a:lstStyle/>
            <a:p>
              <a:pPr>
                <a:defRPr/>
              </a:pPr>
              <a:r>
                <a:rPr lang="en-US" altLang="zh-CN" sz="3200" b="1">
                  <a:effectLst>
                    <a:outerShdw blurRad="38100" dist="38100" dir="2700000" algn="tl">
                      <a:srgbClr val="C0C0C0"/>
                    </a:outerShdw>
                  </a:effectLst>
                  <a:latin typeface="Times New Roman" charset="0"/>
                  <a:ea typeface="仿宋_GB2312" pitchFamily="49" charset="-122"/>
                </a:rPr>
                <a:t>(</a:t>
              </a:r>
              <a:r>
                <a:rPr lang="zh-CN" altLang="en-US" sz="3200" b="1">
                  <a:effectLst>
                    <a:outerShdw blurRad="38100" dist="38100" dir="2700000" algn="tl">
                      <a:srgbClr val="C0C0C0"/>
                    </a:outerShdw>
                  </a:effectLst>
                  <a:latin typeface="Times New Roman" charset="0"/>
                  <a:ea typeface="仿宋_GB2312" pitchFamily="49" charset="-122"/>
                </a:rPr>
                <a:t>棵</a:t>
              </a:r>
              <a:r>
                <a:rPr lang="en-US" altLang="zh-CN" sz="3200" b="1">
                  <a:effectLst>
                    <a:outerShdw blurRad="38100" dist="38100" dir="2700000" algn="tl">
                      <a:srgbClr val="C0C0C0"/>
                    </a:outerShdw>
                  </a:effectLst>
                  <a:latin typeface="Times New Roman" charset="0"/>
                  <a:ea typeface="仿宋_GB2312" pitchFamily="49" charset="-122"/>
                </a:rPr>
                <a:t>)</a:t>
              </a:r>
              <a:endParaRPr lang="en-US" altLang="zh-CN" b="1">
                <a:effectLst>
                  <a:outerShdw blurRad="38100" dist="38100" dir="2700000" algn="tl">
                    <a:srgbClr val="C0C0C0"/>
                  </a:outerShdw>
                </a:effectLst>
                <a:latin typeface="Times New Roman" charset="0"/>
                <a:ea typeface="仿宋_GB2312" pitchFamily="49" charset="-122"/>
              </a:endParaRPr>
            </a:p>
          </p:txBody>
        </p:sp>
      </p:grpSp>
      <p:sp>
        <p:nvSpPr>
          <p:cNvPr id="3" name="灯片编号占位符 2">
            <a:extLst>
              <a:ext uri="{FF2B5EF4-FFF2-40B4-BE49-F238E27FC236}">
                <a16:creationId xmlns:a16="http://schemas.microsoft.com/office/drawing/2014/main" id="{558B7C6A-2F6B-BD43-B2DB-EF7B997A4BE4}"/>
              </a:ext>
            </a:extLst>
          </p:cNvPr>
          <p:cNvSpPr>
            <a:spLocks noGrp="1"/>
          </p:cNvSpPr>
          <p:nvPr>
            <p:ph type="sldNum" sz="quarter" idx="12"/>
          </p:nvPr>
        </p:nvSpPr>
        <p:spPr/>
        <p:txBody>
          <a:bodyPr/>
          <a:lstStyle/>
          <a:p>
            <a:pPr>
              <a:defRPr/>
            </a:pPr>
            <a:fld id="{82BC8E53-3928-4033-8D0B-01554133DC73}" type="slidenum">
              <a:rPr lang="en-US" altLang="zh-CN" smtClean="0"/>
              <a:pPr>
                <a:defRPr/>
              </a:pPr>
              <a:t>44</a:t>
            </a:fld>
            <a:endParaRPr lang="en-US" altLang="zh-CN"/>
          </a:p>
        </p:txBody>
      </p:sp>
    </p:spTree>
  </p:cSld>
  <p:clrMapOvr>
    <a:masterClrMapping/>
  </p:clrMapOvr>
  <p:transition>
    <p:cover dir="l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5C104BB0-5E36-4174-B6F8-EBA116683713}"/>
              </a:ext>
            </a:extLst>
          </p:cNvPr>
          <p:cNvSpPr>
            <a:spLocks noGrp="1"/>
          </p:cNvSpPr>
          <p:nvPr>
            <p:ph type="title"/>
          </p:nvPr>
        </p:nvSpPr>
        <p:spPr/>
        <p:txBody>
          <a:bodyPr/>
          <a:lstStyle/>
          <a:p>
            <a:r>
              <a:rPr lang="zh-CN" altLang="en-US" dirty="0"/>
              <a:t>扩充二叉搜索树</a:t>
            </a:r>
          </a:p>
        </p:txBody>
      </p:sp>
      <p:sp>
        <p:nvSpPr>
          <p:cNvPr id="6" name="内容占位符 5">
            <a:extLst>
              <a:ext uri="{FF2B5EF4-FFF2-40B4-BE49-F238E27FC236}">
                <a16:creationId xmlns:a16="http://schemas.microsoft.com/office/drawing/2014/main" id="{247C6B71-E265-4583-9479-6B1FEBCCED81}"/>
              </a:ext>
            </a:extLst>
          </p:cNvPr>
          <p:cNvSpPr>
            <a:spLocks noGrp="1"/>
          </p:cNvSpPr>
          <p:nvPr>
            <p:ph idx="1"/>
          </p:nvPr>
        </p:nvSpPr>
        <p:spPr>
          <a:xfrm>
            <a:off x="628650" y="1825625"/>
            <a:ext cx="7975798" cy="4351338"/>
          </a:xfrm>
        </p:spPr>
        <p:txBody>
          <a:bodyPr>
            <a:normAutofit fontScale="92500" lnSpcReduction="20000"/>
          </a:bodyPr>
          <a:lstStyle/>
          <a:p>
            <a:r>
              <a:rPr lang="zh-CN" altLang="en-US" dirty="0"/>
              <a:t>在扩充二叉搜索树中</a:t>
            </a:r>
          </a:p>
          <a:p>
            <a:pPr lvl="1"/>
            <a:r>
              <a:rPr lang="zh-CN" altLang="en-US" dirty="0"/>
              <a:t>○表示内部结点，包含了关键码集合中的某一个关键码；</a:t>
            </a:r>
          </a:p>
          <a:p>
            <a:pPr lvl="1"/>
            <a:r>
              <a:rPr lang="zh-CN" altLang="en-US" dirty="0"/>
              <a:t>□表示外部结点，代表各关键码间隔中的不在关键码集合中的值。</a:t>
            </a:r>
          </a:p>
          <a:p>
            <a:pPr lvl="1"/>
            <a:r>
              <a:rPr lang="zh-CN" altLang="en-US" dirty="0"/>
              <a:t>在每两个外部结点间必存在一个内部结点。</a:t>
            </a:r>
          </a:p>
          <a:p>
            <a:r>
              <a:rPr lang="zh-CN" altLang="en-US" dirty="0"/>
              <a:t>例，已知关键码集合 </a:t>
            </a:r>
            <a:r>
              <a:rPr lang="en-US" altLang="zh-CN" dirty="0"/>
              <a:t>{ a1, a2, a3 } = { do, if, to }</a:t>
            </a:r>
            <a:r>
              <a:rPr lang="zh-CN" altLang="en-US" dirty="0"/>
              <a:t>，对应搜索概率 </a:t>
            </a:r>
            <a:r>
              <a:rPr lang="en-US" altLang="zh-CN" dirty="0"/>
              <a:t>p1, p2, p3, </a:t>
            </a:r>
            <a:r>
              <a:rPr lang="zh-CN" altLang="en-US" dirty="0"/>
              <a:t>在各搜索不成功间隔内搜索概率分别为 </a:t>
            </a:r>
            <a:r>
              <a:rPr lang="en-US" altLang="zh-CN" dirty="0"/>
              <a:t>q0, q1, q2, q3</a:t>
            </a:r>
            <a:r>
              <a:rPr lang="zh-CN" altLang="en-US" dirty="0"/>
              <a:t>。可能的二叉搜索树如下所示。</a:t>
            </a:r>
          </a:p>
          <a:p>
            <a:endParaRPr lang="zh-CN" altLang="en-US" dirty="0"/>
          </a:p>
        </p:txBody>
      </p:sp>
      <p:sp>
        <p:nvSpPr>
          <p:cNvPr id="2" name="灯片编号占位符 1">
            <a:extLst>
              <a:ext uri="{FF2B5EF4-FFF2-40B4-BE49-F238E27FC236}">
                <a16:creationId xmlns:a16="http://schemas.microsoft.com/office/drawing/2014/main" id="{19209574-07E2-1B92-D7DD-2645CDBB31F1}"/>
              </a:ext>
            </a:extLst>
          </p:cNvPr>
          <p:cNvSpPr>
            <a:spLocks noGrp="1"/>
          </p:cNvSpPr>
          <p:nvPr>
            <p:ph type="sldNum" sz="quarter" idx="12"/>
          </p:nvPr>
        </p:nvSpPr>
        <p:spPr/>
        <p:txBody>
          <a:bodyPr/>
          <a:lstStyle/>
          <a:p>
            <a:pPr>
              <a:defRPr/>
            </a:pPr>
            <a:fld id="{82BC8E53-3928-4033-8D0B-01554133DC73}"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6CF888E-4905-49B0-B1A2-9EA58E0F768C}"/>
              </a:ext>
            </a:extLst>
          </p:cNvPr>
          <p:cNvGrpSpPr/>
          <p:nvPr/>
        </p:nvGrpSpPr>
        <p:grpSpPr>
          <a:xfrm>
            <a:off x="6141646" y="3154363"/>
            <a:ext cx="2667000" cy="3384550"/>
            <a:chOff x="5791200" y="319088"/>
            <a:chExt cx="2667000" cy="3384550"/>
          </a:xfrm>
        </p:grpSpPr>
        <p:sp>
          <p:nvSpPr>
            <p:cNvPr id="60419" name="Line 1027">
              <a:extLst>
                <a:ext uri="{FF2B5EF4-FFF2-40B4-BE49-F238E27FC236}">
                  <a16:creationId xmlns:a16="http://schemas.microsoft.com/office/drawing/2014/main" id="{CF9EDD59-AA41-E2DC-2D61-A11E98CFD765}"/>
                </a:ext>
              </a:extLst>
            </p:cNvPr>
            <p:cNvSpPr>
              <a:spLocks noChangeShapeType="1"/>
            </p:cNvSpPr>
            <p:nvPr/>
          </p:nvSpPr>
          <p:spPr bwMode="auto">
            <a:xfrm flipH="1">
              <a:off x="6858000" y="23622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2" name="Line 1050">
              <a:extLst>
                <a:ext uri="{FF2B5EF4-FFF2-40B4-BE49-F238E27FC236}">
                  <a16:creationId xmlns:a16="http://schemas.microsoft.com/office/drawing/2014/main" id="{8AB5AEEE-281A-FA80-BA67-B5B92CB827CA}"/>
                </a:ext>
              </a:extLst>
            </p:cNvPr>
            <p:cNvSpPr>
              <a:spLocks noChangeShapeType="1"/>
            </p:cNvSpPr>
            <p:nvPr/>
          </p:nvSpPr>
          <p:spPr bwMode="auto">
            <a:xfrm>
              <a:off x="7391400" y="9763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3" name="Rectangle 1051">
              <a:extLst>
                <a:ext uri="{FF2B5EF4-FFF2-40B4-BE49-F238E27FC236}">
                  <a16:creationId xmlns:a16="http://schemas.microsoft.com/office/drawing/2014/main" id="{7CCB647C-CB6A-5CA8-01DF-4211F215E268}"/>
                </a:ext>
              </a:extLst>
            </p:cNvPr>
            <p:cNvSpPr>
              <a:spLocks noChangeArrowheads="1"/>
            </p:cNvSpPr>
            <p:nvPr/>
          </p:nvSpPr>
          <p:spPr bwMode="auto">
            <a:xfrm>
              <a:off x="7620000" y="14335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44" name="Line 1052">
              <a:extLst>
                <a:ext uri="{FF2B5EF4-FFF2-40B4-BE49-F238E27FC236}">
                  <a16:creationId xmlns:a16="http://schemas.microsoft.com/office/drawing/2014/main" id="{F172AFFA-2A3E-629D-94A4-7F777E030735}"/>
                </a:ext>
              </a:extLst>
            </p:cNvPr>
            <p:cNvSpPr>
              <a:spLocks noChangeShapeType="1"/>
            </p:cNvSpPr>
            <p:nvPr/>
          </p:nvSpPr>
          <p:spPr bwMode="auto">
            <a:xfrm>
              <a:off x="6934200" y="16621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5" name="Line 1053">
              <a:extLst>
                <a:ext uri="{FF2B5EF4-FFF2-40B4-BE49-F238E27FC236}">
                  <a16:creationId xmlns:a16="http://schemas.microsoft.com/office/drawing/2014/main" id="{AC14B42E-4DF1-44A4-94F7-3CBEE408FE12}"/>
                </a:ext>
              </a:extLst>
            </p:cNvPr>
            <p:cNvSpPr>
              <a:spLocks noChangeShapeType="1"/>
            </p:cNvSpPr>
            <p:nvPr/>
          </p:nvSpPr>
          <p:spPr bwMode="auto">
            <a:xfrm>
              <a:off x="7315200" y="23479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6" name="Line 1054">
              <a:extLst>
                <a:ext uri="{FF2B5EF4-FFF2-40B4-BE49-F238E27FC236}">
                  <a16:creationId xmlns:a16="http://schemas.microsoft.com/office/drawing/2014/main" id="{66A4F352-D6CC-25E2-1AA9-DE015F83636D}"/>
                </a:ext>
              </a:extLst>
            </p:cNvPr>
            <p:cNvSpPr>
              <a:spLocks noChangeShapeType="1"/>
            </p:cNvSpPr>
            <p:nvPr/>
          </p:nvSpPr>
          <p:spPr bwMode="auto">
            <a:xfrm flipH="1">
              <a:off x="6553200" y="976313"/>
              <a:ext cx="838200" cy="1157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47" name="Oval 1055">
              <a:extLst>
                <a:ext uri="{FF2B5EF4-FFF2-40B4-BE49-F238E27FC236}">
                  <a16:creationId xmlns:a16="http://schemas.microsoft.com/office/drawing/2014/main" id="{973F7AE1-DC7F-9C9F-B7AC-593313FB76CC}"/>
                </a:ext>
              </a:extLst>
            </p:cNvPr>
            <p:cNvSpPr>
              <a:spLocks noChangeArrowheads="1"/>
            </p:cNvSpPr>
            <p:nvPr/>
          </p:nvSpPr>
          <p:spPr bwMode="auto">
            <a:xfrm>
              <a:off x="7239000" y="7620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0448" name="Oval 1056">
              <a:extLst>
                <a:ext uri="{FF2B5EF4-FFF2-40B4-BE49-F238E27FC236}">
                  <a16:creationId xmlns:a16="http://schemas.microsoft.com/office/drawing/2014/main" id="{8471936C-7D9D-FF97-DD3E-C323BCBD774F}"/>
                </a:ext>
              </a:extLst>
            </p:cNvPr>
            <p:cNvSpPr>
              <a:spLocks noChangeArrowheads="1"/>
            </p:cNvSpPr>
            <p:nvPr/>
          </p:nvSpPr>
          <p:spPr bwMode="auto">
            <a:xfrm>
              <a:off x="6781800" y="143351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49" name="Oval 1057">
              <a:extLst>
                <a:ext uri="{FF2B5EF4-FFF2-40B4-BE49-F238E27FC236}">
                  <a16:creationId xmlns:a16="http://schemas.microsoft.com/office/drawing/2014/main" id="{6D61B661-C181-AFC9-7E59-CDA20A0577F2}"/>
                </a:ext>
              </a:extLst>
            </p:cNvPr>
            <p:cNvSpPr>
              <a:spLocks noChangeArrowheads="1"/>
            </p:cNvSpPr>
            <p:nvPr/>
          </p:nvSpPr>
          <p:spPr bwMode="auto">
            <a:xfrm>
              <a:off x="7162800" y="211931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50" name="Rectangle 1058">
              <a:extLst>
                <a:ext uri="{FF2B5EF4-FFF2-40B4-BE49-F238E27FC236}">
                  <a16:creationId xmlns:a16="http://schemas.microsoft.com/office/drawing/2014/main" id="{A69823C8-73EF-5D33-A605-FDC3A637570C}"/>
                </a:ext>
              </a:extLst>
            </p:cNvPr>
            <p:cNvSpPr>
              <a:spLocks noChangeArrowheads="1"/>
            </p:cNvSpPr>
            <p:nvPr/>
          </p:nvSpPr>
          <p:spPr bwMode="auto">
            <a:xfrm>
              <a:off x="6705600" y="28051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51" name="Rectangle 1059">
              <a:extLst>
                <a:ext uri="{FF2B5EF4-FFF2-40B4-BE49-F238E27FC236}">
                  <a16:creationId xmlns:a16="http://schemas.microsoft.com/office/drawing/2014/main" id="{7CDED952-4288-E159-2A25-35699D9CF158}"/>
                </a:ext>
              </a:extLst>
            </p:cNvPr>
            <p:cNvSpPr>
              <a:spLocks noChangeArrowheads="1"/>
            </p:cNvSpPr>
            <p:nvPr/>
          </p:nvSpPr>
          <p:spPr bwMode="auto">
            <a:xfrm>
              <a:off x="7543800" y="28051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52" name="Text Box 1060">
              <a:extLst>
                <a:ext uri="{FF2B5EF4-FFF2-40B4-BE49-F238E27FC236}">
                  <a16:creationId xmlns:a16="http://schemas.microsoft.com/office/drawing/2014/main" id="{B37E9B30-C411-B507-2410-B997193EAFB4}"/>
                </a:ext>
              </a:extLst>
            </p:cNvPr>
            <p:cNvSpPr txBox="1">
              <a:spLocks noChangeArrowheads="1"/>
            </p:cNvSpPr>
            <p:nvPr/>
          </p:nvSpPr>
          <p:spPr bwMode="auto">
            <a:xfrm>
              <a:off x="6526213" y="9906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0453" name="Text Box 1061">
              <a:extLst>
                <a:ext uri="{FF2B5EF4-FFF2-40B4-BE49-F238E27FC236}">
                  <a16:creationId xmlns:a16="http://schemas.microsoft.com/office/drawing/2014/main" id="{7D2752FC-E993-7651-FB14-0506A46A0754}"/>
                </a:ext>
              </a:extLst>
            </p:cNvPr>
            <p:cNvSpPr txBox="1">
              <a:spLocks noChangeArrowheads="1"/>
            </p:cNvSpPr>
            <p:nvPr/>
          </p:nvSpPr>
          <p:spPr bwMode="auto">
            <a:xfrm>
              <a:off x="7294563" y="16906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0454" name="Text Box 1062">
              <a:extLst>
                <a:ext uri="{FF2B5EF4-FFF2-40B4-BE49-F238E27FC236}">
                  <a16:creationId xmlns:a16="http://schemas.microsoft.com/office/drawing/2014/main" id="{FCF4D073-C297-07FF-1FFF-289EFA6179FA}"/>
                </a:ext>
              </a:extLst>
            </p:cNvPr>
            <p:cNvSpPr txBox="1">
              <a:spLocks noChangeArrowheads="1"/>
            </p:cNvSpPr>
            <p:nvPr/>
          </p:nvSpPr>
          <p:spPr bwMode="auto">
            <a:xfrm>
              <a:off x="6934200" y="31908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0455" name="Text Box 1063">
              <a:extLst>
                <a:ext uri="{FF2B5EF4-FFF2-40B4-BE49-F238E27FC236}">
                  <a16:creationId xmlns:a16="http://schemas.microsoft.com/office/drawing/2014/main" id="{718F8859-8A01-ED39-CD27-00A3DD6075E4}"/>
                </a:ext>
              </a:extLst>
            </p:cNvPr>
            <p:cNvSpPr txBox="1">
              <a:spLocks noChangeArrowheads="1"/>
            </p:cNvSpPr>
            <p:nvPr/>
          </p:nvSpPr>
          <p:spPr bwMode="auto">
            <a:xfrm>
              <a:off x="5791200" y="19812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a:t>
              </a:r>
              <a:endParaRPr kumimoji="1" lang="en-US" altLang="zh-CN" sz="2400">
                <a:latin typeface="Times New Roman" panose="02020603050405020304" pitchFamily="18" charset="0"/>
                <a:ea typeface="宋体" panose="02010600030101010101" pitchFamily="2" charset="-122"/>
              </a:endParaRPr>
            </a:p>
          </p:txBody>
        </p:sp>
        <p:sp>
          <p:nvSpPr>
            <p:cNvPr id="60456" name="Text Box 1064">
              <a:extLst>
                <a:ext uri="{FF2B5EF4-FFF2-40B4-BE49-F238E27FC236}">
                  <a16:creationId xmlns:a16="http://schemas.microsoft.com/office/drawing/2014/main" id="{A99E1123-D8BD-ED69-3B38-90BBDF23B7DC}"/>
                </a:ext>
              </a:extLst>
            </p:cNvPr>
            <p:cNvSpPr txBox="1">
              <a:spLocks noChangeArrowheads="1"/>
            </p:cNvSpPr>
            <p:nvPr/>
          </p:nvSpPr>
          <p:spPr bwMode="auto">
            <a:xfrm>
              <a:off x="6172200" y="26670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a:t>
              </a:r>
              <a:endParaRPr kumimoji="1" lang="en-US" altLang="zh-CN" sz="2400">
                <a:latin typeface="Times New Roman" panose="02020603050405020304" pitchFamily="18" charset="0"/>
                <a:ea typeface="宋体" panose="02010600030101010101" pitchFamily="2" charset="-122"/>
              </a:endParaRPr>
            </a:p>
          </p:txBody>
        </p:sp>
        <p:sp>
          <p:nvSpPr>
            <p:cNvPr id="60457" name="Text Box 1065">
              <a:extLst>
                <a:ext uri="{FF2B5EF4-FFF2-40B4-BE49-F238E27FC236}">
                  <a16:creationId xmlns:a16="http://schemas.microsoft.com/office/drawing/2014/main" id="{9177A9A0-06EF-D2C9-70B4-141CF92699F4}"/>
                </a:ext>
              </a:extLst>
            </p:cNvPr>
            <p:cNvSpPr txBox="1">
              <a:spLocks noChangeArrowheads="1"/>
            </p:cNvSpPr>
            <p:nvPr/>
          </p:nvSpPr>
          <p:spPr bwMode="auto">
            <a:xfrm>
              <a:off x="6248400" y="12954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a:t>
              </a:r>
              <a:endParaRPr kumimoji="1" lang="en-US" altLang="zh-CN" sz="2400">
                <a:latin typeface="Times New Roman" panose="02020603050405020304" pitchFamily="18" charset="0"/>
                <a:ea typeface="宋体" panose="02010600030101010101" pitchFamily="2" charset="-122"/>
              </a:endParaRPr>
            </a:p>
          </p:txBody>
        </p:sp>
        <p:sp>
          <p:nvSpPr>
            <p:cNvPr id="60458" name="Text Box 1066">
              <a:extLst>
                <a:ext uri="{FF2B5EF4-FFF2-40B4-BE49-F238E27FC236}">
                  <a16:creationId xmlns:a16="http://schemas.microsoft.com/office/drawing/2014/main" id="{C26D0C2A-6F05-BFB7-F91C-050752145FEA}"/>
                </a:ext>
              </a:extLst>
            </p:cNvPr>
            <p:cNvSpPr txBox="1">
              <a:spLocks noChangeArrowheads="1"/>
            </p:cNvSpPr>
            <p:nvPr/>
          </p:nvSpPr>
          <p:spPr bwMode="auto">
            <a:xfrm>
              <a:off x="7821613" y="26670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a:t>
              </a:r>
              <a:endParaRPr kumimoji="1" lang="en-US" altLang="zh-CN" sz="2400">
                <a:latin typeface="Times New Roman" panose="02020603050405020304" pitchFamily="18" charset="0"/>
                <a:ea typeface="宋体" panose="02010600030101010101" pitchFamily="2" charset="-122"/>
              </a:endParaRPr>
            </a:p>
          </p:txBody>
        </p:sp>
        <p:sp>
          <p:nvSpPr>
            <p:cNvPr id="60459" name="Text Box 1067">
              <a:extLst>
                <a:ext uri="{FF2B5EF4-FFF2-40B4-BE49-F238E27FC236}">
                  <a16:creationId xmlns:a16="http://schemas.microsoft.com/office/drawing/2014/main" id="{FF553A17-5E74-6F28-F79C-4BC1CDE676EE}"/>
                </a:ext>
              </a:extLst>
            </p:cNvPr>
            <p:cNvSpPr txBox="1">
              <a:spLocks noChangeArrowheads="1"/>
            </p:cNvSpPr>
            <p:nvPr/>
          </p:nvSpPr>
          <p:spPr bwMode="auto">
            <a:xfrm>
              <a:off x="7440613" y="19192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a:t>
              </a:r>
              <a:endParaRPr kumimoji="1" lang="en-US" altLang="zh-CN" sz="2400">
                <a:latin typeface="Times New Roman" panose="02020603050405020304" pitchFamily="18" charset="0"/>
                <a:ea typeface="宋体" panose="02010600030101010101" pitchFamily="2" charset="-122"/>
              </a:endParaRPr>
            </a:p>
          </p:txBody>
        </p:sp>
        <p:sp>
          <p:nvSpPr>
            <p:cNvPr id="60460" name="Text Box 1068">
              <a:extLst>
                <a:ext uri="{FF2B5EF4-FFF2-40B4-BE49-F238E27FC236}">
                  <a16:creationId xmlns:a16="http://schemas.microsoft.com/office/drawing/2014/main" id="{6706D60B-6EAC-CDE0-0D86-61332DEAFED9}"/>
                </a:ext>
              </a:extLst>
            </p:cNvPr>
            <p:cNvSpPr txBox="1">
              <a:spLocks noChangeArrowheads="1"/>
            </p:cNvSpPr>
            <p:nvPr/>
          </p:nvSpPr>
          <p:spPr bwMode="auto">
            <a:xfrm>
              <a:off x="7897813" y="12811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endParaRPr kumimoji="1" lang="en-US" altLang="zh-CN" sz="2400">
                <a:latin typeface="Times New Roman" panose="02020603050405020304" pitchFamily="18" charset="0"/>
                <a:ea typeface="宋体" panose="02010600030101010101" pitchFamily="2" charset="-122"/>
              </a:endParaRPr>
            </a:p>
          </p:txBody>
        </p:sp>
        <p:sp>
          <p:nvSpPr>
            <p:cNvPr id="60461" name="Text Box 1069">
              <a:extLst>
                <a:ext uri="{FF2B5EF4-FFF2-40B4-BE49-F238E27FC236}">
                  <a16:creationId xmlns:a16="http://schemas.microsoft.com/office/drawing/2014/main" id="{4187EC3B-A284-6F25-5CE4-214CCBEE5338}"/>
                </a:ext>
              </a:extLst>
            </p:cNvPr>
            <p:cNvSpPr txBox="1">
              <a:spLocks noChangeArrowheads="1"/>
            </p:cNvSpPr>
            <p:nvPr/>
          </p:nvSpPr>
          <p:spPr bwMode="auto">
            <a:xfrm>
              <a:off x="6678613" y="6096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a:t>
              </a:r>
              <a:endParaRPr kumimoji="1" lang="en-US" altLang="zh-CN" sz="2400">
                <a:latin typeface="Times New Roman" panose="02020603050405020304" pitchFamily="18" charset="0"/>
                <a:ea typeface="宋体" panose="02010600030101010101" pitchFamily="2" charset="-122"/>
              </a:endParaRPr>
            </a:p>
          </p:txBody>
        </p:sp>
        <p:sp>
          <p:nvSpPr>
            <p:cNvPr id="60462" name="Text Box 1070">
              <a:extLst>
                <a:ext uri="{FF2B5EF4-FFF2-40B4-BE49-F238E27FC236}">
                  <a16:creationId xmlns:a16="http://schemas.microsoft.com/office/drawing/2014/main" id="{8DAFF824-E2EC-DEFB-2ED2-CC1D0FA72F67}"/>
                </a:ext>
              </a:extLst>
            </p:cNvPr>
            <p:cNvSpPr txBox="1">
              <a:spLocks noChangeArrowheads="1"/>
            </p:cNvSpPr>
            <p:nvPr/>
          </p:nvSpPr>
          <p:spPr bwMode="auto">
            <a:xfrm>
              <a:off x="6842125" y="3124200"/>
              <a:ext cx="679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0463" name="Rectangle 1071">
              <a:extLst>
                <a:ext uri="{FF2B5EF4-FFF2-40B4-BE49-F238E27FC236}">
                  <a16:creationId xmlns:a16="http://schemas.microsoft.com/office/drawing/2014/main" id="{08C40142-D82F-0082-A83E-CC55756A41FF}"/>
                </a:ext>
              </a:extLst>
            </p:cNvPr>
            <p:cNvSpPr>
              <a:spLocks noChangeArrowheads="1"/>
            </p:cNvSpPr>
            <p:nvPr/>
          </p:nvSpPr>
          <p:spPr bwMode="auto">
            <a:xfrm>
              <a:off x="6324600" y="21193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grpSp>
      <p:grpSp>
        <p:nvGrpSpPr>
          <p:cNvPr id="4" name="组合 3">
            <a:extLst>
              <a:ext uri="{FF2B5EF4-FFF2-40B4-BE49-F238E27FC236}">
                <a16:creationId xmlns:a16="http://schemas.microsoft.com/office/drawing/2014/main" id="{515236AE-DCE0-400C-9F5A-C7CDAF061DFE}"/>
              </a:ext>
            </a:extLst>
          </p:cNvPr>
          <p:cNvGrpSpPr/>
          <p:nvPr/>
        </p:nvGrpSpPr>
        <p:grpSpPr>
          <a:xfrm>
            <a:off x="68250" y="3154363"/>
            <a:ext cx="3124200" cy="3398838"/>
            <a:chOff x="609600" y="304800"/>
            <a:chExt cx="3124200" cy="3398838"/>
          </a:xfrm>
        </p:grpSpPr>
        <p:sp>
          <p:nvSpPr>
            <p:cNvPr id="60420" name="Line 1028">
              <a:extLst>
                <a:ext uri="{FF2B5EF4-FFF2-40B4-BE49-F238E27FC236}">
                  <a16:creationId xmlns:a16="http://schemas.microsoft.com/office/drawing/2014/main" id="{3FA3A604-0616-1B14-9D8F-4F9B7762DA67}"/>
                </a:ext>
              </a:extLst>
            </p:cNvPr>
            <p:cNvSpPr>
              <a:spLocks noChangeShapeType="1"/>
            </p:cNvSpPr>
            <p:nvPr/>
          </p:nvSpPr>
          <p:spPr bwMode="auto">
            <a:xfrm flipH="1">
              <a:off x="1295400" y="9906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1" name="Rectangle 1029">
              <a:extLst>
                <a:ext uri="{FF2B5EF4-FFF2-40B4-BE49-F238E27FC236}">
                  <a16:creationId xmlns:a16="http://schemas.microsoft.com/office/drawing/2014/main" id="{187EA8AE-93DE-DD75-DA17-EDA2CE1176CB}"/>
                </a:ext>
              </a:extLst>
            </p:cNvPr>
            <p:cNvSpPr>
              <a:spLocks noChangeArrowheads="1"/>
            </p:cNvSpPr>
            <p:nvPr/>
          </p:nvSpPr>
          <p:spPr bwMode="auto">
            <a:xfrm flipH="1">
              <a:off x="1143000" y="14478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22" name="Line 1030">
              <a:extLst>
                <a:ext uri="{FF2B5EF4-FFF2-40B4-BE49-F238E27FC236}">
                  <a16:creationId xmlns:a16="http://schemas.microsoft.com/office/drawing/2014/main" id="{01144B28-BF0E-F08F-FAF4-6E0BA4030139}"/>
                </a:ext>
              </a:extLst>
            </p:cNvPr>
            <p:cNvSpPr>
              <a:spLocks noChangeShapeType="1"/>
            </p:cNvSpPr>
            <p:nvPr/>
          </p:nvSpPr>
          <p:spPr bwMode="auto">
            <a:xfrm flipH="1">
              <a:off x="1752600" y="16764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3" name="Rectangle 1031">
              <a:extLst>
                <a:ext uri="{FF2B5EF4-FFF2-40B4-BE49-F238E27FC236}">
                  <a16:creationId xmlns:a16="http://schemas.microsoft.com/office/drawing/2014/main" id="{33CDC115-722A-9250-E928-E55F2FF45749}"/>
                </a:ext>
              </a:extLst>
            </p:cNvPr>
            <p:cNvSpPr>
              <a:spLocks noChangeArrowheads="1"/>
            </p:cNvSpPr>
            <p:nvPr/>
          </p:nvSpPr>
          <p:spPr bwMode="auto">
            <a:xfrm flipH="1">
              <a:off x="1600200" y="2133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24" name="Line 1032">
              <a:extLst>
                <a:ext uri="{FF2B5EF4-FFF2-40B4-BE49-F238E27FC236}">
                  <a16:creationId xmlns:a16="http://schemas.microsoft.com/office/drawing/2014/main" id="{0A73FB40-72E9-5C96-B653-5B7AC36CD078}"/>
                </a:ext>
              </a:extLst>
            </p:cNvPr>
            <p:cNvSpPr>
              <a:spLocks noChangeShapeType="1"/>
            </p:cNvSpPr>
            <p:nvPr/>
          </p:nvSpPr>
          <p:spPr bwMode="auto">
            <a:xfrm flipH="1">
              <a:off x="2209800" y="23622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5" name="Line 1033">
              <a:extLst>
                <a:ext uri="{FF2B5EF4-FFF2-40B4-BE49-F238E27FC236}">
                  <a16:creationId xmlns:a16="http://schemas.microsoft.com/office/drawing/2014/main" id="{DCA72F18-7ECE-2EAD-6920-C33B3792B387}"/>
                </a:ext>
              </a:extLst>
            </p:cNvPr>
            <p:cNvSpPr>
              <a:spLocks noChangeShapeType="1"/>
            </p:cNvSpPr>
            <p:nvPr/>
          </p:nvSpPr>
          <p:spPr bwMode="auto">
            <a:xfrm>
              <a:off x="1676400" y="990600"/>
              <a:ext cx="1447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26" name="Oval 1034">
              <a:extLst>
                <a:ext uri="{FF2B5EF4-FFF2-40B4-BE49-F238E27FC236}">
                  <a16:creationId xmlns:a16="http://schemas.microsoft.com/office/drawing/2014/main" id="{7EA37C60-B871-9297-996F-0101AD1B9736}"/>
                </a:ext>
              </a:extLst>
            </p:cNvPr>
            <p:cNvSpPr>
              <a:spLocks noChangeArrowheads="1"/>
            </p:cNvSpPr>
            <p:nvPr/>
          </p:nvSpPr>
          <p:spPr bwMode="auto">
            <a:xfrm flipH="1">
              <a:off x="1524000" y="7620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0427" name="Oval 1035">
              <a:extLst>
                <a:ext uri="{FF2B5EF4-FFF2-40B4-BE49-F238E27FC236}">
                  <a16:creationId xmlns:a16="http://schemas.microsoft.com/office/drawing/2014/main" id="{77EB2076-4803-01F2-6E46-6EA5A728E516}"/>
                </a:ext>
              </a:extLst>
            </p:cNvPr>
            <p:cNvSpPr>
              <a:spLocks noChangeArrowheads="1"/>
            </p:cNvSpPr>
            <p:nvPr/>
          </p:nvSpPr>
          <p:spPr bwMode="auto">
            <a:xfrm flipH="1">
              <a:off x="1981200" y="14478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28" name="Oval 1036">
              <a:extLst>
                <a:ext uri="{FF2B5EF4-FFF2-40B4-BE49-F238E27FC236}">
                  <a16:creationId xmlns:a16="http://schemas.microsoft.com/office/drawing/2014/main" id="{23EC5BDE-7343-E79A-70BE-98B475447A57}"/>
                </a:ext>
              </a:extLst>
            </p:cNvPr>
            <p:cNvSpPr>
              <a:spLocks noChangeArrowheads="1"/>
            </p:cNvSpPr>
            <p:nvPr/>
          </p:nvSpPr>
          <p:spPr bwMode="auto">
            <a:xfrm flipH="1">
              <a:off x="2438400" y="21336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29" name="Rectangle 1037">
              <a:extLst>
                <a:ext uri="{FF2B5EF4-FFF2-40B4-BE49-F238E27FC236}">
                  <a16:creationId xmlns:a16="http://schemas.microsoft.com/office/drawing/2014/main" id="{E861A8A5-6DDD-D88C-B8D0-8DF19F320D88}"/>
                </a:ext>
              </a:extLst>
            </p:cNvPr>
            <p:cNvSpPr>
              <a:spLocks noChangeArrowheads="1"/>
            </p:cNvSpPr>
            <p:nvPr/>
          </p:nvSpPr>
          <p:spPr bwMode="auto">
            <a:xfrm flipH="1">
              <a:off x="2057400" y="28194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30" name="Rectangle 1038">
              <a:extLst>
                <a:ext uri="{FF2B5EF4-FFF2-40B4-BE49-F238E27FC236}">
                  <a16:creationId xmlns:a16="http://schemas.microsoft.com/office/drawing/2014/main" id="{BC87B114-5ADA-8E20-288B-B0CE1DA1586E}"/>
                </a:ext>
              </a:extLst>
            </p:cNvPr>
            <p:cNvSpPr>
              <a:spLocks noChangeArrowheads="1"/>
            </p:cNvSpPr>
            <p:nvPr/>
          </p:nvSpPr>
          <p:spPr bwMode="auto">
            <a:xfrm flipH="1">
              <a:off x="2895600" y="28194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31" name="Text Box 1039">
              <a:extLst>
                <a:ext uri="{FF2B5EF4-FFF2-40B4-BE49-F238E27FC236}">
                  <a16:creationId xmlns:a16="http://schemas.microsoft.com/office/drawing/2014/main" id="{E49EF87F-3EFC-9EA9-9558-DDB13682A981}"/>
                </a:ext>
              </a:extLst>
            </p:cNvPr>
            <p:cNvSpPr txBox="1">
              <a:spLocks noChangeArrowheads="1"/>
            </p:cNvSpPr>
            <p:nvPr/>
          </p:nvSpPr>
          <p:spPr bwMode="auto">
            <a:xfrm>
              <a:off x="1600200" y="3048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0432" name="Text Box 1040">
              <a:extLst>
                <a:ext uri="{FF2B5EF4-FFF2-40B4-BE49-F238E27FC236}">
                  <a16:creationId xmlns:a16="http://schemas.microsoft.com/office/drawing/2014/main" id="{35FF66CC-BE2D-A0AC-2004-F4A9FD677326}"/>
                </a:ext>
              </a:extLst>
            </p:cNvPr>
            <p:cNvSpPr txBox="1">
              <a:spLocks noChangeArrowheads="1"/>
            </p:cNvSpPr>
            <p:nvPr/>
          </p:nvSpPr>
          <p:spPr bwMode="auto">
            <a:xfrm>
              <a:off x="2057400" y="9906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0433" name="Text Box 1041">
              <a:extLst>
                <a:ext uri="{FF2B5EF4-FFF2-40B4-BE49-F238E27FC236}">
                  <a16:creationId xmlns:a16="http://schemas.microsoft.com/office/drawing/2014/main" id="{E547202D-6938-A802-A536-A428F5B25D4F}"/>
                </a:ext>
              </a:extLst>
            </p:cNvPr>
            <p:cNvSpPr txBox="1">
              <a:spLocks noChangeArrowheads="1"/>
            </p:cNvSpPr>
            <p:nvPr/>
          </p:nvSpPr>
          <p:spPr bwMode="auto">
            <a:xfrm>
              <a:off x="2514600" y="16764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0435" name="Text Box 1043">
              <a:extLst>
                <a:ext uri="{FF2B5EF4-FFF2-40B4-BE49-F238E27FC236}">
                  <a16:creationId xmlns:a16="http://schemas.microsoft.com/office/drawing/2014/main" id="{A5F6B33E-43DF-D95D-8CD8-5B10CD1AE251}"/>
                </a:ext>
              </a:extLst>
            </p:cNvPr>
            <p:cNvSpPr txBox="1">
              <a:spLocks noChangeArrowheads="1"/>
            </p:cNvSpPr>
            <p:nvPr/>
          </p:nvSpPr>
          <p:spPr bwMode="auto">
            <a:xfrm>
              <a:off x="609600" y="13096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a:t>
              </a:r>
              <a:endParaRPr kumimoji="1" lang="en-US" altLang="zh-CN" sz="2400">
                <a:latin typeface="Times New Roman" panose="02020603050405020304" pitchFamily="18" charset="0"/>
                <a:ea typeface="宋体" panose="02010600030101010101" pitchFamily="2" charset="-122"/>
              </a:endParaRPr>
            </a:p>
          </p:txBody>
        </p:sp>
        <p:sp>
          <p:nvSpPr>
            <p:cNvPr id="60436" name="Text Box 1044">
              <a:extLst>
                <a:ext uri="{FF2B5EF4-FFF2-40B4-BE49-F238E27FC236}">
                  <a16:creationId xmlns:a16="http://schemas.microsoft.com/office/drawing/2014/main" id="{AE36A419-8EF0-EA2B-0D7A-17B6C9E54289}"/>
                </a:ext>
              </a:extLst>
            </p:cNvPr>
            <p:cNvSpPr txBox="1">
              <a:spLocks noChangeArrowheads="1"/>
            </p:cNvSpPr>
            <p:nvPr/>
          </p:nvSpPr>
          <p:spPr bwMode="auto">
            <a:xfrm>
              <a:off x="1066800" y="19812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a:t>
              </a:r>
              <a:endParaRPr kumimoji="1" lang="en-US" altLang="zh-CN" sz="2400">
                <a:latin typeface="Times New Roman" panose="02020603050405020304" pitchFamily="18" charset="0"/>
                <a:ea typeface="宋体" panose="02010600030101010101" pitchFamily="2" charset="-122"/>
              </a:endParaRPr>
            </a:p>
          </p:txBody>
        </p:sp>
        <p:sp>
          <p:nvSpPr>
            <p:cNvPr id="60437" name="Text Box 1045">
              <a:extLst>
                <a:ext uri="{FF2B5EF4-FFF2-40B4-BE49-F238E27FC236}">
                  <a16:creationId xmlns:a16="http://schemas.microsoft.com/office/drawing/2014/main" id="{D9E92966-9C73-10DC-CAFC-C7A3EE428D13}"/>
                </a:ext>
              </a:extLst>
            </p:cNvPr>
            <p:cNvSpPr txBox="1">
              <a:spLocks noChangeArrowheads="1"/>
            </p:cNvSpPr>
            <p:nvPr/>
          </p:nvSpPr>
          <p:spPr bwMode="auto">
            <a:xfrm>
              <a:off x="1801813" y="6238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a:t>
              </a:r>
              <a:endParaRPr kumimoji="1" lang="en-US" altLang="zh-CN" sz="2400">
                <a:latin typeface="Times New Roman" panose="02020603050405020304" pitchFamily="18" charset="0"/>
                <a:ea typeface="宋体" panose="02010600030101010101" pitchFamily="2" charset="-122"/>
              </a:endParaRPr>
            </a:p>
          </p:txBody>
        </p:sp>
        <p:sp>
          <p:nvSpPr>
            <p:cNvPr id="60438" name="Text Box 1046">
              <a:extLst>
                <a:ext uri="{FF2B5EF4-FFF2-40B4-BE49-F238E27FC236}">
                  <a16:creationId xmlns:a16="http://schemas.microsoft.com/office/drawing/2014/main" id="{CB3B5908-7393-280C-02FA-CCE3AC844C88}"/>
                </a:ext>
              </a:extLst>
            </p:cNvPr>
            <p:cNvSpPr txBox="1">
              <a:spLocks noChangeArrowheads="1"/>
            </p:cNvSpPr>
            <p:nvPr/>
          </p:nvSpPr>
          <p:spPr bwMode="auto">
            <a:xfrm>
              <a:off x="1497013" y="26670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a:t>
              </a:r>
              <a:endParaRPr kumimoji="1" lang="en-US" altLang="zh-CN" sz="2400">
                <a:latin typeface="Times New Roman" panose="02020603050405020304" pitchFamily="18" charset="0"/>
                <a:ea typeface="宋体" panose="02010600030101010101" pitchFamily="2" charset="-122"/>
              </a:endParaRPr>
            </a:p>
          </p:txBody>
        </p:sp>
        <p:sp>
          <p:nvSpPr>
            <p:cNvPr id="60439" name="Text Box 1047">
              <a:extLst>
                <a:ext uri="{FF2B5EF4-FFF2-40B4-BE49-F238E27FC236}">
                  <a16:creationId xmlns:a16="http://schemas.microsoft.com/office/drawing/2014/main" id="{BDD02F24-0B21-FB95-FC99-042FAD573666}"/>
                </a:ext>
              </a:extLst>
            </p:cNvPr>
            <p:cNvSpPr txBox="1">
              <a:spLocks noChangeArrowheads="1"/>
            </p:cNvSpPr>
            <p:nvPr/>
          </p:nvSpPr>
          <p:spPr bwMode="auto">
            <a:xfrm>
              <a:off x="2259013" y="12954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a:t>
              </a:r>
              <a:endParaRPr kumimoji="1" lang="en-US" altLang="zh-CN" sz="2400">
                <a:latin typeface="Times New Roman" panose="02020603050405020304" pitchFamily="18" charset="0"/>
                <a:ea typeface="宋体" panose="02010600030101010101" pitchFamily="2" charset="-122"/>
              </a:endParaRPr>
            </a:p>
          </p:txBody>
        </p:sp>
        <p:sp>
          <p:nvSpPr>
            <p:cNvPr id="60440" name="Text Box 1048">
              <a:extLst>
                <a:ext uri="{FF2B5EF4-FFF2-40B4-BE49-F238E27FC236}">
                  <a16:creationId xmlns:a16="http://schemas.microsoft.com/office/drawing/2014/main" id="{68997E08-572F-BE1C-1442-47FCD703C6AA}"/>
                </a:ext>
              </a:extLst>
            </p:cNvPr>
            <p:cNvSpPr txBox="1">
              <a:spLocks noChangeArrowheads="1"/>
            </p:cNvSpPr>
            <p:nvPr/>
          </p:nvSpPr>
          <p:spPr bwMode="auto">
            <a:xfrm>
              <a:off x="3173413" y="26670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endParaRPr kumimoji="1" lang="en-US" altLang="zh-CN" sz="2400">
                <a:latin typeface="Times New Roman" panose="02020603050405020304" pitchFamily="18" charset="0"/>
                <a:ea typeface="宋体" panose="02010600030101010101" pitchFamily="2" charset="-122"/>
              </a:endParaRPr>
            </a:p>
          </p:txBody>
        </p:sp>
        <p:sp>
          <p:nvSpPr>
            <p:cNvPr id="60441" name="Text Box 1049">
              <a:extLst>
                <a:ext uri="{FF2B5EF4-FFF2-40B4-BE49-F238E27FC236}">
                  <a16:creationId xmlns:a16="http://schemas.microsoft.com/office/drawing/2014/main" id="{EC7A3770-FF46-3B39-06BD-5424A056BF06}"/>
                </a:ext>
              </a:extLst>
            </p:cNvPr>
            <p:cNvSpPr txBox="1">
              <a:spLocks noChangeArrowheads="1"/>
            </p:cNvSpPr>
            <p:nvPr/>
          </p:nvSpPr>
          <p:spPr bwMode="auto">
            <a:xfrm>
              <a:off x="2716213" y="19812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a:t>
              </a:r>
              <a:endParaRPr kumimoji="1" lang="en-US" altLang="zh-CN" sz="2400">
                <a:latin typeface="Times New Roman" panose="02020603050405020304" pitchFamily="18" charset="0"/>
                <a:ea typeface="宋体" panose="02010600030101010101" pitchFamily="2" charset="-122"/>
              </a:endParaRPr>
            </a:p>
          </p:txBody>
        </p:sp>
        <p:sp>
          <p:nvSpPr>
            <p:cNvPr id="60464" name="Text Box 1072">
              <a:extLst>
                <a:ext uri="{FF2B5EF4-FFF2-40B4-BE49-F238E27FC236}">
                  <a16:creationId xmlns:a16="http://schemas.microsoft.com/office/drawing/2014/main" id="{DF63BA43-DB5E-B0FC-4485-9C1B2D5ED0BA}"/>
                </a:ext>
              </a:extLst>
            </p:cNvPr>
            <p:cNvSpPr txBox="1">
              <a:spLocks noChangeArrowheads="1"/>
            </p:cNvSpPr>
            <p:nvPr/>
          </p:nvSpPr>
          <p:spPr bwMode="auto">
            <a:xfrm>
              <a:off x="1828800" y="3124200"/>
              <a:ext cx="63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grpSp>
      <p:grpSp>
        <p:nvGrpSpPr>
          <p:cNvPr id="5" name="组合 4">
            <a:extLst>
              <a:ext uri="{FF2B5EF4-FFF2-40B4-BE49-F238E27FC236}">
                <a16:creationId xmlns:a16="http://schemas.microsoft.com/office/drawing/2014/main" id="{CA638970-DE01-4219-A8D3-7E08A222FE04}"/>
              </a:ext>
            </a:extLst>
          </p:cNvPr>
          <p:cNvGrpSpPr/>
          <p:nvPr/>
        </p:nvGrpSpPr>
        <p:grpSpPr>
          <a:xfrm>
            <a:off x="3608979" y="3163094"/>
            <a:ext cx="2667000" cy="3398838"/>
            <a:chOff x="3810000" y="2895600"/>
            <a:chExt cx="2667000" cy="3398838"/>
          </a:xfrm>
        </p:grpSpPr>
        <p:sp>
          <p:nvSpPr>
            <p:cNvPr id="60418" name="Line 1026">
              <a:extLst>
                <a:ext uri="{FF2B5EF4-FFF2-40B4-BE49-F238E27FC236}">
                  <a16:creationId xmlns:a16="http://schemas.microsoft.com/office/drawing/2014/main" id="{28DF5BDD-4572-A384-AAB5-EDD54AB6239F}"/>
                </a:ext>
              </a:extLst>
            </p:cNvPr>
            <p:cNvSpPr>
              <a:spLocks noChangeShapeType="1"/>
            </p:cNvSpPr>
            <p:nvPr/>
          </p:nvSpPr>
          <p:spPr bwMode="auto">
            <a:xfrm>
              <a:off x="4953000" y="48768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5" name="Line 1073">
              <a:extLst>
                <a:ext uri="{FF2B5EF4-FFF2-40B4-BE49-F238E27FC236}">
                  <a16:creationId xmlns:a16="http://schemas.microsoft.com/office/drawing/2014/main" id="{D8F1C689-94CC-CF90-1328-CBC7E36F12E9}"/>
                </a:ext>
              </a:extLst>
            </p:cNvPr>
            <p:cNvSpPr>
              <a:spLocks noChangeShapeType="1"/>
            </p:cNvSpPr>
            <p:nvPr/>
          </p:nvSpPr>
          <p:spPr bwMode="auto">
            <a:xfrm flipH="1">
              <a:off x="4495800" y="35814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6" name="Rectangle 1074">
              <a:extLst>
                <a:ext uri="{FF2B5EF4-FFF2-40B4-BE49-F238E27FC236}">
                  <a16:creationId xmlns:a16="http://schemas.microsoft.com/office/drawing/2014/main" id="{11D1AB20-9EB6-FA09-600A-EEB180538A58}"/>
                </a:ext>
              </a:extLst>
            </p:cNvPr>
            <p:cNvSpPr>
              <a:spLocks noChangeArrowheads="1"/>
            </p:cNvSpPr>
            <p:nvPr/>
          </p:nvSpPr>
          <p:spPr bwMode="auto">
            <a:xfrm flipH="1">
              <a:off x="4343400" y="4038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67" name="Line 1075">
              <a:extLst>
                <a:ext uri="{FF2B5EF4-FFF2-40B4-BE49-F238E27FC236}">
                  <a16:creationId xmlns:a16="http://schemas.microsoft.com/office/drawing/2014/main" id="{EEEBCC49-8594-E960-CF87-90559B9C9C7A}"/>
                </a:ext>
              </a:extLst>
            </p:cNvPr>
            <p:cNvSpPr>
              <a:spLocks noChangeShapeType="1"/>
            </p:cNvSpPr>
            <p:nvPr/>
          </p:nvSpPr>
          <p:spPr bwMode="auto">
            <a:xfrm flipH="1">
              <a:off x="4953000" y="42672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68" name="Rectangle 1076">
              <a:extLst>
                <a:ext uri="{FF2B5EF4-FFF2-40B4-BE49-F238E27FC236}">
                  <a16:creationId xmlns:a16="http://schemas.microsoft.com/office/drawing/2014/main" id="{B14265DF-25E8-48C6-1112-1A0F1660A513}"/>
                </a:ext>
              </a:extLst>
            </p:cNvPr>
            <p:cNvSpPr>
              <a:spLocks noChangeArrowheads="1"/>
            </p:cNvSpPr>
            <p:nvPr/>
          </p:nvSpPr>
          <p:spPr bwMode="auto">
            <a:xfrm flipH="1">
              <a:off x="5181600" y="54102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69" name="Line 1077">
              <a:extLst>
                <a:ext uri="{FF2B5EF4-FFF2-40B4-BE49-F238E27FC236}">
                  <a16:creationId xmlns:a16="http://schemas.microsoft.com/office/drawing/2014/main" id="{96CDA23B-D042-6F57-07CA-F427035694B3}"/>
                </a:ext>
              </a:extLst>
            </p:cNvPr>
            <p:cNvSpPr>
              <a:spLocks noChangeShapeType="1"/>
            </p:cNvSpPr>
            <p:nvPr/>
          </p:nvSpPr>
          <p:spPr bwMode="auto">
            <a:xfrm flipH="1">
              <a:off x="4522788" y="49530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0" name="Line 1078">
              <a:extLst>
                <a:ext uri="{FF2B5EF4-FFF2-40B4-BE49-F238E27FC236}">
                  <a16:creationId xmlns:a16="http://schemas.microsoft.com/office/drawing/2014/main" id="{C40D29A1-1D0F-7433-2397-49DD917F8CA8}"/>
                </a:ext>
              </a:extLst>
            </p:cNvPr>
            <p:cNvSpPr>
              <a:spLocks noChangeShapeType="1"/>
            </p:cNvSpPr>
            <p:nvPr/>
          </p:nvSpPr>
          <p:spPr bwMode="auto">
            <a:xfrm>
              <a:off x="4876800" y="3581400"/>
              <a:ext cx="914400" cy="1219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1" name="Oval 1079">
              <a:extLst>
                <a:ext uri="{FF2B5EF4-FFF2-40B4-BE49-F238E27FC236}">
                  <a16:creationId xmlns:a16="http://schemas.microsoft.com/office/drawing/2014/main" id="{6AFBABFE-9F37-A545-980C-55BD5C6E81DF}"/>
                </a:ext>
              </a:extLst>
            </p:cNvPr>
            <p:cNvSpPr>
              <a:spLocks noChangeArrowheads="1"/>
            </p:cNvSpPr>
            <p:nvPr/>
          </p:nvSpPr>
          <p:spPr bwMode="auto">
            <a:xfrm flipH="1">
              <a:off x="4724400" y="33528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0472" name="Oval 1080">
              <a:extLst>
                <a:ext uri="{FF2B5EF4-FFF2-40B4-BE49-F238E27FC236}">
                  <a16:creationId xmlns:a16="http://schemas.microsoft.com/office/drawing/2014/main" id="{5E581458-22C6-53FD-8DD5-1FD7249A66D6}"/>
                </a:ext>
              </a:extLst>
            </p:cNvPr>
            <p:cNvSpPr>
              <a:spLocks noChangeArrowheads="1"/>
            </p:cNvSpPr>
            <p:nvPr/>
          </p:nvSpPr>
          <p:spPr bwMode="auto">
            <a:xfrm flipH="1">
              <a:off x="5181600" y="40386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73" name="Oval 1081">
              <a:extLst>
                <a:ext uri="{FF2B5EF4-FFF2-40B4-BE49-F238E27FC236}">
                  <a16:creationId xmlns:a16="http://schemas.microsoft.com/office/drawing/2014/main" id="{5F1EA327-ACC3-D9FD-9C79-CED2BCF87494}"/>
                </a:ext>
              </a:extLst>
            </p:cNvPr>
            <p:cNvSpPr>
              <a:spLocks noChangeArrowheads="1"/>
            </p:cNvSpPr>
            <p:nvPr/>
          </p:nvSpPr>
          <p:spPr bwMode="auto">
            <a:xfrm flipH="1">
              <a:off x="4800600" y="47244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0474" name="Rectangle 1082">
              <a:extLst>
                <a:ext uri="{FF2B5EF4-FFF2-40B4-BE49-F238E27FC236}">
                  <a16:creationId xmlns:a16="http://schemas.microsoft.com/office/drawing/2014/main" id="{4D788100-411E-1C41-5368-95C7A4794B07}"/>
                </a:ext>
              </a:extLst>
            </p:cNvPr>
            <p:cNvSpPr>
              <a:spLocks noChangeArrowheads="1"/>
            </p:cNvSpPr>
            <p:nvPr/>
          </p:nvSpPr>
          <p:spPr bwMode="auto">
            <a:xfrm flipH="1">
              <a:off x="4370388" y="54102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75" name="Rectangle 1083">
              <a:extLst>
                <a:ext uri="{FF2B5EF4-FFF2-40B4-BE49-F238E27FC236}">
                  <a16:creationId xmlns:a16="http://schemas.microsoft.com/office/drawing/2014/main" id="{24EADD59-A7F0-4FC5-DEF8-DD45002D3DFD}"/>
                </a:ext>
              </a:extLst>
            </p:cNvPr>
            <p:cNvSpPr>
              <a:spLocks noChangeArrowheads="1"/>
            </p:cNvSpPr>
            <p:nvPr/>
          </p:nvSpPr>
          <p:spPr bwMode="auto">
            <a:xfrm flipH="1">
              <a:off x="5638800" y="47244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0476" name="Text Box 1084">
              <a:extLst>
                <a:ext uri="{FF2B5EF4-FFF2-40B4-BE49-F238E27FC236}">
                  <a16:creationId xmlns:a16="http://schemas.microsoft.com/office/drawing/2014/main" id="{DBB549E9-35D0-A7C5-5FD5-C1E11B2ECF95}"/>
                </a:ext>
              </a:extLst>
            </p:cNvPr>
            <p:cNvSpPr txBox="1">
              <a:spLocks noChangeArrowheads="1"/>
            </p:cNvSpPr>
            <p:nvPr/>
          </p:nvSpPr>
          <p:spPr bwMode="auto">
            <a:xfrm>
              <a:off x="4800600" y="28956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0477" name="Text Box 1085">
              <a:extLst>
                <a:ext uri="{FF2B5EF4-FFF2-40B4-BE49-F238E27FC236}">
                  <a16:creationId xmlns:a16="http://schemas.microsoft.com/office/drawing/2014/main" id="{5CCD683A-C834-4647-D76B-B2D50F474C1B}"/>
                </a:ext>
              </a:extLst>
            </p:cNvPr>
            <p:cNvSpPr txBox="1">
              <a:spLocks noChangeArrowheads="1"/>
            </p:cNvSpPr>
            <p:nvPr/>
          </p:nvSpPr>
          <p:spPr bwMode="auto">
            <a:xfrm>
              <a:off x="4572000" y="42814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0478" name="Text Box 1086">
              <a:extLst>
                <a:ext uri="{FF2B5EF4-FFF2-40B4-BE49-F238E27FC236}">
                  <a16:creationId xmlns:a16="http://schemas.microsoft.com/office/drawing/2014/main" id="{9D5E1155-F109-1F82-82B4-256D4B134063}"/>
                </a:ext>
              </a:extLst>
            </p:cNvPr>
            <p:cNvSpPr txBox="1">
              <a:spLocks noChangeArrowheads="1"/>
            </p:cNvSpPr>
            <p:nvPr/>
          </p:nvSpPr>
          <p:spPr bwMode="auto">
            <a:xfrm>
              <a:off x="5257800" y="35814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0479" name="Text Box 1087">
              <a:extLst>
                <a:ext uri="{FF2B5EF4-FFF2-40B4-BE49-F238E27FC236}">
                  <a16:creationId xmlns:a16="http://schemas.microsoft.com/office/drawing/2014/main" id="{3AFBC26F-D38B-7CFF-6080-F76B4A9C00B9}"/>
                </a:ext>
              </a:extLst>
            </p:cNvPr>
            <p:cNvSpPr txBox="1">
              <a:spLocks noChangeArrowheads="1"/>
            </p:cNvSpPr>
            <p:nvPr/>
          </p:nvSpPr>
          <p:spPr bwMode="auto">
            <a:xfrm>
              <a:off x="3810000" y="39004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a:t>
              </a:r>
              <a:endParaRPr kumimoji="1" lang="en-US" altLang="zh-CN" sz="2400">
                <a:latin typeface="Times New Roman" panose="02020603050405020304" pitchFamily="18" charset="0"/>
                <a:ea typeface="宋体" panose="02010600030101010101" pitchFamily="2" charset="-122"/>
              </a:endParaRPr>
            </a:p>
          </p:txBody>
        </p:sp>
        <p:sp>
          <p:nvSpPr>
            <p:cNvPr id="60480" name="Text Box 1088">
              <a:extLst>
                <a:ext uri="{FF2B5EF4-FFF2-40B4-BE49-F238E27FC236}">
                  <a16:creationId xmlns:a16="http://schemas.microsoft.com/office/drawing/2014/main" id="{BE8EC0E2-8F79-518D-FF74-BF19F194124B}"/>
                </a:ext>
              </a:extLst>
            </p:cNvPr>
            <p:cNvSpPr txBox="1">
              <a:spLocks noChangeArrowheads="1"/>
            </p:cNvSpPr>
            <p:nvPr/>
          </p:nvSpPr>
          <p:spPr bwMode="auto">
            <a:xfrm>
              <a:off x="3859213" y="52720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a:t>
              </a:r>
              <a:endParaRPr kumimoji="1" lang="en-US" altLang="zh-CN" sz="2400">
                <a:latin typeface="Times New Roman" panose="02020603050405020304" pitchFamily="18" charset="0"/>
                <a:ea typeface="宋体" panose="02010600030101010101" pitchFamily="2" charset="-122"/>
              </a:endParaRPr>
            </a:p>
          </p:txBody>
        </p:sp>
        <p:sp>
          <p:nvSpPr>
            <p:cNvPr id="60481" name="Text Box 1089">
              <a:extLst>
                <a:ext uri="{FF2B5EF4-FFF2-40B4-BE49-F238E27FC236}">
                  <a16:creationId xmlns:a16="http://schemas.microsoft.com/office/drawing/2014/main" id="{5A9EC682-3BF7-F698-8DF9-34E295E77B83}"/>
                </a:ext>
              </a:extLst>
            </p:cNvPr>
            <p:cNvSpPr txBox="1">
              <a:spLocks noChangeArrowheads="1"/>
            </p:cNvSpPr>
            <p:nvPr/>
          </p:nvSpPr>
          <p:spPr bwMode="auto">
            <a:xfrm>
              <a:off x="5002213" y="32146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a:t>
              </a:r>
              <a:endParaRPr kumimoji="1" lang="en-US" altLang="zh-CN" sz="2400">
                <a:latin typeface="Times New Roman" panose="02020603050405020304" pitchFamily="18" charset="0"/>
                <a:ea typeface="宋体" panose="02010600030101010101" pitchFamily="2" charset="-122"/>
              </a:endParaRPr>
            </a:p>
          </p:txBody>
        </p:sp>
        <p:sp>
          <p:nvSpPr>
            <p:cNvPr id="60482" name="Text Box 1090">
              <a:extLst>
                <a:ext uri="{FF2B5EF4-FFF2-40B4-BE49-F238E27FC236}">
                  <a16:creationId xmlns:a16="http://schemas.microsoft.com/office/drawing/2014/main" id="{DAEB47FD-85D4-06A5-1A86-DCA2631517AB}"/>
                </a:ext>
              </a:extLst>
            </p:cNvPr>
            <p:cNvSpPr txBox="1">
              <a:spLocks noChangeArrowheads="1"/>
            </p:cNvSpPr>
            <p:nvPr/>
          </p:nvSpPr>
          <p:spPr bwMode="auto">
            <a:xfrm>
              <a:off x="5459413" y="52578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a:t>
              </a:r>
              <a:endParaRPr kumimoji="1" lang="en-US" altLang="zh-CN" sz="2400">
                <a:latin typeface="Times New Roman" panose="02020603050405020304" pitchFamily="18" charset="0"/>
                <a:ea typeface="宋体" panose="02010600030101010101" pitchFamily="2" charset="-122"/>
              </a:endParaRPr>
            </a:p>
          </p:txBody>
        </p:sp>
        <p:sp>
          <p:nvSpPr>
            <p:cNvPr id="60483" name="Text Box 1091">
              <a:extLst>
                <a:ext uri="{FF2B5EF4-FFF2-40B4-BE49-F238E27FC236}">
                  <a16:creationId xmlns:a16="http://schemas.microsoft.com/office/drawing/2014/main" id="{80F9DFEC-5E62-B5FD-D3F5-EA3780BAAB4E}"/>
                </a:ext>
              </a:extLst>
            </p:cNvPr>
            <p:cNvSpPr txBox="1">
              <a:spLocks noChangeArrowheads="1"/>
            </p:cNvSpPr>
            <p:nvPr/>
          </p:nvSpPr>
          <p:spPr bwMode="auto">
            <a:xfrm>
              <a:off x="4267200" y="45862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a:t>
              </a:r>
              <a:endParaRPr kumimoji="1" lang="en-US" altLang="zh-CN" sz="2400">
                <a:latin typeface="Times New Roman" panose="02020603050405020304" pitchFamily="18" charset="0"/>
                <a:ea typeface="宋体" panose="02010600030101010101" pitchFamily="2" charset="-122"/>
              </a:endParaRPr>
            </a:p>
          </p:txBody>
        </p:sp>
        <p:sp>
          <p:nvSpPr>
            <p:cNvPr id="60484" name="Text Box 1092">
              <a:extLst>
                <a:ext uri="{FF2B5EF4-FFF2-40B4-BE49-F238E27FC236}">
                  <a16:creationId xmlns:a16="http://schemas.microsoft.com/office/drawing/2014/main" id="{CE46E66F-A1A4-EB85-0646-6291D41C5DAF}"/>
                </a:ext>
              </a:extLst>
            </p:cNvPr>
            <p:cNvSpPr txBox="1">
              <a:spLocks noChangeArrowheads="1"/>
            </p:cNvSpPr>
            <p:nvPr/>
          </p:nvSpPr>
          <p:spPr bwMode="auto">
            <a:xfrm>
              <a:off x="5916613" y="45720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endParaRPr kumimoji="1" lang="en-US" altLang="zh-CN" sz="2400">
                <a:latin typeface="Times New Roman" panose="02020603050405020304" pitchFamily="18" charset="0"/>
                <a:ea typeface="宋体" panose="02010600030101010101" pitchFamily="2" charset="-122"/>
              </a:endParaRPr>
            </a:p>
          </p:txBody>
        </p:sp>
        <p:sp>
          <p:nvSpPr>
            <p:cNvPr id="60485" name="Text Box 1093">
              <a:extLst>
                <a:ext uri="{FF2B5EF4-FFF2-40B4-BE49-F238E27FC236}">
                  <a16:creationId xmlns:a16="http://schemas.microsoft.com/office/drawing/2014/main" id="{8733E2AA-221A-4057-80F8-A78F945BEE3C}"/>
                </a:ext>
              </a:extLst>
            </p:cNvPr>
            <p:cNvSpPr txBox="1">
              <a:spLocks noChangeArrowheads="1"/>
            </p:cNvSpPr>
            <p:nvPr/>
          </p:nvSpPr>
          <p:spPr bwMode="auto">
            <a:xfrm>
              <a:off x="5486400" y="38862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a:t>
              </a:r>
              <a:endParaRPr kumimoji="1" lang="en-US" altLang="zh-CN" sz="2400">
                <a:latin typeface="Times New Roman" panose="02020603050405020304" pitchFamily="18" charset="0"/>
                <a:ea typeface="宋体" panose="02010600030101010101" pitchFamily="2" charset="-122"/>
              </a:endParaRPr>
            </a:p>
          </p:txBody>
        </p:sp>
        <p:sp>
          <p:nvSpPr>
            <p:cNvPr id="60486" name="Text Box 1094">
              <a:extLst>
                <a:ext uri="{FF2B5EF4-FFF2-40B4-BE49-F238E27FC236}">
                  <a16:creationId xmlns:a16="http://schemas.microsoft.com/office/drawing/2014/main" id="{0E000B8E-A563-9FB2-39E3-1779E495112E}"/>
                </a:ext>
              </a:extLst>
            </p:cNvPr>
            <p:cNvSpPr txBox="1">
              <a:spLocks noChangeArrowheads="1"/>
            </p:cNvSpPr>
            <p:nvPr/>
          </p:nvSpPr>
          <p:spPr bwMode="auto">
            <a:xfrm>
              <a:off x="5029200" y="5715000"/>
              <a:ext cx="63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grpSp>
      <p:grpSp>
        <p:nvGrpSpPr>
          <p:cNvPr id="75" name="组合 74">
            <a:extLst>
              <a:ext uri="{FF2B5EF4-FFF2-40B4-BE49-F238E27FC236}">
                <a16:creationId xmlns:a16="http://schemas.microsoft.com/office/drawing/2014/main" id="{6AA67880-E9F3-4FE3-9A99-49BCD3EF93C0}"/>
              </a:ext>
            </a:extLst>
          </p:cNvPr>
          <p:cNvGrpSpPr/>
          <p:nvPr/>
        </p:nvGrpSpPr>
        <p:grpSpPr>
          <a:xfrm>
            <a:off x="511767" y="19050"/>
            <a:ext cx="3124200" cy="3403600"/>
            <a:chOff x="914400" y="2667000"/>
            <a:chExt cx="3124200" cy="3403600"/>
          </a:xfrm>
        </p:grpSpPr>
        <p:sp>
          <p:nvSpPr>
            <p:cNvPr id="76" name="Line 1030">
              <a:extLst>
                <a:ext uri="{FF2B5EF4-FFF2-40B4-BE49-F238E27FC236}">
                  <a16:creationId xmlns:a16="http://schemas.microsoft.com/office/drawing/2014/main" id="{0466F9C2-9C5B-43E8-93F5-0DC310DE49FD}"/>
                </a:ext>
              </a:extLst>
            </p:cNvPr>
            <p:cNvSpPr>
              <a:spLocks noChangeShapeType="1"/>
            </p:cNvSpPr>
            <p:nvPr/>
          </p:nvSpPr>
          <p:spPr bwMode="auto">
            <a:xfrm>
              <a:off x="2971800" y="34147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Rectangle 1031">
              <a:extLst>
                <a:ext uri="{FF2B5EF4-FFF2-40B4-BE49-F238E27FC236}">
                  <a16:creationId xmlns:a16="http://schemas.microsoft.com/office/drawing/2014/main" id="{EAA77A8B-347C-4497-A372-1A176E9EB82E}"/>
                </a:ext>
              </a:extLst>
            </p:cNvPr>
            <p:cNvSpPr>
              <a:spLocks noChangeArrowheads="1"/>
            </p:cNvSpPr>
            <p:nvPr/>
          </p:nvSpPr>
          <p:spPr bwMode="auto">
            <a:xfrm>
              <a:off x="3200400" y="38719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78" name="Line 1032">
              <a:extLst>
                <a:ext uri="{FF2B5EF4-FFF2-40B4-BE49-F238E27FC236}">
                  <a16:creationId xmlns:a16="http://schemas.microsoft.com/office/drawing/2014/main" id="{B00BC04C-5796-4A70-BA23-B9C8752743CE}"/>
                </a:ext>
              </a:extLst>
            </p:cNvPr>
            <p:cNvSpPr>
              <a:spLocks noChangeShapeType="1"/>
            </p:cNvSpPr>
            <p:nvPr/>
          </p:nvSpPr>
          <p:spPr bwMode="auto">
            <a:xfrm>
              <a:off x="2514600" y="41005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1033">
              <a:extLst>
                <a:ext uri="{FF2B5EF4-FFF2-40B4-BE49-F238E27FC236}">
                  <a16:creationId xmlns:a16="http://schemas.microsoft.com/office/drawing/2014/main" id="{4CF99E7A-4A12-4278-A8BF-3333760AC808}"/>
                </a:ext>
              </a:extLst>
            </p:cNvPr>
            <p:cNvSpPr>
              <a:spLocks noChangeArrowheads="1"/>
            </p:cNvSpPr>
            <p:nvPr/>
          </p:nvSpPr>
          <p:spPr bwMode="auto">
            <a:xfrm>
              <a:off x="2743200" y="45577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80" name="Line 1034">
              <a:extLst>
                <a:ext uri="{FF2B5EF4-FFF2-40B4-BE49-F238E27FC236}">
                  <a16:creationId xmlns:a16="http://schemas.microsoft.com/office/drawing/2014/main" id="{C050EC3D-A6FF-40CF-B3EE-511115AAC3CD}"/>
                </a:ext>
              </a:extLst>
            </p:cNvPr>
            <p:cNvSpPr>
              <a:spLocks noChangeShapeType="1"/>
            </p:cNvSpPr>
            <p:nvPr/>
          </p:nvSpPr>
          <p:spPr bwMode="auto">
            <a:xfrm>
              <a:off x="2057400" y="478631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1035">
              <a:extLst>
                <a:ext uri="{FF2B5EF4-FFF2-40B4-BE49-F238E27FC236}">
                  <a16:creationId xmlns:a16="http://schemas.microsoft.com/office/drawing/2014/main" id="{640C5FCD-60B2-4C5F-AE22-A1918312B852}"/>
                </a:ext>
              </a:extLst>
            </p:cNvPr>
            <p:cNvSpPr>
              <a:spLocks noChangeShapeType="1"/>
            </p:cNvSpPr>
            <p:nvPr/>
          </p:nvSpPr>
          <p:spPr bwMode="auto">
            <a:xfrm flipH="1">
              <a:off x="1524000" y="3414713"/>
              <a:ext cx="1447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Oval 1037">
              <a:extLst>
                <a:ext uri="{FF2B5EF4-FFF2-40B4-BE49-F238E27FC236}">
                  <a16:creationId xmlns:a16="http://schemas.microsoft.com/office/drawing/2014/main" id="{B0293841-9E01-4F81-88C0-0D7F75953972}"/>
                </a:ext>
              </a:extLst>
            </p:cNvPr>
            <p:cNvSpPr>
              <a:spLocks noChangeArrowheads="1"/>
            </p:cNvSpPr>
            <p:nvPr/>
          </p:nvSpPr>
          <p:spPr bwMode="auto">
            <a:xfrm>
              <a:off x="2819400" y="318611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83" name="Oval 1038">
              <a:extLst>
                <a:ext uri="{FF2B5EF4-FFF2-40B4-BE49-F238E27FC236}">
                  <a16:creationId xmlns:a16="http://schemas.microsoft.com/office/drawing/2014/main" id="{EF356EDB-0198-4AEF-8FD8-6FE19A7ACA4E}"/>
                </a:ext>
              </a:extLst>
            </p:cNvPr>
            <p:cNvSpPr>
              <a:spLocks noChangeArrowheads="1"/>
            </p:cNvSpPr>
            <p:nvPr/>
          </p:nvSpPr>
          <p:spPr bwMode="auto">
            <a:xfrm>
              <a:off x="2362200" y="387191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4" name="Oval 1039">
              <a:extLst>
                <a:ext uri="{FF2B5EF4-FFF2-40B4-BE49-F238E27FC236}">
                  <a16:creationId xmlns:a16="http://schemas.microsoft.com/office/drawing/2014/main" id="{E87728DA-56A4-40A8-9750-D4D29EA251E8}"/>
                </a:ext>
              </a:extLst>
            </p:cNvPr>
            <p:cNvSpPr>
              <a:spLocks noChangeArrowheads="1"/>
            </p:cNvSpPr>
            <p:nvPr/>
          </p:nvSpPr>
          <p:spPr bwMode="auto">
            <a:xfrm>
              <a:off x="1905000" y="455771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5" name="Rectangle 1040">
              <a:extLst>
                <a:ext uri="{FF2B5EF4-FFF2-40B4-BE49-F238E27FC236}">
                  <a16:creationId xmlns:a16="http://schemas.microsoft.com/office/drawing/2014/main" id="{D751507E-240D-472F-82C5-683483BB1953}"/>
                </a:ext>
              </a:extLst>
            </p:cNvPr>
            <p:cNvSpPr>
              <a:spLocks noChangeArrowheads="1"/>
            </p:cNvSpPr>
            <p:nvPr/>
          </p:nvSpPr>
          <p:spPr bwMode="auto">
            <a:xfrm>
              <a:off x="1447800" y="52435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86" name="Rectangle 1041">
              <a:extLst>
                <a:ext uri="{FF2B5EF4-FFF2-40B4-BE49-F238E27FC236}">
                  <a16:creationId xmlns:a16="http://schemas.microsoft.com/office/drawing/2014/main" id="{12E4D5E6-93BF-4749-8EA7-8A7FAB481B5B}"/>
                </a:ext>
              </a:extLst>
            </p:cNvPr>
            <p:cNvSpPr>
              <a:spLocks noChangeArrowheads="1"/>
            </p:cNvSpPr>
            <p:nvPr/>
          </p:nvSpPr>
          <p:spPr bwMode="auto">
            <a:xfrm>
              <a:off x="2286000" y="524351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87" name="Text Box 1042">
              <a:extLst>
                <a:ext uri="{FF2B5EF4-FFF2-40B4-BE49-F238E27FC236}">
                  <a16:creationId xmlns:a16="http://schemas.microsoft.com/office/drawing/2014/main" id="{99066229-3716-4AA3-937A-A887C448AFCA}"/>
                </a:ext>
              </a:extLst>
            </p:cNvPr>
            <p:cNvSpPr txBox="1">
              <a:spLocks noChangeArrowheads="1"/>
            </p:cNvSpPr>
            <p:nvPr/>
          </p:nvSpPr>
          <p:spPr bwMode="auto">
            <a:xfrm>
              <a:off x="1600200" y="40909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88" name="Text Box 1043">
              <a:extLst>
                <a:ext uri="{FF2B5EF4-FFF2-40B4-BE49-F238E27FC236}">
                  <a16:creationId xmlns:a16="http://schemas.microsoft.com/office/drawing/2014/main" id="{B1F2758E-DA60-4CFF-AA8B-95205B2EFFF4}"/>
                </a:ext>
              </a:extLst>
            </p:cNvPr>
            <p:cNvSpPr txBox="1">
              <a:spLocks noChangeArrowheads="1"/>
            </p:cNvSpPr>
            <p:nvPr/>
          </p:nvSpPr>
          <p:spPr bwMode="auto">
            <a:xfrm>
              <a:off x="2189163" y="34290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89" name="Text Box 1044">
              <a:extLst>
                <a:ext uri="{FF2B5EF4-FFF2-40B4-BE49-F238E27FC236}">
                  <a16:creationId xmlns:a16="http://schemas.microsoft.com/office/drawing/2014/main" id="{6109214E-5C47-4D2C-895D-AF9E3C10D92F}"/>
                </a:ext>
              </a:extLst>
            </p:cNvPr>
            <p:cNvSpPr txBox="1">
              <a:spLocks noChangeArrowheads="1"/>
            </p:cNvSpPr>
            <p:nvPr/>
          </p:nvSpPr>
          <p:spPr bwMode="auto">
            <a:xfrm>
              <a:off x="2643188" y="2667000"/>
              <a:ext cx="481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90" name="Text Box 1057">
              <a:extLst>
                <a:ext uri="{FF2B5EF4-FFF2-40B4-BE49-F238E27FC236}">
                  <a16:creationId xmlns:a16="http://schemas.microsoft.com/office/drawing/2014/main" id="{2AFF258B-1432-404C-9EC2-457A6F01C4A1}"/>
                </a:ext>
              </a:extLst>
            </p:cNvPr>
            <p:cNvSpPr txBox="1">
              <a:spLocks noChangeArrowheads="1"/>
            </p:cNvSpPr>
            <p:nvPr/>
          </p:nvSpPr>
          <p:spPr bwMode="auto">
            <a:xfrm>
              <a:off x="914400" y="5091113"/>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a:t>
              </a:r>
              <a:endParaRPr kumimoji="1" lang="en-US" altLang="zh-CN" sz="2400">
                <a:latin typeface="Times New Roman" panose="02020603050405020304" pitchFamily="18" charset="0"/>
                <a:ea typeface="宋体" panose="02010600030101010101" pitchFamily="2" charset="-122"/>
              </a:endParaRPr>
            </a:p>
          </p:txBody>
        </p:sp>
        <p:sp>
          <p:nvSpPr>
            <p:cNvPr id="91" name="Text Box 1058">
              <a:extLst>
                <a:ext uri="{FF2B5EF4-FFF2-40B4-BE49-F238E27FC236}">
                  <a16:creationId xmlns:a16="http://schemas.microsoft.com/office/drawing/2014/main" id="{DDC95425-D69C-46D4-A6C5-299850817C7E}"/>
                </a:ext>
              </a:extLst>
            </p:cNvPr>
            <p:cNvSpPr txBox="1">
              <a:spLocks noChangeArrowheads="1"/>
            </p:cNvSpPr>
            <p:nvPr/>
          </p:nvSpPr>
          <p:spPr bwMode="auto">
            <a:xfrm>
              <a:off x="2563813" y="50911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a:t>
              </a:r>
              <a:endParaRPr kumimoji="1" lang="en-US" altLang="zh-CN" sz="2400">
                <a:latin typeface="Times New Roman" panose="02020603050405020304" pitchFamily="18" charset="0"/>
                <a:ea typeface="宋体" panose="02010600030101010101" pitchFamily="2" charset="-122"/>
              </a:endParaRPr>
            </a:p>
          </p:txBody>
        </p:sp>
        <p:sp>
          <p:nvSpPr>
            <p:cNvPr id="92" name="Text Box 1059">
              <a:extLst>
                <a:ext uri="{FF2B5EF4-FFF2-40B4-BE49-F238E27FC236}">
                  <a16:creationId xmlns:a16="http://schemas.microsoft.com/office/drawing/2014/main" id="{F2C35A1A-F79A-40E2-B653-C8A99FD00065}"/>
                </a:ext>
              </a:extLst>
            </p:cNvPr>
            <p:cNvSpPr txBox="1">
              <a:spLocks noChangeArrowheads="1"/>
            </p:cNvSpPr>
            <p:nvPr/>
          </p:nvSpPr>
          <p:spPr bwMode="auto">
            <a:xfrm>
              <a:off x="1344613" y="44053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a:t>
              </a:r>
              <a:endParaRPr kumimoji="1" lang="en-US" altLang="zh-CN" sz="2400">
                <a:latin typeface="Times New Roman" panose="02020603050405020304" pitchFamily="18" charset="0"/>
                <a:ea typeface="宋体" panose="02010600030101010101" pitchFamily="2" charset="-122"/>
              </a:endParaRPr>
            </a:p>
          </p:txBody>
        </p:sp>
        <p:sp>
          <p:nvSpPr>
            <p:cNvPr id="93" name="Text Box 1060">
              <a:extLst>
                <a:ext uri="{FF2B5EF4-FFF2-40B4-BE49-F238E27FC236}">
                  <a16:creationId xmlns:a16="http://schemas.microsoft.com/office/drawing/2014/main" id="{3FF91821-CE22-4882-97BA-B937B31BF077}"/>
                </a:ext>
              </a:extLst>
            </p:cNvPr>
            <p:cNvSpPr txBox="1">
              <a:spLocks noChangeArrowheads="1"/>
            </p:cNvSpPr>
            <p:nvPr/>
          </p:nvSpPr>
          <p:spPr bwMode="auto">
            <a:xfrm>
              <a:off x="3021013" y="44053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a:t>
              </a:r>
              <a:endParaRPr kumimoji="1" lang="en-US" altLang="zh-CN" sz="2400">
                <a:latin typeface="Times New Roman" panose="02020603050405020304" pitchFamily="18" charset="0"/>
                <a:ea typeface="宋体" panose="02010600030101010101" pitchFamily="2" charset="-122"/>
              </a:endParaRPr>
            </a:p>
          </p:txBody>
        </p:sp>
        <p:sp>
          <p:nvSpPr>
            <p:cNvPr id="94" name="Text Box 1061">
              <a:extLst>
                <a:ext uri="{FF2B5EF4-FFF2-40B4-BE49-F238E27FC236}">
                  <a16:creationId xmlns:a16="http://schemas.microsoft.com/office/drawing/2014/main" id="{CBD58C06-F23A-4F0F-8E64-92C58A5A9210}"/>
                </a:ext>
              </a:extLst>
            </p:cNvPr>
            <p:cNvSpPr txBox="1">
              <a:spLocks noChangeArrowheads="1"/>
            </p:cNvSpPr>
            <p:nvPr/>
          </p:nvSpPr>
          <p:spPr bwMode="auto">
            <a:xfrm>
              <a:off x="1801813" y="37195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a:t>
              </a:r>
              <a:endParaRPr kumimoji="1" lang="en-US" altLang="zh-CN" sz="2400">
                <a:latin typeface="Times New Roman" panose="02020603050405020304" pitchFamily="18" charset="0"/>
                <a:ea typeface="宋体" panose="02010600030101010101" pitchFamily="2" charset="-122"/>
              </a:endParaRPr>
            </a:p>
          </p:txBody>
        </p:sp>
        <p:sp>
          <p:nvSpPr>
            <p:cNvPr id="95" name="Text Box 1062">
              <a:extLst>
                <a:ext uri="{FF2B5EF4-FFF2-40B4-BE49-F238E27FC236}">
                  <a16:creationId xmlns:a16="http://schemas.microsoft.com/office/drawing/2014/main" id="{443F2FD2-E528-4AAC-BE5F-20C5CE1E6967}"/>
                </a:ext>
              </a:extLst>
            </p:cNvPr>
            <p:cNvSpPr txBox="1">
              <a:spLocks noChangeArrowheads="1"/>
            </p:cNvSpPr>
            <p:nvPr/>
          </p:nvSpPr>
          <p:spPr bwMode="auto">
            <a:xfrm>
              <a:off x="3478213" y="3719513"/>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endParaRPr kumimoji="1" lang="en-US" altLang="zh-CN" sz="2400">
                <a:latin typeface="Times New Roman" panose="02020603050405020304" pitchFamily="18" charset="0"/>
                <a:ea typeface="宋体" panose="02010600030101010101" pitchFamily="2" charset="-122"/>
              </a:endParaRPr>
            </a:p>
          </p:txBody>
        </p:sp>
        <p:sp>
          <p:nvSpPr>
            <p:cNvPr id="96" name="Text Box 1063">
              <a:extLst>
                <a:ext uri="{FF2B5EF4-FFF2-40B4-BE49-F238E27FC236}">
                  <a16:creationId xmlns:a16="http://schemas.microsoft.com/office/drawing/2014/main" id="{F87B0971-1B07-43E2-8AEA-78554A72F970}"/>
                </a:ext>
              </a:extLst>
            </p:cNvPr>
            <p:cNvSpPr txBox="1">
              <a:spLocks noChangeArrowheads="1"/>
            </p:cNvSpPr>
            <p:nvPr/>
          </p:nvSpPr>
          <p:spPr bwMode="auto">
            <a:xfrm>
              <a:off x="2259013" y="30480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a:t>
              </a:r>
              <a:endParaRPr kumimoji="1" lang="en-US" altLang="zh-CN" sz="2400">
                <a:latin typeface="Times New Roman" panose="02020603050405020304" pitchFamily="18" charset="0"/>
                <a:ea typeface="宋体" panose="02010600030101010101" pitchFamily="2" charset="-122"/>
              </a:endParaRPr>
            </a:p>
          </p:txBody>
        </p:sp>
        <p:sp>
          <p:nvSpPr>
            <p:cNvPr id="97" name="Text Box 1071">
              <a:extLst>
                <a:ext uri="{FF2B5EF4-FFF2-40B4-BE49-F238E27FC236}">
                  <a16:creationId xmlns:a16="http://schemas.microsoft.com/office/drawing/2014/main" id="{32B1B9B5-953B-492A-A090-F65DE4CC39A1}"/>
                </a:ext>
              </a:extLst>
            </p:cNvPr>
            <p:cNvSpPr txBox="1">
              <a:spLocks noChangeArrowheads="1"/>
            </p:cNvSpPr>
            <p:nvPr/>
          </p:nvSpPr>
          <p:spPr bwMode="auto">
            <a:xfrm>
              <a:off x="2422525" y="5491163"/>
              <a:ext cx="6572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grpSp>
      <p:grpSp>
        <p:nvGrpSpPr>
          <p:cNvPr id="98" name="组合 97">
            <a:extLst>
              <a:ext uri="{FF2B5EF4-FFF2-40B4-BE49-F238E27FC236}">
                <a16:creationId xmlns:a16="http://schemas.microsoft.com/office/drawing/2014/main" id="{156C8BB0-55EC-4F32-8951-F946E9555E62}"/>
              </a:ext>
            </a:extLst>
          </p:cNvPr>
          <p:cNvGrpSpPr/>
          <p:nvPr/>
        </p:nvGrpSpPr>
        <p:grpSpPr>
          <a:xfrm>
            <a:off x="4740342" y="47316"/>
            <a:ext cx="3429000" cy="3079750"/>
            <a:chOff x="4572000" y="2986088"/>
            <a:chExt cx="3429000" cy="3079750"/>
          </a:xfrm>
        </p:grpSpPr>
        <p:sp>
          <p:nvSpPr>
            <p:cNvPr id="99" name="Line 1026">
              <a:extLst>
                <a:ext uri="{FF2B5EF4-FFF2-40B4-BE49-F238E27FC236}">
                  <a16:creationId xmlns:a16="http://schemas.microsoft.com/office/drawing/2014/main" id="{9A6A42BE-0A31-46E5-AD3A-A2FFAC0014B9}"/>
                </a:ext>
              </a:extLst>
            </p:cNvPr>
            <p:cNvSpPr>
              <a:spLocks noChangeShapeType="1"/>
            </p:cNvSpPr>
            <p:nvPr/>
          </p:nvSpPr>
          <p:spPr bwMode="auto">
            <a:xfrm>
              <a:off x="6400800" y="3657600"/>
              <a:ext cx="762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1027">
              <a:extLst>
                <a:ext uri="{FF2B5EF4-FFF2-40B4-BE49-F238E27FC236}">
                  <a16:creationId xmlns:a16="http://schemas.microsoft.com/office/drawing/2014/main" id="{C74F2C09-E42E-4678-8EBA-032F45FA5730}"/>
                </a:ext>
              </a:extLst>
            </p:cNvPr>
            <p:cNvSpPr>
              <a:spLocks noChangeShapeType="1"/>
            </p:cNvSpPr>
            <p:nvPr/>
          </p:nvSpPr>
          <p:spPr bwMode="auto">
            <a:xfrm flipH="1">
              <a:off x="5486400" y="3657600"/>
              <a:ext cx="762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1028">
              <a:extLst>
                <a:ext uri="{FF2B5EF4-FFF2-40B4-BE49-F238E27FC236}">
                  <a16:creationId xmlns:a16="http://schemas.microsoft.com/office/drawing/2014/main" id="{AA55EC9D-5178-4BCE-ACE1-5B1C3F3316DD}"/>
                </a:ext>
              </a:extLst>
            </p:cNvPr>
            <p:cNvSpPr>
              <a:spLocks noChangeShapeType="1"/>
            </p:cNvSpPr>
            <p:nvPr/>
          </p:nvSpPr>
          <p:spPr bwMode="auto">
            <a:xfrm>
              <a:off x="5486400" y="43434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1029">
              <a:extLst>
                <a:ext uri="{FF2B5EF4-FFF2-40B4-BE49-F238E27FC236}">
                  <a16:creationId xmlns:a16="http://schemas.microsoft.com/office/drawing/2014/main" id="{8C61D107-8996-4C15-BACD-70FF917B04C7}"/>
                </a:ext>
              </a:extLst>
            </p:cNvPr>
            <p:cNvSpPr>
              <a:spLocks noChangeShapeType="1"/>
            </p:cNvSpPr>
            <p:nvPr/>
          </p:nvSpPr>
          <p:spPr bwMode="auto">
            <a:xfrm flipH="1">
              <a:off x="4876800" y="4343400"/>
              <a:ext cx="457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Oval 1045">
              <a:extLst>
                <a:ext uri="{FF2B5EF4-FFF2-40B4-BE49-F238E27FC236}">
                  <a16:creationId xmlns:a16="http://schemas.microsoft.com/office/drawing/2014/main" id="{4AED537F-4478-40FC-9C97-883506F0CBAF}"/>
                </a:ext>
              </a:extLst>
            </p:cNvPr>
            <p:cNvSpPr>
              <a:spLocks noChangeArrowheads="1"/>
            </p:cNvSpPr>
            <p:nvPr/>
          </p:nvSpPr>
          <p:spPr bwMode="auto">
            <a:xfrm>
              <a:off x="6172200" y="34290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104" name="Rectangle 1046">
              <a:extLst>
                <a:ext uri="{FF2B5EF4-FFF2-40B4-BE49-F238E27FC236}">
                  <a16:creationId xmlns:a16="http://schemas.microsoft.com/office/drawing/2014/main" id="{A8CC6123-9630-4AE3-841E-7DFC89BA1775}"/>
                </a:ext>
              </a:extLst>
            </p:cNvPr>
            <p:cNvSpPr>
              <a:spLocks noChangeArrowheads="1"/>
            </p:cNvSpPr>
            <p:nvPr/>
          </p:nvSpPr>
          <p:spPr bwMode="auto">
            <a:xfrm>
              <a:off x="4724400" y="4800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105" name="Rectangle 1047">
              <a:extLst>
                <a:ext uri="{FF2B5EF4-FFF2-40B4-BE49-F238E27FC236}">
                  <a16:creationId xmlns:a16="http://schemas.microsoft.com/office/drawing/2014/main" id="{B9AD7C35-AF08-4880-A268-0B08B26F9C67}"/>
                </a:ext>
              </a:extLst>
            </p:cNvPr>
            <p:cNvSpPr>
              <a:spLocks noChangeArrowheads="1"/>
            </p:cNvSpPr>
            <p:nvPr/>
          </p:nvSpPr>
          <p:spPr bwMode="auto">
            <a:xfrm>
              <a:off x="5715000" y="4800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106" name="Oval 1048">
              <a:extLst>
                <a:ext uri="{FF2B5EF4-FFF2-40B4-BE49-F238E27FC236}">
                  <a16:creationId xmlns:a16="http://schemas.microsoft.com/office/drawing/2014/main" id="{076EB9F0-7518-47DD-A02B-0BCEBBE0F943}"/>
                </a:ext>
              </a:extLst>
            </p:cNvPr>
            <p:cNvSpPr>
              <a:spLocks noChangeArrowheads="1"/>
            </p:cNvSpPr>
            <p:nvPr/>
          </p:nvSpPr>
          <p:spPr bwMode="auto">
            <a:xfrm>
              <a:off x="5257800" y="41148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107" name="Line 1049">
              <a:extLst>
                <a:ext uri="{FF2B5EF4-FFF2-40B4-BE49-F238E27FC236}">
                  <a16:creationId xmlns:a16="http://schemas.microsoft.com/office/drawing/2014/main" id="{7831DFC5-24A3-410F-8A60-9A8465A8E79D}"/>
                </a:ext>
              </a:extLst>
            </p:cNvPr>
            <p:cNvSpPr>
              <a:spLocks noChangeShapeType="1"/>
            </p:cNvSpPr>
            <p:nvPr/>
          </p:nvSpPr>
          <p:spPr bwMode="auto">
            <a:xfrm>
              <a:off x="7315200" y="43434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1050">
              <a:extLst>
                <a:ext uri="{FF2B5EF4-FFF2-40B4-BE49-F238E27FC236}">
                  <a16:creationId xmlns:a16="http://schemas.microsoft.com/office/drawing/2014/main" id="{5B148B9F-C53B-450E-8A0A-E145F41FEF9B}"/>
                </a:ext>
              </a:extLst>
            </p:cNvPr>
            <p:cNvSpPr>
              <a:spLocks noChangeShapeType="1"/>
            </p:cNvSpPr>
            <p:nvPr/>
          </p:nvSpPr>
          <p:spPr bwMode="auto">
            <a:xfrm flipH="1">
              <a:off x="6705600" y="4343400"/>
              <a:ext cx="457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1051">
              <a:extLst>
                <a:ext uri="{FF2B5EF4-FFF2-40B4-BE49-F238E27FC236}">
                  <a16:creationId xmlns:a16="http://schemas.microsoft.com/office/drawing/2014/main" id="{D38C3610-2A93-47DD-99B7-A1E56EAA0803}"/>
                </a:ext>
              </a:extLst>
            </p:cNvPr>
            <p:cNvSpPr>
              <a:spLocks noChangeArrowheads="1"/>
            </p:cNvSpPr>
            <p:nvPr/>
          </p:nvSpPr>
          <p:spPr bwMode="auto">
            <a:xfrm>
              <a:off x="7086600" y="41148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110" name="Rectangle 1052">
              <a:extLst>
                <a:ext uri="{FF2B5EF4-FFF2-40B4-BE49-F238E27FC236}">
                  <a16:creationId xmlns:a16="http://schemas.microsoft.com/office/drawing/2014/main" id="{BAF902C9-ACC5-4E87-A06B-2236ABA8FA2E}"/>
                </a:ext>
              </a:extLst>
            </p:cNvPr>
            <p:cNvSpPr>
              <a:spLocks noChangeArrowheads="1"/>
            </p:cNvSpPr>
            <p:nvPr/>
          </p:nvSpPr>
          <p:spPr bwMode="auto">
            <a:xfrm>
              <a:off x="7543800" y="4800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111" name="Rectangle 1053">
              <a:extLst>
                <a:ext uri="{FF2B5EF4-FFF2-40B4-BE49-F238E27FC236}">
                  <a16:creationId xmlns:a16="http://schemas.microsoft.com/office/drawing/2014/main" id="{AF29E7CC-F217-4426-B67F-890C9E8DFCCC}"/>
                </a:ext>
              </a:extLst>
            </p:cNvPr>
            <p:cNvSpPr>
              <a:spLocks noChangeArrowheads="1"/>
            </p:cNvSpPr>
            <p:nvPr/>
          </p:nvSpPr>
          <p:spPr bwMode="auto">
            <a:xfrm>
              <a:off x="6553200" y="48006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112" name="Text Box 1054">
              <a:extLst>
                <a:ext uri="{FF2B5EF4-FFF2-40B4-BE49-F238E27FC236}">
                  <a16:creationId xmlns:a16="http://schemas.microsoft.com/office/drawing/2014/main" id="{23D9CD52-FD83-436E-B5D6-349B5CF94B2D}"/>
                </a:ext>
              </a:extLst>
            </p:cNvPr>
            <p:cNvSpPr txBox="1">
              <a:spLocks noChangeArrowheads="1"/>
            </p:cNvSpPr>
            <p:nvPr/>
          </p:nvSpPr>
          <p:spPr bwMode="auto">
            <a:xfrm>
              <a:off x="4953000" y="3648075"/>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113" name="Text Box 1055">
              <a:extLst>
                <a:ext uri="{FF2B5EF4-FFF2-40B4-BE49-F238E27FC236}">
                  <a16:creationId xmlns:a16="http://schemas.microsoft.com/office/drawing/2014/main" id="{B7680CEB-A89E-4A11-8063-E6C71DBAE93A}"/>
                </a:ext>
              </a:extLst>
            </p:cNvPr>
            <p:cNvSpPr txBox="1">
              <a:spLocks noChangeArrowheads="1"/>
            </p:cNvSpPr>
            <p:nvPr/>
          </p:nvSpPr>
          <p:spPr bwMode="auto">
            <a:xfrm>
              <a:off x="5867400" y="298608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114" name="Text Box 1056">
              <a:extLst>
                <a:ext uri="{FF2B5EF4-FFF2-40B4-BE49-F238E27FC236}">
                  <a16:creationId xmlns:a16="http://schemas.microsoft.com/office/drawing/2014/main" id="{A829BEB1-8D0D-4037-976F-967E560BA0E8}"/>
                </a:ext>
              </a:extLst>
            </p:cNvPr>
            <p:cNvSpPr txBox="1">
              <a:spLocks noChangeArrowheads="1"/>
            </p:cNvSpPr>
            <p:nvPr/>
          </p:nvSpPr>
          <p:spPr bwMode="auto">
            <a:xfrm>
              <a:off x="7086600" y="36576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115" name="Text Box 1064">
              <a:extLst>
                <a:ext uri="{FF2B5EF4-FFF2-40B4-BE49-F238E27FC236}">
                  <a16:creationId xmlns:a16="http://schemas.microsoft.com/office/drawing/2014/main" id="{43ADFF87-7EDD-46A7-95B0-ECD823221F56}"/>
                </a:ext>
              </a:extLst>
            </p:cNvPr>
            <p:cNvSpPr txBox="1">
              <a:spLocks noChangeArrowheads="1"/>
            </p:cNvSpPr>
            <p:nvPr/>
          </p:nvSpPr>
          <p:spPr bwMode="auto">
            <a:xfrm>
              <a:off x="4572000" y="50292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a:t>
              </a:r>
              <a:endParaRPr kumimoji="1" lang="en-US" altLang="zh-CN" sz="2400">
                <a:latin typeface="Times New Roman" panose="02020603050405020304" pitchFamily="18" charset="0"/>
                <a:ea typeface="宋体" panose="02010600030101010101" pitchFamily="2" charset="-122"/>
              </a:endParaRPr>
            </a:p>
          </p:txBody>
        </p:sp>
        <p:sp>
          <p:nvSpPr>
            <p:cNvPr id="116" name="Text Box 1065">
              <a:extLst>
                <a:ext uri="{FF2B5EF4-FFF2-40B4-BE49-F238E27FC236}">
                  <a16:creationId xmlns:a16="http://schemas.microsoft.com/office/drawing/2014/main" id="{F303672F-33C6-4A4C-BBA1-919D5ACD5063}"/>
                </a:ext>
              </a:extLst>
            </p:cNvPr>
            <p:cNvSpPr txBox="1">
              <a:spLocks noChangeArrowheads="1"/>
            </p:cNvSpPr>
            <p:nvPr/>
          </p:nvSpPr>
          <p:spPr bwMode="auto">
            <a:xfrm>
              <a:off x="5611813" y="50292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a:t>
              </a:r>
              <a:endParaRPr kumimoji="1" lang="en-US" altLang="zh-CN" sz="2400">
                <a:latin typeface="Times New Roman" panose="02020603050405020304" pitchFamily="18" charset="0"/>
                <a:ea typeface="宋体" panose="02010600030101010101" pitchFamily="2" charset="-122"/>
              </a:endParaRPr>
            </a:p>
          </p:txBody>
        </p:sp>
        <p:sp>
          <p:nvSpPr>
            <p:cNvPr id="117" name="Text Box 1066">
              <a:extLst>
                <a:ext uri="{FF2B5EF4-FFF2-40B4-BE49-F238E27FC236}">
                  <a16:creationId xmlns:a16="http://schemas.microsoft.com/office/drawing/2014/main" id="{8D313EAE-2842-4EA9-8542-68CBAE56DA6A}"/>
                </a:ext>
              </a:extLst>
            </p:cNvPr>
            <p:cNvSpPr txBox="1">
              <a:spLocks noChangeArrowheads="1"/>
            </p:cNvSpPr>
            <p:nvPr/>
          </p:nvSpPr>
          <p:spPr bwMode="auto">
            <a:xfrm>
              <a:off x="6400800" y="50292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a:t>
              </a:r>
              <a:endParaRPr kumimoji="1" lang="en-US" altLang="zh-CN" sz="2400">
                <a:latin typeface="Times New Roman" panose="02020603050405020304" pitchFamily="18" charset="0"/>
                <a:ea typeface="宋体" panose="02010600030101010101" pitchFamily="2" charset="-122"/>
              </a:endParaRPr>
            </a:p>
          </p:txBody>
        </p:sp>
        <p:sp>
          <p:nvSpPr>
            <p:cNvPr id="118" name="Text Box 1067">
              <a:extLst>
                <a:ext uri="{FF2B5EF4-FFF2-40B4-BE49-F238E27FC236}">
                  <a16:creationId xmlns:a16="http://schemas.microsoft.com/office/drawing/2014/main" id="{5374B3C7-4209-45A8-9E46-FEC13631DC52}"/>
                </a:ext>
              </a:extLst>
            </p:cNvPr>
            <p:cNvSpPr txBox="1">
              <a:spLocks noChangeArrowheads="1"/>
            </p:cNvSpPr>
            <p:nvPr/>
          </p:nvSpPr>
          <p:spPr bwMode="auto">
            <a:xfrm>
              <a:off x="7440613" y="50434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endParaRPr kumimoji="1" lang="en-US" altLang="zh-CN" sz="2400">
                <a:latin typeface="Times New Roman" panose="02020603050405020304" pitchFamily="18" charset="0"/>
                <a:ea typeface="宋体" panose="02010600030101010101" pitchFamily="2" charset="-122"/>
              </a:endParaRPr>
            </a:p>
          </p:txBody>
        </p:sp>
        <p:sp>
          <p:nvSpPr>
            <p:cNvPr id="119" name="Text Box 1068">
              <a:extLst>
                <a:ext uri="{FF2B5EF4-FFF2-40B4-BE49-F238E27FC236}">
                  <a16:creationId xmlns:a16="http://schemas.microsoft.com/office/drawing/2014/main" id="{CBE4D8AD-538F-4FB2-B18B-D38BB1C051DE}"/>
                </a:ext>
              </a:extLst>
            </p:cNvPr>
            <p:cNvSpPr txBox="1">
              <a:spLocks noChangeArrowheads="1"/>
            </p:cNvSpPr>
            <p:nvPr/>
          </p:nvSpPr>
          <p:spPr bwMode="auto">
            <a:xfrm>
              <a:off x="4697413" y="397668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a:t>
              </a:r>
              <a:endParaRPr kumimoji="1" lang="en-US" altLang="zh-CN" sz="2400">
                <a:latin typeface="Times New Roman" panose="02020603050405020304" pitchFamily="18" charset="0"/>
                <a:ea typeface="宋体" panose="02010600030101010101" pitchFamily="2" charset="-122"/>
              </a:endParaRPr>
            </a:p>
          </p:txBody>
        </p:sp>
        <p:sp>
          <p:nvSpPr>
            <p:cNvPr id="120" name="Text Box 1069">
              <a:extLst>
                <a:ext uri="{FF2B5EF4-FFF2-40B4-BE49-F238E27FC236}">
                  <a16:creationId xmlns:a16="http://schemas.microsoft.com/office/drawing/2014/main" id="{32C6F9F3-71CF-4B89-9A8B-3B8B43413EA9}"/>
                </a:ext>
              </a:extLst>
            </p:cNvPr>
            <p:cNvSpPr txBox="1">
              <a:spLocks noChangeArrowheads="1"/>
            </p:cNvSpPr>
            <p:nvPr/>
          </p:nvSpPr>
          <p:spPr bwMode="auto">
            <a:xfrm>
              <a:off x="5638800" y="329088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a:t>
              </a:r>
              <a:endParaRPr kumimoji="1" lang="en-US" altLang="zh-CN" sz="2400">
                <a:latin typeface="Times New Roman" panose="02020603050405020304" pitchFamily="18" charset="0"/>
                <a:ea typeface="宋体" panose="02010600030101010101" pitchFamily="2" charset="-122"/>
              </a:endParaRPr>
            </a:p>
          </p:txBody>
        </p:sp>
        <p:sp>
          <p:nvSpPr>
            <p:cNvPr id="121" name="Text Box 1070">
              <a:extLst>
                <a:ext uri="{FF2B5EF4-FFF2-40B4-BE49-F238E27FC236}">
                  <a16:creationId xmlns:a16="http://schemas.microsoft.com/office/drawing/2014/main" id="{E02CE11D-8D17-4F4E-921E-D63A9824BB0D}"/>
                </a:ext>
              </a:extLst>
            </p:cNvPr>
            <p:cNvSpPr txBox="1">
              <a:spLocks noChangeArrowheads="1"/>
            </p:cNvSpPr>
            <p:nvPr/>
          </p:nvSpPr>
          <p:spPr bwMode="auto">
            <a:xfrm>
              <a:off x="7391400" y="39624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a:t>
              </a:r>
              <a:endParaRPr kumimoji="1" lang="en-US" altLang="zh-CN" sz="2400">
                <a:latin typeface="Times New Roman" panose="02020603050405020304" pitchFamily="18" charset="0"/>
                <a:ea typeface="宋体" panose="02010600030101010101" pitchFamily="2" charset="-122"/>
              </a:endParaRPr>
            </a:p>
          </p:txBody>
        </p:sp>
        <p:sp>
          <p:nvSpPr>
            <p:cNvPr id="122" name="Text Box 1072">
              <a:extLst>
                <a:ext uri="{FF2B5EF4-FFF2-40B4-BE49-F238E27FC236}">
                  <a16:creationId xmlns:a16="http://schemas.microsoft.com/office/drawing/2014/main" id="{3F2CF29E-FA53-47B0-90B1-FB6E3FCFAA62}"/>
                </a:ext>
              </a:extLst>
            </p:cNvPr>
            <p:cNvSpPr txBox="1">
              <a:spLocks noChangeArrowheads="1"/>
            </p:cNvSpPr>
            <p:nvPr/>
          </p:nvSpPr>
          <p:spPr bwMode="auto">
            <a:xfrm>
              <a:off x="6019800" y="5486400"/>
              <a:ext cx="679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grpSp>
      <p:sp>
        <p:nvSpPr>
          <p:cNvPr id="3" name="灯片编号占位符 2">
            <a:extLst>
              <a:ext uri="{FF2B5EF4-FFF2-40B4-BE49-F238E27FC236}">
                <a16:creationId xmlns:a16="http://schemas.microsoft.com/office/drawing/2014/main" id="{474DBA90-E760-AB75-5631-1229B59DBA55}"/>
              </a:ext>
            </a:extLst>
          </p:cNvPr>
          <p:cNvSpPr>
            <a:spLocks noGrp="1"/>
          </p:cNvSpPr>
          <p:nvPr>
            <p:ph type="sldNum" sz="quarter" idx="12"/>
          </p:nvPr>
        </p:nvSpPr>
        <p:spPr/>
        <p:txBody>
          <a:bodyPr/>
          <a:lstStyle/>
          <a:p>
            <a:pPr>
              <a:defRPr/>
            </a:pPr>
            <a:fld id="{A5CDC942-AD50-4CB1-AAEC-9B389C2C8E01}" type="slidenum">
              <a:rPr lang="en-US" altLang="zh-CN" smtClean="0"/>
              <a:pPr>
                <a:defRPr/>
              </a:pPr>
              <a:t>46</a:t>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3E6344-3E8A-4371-B483-B5B451903F1B}"/>
              </a:ext>
            </a:extLst>
          </p:cNvPr>
          <p:cNvSpPr>
            <a:spLocks noGrp="1"/>
          </p:cNvSpPr>
          <p:nvPr>
            <p:ph type="title"/>
          </p:nvPr>
        </p:nvSpPr>
        <p:spPr>
          <a:xfrm>
            <a:off x="628650" y="272528"/>
            <a:ext cx="7886700" cy="1325563"/>
          </a:xfrm>
        </p:spPr>
        <p:txBody>
          <a:bodyPr/>
          <a:lstStyle/>
          <a:p>
            <a:r>
              <a:rPr lang="zh-CN" altLang="en-US"/>
              <a:t>性能分析</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FF76C1ED-081D-42FE-AB65-BCCABAB5F0FB}"/>
                  </a:ext>
                </a:extLst>
              </p:cNvPr>
              <p:cNvSpPr>
                <a:spLocks noGrp="1"/>
              </p:cNvSpPr>
              <p:nvPr>
                <p:ph idx="1"/>
              </p:nvPr>
            </p:nvSpPr>
            <p:spPr>
              <a:xfrm>
                <a:off x="628650" y="1825625"/>
                <a:ext cx="7886700" cy="4339679"/>
              </a:xfrm>
            </p:spPr>
            <p:txBody>
              <a:bodyPr>
                <a:normAutofit fontScale="77500" lnSpcReduction="20000"/>
              </a:bodyPr>
              <a:lstStyle/>
              <a:p>
                <a:pPr>
                  <a:lnSpc>
                    <a:spcPct val="120000"/>
                  </a:lnSpc>
                </a:pPr>
                <a:r>
                  <a:rPr lang="zh-CN" altLang="en-US" dirty="0"/>
                  <a:t>一棵扩充二叉搜索树的搜索成功的平均搜索长度</a:t>
                </a:r>
                <a:r>
                  <a:rPr lang="en-US" altLang="zh-CN" dirty="0" err="1"/>
                  <a:t>ASL</a:t>
                </a:r>
                <a:r>
                  <a:rPr lang="en-US" altLang="zh-CN" baseline="-25000" dirty="0" err="1"/>
                  <a:t>succ</a:t>
                </a:r>
                <a:r>
                  <a:rPr lang="zh-CN" altLang="en-US" dirty="0"/>
                  <a:t>可以定义为该树所有内部结点上的搜索概率</a:t>
                </a:r>
                <a:r>
                  <a:rPr lang="en-US" altLang="zh-CN" dirty="0"/>
                  <a:t>p[</a:t>
                </a:r>
                <a:r>
                  <a:rPr lang="en-US" altLang="zh-CN" dirty="0" err="1"/>
                  <a:t>i</a:t>
                </a:r>
                <a:r>
                  <a:rPr lang="en-US" altLang="zh-CN" dirty="0"/>
                  <a:t>]</a:t>
                </a:r>
                <a:r>
                  <a:rPr lang="zh-CN" altLang="en-US" dirty="0"/>
                  <a:t>与搜索该结点时所需的关键码比较次数</a:t>
                </a:r>
                <a:r>
                  <a:rPr lang="en-US" altLang="zh-CN" dirty="0"/>
                  <a:t>c[</a:t>
                </a:r>
                <a:r>
                  <a:rPr lang="en-US" altLang="zh-CN" dirty="0" err="1"/>
                  <a:t>i</a:t>
                </a:r>
                <a:r>
                  <a:rPr lang="en-US" altLang="zh-CN" dirty="0"/>
                  <a:t>] (= l[</a:t>
                </a:r>
                <a:r>
                  <a:rPr lang="en-US" altLang="zh-CN" dirty="0" err="1"/>
                  <a:t>i</a:t>
                </a:r>
                <a:r>
                  <a:rPr lang="en-US" altLang="zh-CN" dirty="0"/>
                  <a:t>]</a:t>
                </a:r>
                <a:r>
                  <a:rPr lang="zh-CN" altLang="en-US" dirty="0"/>
                  <a:t>，即</a:t>
                </a:r>
                <a:r>
                  <a:rPr lang="en-US" altLang="zh-CN" dirty="0" err="1"/>
                  <a:t>i</a:t>
                </a:r>
                <a:r>
                  <a:rPr lang="zh-CN" altLang="en-US" dirty="0"/>
                  <a:t>的层次</a:t>
                </a:r>
                <a:r>
                  <a:rPr lang="en-US" altLang="zh-CN" dirty="0"/>
                  <a:t>)</a:t>
                </a:r>
                <a:r>
                  <a:rPr lang="zh-CN" altLang="en-US" dirty="0"/>
                  <a:t>乘积之和：</a:t>
                </a:r>
                <a:endParaRPr lang="en-US" altLang="zh-CN" dirty="0"/>
              </a:p>
              <a:p>
                <a:pPr marL="0" indent="0">
                  <a:lnSpc>
                    <a:spcPct val="120000"/>
                  </a:lnSpc>
                  <a:buNone/>
                </a:pPr>
                <a:r>
                  <a:rPr lang="en-US" altLang="zh-CN" dirty="0"/>
                  <a:t>         </a:t>
                </a:r>
                <a:r>
                  <a:rPr lang="en-US" altLang="zh-CN" dirty="0" err="1"/>
                  <a:t>ASL</a:t>
                </a:r>
                <a:r>
                  <a:rPr lang="en-US" altLang="zh-CN" baseline="-25000" dirty="0" err="1"/>
                  <a:t>succ</a:t>
                </a:r>
                <a:r>
                  <a:rPr lang="en-US" altLang="zh-CN" dirty="0"/>
                  <a:t> =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𝑝</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e>
                    </m:nary>
                  </m:oMath>
                </a14:m>
                <a:endParaRPr lang="en-US" altLang="zh-CN" dirty="0"/>
              </a:p>
              <a:p>
                <a:pPr>
                  <a:lnSpc>
                    <a:spcPct val="120000"/>
                  </a:lnSpc>
                </a:pPr>
                <a:r>
                  <a:rPr lang="zh-CN" altLang="en-US" dirty="0"/>
                  <a:t>搜索不成功的平均搜索长度</a:t>
                </a:r>
                <a:r>
                  <a:rPr lang="en-US" altLang="zh-CN" dirty="0" err="1"/>
                  <a:t>ASL</a:t>
                </a:r>
                <a:r>
                  <a:rPr lang="en-US" altLang="zh-CN" baseline="-25000" dirty="0" err="1"/>
                  <a:t>unsucc</a:t>
                </a:r>
                <a:r>
                  <a:rPr lang="zh-CN" altLang="en-US" dirty="0"/>
                  <a:t>为树中所有外部结点上搜索概率</a:t>
                </a:r>
                <a:r>
                  <a:rPr lang="en-US" altLang="zh-CN" dirty="0"/>
                  <a:t>q[j]</a:t>
                </a:r>
                <a:r>
                  <a:rPr lang="zh-CN" altLang="en-US" dirty="0"/>
                  <a:t>与到达外部结点所需关键码比较次数</a:t>
                </a:r>
                <a:r>
                  <a:rPr lang="en-US" altLang="zh-CN" dirty="0"/>
                  <a:t>c'[j](= l'[j]-1)</a:t>
                </a:r>
                <a:r>
                  <a:rPr lang="zh-CN" altLang="en-US" dirty="0"/>
                  <a:t>乘积之和：</a:t>
                </a:r>
                <a:endParaRPr lang="en-US" altLang="zh-CN" dirty="0"/>
              </a:p>
              <a:p>
                <a:pPr marL="0" indent="0">
                  <a:lnSpc>
                    <a:spcPct val="120000"/>
                  </a:lnSpc>
                  <a:buNone/>
                </a:pPr>
                <a:r>
                  <a:rPr lang="en-US" altLang="zh-CN" dirty="0"/>
                  <a:t>         </a:t>
                </a:r>
                <a:r>
                  <a:rPr lang="en-US" altLang="zh-CN" dirty="0" err="1"/>
                  <a:t>ASL</a:t>
                </a:r>
                <a:r>
                  <a:rPr lang="en-US" altLang="zh-CN" baseline="-25000" dirty="0" err="1"/>
                  <a:t>unsucc</a:t>
                </a:r>
                <a:r>
                  <a:rPr lang="en-US" altLang="zh-CN" dirty="0"/>
                  <a:t> =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𝑞</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−1)</m:t>
                        </m:r>
                      </m:e>
                    </m:nary>
                  </m:oMath>
                </a14:m>
                <a:endParaRPr lang="en-US" altLang="zh-CN" dirty="0"/>
              </a:p>
              <a:p>
                <a:pPr>
                  <a:lnSpc>
                    <a:spcPct val="120000"/>
                  </a:lnSpc>
                </a:pPr>
                <a:endParaRPr lang="zh-CN" altLang="en-US" dirty="0"/>
              </a:p>
            </p:txBody>
          </p:sp>
        </mc:Choice>
        <mc:Fallback>
          <p:sp>
            <p:nvSpPr>
              <p:cNvPr id="3" name="内容占位符 2">
                <a:extLst>
                  <a:ext uri="{FF2B5EF4-FFF2-40B4-BE49-F238E27FC236}">
                    <a16:creationId xmlns:a16="http://schemas.microsoft.com/office/drawing/2014/main" id="{FF76C1ED-081D-42FE-AB65-BCCABAB5F0FB}"/>
                  </a:ext>
                </a:extLst>
              </p:cNvPr>
              <p:cNvSpPr>
                <a:spLocks noGrp="1" noRot="1" noChangeAspect="1" noMove="1" noResize="1" noEditPoints="1" noAdjustHandles="1" noChangeArrowheads="1" noChangeShapeType="1" noTextEdit="1"/>
              </p:cNvSpPr>
              <p:nvPr>
                <p:ph idx="1"/>
              </p:nvPr>
            </p:nvSpPr>
            <p:spPr>
              <a:xfrm>
                <a:off x="628650" y="1825625"/>
                <a:ext cx="7886700" cy="4339679"/>
              </a:xfrm>
              <a:blipFill>
                <a:blip r:embed="rId2"/>
                <a:stretch>
                  <a:fillRect l="-1391" t="-1545" r="-386" b="-1685"/>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7EAA5C58-E1C5-83D2-9492-C8E572FCE973}"/>
              </a:ext>
            </a:extLst>
          </p:cNvPr>
          <p:cNvSpPr>
            <a:spLocks noGrp="1"/>
          </p:cNvSpPr>
          <p:nvPr>
            <p:ph type="sldNum" sz="quarter" idx="12"/>
          </p:nvPr>
        </p:nvSpPr>
        <p:spPr/>
        <p:txBody>
          <a:bodyPr/>
          <a:lstStyle/>
          <a:p>
            <a:pPr>
              <a:defRPr/>
            </a:pPr>
            <a:fld id="{82BC8E53-3928-4033-8D0B-01554133DC73}" type="slidenum">
              <a:rPr lang="en-US" altLang="zh-CN" smtClean="0"/>
              <a:pPr>
                <a:defRPr/>
              </a:pPr>
              <a:t>47</a:t>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Rectangle 1027">
            <a:extLst>
              <a:ext uri="{FF2B5EF4-FFF2-40B4-BE49-F238E27FC236}">
                <a16:creationId xmlns:a16="http://schemas.microsoft.com/office/drawing/2014/main" id="{54B39277-C4CA-8657-0A1A-8B7269672BC8}"/>
              </a:ext>
            </a:extLst>
          </p:cNvPr>
          <p:cNvSpPr>
            <a:spLocks noChangeArrowheads="1"/>
          </p:cNvSpPr>
          <p:nvPr/>
        </p:nvSpPr>
        <p:spPr bwMode="auto">
          <a:xfrm>
            <a:off x="779462" y="1414463"/>
            <a:ext cx="7886700" cy="5182889"/>
          </a:xfrm>
          <a:prstGeom prst="rect">
            <a:avLst/>
          </a:prstGeom>
          <a:noFill/>
          <a:ln w="9525">
            <a:noFill/>
            <a:miter lim="800000"/>
            <a:headEnd/>
            <a:tailEnd/>
          </a:ln>
          <a:effectLst/>
        </p:spPr>
        <p:txBody>
          <a:bodyPr>
            <a:normAutofit fontScale="85000" lnSpcReduction="20000"/>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10000"/>
              </a:spcBef>
              <a:defRPr/>
            </a:pPr>
            <a:r>
              <a:rPr lang="zh-CN" altLang="en-US" sz="2800" b="1" dirty="0">
                <a:solidFill>
                  <a:schemeClr val="tx2"/>
                </a:solidFill>
                <a:effectLst>
                  <a:outerShdw blurRad="38100" dist="38100" dir="2700000" algn="tl">
                    <a:srgbClr val="C0C0C0"/>
                  </a:outerShdw>
                </a:effectLst>
                <a:ea typeface="仿宋_GB2312" pitchFamily="49" charset="-122"/>
              </a:rPr>
              <a:t>设树中所有内、外部结点的搜索概率都相等：</a:t>
            </a:r>
          </a:p>
          <a:p>
            <a:pPr algn="just" eaLnBrk="1" hangingPunct="1">
              <a:spcBef>
                <a:spcPct val="10000"/>
              </a:spcBef>
              <a:defRPr/>
            </a:pPr>
            <a:r>
              <a:rPr lang="zh-CN" altLang="en-US" sz="2800" b="1" dirty="0">
                <a:solidFill>
                  <a:schemeClr val="tx2"/>
                </a:solidFill>
                <a:effectLst>
                  <a:outerShdw blurRad="38100" dist="38100" dir="2700000" algn="tl">
                    <a:srgbClr val="C0C0C0"/>
                  </a:outerShdw>
                </a:effectLst>
                <a:ea typeface="仿宋_GB2312" pitchFamily="49" charset="-122"/>
              </a:rPr>
              <a:t>  </a:t>
            </a:r>
            <a:r>
              <a:rPr lang="en-US" altLang="zh-CN" sz="2800" b="1" i="1" dirty="0">
                <a:solidFill>
                  <a:schemeClr val="tx2"/>
                </a:solidFill>
                <a:effectLst>
                  <a:outerShdw blurRad="38100" dist="38100" dir="2700000" algn="tl">
                    <a:srgbClr val="C0C0C0"/>
                  </a:outerShdw>
                </a:effectLst>
                <a:ea typeface="仿宋_GB2312" pitchFamily="49" charset="-122"/>
              </a:rPr>
              <a:t>p</a:t>
            </a:r>
            <a:r>
              <a:rPr lang="en-US" altLang="zh-CN" sz="2800" b="1" dirty="0">
                <a:solidFill>
                  <a:schemeClr val="tx2"/>
                </a:solidFill>
                <a:effectLst>
                  <a:outerShdw blurRad="38100" dist="38100" dir="2700000" algn="tl">
                    <a:srgbClr val="C0C0C0"/>
                  </a:outerShdw>
                </a:effectLst>
                <a:ea typeface="仿宋_GB2312" pitchFamily="49" charset="-122"/>
              </a:rPr>
              <a:t>[</a:t>
            </a:r>
            <a:r>
              <a:rPr lang="en-US" altLang="zh-CN" sz="2800" b="1" i="1" dirty="0" err="1">
                <a:solidFill>
                  <a:schemeClr val="tx2"/>
                </a:solidFill>
                <a:effectLst>
                  <a:outerShdw blurRad="38100" dist="38100" dir="2700000" algn="tl">
                    <a:srgbClr val="C0C0C0"/>
                  </a:outerShdw>
                </a:effectLst>
                <a:ea typeface="仿宋_GB2312" pitchFamily="49" charset="-122"/>
              </a:rPr>
              <a:t>i</a:t>
            </a:r>
            <a:r>
              <a:rPr lang="en-US" altLang="zh-CN" sz="2800" b="1" dirty="0">
                <a:solidFill>
                  <a:schemeClr val="tx2"/>
                </a:solidFill>
                <a:effectLst>
                  <a:outerShdw blurRad="38100" dist="38100" dir="2700000" algn="tl">
                    <a:srgbClr val="C0C0C0"/>
                  </a:outerShdw>
                </a:effectLst>
                <a:ea typeface="仿宋_GB2312" pitchFamily="49" charset="-122"/>
              </a:rPr>
              <a:t>] = 1/n = 1/3, 1 </a:t>
            </a:r>
            <a:r>
              <a:rPr lang="en-US" altLang="zh-CN" sz="2800" b="1" dirty="0">
                <a:solidFill>
                  <a:schemeClr val="tx2"/>
                </a:solidFill>
                <a:effectLst>
                  <a:outerShdw blurRad="38100" dist="38100" dir="2700000" algn="tl">
                    <a:srgbClr val="C0C0C0"/>
                  </a:outerShdw>
                </a:effectLst>
                <a:sym typeface="Symbol" panose="05050102010706020507" pitchFamily="18" charset="2"/>
              </a:rPr>
              <a:t>≤</a:t>
            </a:r>
            <a:r>
              <a:rPr lang="en-US" altLang="zh-CN" sz="2800" b="1" dirty="0">
                <a:solidFill>
                  <a:schemeClr val="tx2"/>
                </a:solidFill>
                <a:effectLst>
                  <a:outerShdw blurRad="38100" dist="38100" dir="2700000" algn="tl">
                    <a:srgbClr val="C0C0C0"/>
                  </a:outerShdw>
                </a:effectLst>
                <a:ea typeface="仿宋_GB2312" pitchFamily="49" charset="-122"/>
              </a:rPr>
              <a:t> </a:t>
            </a:r>
            <a:r>
              <a:rPr lang="en-US" altLang="zh-CN" sz="2800" b="1" i="1" dirty="0" err="1">
                <a:solidFill>
                  <a:schemeClr val="tx2"/>
                </a:solidFill>
                <a:effectLst>
                  <a:outerShdw blurRad="38100" dist="38100" dir="2700000" algn="tl">
                    <a:srgbClr val="C0C0C0"/>
                  </a:outerShdw>
                </a:effectLst>
                <a:ea typeface="仿宋_GB2312" pitchFamily="49" charset="-122"/>
              </a:rPr>
              <a:t>i</a:t>
            </a:r>
            <a:r>
              <a:rPr lang="en-US" altLang="zh-CN" sz="2800" b="1" dirty="0">
                <a:solidFill>
                  <a:schemeClr val="tx2"/>
                </a:solidFill>
                <a:effectLst>
                  <a:outerShdw blurRad="38100" dist="38100" dir="2700000" algn="tl">
                    <a:srgbClr val="C0C0C0"/>
                  </a:outerShdw>
                </a:effectLst>
                <a:ea typeface="仿宋_GB2312" pitchFamily="49" charset="-122"/>
              </a:rPr>
              <a:t> </a:t>
            </a:r>
            <a:r>
              <a:rPr lang="en-US" altLang="zh-CN" sz="2800" b="1" dirty="0">
                <a:solidFill>
                  <a:schemeClr val="tx2"/>
                </a:solidFill>
                <a:effectLst>
                  <a:outerShdw blurRad="38100" dist="38100" dir="2700000" algn="tl">
                    <a:srgbClr val="C0C0C0"/>
                  </a:outerShdw>
                </a:effectLst>
                <a:sym typeface="Symbol" panose="05050102010706020507" pitchFamily="18" charset="2"/>
              </a:rPr>
              <a:t>≤</a:t>
            </a:r>
            <a:r>
              <a:rPr lang="en-US" altLang="zh-CN" sz="2800" b="1" dirty="0">
                <a:solidFill>
                  <a:schemeClr val="tx2"/>
                </a:solidFill>
                <a:effectLst>
                  <a:outerShdw blurRad="38100" dist="38100" dir="2700000" algn="tl">
                    <a:srgbClr val="C0C0C0"/>
                  </a:outerShdw>
                </a:effectLst>
                <a:ea typeface="仿宋_GB2312" pitchFamily="49" charset="-122"/>
              </a:rPr>
              <a:t> 3,</a:t>
            </a:r>
            <a:r>
              <a:rPr lang="zh-CN" altLang="en-US" sz="2800" b="1" dirty="0">
                <a:solidFill>
                  <a:schemeClr val="tx2"/>
                </a:solidFill>
                <a:effectLst>
                  <a:outerShdw blurRad="38100" dist="38100" dir="2700000" algn="tl">
                    <a:srgbClr val="C0C0C0"/>
                  </a:outerShdw>
                </a:effectLst>
                <a:ea typeface="仿宋_GB2312" pitchFamily="49" charset="-122"/>
              </a:rPr>
              <a:t> </a:t>
            </a:r>
            <a:r>
              <a:rPr lang="en-US" altLang="zh-CN" sz="2800" b="1" dirty="0">
                <a:solidFill>
                  <a:schemeClr val="tx2"/>
                </a:solidFill>
                <a:effectLst>
                  <a:outerShdw blurRad="38100" dist="38100" dir="2700000" algn="tl">
                    <a:srgbClr val="C0C0C0"/>
                  </a:outerShdw>
                </a:effectLst>
                <a:ea typeface="仿宋_GB2312" pitchFamily="49" charset="-122"/>
              </a:rPr>
              <a:t> </a:t>
            </a:r>
            <a:r>
              <a:rPr lang="en-US" altLang="zh-CN" sz="2800" b="1" i="1" dirty="0">
                <a:solidFill>
                  <a:schemeClr val="tx2"/>
                </a:solidFill>
                <a:effectLst>
                  <a:outerShdw blurRad="38100" dist="38100" dir="2700000" algn="tl">
                    <a:srgbClr val="C0C0C0"/>
                  </a:outerShdw>
                </a:effectLst>
                <a:ea typeface="仿宋_GB2312" pitchFamily="49" charset="-122"/>
              </a:rPr>
              <a:t>q</a:t>
            </a:r>
            <a:r>
              <a:rPr lang="en-US" altLang="zh-CN" sz="2800" b="1" dirty="0">
                <a:solidFill>
                  <a:schemeClr val="tx2"/>
                </a:solidFill>
                <a:effectLst>
                  <a:outerShdw blurRad="38100" dist="38100" dir="2700000" algn="tl">
                    <a:srgbClr val="C0C0C0"/>
                  </a:outerShdw>
                </a:effectLst>
                <a:ea typeface="仿宋_GB2312" pitchFamily="49" charset="-122"/>
              </a:rPr>
              <a:t>[</a:t>
            </a:r>
            <a:r>
              <a:rPr lang="en-US" altLang="zh-CN" sz="2800" b="1" i="1" dirty="0">
                <a:solidFill>
                  <a:schemeClr val="tx2"/>
                </a:solidFill>
                <a:effectLst>
                  <a:outerShdw blurRad="38100" dist="38100" dir="2700000" algn="tl">
                    <a:srgbClr val="C0C0C0"/>
                  </a:outerShdw>
                </a:effectLst>
                <a:ea typeface="仿宋_GB2312" pitchFamily="49" charset="-122"/>
              </a:rPr>
              <a:t>j</a:t>
            </a:r>
            <a:r>
              <a:rPr lang="en-US" altLang="zh-CN" sz="2800" b="1" dirty="0">
                <a:solidFill>
                  <a:schemeClr val="tx2"/>
                </a:solidFill>
                <a:effectLst>
                  <a:outerShdw blurRad="38100" dist="38100" dir="2700000" algn="tl">
                    <a:srgbClr val="C0C0C0"/>
                  </a:outerShdw>
                </a:effectLst>
                <a:ea typeface="仿宋_GB2312" pitchFamily="49" charset="-122"/>
              </a:rPr>
              <a:t>] = 1/(n+1) = 1/4, 0 </a:t>
            </a:r>
            <a:r>
              <a:rPr lang="en-US" altLang="zh-CN" sz="2800" b="1" dirty="0">
                <a:solidFill>
                  <a:schemeClr val="tx2"/>
                </a:solidFill>
                <a:effectLst>
                  <a:outerShdw blurRad="38100" dist="38100" dir="2700000" algn="tl">
                    <a:srgbClr val="C0C0C0"/>
                  </a:outerShdw>
                </a:effectLst>
                <a:sym typeface="Symbol" panose="05050102010706020507" pitchFamily="18" charset="2"/>
              </a:rPr>
              <a:t>≤</a:t>
            </a:r>
            <a:r>
              <a:rPr lang="en-US" altLang="zh-CN" sz="2800" b="1" dirty="0">
                <a:solidFill>
                  <a:schemeClr val="tx2"/>
                </a:solidFill>
                <a:effectLst>
                  <a:outerShdw blurRad="38100" dist="38100" dir="2700000" algn="tl">
                    <a:srgbClr val="C0C0C0"/>
                  </a:outerShdw>
                </a:effectLst>
                <a:ea typeface="仿宋_GB2312" pitchFamily="49" charset="-122"/>
              </a:rPr>
              <a:t> </a:t>
            </a:r>
            <a:r>
              <a:rPr lang="en-US" altLang="zh-CN" sz="2800" b="1" i="1" dirty="0">
                <a:solidFill>
                  <a:schemeClr val="tx2"/>
                </a:solidFill>
                <a:effectLst>
                  <a:outerShdw blurRad="38100" dist="38100" dir="2700000" algn="tl">
                    <a:srgbClr val="C0C0C0"/>
                  </a:outerShdw>
                </a:effectLst>
                <a:ea typeface="仿宋_GB2312" pitchFamily="49" charset="-122"/>
              </a:rPr>
              <a:t>j</a:t>
            </a:r>
            <a:r>
              <a:rPr lang="en-US" altLang="zh-CN" sz="2800" b="1" dirty="0">
                <a:solidFill>
                  <a:schemeClr val="tx2"/>
                </a:solidFill>
                <a:effectLst>
                  <a:outerShdw blurRad="38100" dist="38100" dir="2700000" algn="tl">
                    <a:srgbClr val="C0C0C0"/>
                  </a:outerShdw>
                </a:effectLst>
                <a:ea typeface="仿宋_GB2312" pitchFamily="49" charset="-122"/>
              </a:rPr>
              <a:t> </a:t>
            </a:r>
            <a:r>
              <a:rPr lang="en-US" altLang="zh-CN" sz="2800" b="1" dirty="0">
                <a:solidFill>
                  <a:schemeClr val="tx2"/>
                </a:solidFill>
                <a:effectLst>
                  <a:outerShdw blurRad="38100" dist="38100" dir="2700000" algn="tl">
                    <a:srgbClr val="C0C0C0"/>
                  </a:outerShdw>
                </a:effectLst>
                <a:sym typeface="Symbol" panose="05050102010706020507" pitchFamily="18" charset="2"/>
              </a:rPr>
              <a:t>≤</a:t>
            </a:r>
            <a:r>
              <a:rPr lang="en-US" altLang="zh-CN" sz="2800" b="1" dirty="0">
                <a:solidFill>
                  <a:schemeClr val="tx2"/>
                </a:solidFill>
                <a:effectLst>
                  <a:outerShdw blurRad="38100" dist="38100" dir="2700000" algn="tl">
                    <a:srgbClr val="C0C0C0"/>
                  </a:outerShdw>
                </a:effectLst>
                <a:ea typeface="仿宋_GB2312" pitchFamily="49" charset="-122"/>
              </a:rPr>
              <a:t> 3</a:t>
            </a:r>
          </a:p>
          <a:p>
            <a:pPr algn="just" eaLnBrk="1" hangingPunct="1">
              <a:spcBef>
                <a:spcPct val="10000"/>
              </a:spcBef>
              <a:defRPr/>
            </a:pPr>
            <a:endParaRPr lang="en-US" altLang="zh-CN" sz="2800" b="1" dirty="0">
              <a:solidFill>
                <a:schemeClr val="tx2"/>
              </a:solidFill>
              <a:effectLst>
                <a:outerShdw blurRad="38100" dist="38100" dir="2700000" algn="tl">
                  <a:srgbClr val="C0C0C0"/>
                </a:outerShdw>
              </a:effectLst>
              <a:ea typeface="仿宋_GB2312" pitchFamily="49" charset="-122"/>
            </a:endParaRPr>
          </a:p>
          <a:p>
            <a:pPr algn="just" eaLnBrk="1" hangingPunct="1">
              <a:spcBef>
                <a:spcPct val="10000"/>
              </a:spcBef>
              <a:defRPr/>
            </a:pPr>
            <a:r>
              <a:rPr lang="en-US" altLang="zh-CN" sz="2800" b="1" dirty="0">
                <a:solidFill>
                  <a:srgbClr val="008080"/>
                </a:solidFill>
                <a:effectLst>
                  <a:outerShdw blurRad="38100" dist="38100" dir="2700000" algn="tl">
                    <a:srgbClr val="C0C0C0"/>
                  </a:outerShdw>
                </a:effectLst>
                <a:ea typeface="仿宋_GB2312" pitchFamily="49" charset="-122"/>
              </a:rPr>
              <a:t>    </a:t>
            </a:r>
            <a:r>
              <a:rPr lang="zh-CN" altLang="en-US" sz="2800" b="1" dirty="0">
                <a:solidFill>
                  <a:schemeClr val="accent2"/>
                </a:solidFill>
                <a:effectLst>
                  <a:outerShdw blurRad="38100" dist="38100" dir="2700000" algn="tl">
                    <a:srgbClr val="C0C0C0"/>
                  </a:outerShdw>
                </a:effectLst>
                <a:ea typeface="仿宋_GB2312" pitchFamily="49" charset="-122"/>
              </a:rPr>
              <a:t>图</a:t>
            </a:r>
            <a:r>
              <a:rPr lang="en-US" altLang="zh-CN" sz="2800" b="1" dirty="0">
                <a:solidFill>
                  <a:schemeClr val="accent2"/>
                </a:solidFill>
                <a:effectLst>
                  <a:outerShdw blurRad="38100" dist="38100" dir="2700000" algn="tl">
                    <a:srgbClr val="C0C0C0"/>
                  </a:outerShdw>
                </a:effectLst>
                <a:ea typeface="仿宋_GB2312" pitchFamily="49" charset="-122"/>
              </a:rPr>
              <a:t>(a):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succ</a:t>
            </a:r>
            <a:r>
              <a:rPr lang="en-US" altLang="zh-CN" sz="2800" b="1" dirty="0">
                <a:solidFill>
                  <a:schemeClr val="accent2"/>
                </a:solidFill>
                <a:effectLst>
                  <a:outerShdw blurRad="38100" dist="38100" dir="2700000" algn="tl">
                    <a:srgbClr val="C0C0C0"/>
                  </a:outerShdw>
                </a:effectLst>
                <a:ea typeface="仿宋_GB2312" pitchFamily="49" charset="-122"/>
              </a:rPr>
              <a:t> = 1/3*3+1/3*2+1/3*1 = 6/3=2,</a:t>
            </a:r>
          </a:p>
          <a:p>
            <a:pPr algn="just" eaLnBrk="1" hangingPunct="1">
              <a:spcBef>
                <a:spcPct val="10000"/>
              </a:spcBef>
              <a:defRPr/>
            </a:pPr>
            <a:r>
              <a:rPr lang="en-US" altLang="zh-CN" sz="2800" b="1" dirty="0">
                <a:solidFill>
                  <a:schemeClr val="accent2"/>
                </a:solidFill>
                <a:effectLst>
                  <a:outerShdw blurRad="38100" dist="38100" dir="2700000" algn="tl">
                    <a:srgbClr val="C0C0C0"/>
                  </a:outerShdw>
                </a:effectLst>
                <a:ea typeface="仿宋_GB2312" pitchFamily="49" charset="-122"/>
              </a:rPr>
              <a:t>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unsucc</a:t>
            </a:r>
            <a:r>
              <a:rPr lang="en-US" altLang="zh-CN" sz="2800" b="1" dirty="0">
                <a:solidFill>
                  <a:schemeClr val="accent2"/>
                </a:solidFill>
                <a:effectLst>
                  <a:outerShdw blurRad="38100" dist="38100" dir="2700000" algn="tl">
                    <a:srgbClr val="C0C0C0"/>
                  </a:outerShdw>
                </a:effectLst>
                <a:ea typeface="仿宋_GB2312" pitchFamily="49" charset="-122"/>
              </a:rPr>
              <a:t> = 1/4*3*2+1/4*2+1/4*1 = 9/4</a:t>
            </a:r>
            <a:r>
              <a:rPr lang="zh-CN" altLang="en-US" sz="2800" b="1" dirty="0">
                <a:solidFill>
                  <a:schemeClr val="accent2"/>
                </a:solidFill>
                <a:effectLst>
                  <a:outerShdw blurRad="38100" dist="38100" dir="2700000" algn="tl">
                    <a:srgbClr val="C0C0C0"/>
                  </a:outerShdw>
                </a:effectLst>
                <a:ea typeface="仿宋_GB2312" pitchFamily="49" charset="-122"/>
              </a:rPr>
              <a:t>。</a:t>
            </a:r>
          </a:p>
          <a:p>
            <a:pPr eaLnBrk="1" hangingPunct="1">
              <a:lnSpc>
                <a:spcPct val="105000"/>
              </a:lnSpc>
              <a:defRPr/>
            </a:pPr>
            <a:r>
              <a:rPr lang="zh-CN" altLang="en-US" sz="2800" b="1" dirty="0">
                <a:solidFill>
                  <a:schemeClr val="accent2"/>
                </a:solidFill>
                <a:effectLst>
                  <a:outerShdw blurRad="38100" dist="38100" dir="2700000" algn="tl">
                    <a:srgbClr val="C0C0C0"/>
                  </a:outerShdw>
                </a:effectLst>
                <a:ea typeface="仿宋_GB2312" pitchFamily="49" charset="-122"/>
              </a:rPr>
              <a:t>    </a:t>
            </a:r>
            <a:r>
              <a:rPr lang="zh-CN" altLang="en-US" sz="2800" b="1" dirty="0">
                <a:solidFill>
                  <a:schemeClr val="tx2"/>
                </a:solidFill>
                <a:effectLst>
                  <a:outerShdw blurRad="38100" dist="38100" dir="2700000" algn="tl">
                    <a:srgbClr val="C0C0C0"/>
                  </a:outerShdw>
                </a:effectLst>
                <a:ea typeface="仿宋_GB2312" pitchFamily="49" charset="-122"/>
              </a:rPr>
              <a:t>图</a:t>
            </a:r>
            <a:r>
              <a:rPr lang="en-US" altLang="zh-CN" sz="2800" b="1" dirty="0">
                <a:solidFill>
                  <a:schemeClr val="tx2"/>
                </a:solidFill>
                <a:effectLst>
                  <a:outerShdw blurRad="38100" dist="38100" dir="2700000" algn="tl">
                    <a:srgbClr val="C0C0C0"/>
                  </a:outerShdw>
                </a:effectLst>
                <a:ea typeface="仿宋_GB2312" pitchFamily="49" charset="-122"/>
              </a:rPr>
              <a:t>(b)</a:t>
            </a:r>
            <a:r>
              <a:rPr lang="en-US" altLang="zh-CN" sz="2800" b="1" dirty="0">
                <a:solidFill>
                  <a:schemeClr val="accent2"/>
                </a:solidFill>
                <a:effectLst>
                  <a:outerShdw blurRad="38100" dist="38100" dir="2700000" algn="tl">
                    <a:srgbClr val="C0C0C0"/>
                  </a:outerShdw>
                </a:effectLst>
                <a:ea typeface="仿宋_GB2312" pitchFamily="49" charset="-122"/>
              </a:rPr>
              <a:t>: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succ</a:t>
            </a:r>
            <a:r>
              <a:rPr lang="en-US" altLang="zh-CN" sz="2800" b="1" dirty="0">
                <a:solidFill>
                  <a:schemeClr val="accent2"/>
                </a:solidFill>
                <a:effectLst>
                  <a:outerShdw blurRad="38100" dist="38100" dir="2700000" algn="tl">
                    <a:srgbClr val="C0C0C0"/>
                  </a:outerShdw>
                </a:effectLst>
                <a:ea typeface="仿宋_GB2312" pitchFamily="49" charset="-122"/>
              </a:rPr>
              <a:t> = 1/3*2*2+1/3*1 = 5/3,</a:t>
            </a:r>
          </a:p>
          <a:p>
            <a:pPr algn="just" eaLnBrk="1" hangingPunct="1">
              <a:spcBef>
                <a:spcPct val="10000"/>
              </a:spcBef>
              <a:defRPr/>
            </a:pPr>
            <a:r>
              <a:rPr lang="en-US" altLang="zh-CN" sz="2800" b="1" dirty="0">
                <a:solidFill>
                  <a:schemeClr val="accent2"/>
                </a:solidFill>
                <a:effectLst>
                  <a:outerShdw blurRad="38100" dist="38100" dir="2700000" algn="tl">
                    <a:srgbClr val="C0C0C0"/>
                  </a:outerShdw>
                </a:effectLst>
                <a:ea typeface="仿宋_GB2312" pitchFamily="49" charset="-122"/>
              </a:rPr>
              <a:t>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unsucc</a:t>
            </a:r>
            <a:r>
              <a:rPr lang="en-US" altLang="zh-CN" sz="2800" b="1" dirty="0">
                <a:solidFill>
                  <a:schemeClr val="accent2"/>
                </a:solidFill>
                <a:effectLst>
                  <a:outerShdw blurRad="38100" dist="38100" dir="2700000" algn="tl">
                    <a:srgbClr val="C0C0C0"/>
                  </a:outerShdw>
                </a:effectLst>
                <a:ea typeface="仿宋_GB2312" pitchFamily="49" charset="-122"/>
              </a:rPr>
              <a:t> = 1/4*2*4 = 2</a:t>
            </a:r>
            <a:r>
              <a:rPr lang="zh-CN" altLang="en-US" sz="2800" b="1" dirty="0">
                <a:solidFill>
                  <a:schemeClr val="accent2"/>
                </a:solidFill>
                <a:effectLst>
                  <a:outerShdw blurRad="38100" dist="38100" dir="2700000" algn="tl">
                    <a:srgbClr val="C0C0C0"/>
                  </a:outerShdw>
                </a:effectLst>
                <a:ea typeface="仿宋_GB2312" pitchFamily="49" charset="-122"/>
              </a:rPr>
              <a:t>。</a:t>
            </a:r>
          </a:p>
          <a:p>
            <a:pPr algn="just" eaLnBrk="1" hangingPunct="1">
              <a:spcBef>
                <a:spcPct val="10000"/>
              </a:spcBef>
              <a:defRPr/>
            </a:pPr>
            <a:r>
              <a:rPr lang="zh-CN" altLang="en-US" sz="2800" b="1" dirty="0">
                <a:solidFill>
                  <a:schemeClr val="accent2"/>
                </a:solidFill>
                <a:effectLst>
                  <a:outerShdw blurRad="38100" dist="38100" dir="2700000" algn="tl">
                    <a:srgbClr val="C0C0C0"/>
                  </a:outerShdw>
                </a:effectLst>
                <a:ea typeface="仿宋_GB2312" pitchFamily="49" charset="-122"/>
              </a:rPr>
              <a:t>    图</a:t>
            </a:r>
            <a:r>
              <a:rPr lang="en-US" altLang="zh-CN" sz="2800" b="1" dirty="0">
                <a:solidFill>
                  <a:schemeClr val="accent2"/>
                </a:solidFill>
                <a:effectLst>
                  <a:outerShdw blurRad="38100" dist="38100" dir="2700000" algn="tl">
                    <a:srgbClr val="C0C0C0"/>
                  </a:outerShdw>
                </a:effectLst>
                <a:ea typeface="仿宋_GB2312" pitchFamily="49" charset="-122"/>
              </a:rPr>
              <a:t>(c):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succ</a:t>
            </a:r>
            <a:r>
              <a:rPr lang="en-US" altLang="zh-CN" sz="2800" b="1" dirty="0">
                <a:solidFill>
                  <a:schemeClr val="accent2"/>
                </a:solidFill>
                <a:effectLst>
                  <a:outerShdw blurRad="38100" dist="38100" dir="2700000" algn="tl">
                    <a:srgbClr val="C0C0C0"/>
                  </a:outerShdw>
                </a:effectLst>
                <a:ea typeface="仿宋_GB2312" pitchFamily="49" charset="-122"/>
              </a:rPr>
              <a:t> = 1/3*1+1/3*2+1/3*3 = 2,</a:t>
            </a:r>
          </a:p>
          <a:p>
            <a:pPr algn="just" eaLnBrk="1" hangingPunct="1">
              <a:spcBef>
                <a:spcPct val="10000"/>
              </a:spcBef>
              <a:defRPr/>
            </a:pPr>
            <a:r>
              <a:rPr lang="en-US" altLang="zh-CN" sz="2800" b="1" dirty="0">
                <a:solidFill>
                  <a:schemeClr val="accent2"/>
                </a:solidFill>
                <a:effectLst>
                  <a:outerShdw blurRad="38100" dist="38100" dir="2700000" algn="tl">
                    <a:srgbClr val="C0C0C0"/>
                  </a:outerShdw>
                </a:effectLst>
                <a:ea typeface="仿宋_GB2312" pitchFamily="49" charset="-122"/>
              </a:rPr>
              <a:t>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unsucc</a:t>
            </a:r>
            <a:r>
              <a:rPr lang="en-US" altLang="zh-CN" sz="2800" b="1" dirty="0">
                <a:solidFill>
                  <a:schemeClr val="accent2"/>
                </a:solidFill>
                <a:effectLst>
                  <a:outerShdw blurRad="38100" dist="38100" dir="2700000" algn="tl">
                    <a:srgbClr val="C0C0C0"/>
                  </a:outerShdw>
                </a:effectLst>
                <a:ea typeface="仿宋_GB2312" pitchFamily="49" charset="-122"/>
              </a:rPr>
              <a:t> = 1/4*1+1/4*2+1/4*3*2 = 9/4</a:t>
            </a:r>
            <a:r>
              <a:rPr lang="zh-CN" altLang="en-US" sz="2800" b="1" dirty="0">
                <a:solidFill>
                  <a:schemeClr val="accent2"/>
                </a:solidFill>
                <a:effectLst>
                  <a:outerShdw blurRad="38100" dist="38100" dir="2700000" algn="tl">
                    <a:srgbClr val="C0C0C0"/>
                  </a:outerShdw>
                </a:effectLst>
                <a:ea typeface="仿宋_GB2312" pitchFamily="49" charset="-122"/>
              </a:rPr>
              <a:t>。</a:t>
            </a:r>
          </a:p>
          <a:p>
            <a:pPr algn="just" eaLnBrk="1" hangingPunct="1">
              <a:spcBef>
                <a:spcPct val="10000"/>
              </a:spcBef>
              <a:defRPr/>
            </a:pPr>
            <a:r>
              <a:rPr lang="zh-CN" altLang="en-US" sz="2800" b="1" dirty="0">
                <a:solidFill>
                  <a:schemeClr val="accent2"/>
                </a:solidFill>
                <a:effectLst>
                  <a:outerShdw blurRad="38100" dist="38100" dir="2700000" algn="tl">
                    <a:srgbClr val="C0C0C0"/>
                  </a:outerShdw>
                </a:effectLst>
                <a:ea typeface="仿宋_GB2312" pitchFamily="49" charset="-122"/>
              </a:rPr>
              <a:t>    图</a:t>
            </a:r>
            <a:r>
              <a:rPr lang="en-US" altLang="zh-CN" sz="2800" b="1" dirty="0">
                <a:solidFill>
                  <a:schemeClr val="accent2"/>
                </a:solidFill>
                <a:effectLst>
                  <a:outerShdw blurRad="38100" dist="38100" dir="2700000" algn="tl">
                    <a:srgbClr val="C0C0C0"/>
                  </a:outerShdw>
                </a:effectLst>
                <a:ea typeface="仿宋_GB2312" pitchFamily="49" charset="-122"/>
              </a:rPr>
              <a:t>(d):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succ</a:t>
            </a:r>
            <a:r>
              <a:rPr lang="en-US" altLang="zh-CN" sz="2800" b="1" dirty="0">
                <a:solidFill>
                  <a:schemeClr val="accent2"/>
                </a:solidFill>
                <a:effectLst>
                  <a:outerShdw blurRad="38100" dist="38100" dir="2700000" algn="tl">
                    <a:srgbClr val="C0C0C0"/>
                  </a:outerShdw>
                </a:effectLst>
                <a:ea typeface="仿宋_GB2312" pitchFamily="49" charset="-122"/>
              </a:rPr>
              <a:t> = 1/3*2+1/3*3+1/3*1 = 2,</a:t>
            </a:r>
          </a:p>
          <a:p>
            <a:pPr algn="just" eaLnBrk="1" hangingPunct="1">
              <a:spcBef>
                <a:spcPct val="10000"/>
              </a:spcBef>
              <a:defRPr/>
            </a:pPr>
            <a:r>
              <a:rPr lang="en-US" altLang="zh-CN" sz="2800" b="1" dirty="0">
                <a:solidFill>
                  <a:schemeClr val="accent2"/>
                </a:solidFill>
                <a:effectLst>
                  <a:outerShdw blurRad="38100" dist="38100" dir="2700000" algn="tl">
                    <a:srgbClr val="C0C0C0"/>
                  </a:outerShdw>
                </a:effectLst>
                <a:ea typeface="仿宋_GB2312" pitchFamily="49" charset="-122"/>
              </a:rPr>
              <a:t>               </a:t>
            </a:r>
            <a:r>
              <a:rPr lang="en-US" altLang="zh-CN" sz="2800" b="1" i="1" dirty="0" err="1">
                <a:solidFill>
                  <a:schemeClr val="accent2"/>
                </a:solidFill>
                <a:effectLst>
                  <a:outerShdw blurRad="38100" dist="38100" dir="2700000" algn="tl">
                    <a:srgbClr val="C0C0C0"/>
                  </a:outerShdw>
                </a:effectLst>
                <a:ea typeface="仿宋_GB2312" pitchFamily="49" charset="-122"/>
              </a:rPr>
              <a:t>ASL</a:t>
            </a:r>
            <a:r>
              <a:rPr lang="en-US" altLang="zh-CN" sz="2800" b="1" i="1" baseline="-25000" dirty="0" err="1">
                <a:solidFill>
                  <a:schemeClr val="accent2"/>
                </a:solidFill>
                <a:effectLst>
                  <a:outerShdw blurRad="38100" dist="38100" dir="2700000" algn="tl">
                    <a:srgbClr val="C0C0C0"/>
                  </a:outerShdw>
                </a:effectLst>
                <a:ea typeface="仿宋_GB2312" pitchFamily="49" charset="-122"/>
              </a:rPr>
              <a:t>unsucc</a:t>
            </a:r>
            <a:r>
              <a:rPr lang="en-US" altLang="zh-CN" sz="2800" b="1" dirty="0">
                <a:solidFill>
                  <a:schemeClr val="accent2"/>
                </a:solidFill>
                <a:effectLst>
                  <a:outerShdw blurRad="38100" dist="38100" dir="2700000" algn="tl">
                    <a:srgbClr val="C0C0C0"/>
                  </a:outerShdw>
                </a:effectLst>
                <a:ea typeface="仿宋_GB2312" pitchFamily="49" charset="-122"/>
              </a:rPr>
              <a:t> = 1/4*2+1/4*3*2+1/4*1 = 9/4</a:t>
            </a:r>
            <a:r>
              <a:rPr lang="zh-CN" altLang="en-US" sz="2800" b="1" dirty="0">
                <a:solidFill>
                  <a:schemeClr val="accent2"/>
                </a:solidFill>
                <a:effectLst>
                  <a:outerShdw blurRad="38100" dist="38100" dir="2700000" algn="tl">
                    <a:srgbClr val="C0C0C0"/>
                  </a:outerShdw>
                </a:effectLst>
                <a:ea typeface="仿宋_GB2312" pitchFamily="49" charset="-122"/>
              </a:rPr>
              <a:t>。</a:t>
            </a:r>
            <a:endParaRPr lang="en-US" altLang="zh-CN" sz="2800" b="1" dirty="0">
              <a:solidFill>
                <a:schemeClr val="accent2"/>
              </a:solidFill>
              <a:effectLst>
                <a:outerShdw blurRad="38100" dist="38100" dir="2700000" algn="tl">
                  <a:srgbClr val="C0C0C0"/>
                </a:outerShdw>
              </a:effectLst>
              <a:ea typeface="仿宋_GB2312" pitchFamily="49" charset="-122"/>
            </a:endParaRPr>
          </a:p>
          <a:p>
            <a:pPr algn="just" eaLnBrk="1" hangingPunct="1">
              <a:lnSpc>
                <a:spcPct val="105000"/>
              </a:lnSpc>
              <a:spcBef>
                <a:spcPct val="10000"/>
              </a:spcBef>
              <a:defRPr/>
            </a:pPr>
            <a:r>
              <a:rPr lang="zh-CN" altLang="en-US" sz="2800" b="1" dirty="0">
                <a:solidFill>
                  <a:schemeClr val="hlink"/>
                </a:solidFill>
                <a:effectLst>
                  <a:outerShdw blurRad="38100" dist="38100" dir="2700000" algn="tl">
                    <a:srgbClr val="C0C0C0"/>
                  </a:outerShdw>
                </a:effectLst>
                <a:ea typeface="仿宋_GB2312" pitchFamily="49" charset="-122"/>
              </a:rPr>
              <a:t>    图</a:t>
            </a:r>
            <a:r>
              <a:rPr lang="en-US" altLang="zh-CN" sz="2800" b="1" dirty="0">
                <a:solidFill>
                  <a:schemeClr val="hlink"/>
                </a:solidFill>
                <a:effectLst>
                  <a:outerShdw blurRad="38100" dist="38100" dir="2700000" algn="tl">
                    <a:srgbClr val="C0C0C0"/>
                  </a:outerShdw>
                </a:effectLst>
                <a:ea typeface="仿宋_GB2312" pitchFamily="49" charset="-122"/>
              </a:rPr>
              <a:t>(e): </a:t>
            </a:r>
            <a:r>
              <a:rPr lang="en-US" altLang="zh-CN" sz="2800" b="1" i="1" dirty="0" err="1">
                <a:solidFill>
                  <a:schemeClr val="hlink"/>
                </a:solidFill>
                <a:effectLst>
                  <a:outerShdw blurRad="38100" dist="38100" dir="2700000" algn="tl">
                    <a:srgbClr val="C0C0C0"/>
                  </a:outerShdw>
                </a:effectLst>
                <a:ea typeface="仿宋_GB2312" pitchFamily="49" charset="-122"/>
              </a:rPr>
              <a:t>ASL</a:t>
            </a:r>
            <a:r>
              <a:rPr lang="en-US" altLang="zh-CN" sz="2800" b="1" i="1" baseline="-25000" dirty="0" err="1">
                <a:solidFill>
                  <a:schemeClr val="hlink"/>
                </a:solidFill>
                <a:effectLst>
                  <a:outerShdw blurRad="38100" dist="38100" dir="2700000" algn="tl">
                    <a:srgbClr val="C0C0C0"/>
                  </a:outerShdw>
                </a:effectLst>
                <a:ea typeface="仿宋_GB2312" pitchFamily="49" charset="-122"/>
              </a:rPr>
              <a:t>succ</a:t>
            </a:r>
            <a:r>
              <a:rPr lang="en-US" altLang="zh-CN" sz="2800" b="1" dirty="0">
                <a:solidFill>
                  <a:schemeClr val="hlink"/>
                </a:solidFill>
                <a:effectLst>
                  <a:outerShdw blurRad="38100" dist="38100" dir="2700000" algn="tl">
                    <a:srgbClr val="C0C0C0"/>
                  </a:outerShdw>
                </a:effectLst>
                <a:ea typeface="仿宋_GB2312" pitchFamily="49" charset="-122"/>
              </a:rPr>
              <a:t> = 1/3*1+1/3*</a:t>
            </a:r>
            <a:r>
              <a:rPr lang="en-US" altLang="zh-CN" sz="2800" b="1" dirty="0">
                <a:solidFill>
                  <a:schemeClr val="accent2"/>
                </a:solidFill>
                <a:effectLst>
                  <a:outerShdw blurRad="38100" dist="38100" dir="2700000" algn="tl">
                    <a:srgbClr val="C0C0C0"/>
                  </a:outerShdw>
                </a:effectLst>
                <a:ea typeface="仿宋_GB2312" pitchFamily="49" charset="-122"/>
              </a:rPr>
              <a:t>3</a:t>
            </a:r>
            <a:r>
              <a:rPr lang="en-US" altLang="zh-CN" sz="2800" b="1" dirty="0">
                <a:solidFill>
                  <a:schemeClr val="hlink"/>
                </a:solidFill>
                <a:effectLst>
                  <a:outerShdw blurRad="38100" dist="38100" dir="2700000" algn="tl">
                    <a:srgbClr val="C0C0C0"/>
                  </a:outerShdw>
                </a:effectLst>
                <a:ea typeface="仿宋_GB2312" pitchFamily="49" charset="-122"/>
              </a:rPr>
              <a:t>+1/3*</a:t>
            </a:r>
            <a:r>
              <a:rPr lang="en-US" altLang="zh-CN" sz="2800" b="1" dirty="0">
                <a:solidFill>
                  <a:schemeClr val="accent2"/>
                </a:solidFill>
                <a:effectLst>
                  <a:outerShdw blurRad="38100" dist="38100" dir="2700000" algn="tl">
                    <a:srgbClr val="C0C0C0"/>
                  </a:outerShdw>
                </a:effectLst>
                <a:ea typeface="仿宋_GB2312" pitchFamily="49" charset="-122"/>
              </a:rPr>
              <a:t>2</a:t>
            </a:r>
            <a:r>
              <a:rPr lang="en-US" altLang="zh-CN" sz="2800" b="1" dirty="0">
                <a:solidFill>
                  <a:schemeClr val="hlink"/>
                </a:solidFill>
                <a:effectLst>
                  <a:outerShdw blurRad="38100" dist="38100" dir="2700000" algn="tl">
                    <a:srgbClr val="C0C0C0"/>
                  </a:outerShdw>
                </a:effectLst>
                <a:ea typeface="仿宋_GB2312" pitchFamily="49" charset="-122"/>
              </a:rPr>
              <a:t> = 2,</a:t>
            </a:r>
          </a:p>
          <a:p>
            <a:pPr algn="just" eaLnBrk="1" hangingPunct="1">
              <a:lnSpc>
                <a:spcPct val="105000"/>
              </a:lnSpc>
              <a:spcBef>
                <a:spcPct val="10000"/>
              </a:spcBef>
              <a:defRPr/>
            </a:pPr>
            <a:r>
              <a:rPr lang="en-US" altLang="zh-CN" sz="2800" b="1" dirty="0">
                <a:solidFill>
                  <a:schemeClr val="hlink"/>
                </a:solidFill>
                <a:effectLst>
                  <a:outerShdw blurRad="38100" dist="38100" dir="2700000" algn="tl">
                    <a:srgbClr val="C0C0C0"/>
                  </a:outerShdw>
                </a:effectLst>
                <a:ea typeface="仿宋_GB2312" pitchFamily="49" charset="-122"/>
              </a:rPr>
              <a:t>               </a:t>
            </a:r>
            <a:r>
              <a:rPr lang="en-US" altLang="zh-CN" sz="2800" b="1" i="1" dirty="0" err="1">
                <a:solidFill>
                  <a:schemeClr val="hlink"/>
                </a:solidFill>
                <a:effectLst>
                  <a:outerShdw blurRad="38100" dist="38100" dir="2700000" algn="tl">
                    <a:srgbClr val="C0C0C0"/>
                  </a:outerShdw>
                </a:effectLst>
                <a:ea typeface="仿宋_GB2312" pitchFamily="49" charset="-122"/>
              </a:rPr>
              <a:t>ASL</a:t>
            </a:r>
            <a:r>
              <a:rPr lang="en-US" altLang="zh-CN" sz="2800" b="1" i="1" baseline="-25000" dirty="0" err="1">
                <a:solidFill>
                  <a:schemeClr val="hlink"/>
                </a:solidFill>
                <a:effectLst>
                  <a:outerShdw blurRad="38100" dist="38100" dir="2700000" algn="tl">
                    <a:srgbClr val="C0C0C0"/>
                  </a:outerShdw>
                </a:effectLst>
                <a:ea typeface="仿宋_GB2312" pitchFamily="49" charset="-122"/>
              </a:rPr>
              <a:t>unsucc</a:t>
            </a:r>
            <a:r>
              <a:rPr lang="en-US" altLang="zh-CN" sz="2800" b="1" dirty="0">
                <a:solidFill>
                  <a:schemeClr val="hlink"/>
                </a:solidFill>
                <a:effectLst>
                  <a:outerShdw blurRad="38100" dist="38100" dir="2700000" algn="tl">
                    <a:srgbClr val="C0C0C0"/>
                  </a:outerShdw>
                </a:effectLst>
                <a:ea typeface="仿宋_GB2312" pitchFamily="49" charset="-122"/>
              </a:rPr>
              <a:t> = 1/4*1+1/4*</a:t>
            </a:r>
            <a:r>
              <a:rPr lang="en-US" altLang="zh-CN" sz="2800" b="1" dirty="0">
                <a:solidFill>
                  <a:schemeClr val="accent2"/>
                </a:solidFill>
                <a:effectLst>
                  <a:outerShdw blurRad="38100" dist="38100" dir="2700000" algn="tl">
                    <a:srgbClr val="C0C0C0"/>
                  </a:outerShdw>
                </a:effectLst>
                <a:ea typeface="仿宋_GB2312" pitchFamily="49" charset="-122"/>
              </a:rPr>
              <a:t>3*2</a:t>
            </a:r>
            <a:r>
              <a:rPr lang="en-US" altLang="zh-CN" sz="2800" b="1" dirty="0">
                <a:solidFill>
                  <a:schemeClr val="hlink"/>
                </a:solidFill>
                <a:effectLst>
                  <a:outerShdw blurRad="38100" dist="38100" dir="2700000" algn="tl">
                    <a:srgbClr val="C0C0C0"/>
                  </a:outerShdw>
                </a:effectLst>
                <a:ea typeface="仿宋_GB2312" pitchFamily="49" charset="-122"/>
              </a:rPr>
              <a:t>+1/4*</a:t>
            </a:r>
            <a:r>
              <a:rPr lang="en-US" altLang="zh-CN" sz="2800" b="1" dirty="0">
                <a:solidFill>
                  <a:schemeClr val="accent2"/>
                </a:solidFill>
                <a:effectLst>
                  <a:outerShdw blurRad="38100" dist="38100" dir="2700000" algn="tl">
                    <a:srgbClr val="C0C0C0"/>
                  </a:outerShdw>
                </a:effectLst>
                <a:ea typeface="仿宋_GB2312" pitchFamily="49" charset="-122"/>
              </a:rPr>
              <a:t>2</a:t>
            </a:r>
            <a:r>
              <a:rPr lang="en-US" altLang="zh-CN" sz="2800" b="1" dirty="0">
                <a:solidFill>
                  <a:srgbClr val="CC3300"/>
                </a:solidFill>
                <a:effectLst>
                  <a:outerShdw blurRad="38100" dist="38100" dir="2700000" algn="tl">
                    <a:srgbClr val="C0C0C0"/>
                  </a:outerShdw>
                </a:effectLst>
                <a:ea typeface="仿宋_GB2312" pitchFamily="49" charset="-122"/>
              </a:rPr>
              <a:t> </a:t>
            </a:r>
            <a:r>
              <a:rPr lang="en-US" altLang="zh-CN" sz="2800" b="1" dirty="0">
                <a:solidFill>
                  <a:schemeClr val="hlink"/>
                </a:solidFill>
                <a:effectLst>
                  <a:outerShdw blurRad="38100" dist="38100" dir="2700000" algn="tl">
                    <a:srgbClr val="C0C0C0"/>
                  </a:outerShdw>
                </a:effectLst>
                <a:ea typeface="仿宋_GB2312" pitchFamily="49" charset="-122"/>
              </a:rPr>
              <a:t>= 9/4</a:t>
            </a:r>
            <a:r>
              <a:rPr lang="zh-CN" altLang="en-US" sz="2800" b="1" dirty="0">
                <a:effectLst>
                  <a:outerShdw blurRad="38100" dist="38100" dir="2700000" algn="tl">
                    <a:srgbClr val="C0C0C0"/>
                  </a:outerShdw>
                </a:effectLst>
                <a:ea typeface="仿宋_GB2312" pitchFamily="49" charset="-122"/>
              </a:rPr>
              <a:t>。</a:t>
            </a:r>
            <a:endParaRPr lang="en-US" altLang="zh-CN" sz="2800" b="1" dirty="0">
              <a:effectLst>
                <a:outerShdw blurRad="38100" dist="38100" dir="2700000" algn="tl">
                  <a:srgbClr val="C0C0C0"/>
                </a:outerShdw>
              </a:effectLst>
              <a:ea typeface="仿宋_GB2312" pitchFamily="49" charset="-122"/>
            </a:endParaRPr>
          </a:p>
          <a:p>
            <a:pPr algn="just" eaLnBrk="1" hangingPunct="1">
              <a:lnSpc>
                <a:spcPct val="105000"/>
              </a:lnSpc>
              <a:spcBef>
                <a:spcPct val="10000"/>
              </a:spcBef>
              <a:defRPr/>
            </a:pPr>
            <a:endParaRPr lang="en-US" altLang="zh-CN" sz="2800" b="1" dirty="0">
              <a:effectLst>
                <a:outerShdw blurRad="38100" dist="38100" dir="2700000" algn="tl">
                  <a:srgbClr val="C0C0C0"/>
                </a:outerShdw>
              </a:effectLst>
              <a:ea typeface="仿宋_GB2312" pitchFamily="49" charset="-122"/>
            </a:endParaRPr>
          </a:p>
          <a:p>
            <a:pPr algn="just" eaLnBrk="1" hangingPunct="1">
              <a:lnSpc>
                <a:spcPct val="105000"/>
              </a:lnSpc>
              <a:spcBef>
                <a:spcPct val="10000"/>
              </a:spcBef>
              <a:defRPr/>
            </a:pPr>
            <a:r>
              <a:rPr lang="zh-CN" altLang="en-US" sz="2800" b="1" dirty="0">
                <a:effectLst>
                  <a:outerShdw blurRad="38100" dist="38100" dir="2700000" algn="tl">
                    <a:srgbClr val="C0C0C0"/>
                  </a:outerShdw>
                </a:effectLst>
                <a:ea typeface="仿宋_GB2312" pitchFamily="49" charset="-122"/>
              </a:rPr>
              <a:t>图</a:t>
            </a:r>
            <a:r>
              <a:rPr lang="en-US" altLang="zh-CN" sz="2800" b="1" dirty="0">
                <a:effectLst>
                  <a:outerShdw blurRad="38100" dist="38100" dir="2700000" algn="tl">
                    <a:srgbClr val="C0C0C0"/>
                  </a:outerShdw>
                </a:effectLst>
                <a:ea typeface="仿宋_GB2312" pitchFamily="49" charset="-122"/>
              </a:rPr>
              <a:t>(b)</a:t>
            </a:r>
            <a:r>
              <a:rPr lang="zh-CN" altLang="en-US" sz="2800" b="1" dirty="0">
                <a:effectLst>
                  <a:outerShdw blurRad="38100" dist="38100" dir="2700000" algn="tl">
                    <a:srgbClr val="C0C0C0"/>
                  </a:outerShdw>
                </a:effectLst>
                <a:ea typeface="仿宋_GB2312" pitchFamily="49" charset="-122"/>
              </a:rPr>
              <a:t>的情形所得的平均搜索长度最小。</a:t>
            </a:r>
            <a:endParaRPr lang="en-US" altLang="zh-CN" sz="2800" b="1" dirty="0">
              <a:effectLst>
                <a:outerShdw blurRad="38100" dist="38100" dir="2700000" algn="tl">
                  <a:srgbClr val="C0C0C0"/>
                </a:outerShdw>
              </a:effectLst>
              <a:ea typeface="仿宋_GB2312" pitchFamily="49" charset="-122"/>
            </a:endParaRPr>
          </a:p>
          <a:p>
            <a:pPr algn="just" eaLnBrk="1" hangingPunct="1">
              <a:lnSpc>
                <a:spcPct val="105000"/>
              </a:lnSpc>
              <a:spcBef>
                <a:spcPct val="10000"/>
              </a:spcBef>
              <a:defRPr/>
            </a:pPr>
            <a:endParaRPr lang="zh-CN" altLang="en-US" sz="2800" b="1" dirty="0">
              <a:effectLst>
                <a:outerShdw blurRad="38100" dist="38100" dir="2700000" algn="tl">
                  <a:srgbClr val="C0C0C0"/>
                </a:outerShdw>
              </a:effectLst>
              <a:ea typeface="楷体_GB2312" pitchFamily="49" charset="-122"/>
            </a:endParaRPr>
          </a:p>
        </p:txBody>
      </p:sp>
      <p:sp>
        <p:nvSpPr>
          <p:cNvPr id="63492" name="Line 1028">
            <a:extLst>
              <a:ext uri="{FF2B5EF4-FFF2-40B4-BE49-F238E27FC236}">
                <a16:creationId xmlns:a16="http://schemas.microsoft.com/office/drawing/2014/main" id="{4B15DC97-23D2-001B-4855-24A70AA269D5}"/>
              </a:ext>
            </a:extLst>
          </p:cNvPr>
          <p:cNvSpPr>
            <a:spLocks noChangeShapeType="1"/>
          </p:cNvSpPr>
          <p:nvPr/>
        </p:nvSpPr>
        <p:spPr bwMode="auto">
          <a:xfrm>
            <a:off x="504825" y="2919413"/>
            <a:ext cx="8305800" cy="0"/>
          </a:xfrm>
          <a:prstGeom prst="line">
            <a:avLst/>
          </a:prstGeom>
          <a:noFill/>
          <a:ln w="28575">
            <a:solidFill>
              <a:srgbClr val="FF33CC"/>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3" name="Line 1029">
            <a:extLst>
              <a:ext uri="{FF2B5EF4-FFF2-40B4-BE49-F238E27FC236}">
                <a16:creationId xmlns:a16="http://schemas.microsoft.com/office/drawing/2014/main" id="{7C49A2A8-AEBF-5B41-E181-EB28AF929AF6}"/>
              </a:ext>
            </a:extLst>
          </p:cNvPr>
          <p:cNvSpPr>
            <a:spLocks noChangeShapeType="1"/>
          </p:cNvSpPr>
          <p:nvPr/>
        </p:nvSpPr>
        <p:spPr bwMode="auto">
          <a:xfrm>
            <a:off x="469900" y="5753100"/>
            <a:ext cx="8305800" cy="0"/>
          </a:xfrm>
          <a:prstGeom prst="line">
            <a:avLst/>
          </a:prstGeom>
          <a:noFill/>
          <a:ln w="28575">
            <a:solidFill>
              <a:srgbClr val="FF33CC"/>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4" name="Line 1030">
            <a:extLst>
              <a:ext uri="{FF2B5EF4-FFF2-40B4-BE49-F238E27FC236}">
                <a16:creationId xmlns:a16="http://schemas.microsoft.com/office/drawing/2014/main" id="{9C991DE0-9365-F6B3-5556-FA83A09DA0FB}"/>
              </a:ext>
            </a:extLst>
          </p:cNvPr>
          <p:cNvSpPr>
            <a:spLocks noChangeShapeType="1"/>
          </p:cNvSpPr>
          <p:nvPr/>
        </p:nvSpPr>
        <p:spPr bwMode="auto">
          <a:xfrm>
            <a:off x="473075" y="4810125"/>
            <a:ext cx="8305800" cy="0"/>
          </a:xfrm>
          <a:prstGeom prst="line">
            <a:avLst/>
          </a:prstGeom>
          <a:noFill/>
          <a:ln w="28575">
            <a:solidFill>
              <a:srgbClr val="FF33CC"/>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5" name="Line 1031">
            <a:extLst>
              <a:ext uri="{FF2B5EF4-FFF2-40B4-BE49-F238E27FC236}">
                <a16:creationId xmlns:a16="http://schemas.microsoft.com/office/drawing/2014/main" id="{D1C19ECC-75B6-1279-AB85-D7CB75AD44FF}"/>
              </a:ext>
            </a:extLst>
          </p:cNvPr>
          <p:cNvSpPr>
            <a:spLocks noChangeShapeType="1"/>
          </p:cNvSpPr>
          <p:nvPr/>
        </p:nvSpPr>
        <p:spPr bwMode="auto">
          <a:xfrm>
            <a:off x="477838" y="3867150"/>
            <a:ext cx="8305800" cy="0"/>
          </a:xfrm>
          <a:prstGeom prst="line">
            <a:avLst/>
          </a:prstGeom>
          <a:noFill/>
          <a:ln w="28575">
            <a:solidFill>
              <a:srgbClr val="FF33CC"/>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6" name="Line 1029">
            <a:extLst>
              <a:ext uri="{FF2B5EF4-FFF2-40B4-BE49-F238E27FC236}">
                <a16:creationId xmlns:a16="http://schemas.microsoft.com/office/drawing/2014/main" id="{61261177-5477-0E6D-106A-088D64A7A8A4}"/>
              </a:ext>
            </a:extLst>
          </p:cNvPr>
          <p:cNvSpPr>
            <a:spLocks noChangeShapeType="1"/>
          </p:cNvSpPr>
          <p:nvPr/>
        </p:nvSpPr>
        <p:spPr bwMode="auto">
          <a:xfrm>
            <a:off x="519113" y="6665913"/>
            <a:ext cx="8305800" cy="0"/>
          </a:xfrm>
          <a:prstGeom prst="line">
            <a:avLst/>
          </a:prstGeom>
          <a:noFill/>
          <a:ln w="28575">
            <a:solidFill>
              <a:srgbClr val="FF33CC"/>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标题 1">
            <a:extLst>
              <a:ext uri="{FF2B5EF4-FFF2-40B4-BE49-F238E27FC236}">
                <a16:creationId xmlns:a16="http://schemas.microsoft.com/office/drawing/2014/main" id="{75A47A70-B91E-4B1F-81D1-A12579280582}"/>
              </a:ext>
            </a:extLst>
          </p:cNvPr>
          <p:cNvSpPr>
            <a:spLocks noGrp="1"/>
          </p:cNvSpPr>
          <p:nvPr>
            <p:ph type="title"/>
          </p:nvPr>
        </p:nvSpPr>
        <p:spPr>
          <a:xfrm>
            <a:off x="628650" y="365126"/>
            <a:ext cx="7886700" cy="739774"/>
          </a:xfrm>
        </p:spPr>
        <p:txBody>
          <a:bodyPr/>
          <a:lstStyle/>
          <a:p>
            <a:r>
              <a:rPr lang="en-US" altLang="zh-CN" dirty="0"/>
              <a:t>(1) </a:t>
            </a:r>
            <a:r>
              <a:rPr lang="zh-CN" altLang="en-US" dirty="0"/>
              <a:t>相等搜索概率的情形</a:t>
            </a:r>
          </a:p>
        </p:txBody>
      </p:sp>
      <p:sp>
        <p:nvSpPr>
          <p:cNvPr id="3" name="灯片编号占位符 2">
            <a:extLst>
              <a:ext uri="{FF2B5EF4-FFF2-40B4-BE49-F238E27FC236}">
                <a16:creationId xmlns:a16="http://schemas.microsoft.com/office/drawing/2014/main" id="{32CD9D32-D397-451D-3179-2036F2199C3F}"/>
              </a:ext>
            </a:extLst>
          </p:cNvPr>
          <p:cNvSpPr>
            <a:spLocks noGrp="1"/>
          </p:cNvSpPr>
          <p:nvPr>
            <p:ph type="sldNum" sz="quarter" idx="12"/>
          </p:nvPr>
        </p:nvSpPr>
        <p:spPr/>
        <p:txBody>
          <a:bodyPr/>
          <a:lstStyle/>
          <a:p>
            <a:pPr>
              <a:defRPr/>
            </a:pPr>
            <a:r>
              <a:rPr lang="en-US" altLang="zh-CN" dirty="0"/>
              <a:t>4</a:t>
            </a:r>
            <a:fld id="{D851AC87-C2AB-4C30-BE47-B09AFD814572}" type="slidenum">
              <a:rPr lang="en-US" altLang="zh-CN" smtClean="0"/>
              <a:pPr>
                <a:defRPr/>
              </a:pPr>
              <a:t>48</a:t>
            </a:fld>
            <a:endParaRPr lang="en-US" altLang="zh-CN" dirty="0"/>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E99645-5FC2-492B-9642-87D03BA205D3}"/>
              </a:ext>
            </a:extLst>
          </p:cNvPr>
          <p:cNvSpPr>
            <a:spLocks noGrp="1"/>
          </p:cNvSpPr>
          <p:nvPr>
            <p:ph type="title"/>
          </p:nvPr>
        </p:nvSpPr>
        <p:spPr/>
        <p:txBody>
          <a:bodyPr/>
          <a:lstStyle/>
          <a:p>
            <a:r>
              <a:rPr lang="zh-CN" altLang="en-US" dirty="0"/>
              <a:t>分析</a:t>
            </a:r>
          </a:p>
        </p:txBody>
      </p:sp>
      <p:sp>
        <p:nvSpPr>
          <p:cNvPr id="3" name="内容占位符 2">
            <a:extLst>
              <a:ext uri="{FF2B5EF4-FFF2-40B4-BE49-F238E27FC236}">
                <a16:creationId xmlns:a16="http://schemas.microsoft.com/office/drawing/2014/main" id="{8FC22482-5DBD-4139-9899-F89CB945EB5C}"/>
              </a:ext>
            </a:extLst>
          </p:cNvPr>
          <p:cNvSpPr>
            <a:spLocks noGrp="1"/>
          </p:cNvSpPr>
          <p:nvPr>
            <p:ph idx="1"/>
          </p:nvPr>
        </p:nvSpPr>
        <p:spPr/>
        <p:txBody>
          <a:bodyPr>
            <a:normAutofit fontScale="85000" lnSpcReduction="10000"/>
          </a:bodyPr>
          <a:lstStyle/>
          <a:p>
            <a:r>
              <a:rPr lang="zh-CN" altLang="en-US" dirty="0"/>
              <a:t>一般把平均搜索长度达到最小的扩充二叉搜索树称作最优二叉搜索树。  </a:t>
            </a:r>
            <a:endParaRPr lang="en-US" altLang="zh-CN" dirty="0"/>
          </a:p>
          <a:p>
            <a:r>
              <a:rPr lang="zh-CN" altLang="en-US" dirty="0"/>
              <a:t>为简化问题，在相等搜索概率的情形下，可把所有内部、外部结点的搜索概率看作相等，视它们的权值都为 </a:t>
            </a:r>
            <a:r>
              <a:rPr lang="en-US" altLang="zh-CN" dirty="0"/>
              <a:t>1</a:t>
            </a:r>
            <a:r>
              <a:rPr lang="zh-CN" altLang="en-US" dirty="0"/>
              <a:t>。这时除最底层外的部分形成一棵满二叉树</a:t>
            </a:r>
            <a:endParaRPr lang="en-US" altLang="zh-CN" dirty="0"/>
          </a:p>
          <a:p>
            <a:pPr lvl="1"/>
            <a:r>
              <a:rPr lang="zh-CN" altLang="en-US" dirty="0"/>
              <a:t>由于满二叉树第 </a:t>
            </a:r>
            <a:r>
              <a:rPr lang="en-US" altLang="zh-CN" dirty="0"/>
              <a:t>k </a:t>
            </a:r>
            <a:r>
              <a:rPr lang="zh-CN" altLang="en-US" dirty="0"/>
              <a:t>层有 </a:t>
            </a:r>
            <a:r>
              <a:rPr lang="en-US" altLang="zh-CN" dirty="0"/>
              <a:t>2</a:t>
            </a:r>
            <a:r>
              <a:rPr lang="en-US" altLang="zh-CN" baseline="30000" dirty="0"/>
              <a:t>k</a:t>
            </a:r>
            <a:r>
              <a:rPr lang="en-US" altLang="zh-CN" dirty="0"/>
              <a:t> </a:t>
            </a:r>
            <a:r>
              <a:rPr lang="zh-CN" altLang="en-US" dirty="0"/>
              <a:t>个结点，</a:t>
            </a:r>
            <a:r>
              <a:rPr lang="en-US" altLang="zh-CN" dirty="0"/>
              <a:t>k = 0, 1, </a:t>
            </a:r>
            <a:r>
              <a:rPr lang="en-US" altLang="zh-CN" dirty="0">
                <a:sym typeface="Symbol" pitchFamily="18" charset="2"/>
              </a:rPr>
              <a:t> </a:t>
            </a:r>
            <a:r>
              <a:rPr lang="zh-CN" altLang="en-US" dirty="0"/>
              <a:t>。则有 </a:t>
            </a:r>
            <a:r>
              <a:rPr lang="en-US" altLang="zh-CN" dirty="0"/>
              <a:t>n </a:t>
            </a:r>
            <a:r>
              <a:rPr lang="zh-CN" altLang="en-US" dirty="0"/>
              <a:t>个内部结点的扩充二叉搜索树的内部路径长度 </a:t>
            </a:r>
            <a:r>
              <a:rPr lang="en-US" altLang="zh-CN" dirty="0">
                <a:latin typeface="Times New Roman" panose="02020603050405020304" pitchFamily="18" charset="0"/>
                <a:cs typeface="Times New Roman" panose="02020603050405020304" pitchFamily="18" charset="0"/>
              </a:rPr>
              <a:t>I</a:t>
            </a:r>
            <a:r>
              <a:rPr lang="en-US" altLang="zh-CN" dirty="0"/>
              <a:t> </a:t>
            </a:r>
            <a:r>
              <a:rPr lang="zh-CN" altLang="en-US" dirty="0"/>
              <a:t>至少等于以下序列的前 </a:t>
            </a:r>
            <a:r>
              <a:rPr lang="en-US" altLang="zh-CN" dirty="0"/>
              <a:t>n </a:t>
            </a:r>
            <a:r>
              <a:rPr lang="zh-CN" altLang="en-US" dirty="0"/>
              <a:t>项的和。 </a:t>
            </a:r>
          </a:p>
          <a:p>
            <a:pPr marL="342900" lvl="1" indent="0">
              <a:buNone/>
            </a:pPr>
            <a:r>
              <a:rPr lang="en-US" altLang="zh-CN" dirty="0"/>
              <a:t>0, 1, 1, 2, 2, 2, 2, 3, 3, 3, 3, 3, 3, 3, 3, 4, 4, …</a:t>
            </a:r>
          </a:p>
        </p:txBody>
      </p:sp>
      <p:sp>
        <p:nvSpPr>
          <p:cNvPr id="4" name="灯片编号占位符 3">
            <a:extLst>
              <a:ext uri="{FF2B5EF4-FFF2-40B4-BE49-F238E27FC236}">
                <a16:creationId xmlns:a16="http://schemas.microsoft.com/office/drawing/2014/main" id="{1C5483B3-F825-6414-F1F1-E474ECF334EE}"/>
              </a:ext>
            </a:extLst>
          </p:cNvPr>
          <p:cNvSpPr>
            <a:spLocks noGrp="1"/>
          </p:cNvSpPr>
          <p:nvPr>
            <p:ph type="sldNum" sz="quarter" idx="12"/>
          </p:nvPr>
        </p:nvSpPr>
        <p:spPr/>
        <p:txBody>
          <a:bodyPr/>
          <a:lstStyle/>
          <a:p>
            <a:pPr>
              <a:defRPr/>
            </a:pPr>
            <a:fld id="{82BC8E53-3928-4033-8D0B-01554133DC73}" type="slidenum">
              <a:rPr lang="en-US" altLang="zh-CN" smtClean="0"/>
              <a:pPr>
                <a:defRPr/>
              </a:pPr>
              <a:t>49</a:t>
            </a:fld>
            <a:endParaRPr lang="en-US" altLang="zh-CN"/>
          </a:p>
        </p:txBody>
      </p:sp>
    </p:spTree>
    <p:extLst>
      <p:ext uri="{BB962C8B-B14F-4D97-AF65-F5344CB8AC3E}">
        <p14:creationId xmlns:p14="http://schemas.microsoft.com/office/powerpoint/2010/main" val="1699547553"/>
      </p:ext>
    </p:extLst>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9" name="Object 0">
            <a:extLst>
              <a:ext uri="{FF2B5EF4-FFF2-40B4-BE49-F238E27FC236}">
                <a16:creationId xmlns:a16="http://schemas.microsoft.com/office/drawing/2014/main" id="{79CF396C-7C4D-446F-3B76-C945BD1BFF7D}"/>
              </a:ext>
            </a:extLst>
          </p:cNvPr>
          <p:cNvGraphicFramePr>
            <a:graphicFrameLocks noChangeAspect="1"/>
          </p:cNvGraphicFramePr>
          <p:nvPr>
            <p:extLst>
              <p:ext uri="{D42A27DB-BD31-4B8C-83A1-F6EECF244321}">
                <p14:modId xmlns:p14="http://schemas.microsoft.com/office/powerpoint/2010/main" val="1632345348"/>
              </p:ext>
            </p:extLst>
          </p:nvPr>
        </p:nvGraphicFramePr>
        <p:xfrm>
          <a:off x="2123728" y="3068960"/>
          <a:ext cx="4516438" cy="1143000"/>
        </p:xfrm>
        <a:graphic>
          <a:graphicData uri="http://schemas.openxmlformats.org/presentationml/2006/ole">
            <mc:AlternateContent xmlns:mc="http://schemas.openxmlformats.org/markup-compatibility/2006">
              <mc:Choice xmlns:v="urn:schemas-microsoft-com:vml" Requires="v">
                <p:oleObj name="公式" r:id="rId2" imgW="1587500" imgH="431800" progId="Equation.3">
                  <p:embed/>
                </p:oleObj>
              </mc:Choice>
              <mc:Fallback>
                <p:oleObj name="公式" r:id="rId2" imgW="1587500" imgH="43180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3068960"/>
                        <a:ext cx="45164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0" name="Object 1">
            <a:extLst>
              <a:ext uri="{FF2B5EF4-FFF2-40B4-BE49-F238E27FC236}">
                <a16:creationId xmlns:a16="http://schemas.microsoft.com/office/drawing/2014/main" id="{0C5BA8CB-0643-8064-6247-4D61307955F3}"/>
              </a:ext>
            </a:extLst>
          </p:cNvPr>
          <p:cNvGraphicFramePr>
            <a:graphicFrameLocks noChangeAspect="1"/>
          </p:cNvGraphicFramePr>
          <p:nvPr>
            <p:extLst>
              <p:ext uri="{D42A27DB-BD31-4B8C-83A1-F6EECF244321}">
                <p14:modId xmlns:p14="http://schemas.microsoft.com/office/powerpoint/2010/main" val="3327948836"/>
              </p:ext>
            </p:extLst>
          </p:nvPr>
        </p:nvGraphicFramePr>
        <p:xfrm>
          <a:off x="2123728" y="4211960"/>
          <a:ext cx="3797300" cy="1138238"/>
        </p:xfrm>
        <a:graphic>
          <a:graphicData uri="http://schemas.openxmlformats.org/presentationml/2006/ole">
            <mc:AlternateContent xmlns:mc="http://schemas.openxmlformats.org/markup-compatibility/2006">
              <mc:Choice xmlns:v="urn:schemas-microsoft-com:vml" Requires="v">
                <p:oleObj name="公式" r:id="rId4" imgW="1435100" imgH="431800" progId="Equation.3">
                  <p:embed/>
                </p:oleObj>
              </mc:Choice>
              <mc:Fallback>
                <p:oleObj name="公式" r:id="rId4" imgW="1435100" imgH="4318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3728" y="4211960"/>
                        <a:ext cx="3797300" cy="113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内容占位符 2">
            <a:extLst>
              <a:ext uri="{FF2B5EF4-FFF2-40B4-BE49-F238E27FC236}">
                <a16:creationId xmlns:a16="http://schemas.microsoft.com/office/drawing/2014/main" id="{574AFA46-A64A-4D28-BE73-F5F9993ED71E}"/>
              </a:ext>
            </a:extLst>
          </p:cNvPr>
          <p:cNvSpPr>
            <a:spLocks noGrp="1"/>
          </p:cNvSpPr>
          <p:nvPr>
            <p:ph idx="1"/>
          </p:nvPr>
        </p:nvSpPr>
        <p:spPr>
          <a:xfrm>
            <a:off x="628650" y="897623"/>
            <a:ext cx="7886700" cy="4351338"/>
          </a:xfrm>
        </p:spPr>
        <p:txBody>
          <a:bodyPr/>
          <a:lstStyle/>
          <a:p>
            <a:r>
              <a:rPr lang="zh-CN" altLang="en-US" dirty="0"/>
              <a:t>因此，最优二叉搜索树的搜索成功的总搜索长度和搜索不成功的总搜索长度分别为</a:t>
            </a:r>
            <a:r>
              <a:rPr lang="en-US" altLang="zh-CN" dirty="0"/>
              <a:t>:</a:t>
            </a:r>
          </a:p>
          <a:p>
            <a:endParaRPr lang="zh-CN" altLang="en-US" dirty="0"/>
          </a:p>
        </p:txBody>
      </p:sp>
      <p:sp>
        <p:nvSpPr>
          <p:cNvPr id="2" name="灯片编号占位符 1">
            <a:extLst>
              <a:ext uri="{FF2B5EF4-FFF2-40B4-BE49-F238E27FC236}">
                <a16:creationId xmlns:a16="http://schemas.microsoft.com/office/drawing/2014/main" id="{207F583D-6679-89BF-10DB-561A2593AC3F}"/>
              </a:ext>
            </a:extLst>
          </p:cNvPr>
          <p:cNvSpPr>
            <a:spLocks noGrp="1"/>
          </p:cNvSpPr>
          <p:nvPr>
            <p:ph type="sldNum" sz="quarter" idx="12"/>
          </p:nvPr>
        </p:nvSpPr>
        <p:spPr/>
        <p:txBody>
          <a:bodyPr/>
          <a:lstStyle/>
          <a:p>
            <a:pPr>
              <a:defRPr/>
            </a:pPr>
            <a:fld id="{82BC8E53-3928-4033-8D0B-01554133DC73}" type="slidenum">
              <a:rPr lang="en-US" altLang="zh-CN" smtClean="0"/>
              <a:pPr>
                <a:defRPr/>
              </a:pPr>
              <a:t>50</a:t>
            </a:fld>
            <a:endParaRPr lang="en-US" altLang="zh-CN"/>
          </a:p>
        </p:txBody>
      </p:sp>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14D7F-B14F-4B5B-9838-DFE49C0EABBA}"/>
              </a:ext>
            </a:extLst>
          </p:cNvPr>
          <p:cNvSpPr>
            <a:spLocks noGrp="1"/>
          </p:cNvSpPr>
          <p:nvPr>
            <p:ph type="title"/>
          </p:nvPr>
        </p:nvSpPr>
        <p:spPr/>
        <p:txBody>
          <a:bodyPr/>
          <a:lstStyle/>
          <a:p>
            <a:r>
              <a:rPr lang="en-US" altLang="zh-CN" dirty="0"/>
              <a:t>(2) </a:t>
            </a:r>
            <a:r>
              <a:rPr lang="zh-CN" altLang="en-US" dirty="0"/>
              <a:t>不相等搜索概率的情形</a:t>
            </a:r>
          </a:p>
        </p:txBody>
      </p:sp>
      <p:sp>
        <p:nvSpPr>
          <p:cNvPr id="3" name="内容占位符 2">
            <a:extLst>
              <a:ext uri="{FF2B5EF4-FFF2-40B4-BE49-F238E27FC236}">
                <a16:creationId xmlns:a16="http://schemas.microsoft.com/office/drawing/2014/main" id="{BD2B0DD0-B219-450D-849F-86780DC6A396}"/>
              </a:ext>
            </a:extLst>
          </p:cNvPr>
          <p:cNvSpPr>
            <a:spLocks noGrp="1"/>
          </p:cNvSpPr>
          <p:nvPr>
            <p:ph idx="1"/>
          </p:nvPr>
        </p:nvSpPr>
        <p:spPr/>
        <p:txBody>
          <a:bodyPr/>
          <a:lstStyle/>
          <a:p>
            <a:r>
              <a:rPr lang="en-US" altLang="zh-CN" dirty="0"/>
              <a:t> </a:t>
            </a:r>
            <a:r>
              <a:rPr lang="zh-CN" altLang="en-US" dirty="0"/>
              <a:t>如果二叉搜索树中所有内、外部结点的搜索概率互不相等，例如：</a:t>
            </a:r>
            <a:endParaRPr lang="en-US" altLang="zh-CN" dirty="0"/>
          </a:p>
          <a:p>
            <a:pPr lvl="1"/>
            <a:r>
              <a:rPr lang="en-US" altLang="zh-CN" dirty="0"/>
              <a:t>p[1] = 0.5, p[2] = 0.1, p[3] = 0.05</a:t>
            </a:r>
          </a:p>
          <a:p>
            <a:pPr lvl="1"/>
            <a:r>
              <a:rPr lang="en-US" altLang="zh-CN" dirty="0"/>
              <a:t>q[0] = 0.15, q[1] = 0.1, q[2] = 0.05, q[3] = 0.05</a:t>
            </a:r>
            <a:endParaRPr lang="zh-CN" altLang="en-US" dirty="0"/>
          </a:p>
        </p:txBody>
      </p:sp>
      <p:sp>
        <p:nvSpPr>
          <p:cNvPr id="4" name="灯片编号占位符 3">
            <a:extLst>
              <a:ext uri="{FF2B5EF4-FFF2-40B4-BE49-F238E27FC236}">
                <a16:creationId xmlns:a16="http://schemas.microsoft.com/office/drawing/2014/main" id="{E98E2540-B950-0130-5C6B-4DDBD34074EB}"/>
              </a:ext>
            </a:extLst>
          </p:cNvPr>
          <p:cNvSpPr>
            <a:spLocks noGrp="1"/>
          </p:cNvSpPr>
          <p:nvPr>
            <p:ph type="sldNum" sz="quarter" idx="12"/>
          </p:nvPr>
        </p:nvSpPr>
        <p:spPr/>
        <p:txBody>
          <a:bodyPr/>
          <a:lstStyle/>
          <a:p>
            <a:pPr>
              <a:defRPr/>
            </a:pPr>
            <a:fld id="{82BC8E53-3928-4033-8D0B-01554133DC73}" type="slidenum">
              <a:rPr lang="en-US" altLang="zh-CN" smtClean="0"/>
              <a:pPr>
                <a:defRPr/>
              </a:pPr>
              <a:t>51</a:t>
            </a:fld>
            <a:endParaRPr lang="en-US" altLang="zh-CN"/>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Line 1026">
            <a:extLst>
              <a:ext uri="{FF2B5EF4-FFF2-40B4-BE49-F238E27FC236}">
                <a16:creationId xmlns:a16="http://schemas.microsoft.com/office/drawing/2014/main" id="{BED33EB7-D6A6-C594-48C3-570A8D55C2D5}"/>
              </a:ext>
            </a:extLst>
          </p:cNvPr>
          <p:cNvSpPr>
            <a:spLocks noChangeShapeType="1"/>
          </p:cNvSpPr>
          <p:nvPr/>
        </p:nvSpPr>
        <p:spPr bwMode="auto">
          <a:xfrm>
            <a:off x="6400800" y="1271588"/>
            <a:ext cx="762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7" name="Line 1027">
            <a:extLst>
              <a:ext uri="{FF2B5EF4-FFF2-40B4-BE49-F238E27FC236}">
                <a16:creationId xmlns:a16="http://schemas.microsoft.com/office/drawing/2014/main" id="{6FD59EC4-56A1-B9F4-8771-0E7F3005E5C9}"/>
              </a:ext>
            </a:extLst>
          </p:cNvPr>
          <p:cNvSpPr>
            <a:spLocks noChangeShapeType="1"/>
          </p:cNvSpPr>
          <p:nvPr/>
        </p:nvSpPr>
        <p:spPr bwMode="auto">
          <a:xfrm flipH="1">
            <a:off x="5486400" y="1271588"/>
            <a:ext cx="762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8" name="Line 1028">
            <a:extLst>
              <a:ext uri="{FF2B5EF4-FFF2-40B4-BE49-F238E27FC236}">
                <a16:creationId xmlns:a16="http://schemas.microsoft.com/office/drawing/2014/main" id="{D054D37E-A783-55A4-FAF5-62278172EDA0}"/>
              </a:ext>
            </a:extLst>
          </p:cNvPr>
          <p:cNvSpPr>
            <a:spLocks noChangeShapeType="1"/>
          </p:cNvSpPr>
          <p:nvPr/>
        </p:nvSpPr>
        <p:spPr bwMode="auto">
          <a:xfrm>
            <a:off x="5486400" y="1957388"/>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89" name="Line 1029">
            <a:extLst>
              <a:ext uri="{FF2B5EF4-FFF2-40B4-BE49-F238E27FC236}">
                <a16:creationId xmlns:a16="http://schemas.microsoft.com/office/drawing/2014/main" id="{2721509D-B7CA-7CE6-F1E4-11B4F8AB35FE}"/>
              </a:ext>
            </a:extLst>
          </p:cNvPr>
          <p:cNvSpPr>
            <a:spLocks noChangeShapeType="1"/>
          </p:cNvSpPr>
          <p:nvPr/>
        </p:nvSpPr>
        <p:spPr bwMode="auto">
          <a:xfrm flipH="1">
            <a:off x="4876800" y="1957388"/>
            <a:ext cx="457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0" name="Line 1030">
            <a:extLst>
              <a:ext uri="{FF2B5EF4-FFF2-40B4-BE49-F238E27FC236}">
                <a16:creationId xmlns:a16="http://schemas.microsoft.com/office/drawing/2014/main" id="{482D3EF4-0204-C77C-537B-8B51D07633E0}"/>
              </a:ext>
            </a:extLst>
          </p:cNvPr>
          <p:cNvSpPr>
            <a:spLocks noChangeShapeType="1"/>
          </p:cNvSpPr>
          <p:nvPr/>
        </p:nvSpPr>
        <p:spPr bwMode="auto">
          <a:xfrm>
            <a:off x="2971800" y="10287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1" name="Rectangle 1031">
            <a:extLst>
              <a:ext uri="{FF2B5EF4-FFF2-40B4-BE49-F238E27FC236}">
                <a16:creationId xmlns:a16="http://schemas.microsoft.com/office/drawing/2014/main" id="{3BFBA10B-0733-D002-DF41-540F3FBC2BA3}"/>
              </a:ext>
            </a:extLst>
          </p:cNvPr>
          <p:cNvSpPr>
            <a:spLocks noChangeArrowheads="1"/>
          </p:cNvSpPr>
          <p:nvPr/>
        </p:nvSpPr>
        <p:spPr bwMode="auto">
          <a:xfrm>
            <a:off x="3200400" y="14859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592" name="Line 1032">
            <a:extLst>
              <a:ext uri="{FF2B5EF4-FFF2-40B4-BE49-F238E27FC236}">
                <a16:creationId xmlns:a16="http://schemas.microsoft.com/office/drawing/2014/main" id="{A2B58D98-2CCE-7EDF-B368-D7029A6B16B6}"/>
              </a:ext>
            </a:extLst>
          </p:cNvPr>
          <p:cNvSpPr>
            <a:spLocks noChangeShapeType="1"/>
          </p:cNvSpPr>
          <p:nvPr/>
        </p:nvSpPr>
        <p:spPr bwMode="auto">
          <a:xfrm>
            <a:off x="2514600" y="17145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3" name="Rectangle 1033">
            <a:extLst>
              <a:ext uri="{FF2B5EF4-FFF2-40B4-BE49-F238E27FC236}">
                <a16:creationId xmlns:a16="http://schemas.microsoft.com/office/drawing/2014/main" id="{8FCA3D1A-6913-7F1E-28BA-0373FA6AA942}"/>
              </a:ext>
            </a:extLst>
          </p:cNvPr>
          <p:cNvSpPr>
            <a:spLocks noChangeArrowheads="1"/>
          </p:cNvSpPr>
          <p:nvPr/>
        </p:nvSpPr>
        <p:spPr bwMode="auto">
          <a:xfrm>
            <a:off x="2743200" y="21717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594" name="Line 1034">
            <a:extLst>
              <a:ext uri="{FF2B5EF4-FFF2-40B4-BE49-F238E27FC236}">
                <a16:creationId xmlns:a16="http://schemas.microsoft.com/office/drawing/2014/main" id="{E558F50A-899B-D936-C0FF-CC4B244A216E}"/>
              </a:ext>
            </a:extLst>
          </p:cNvPr>
          <p:cNvSpPr>
            <a:spLocks noChangeShapeType="1"/>
          </p:cNvSpPr>
          <p:nvPr/>
        </p:nvSpPr>
        <p:spPr bwMode="auto">
          <a:xfrm>
            <a:off x="2057400" y="240030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5" name="Line 1035">
            <a:extLst>
              <a:ext uri="{FF2B5EF4-FFF2-40B4-BE49-F238E27FC236}">
                <a16:creationId xmlns:a16="http://schemas.microsoft.com/office/drawing/2014/main" id="{12A0565A-B34F-4406-9F00-F1CD29FC5419}"/>
              </a:ext>
            </a:extLst>
          </p:cNvPr>
          <p:cNvSpPr>
            <a:spLocks noChangeShapeType="1"/>
          </p:cNvSpPr>
          <p:nvPr/>
        </p:nvSpPr>
        <p:spPr bwMode="auto">
          <a:xfrm flipH="1">
            <a:off x="1524000" y="1028700"/>
            <a:ext cx="1447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6" name="Oval 1036">
            <a:extLst>
              <a:ext uri="{FF2B5EF4-FFF2-40B4-BE49-F238E27FC236}">
                <a16:creationId xmlns:a16="http://schemas.microsoft.com/office/drawing/2014/main" id="{DFCBD71E-23A4-1899-5D58-7D2AD867A8D1}"/>
              </a:ext>
            </a:extLst>
          </p:cNvPr>
          <p:cNvSpPr>
            <a:spLocks noChangeArrowheads="1"/>
          </p:cNvSpPr>
          <p:nvPr/>
        </p:nvSpPr>
        <p:spPr bwMode="auto">
          <a:xfrm>
            <a:off x="2819400" y="8001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7597" name="Oval 1037">
            <a:extLst>
              <a:ext uri="{FF2B5EF4-FFF2-40B4-BE49-F238E27FC236}">
                <a16:creationId xmlns:a16="http://schemas.microsoft.com/office/drawing/2014/main" id="{916405F5-75C4-F1E8-A9FC-A93E5E4DE076}"/>
              </a:ext>
            </a:extLst>
          </p:cNvPr>
          <p:cNvSpPr>
            <a:spLocks noChangeArrowheads="1"/>
          </p:cNvSpPr>
          <p:nvPr/>
        </p:nvSpPr>
        <p:spPr bwMode="auto">
          <a:xfrm>
            <a:off x="2362200" y="14859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7598" name="Oval 1038">
            <a:extLst>
              <a:ext uri="{FF2B5EF4-FFF2-40B4-BE49-F238E27FC236}">
                <a16:creationId xmlns:a16="http://schemas.microsoft.com/office/drawing/2014/main" id="{EE844C9B-B05D-6E48-C9EE-504A678C8013}"/>
              </a:ext>
            </a:extLst>
          </p:cNvPr>
          <p:cNvSpPr>
            <a:spLocks noChangeArrowheads="1"/>
          </p:cNvSpPr>
          <p:nvPr/>
        </p:nvSpPr>
        <p:spPr bwMode="auto">
          <a:xfrm>
            <a:off x="1905000" y="217170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7599" name="Rectangle 1039">
            <a:extLst>
              <a:ext uri="{FF2B5EF4-FFF2-40B4-BE49-F238E27FC236}">
                <a16:creationId xmlns:a16="http://schemas.microsoft.com/office/drawing/2014/main" id="{132DD21E-99AB-0A36-08B4-C3B5CFF552DA}"/>
              </a:ext>
            </a:extLst>
          </p:cNvPr>
          <p:cNvSpPr>
            <a:spLocks noChangeArrowheads="1"/>
          </p:cNvSpPr>
          <p:nvPr/>
        </p:nvSpPr>
        <p:spPr bwMode="auto">
          <a:xfrm>
            <a:off x="1447800" y="28575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00" name="Rectangle 1040">
            <a:extLst>
              <a:ext uri="{FF2B5EF4-FFF2-40B4-BE49-F238E27FC236}">
                <a16:creationId xmlns:a16="http://schemas.microsoft.com/office/drawing/2014/main" id="{416AD142-97B9-86C6-2813-C745D9837E71}"/>
              </a:ext>
            </a:extLst>
          </p:cNvPr>
          <p:cNvSpPr>
            <a:spLocks noChangeArrowheads="1"/>
          </p:cNvSpPr>
          <p:nvPr/>
        </p:nvSpPr>
        <p:spPr bwMode="auto">
          <a:xfrm>
            <a:off x="2286000" y="285750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01" name="Text Box 1041">
            <a:extLst>
              <a:ext uri="{FF2B5EF4-FFF2-40B4-BE49-F238E27FC236}">
                <a16:creationId xmlns:a16="http://schemas.microsoft.com/office/drawing/2014/main" id="{0B0D5C31-F278-9A49-C5B9-0C776BD96D0B}"/>
              </a:ext>
            </a:extLst>
          </p:cNvPr>
          <p:cNvSpPr txBox="1">
            <a:spLocks noChangeArrowheads="1"/>
          </p:cNvSpPr>
          <p:nvPr/>
        </p:nvSpPr>
        <p:spPr bwMode="auto">
          <a:xfrm>
            <a:off x="1600200" y="1704975"/>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7602" name="Text Box 1042">
            <a:extLst>
              <a:ext uri="{FF2B5EF4-FFF2-40B4-BE49-F238E27FC236}">
                <a16:creationId xmlns:a16="http://schemas.microsoft.com/office/drawing/2014/main" id="{D06C9BD1-24A7-90EF-E42B-2C4B7C5151D2}"/>
              </a:ext>
            </a:extLst>
          </p:cNvPr>
          <p:cNvSpPr txBox="1">
            <a:spLocks noChangeArrowheads="1"/>
          </p:cNvSpPr>
          <p:nvPr/>
        </p:nvSpPr>
        <p:spPr bwMode="auto">
          <a:xfrm>
            <a:off x="2189163" y="10429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7603" name="Text Box 1043">
            <a:extLst>
              <a:ext uri="{FF2B5EF4-FFF2-40B4-BE49-F238E27FC236}">
                <a16:creationId xmlns:a16="http://schemas.microsoft.com/office/drawing/2014/main" id="{9243A5B9-A0D9-218C-10DF-E4F2096998E8}"/>
              </a:ext>
            </a:extLst>
          </p:cNvPr>
          <p:cNvSpPr txBox="1">
            <a:spLocks noChangeArrowheads="1"/>
          </p:cNvSpPr>
          <p:nvPr/>
        </p:nvSpPr>
        <p:spPr bwMode="auto">
          <a:xfrm>
            <a:off x="2643188" y="280988"/>
            <a:ext cx="4810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7604" name="Oval 1044">
            <a:extLst>
              <a:ext uri="{FF2B5EF4-FFF2-40B4-BE49-F238E27FC236}">
                <a16:creationId xmlns:a16="http://schemas.microsoft.com/office/drawing/2014/main" id="{97C07598-DE66-E6E4-436E-A030353F5D1E}"/>
              </a:ext>
            </a:extLst>
          </p:cNvPr>
          <p:cNvSpPr>
            <a:spLocks noChangeArrowheads="1"/>
          </p:cNvSpPr>
          <p:nvPr/>
        </p:nvSpPr>
        <p:spPr bwMode="auto">
          <a:xfrm>
            <a:off x="6172200" y="1042988"/>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7605" name="Rectangle 1045">
            <a:extLst>
              <a:ext uri="{FF2B5EF4-FFF2-40B4-BE49-F238E27FC236}">
                <a16:creationId xmlns:a16="http://schemas.microsoft.com/office/drawing/2014/main" id="{D99BEF1B-18A9-44B2-83BE-B991F485ECCD}"/>
              </a:ext>
            </a:extLst>
          </p:cNvPr>
          <p:cNvSpPr>
            <a:spLocks noChangeArrowheads="1"/>
          </p:cNvSpPr>
          <p:nvPr/>
        </p:nvSpPr>
        <p:spPr bwMode="auto">
          <a:xfrm>
            <a:off x="4724400" y="2414588"/>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06" name="Rectangle 1046">
            <a:extLst>
              <a:ext uri="{FF2B5EF4-FFF2-40B4-BE49-F238E27FC236}">
                <a16:creationId xmlns:a16="http://schemas.microsoft.com/office/drawing/2014/main" id="{00EB400D-A934-DF93-303F-F9F33DC2B320}"/>
              </a:ext>
            </a:extLst>
          </p:cNvPr>
          <p:cNvSpPr>
            <a:spLocks noChangeArrowheads="1"/>
          </p:cNvSpPr>
          <p:nvPr/>
        </p:nvSpPr>
        <p:spPr bwMode="auto">
          <a:xfrm>
            <a:off x="5715000" y="2414588"/>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07" name="Oval 1047">
            <a:extLst>
              <a:ext uri="{FF2B5EF4-FFF2-40B4-BE49-F238E27FC236}">
                <a16:creationId xmlns:a16="http://schemas.microsoft.com/office/drawing/2014/main" id="{4D5A6A35-B392-AE6F-4A27-2522A97B5AA5}"/>
              </a:ext>
            </a:extLst>
          </p:cNvPr>
          <p:cNvSpPr>
            <a:spLocks noChangeArrowheads="1"/>
          </p:cNvSpPr>
          <p:nvPr/>
        </p:nvSpPr>
        <p:spPr bwMode="auto">
          <a:xfrm>
            <a:off x="5257800" y="1728788"/>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7608" name="Line 1048">
            <a:extLst>
              <a:ext uri="{FF2B5EF4-FFF2-40B4-BE49-F238E27FC236}">
                <a16:creationId xmlns:a16="http://schemas.microsoft.com/office/drawing/2014/main" id="{6D8D5C61-8226-3AB6-8A28-D45FBBB23560}"/>
              </a:ext>
            </a:extLst>
          </p:cNvPr>
          <p:cNvSpPr>
            <a:spLocks noChangeShapeType="1"/>
          </p:cNvSpPr>
          <p:nvPr/>
        </p:nvSpPr>
        <p:spPr bwMode="auto">
          <a:xfrm>
            <a:off x="7315200" y="1957388"/>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1049">
            <a:extLst>
              <a:ext uri="{FF2B5EF4-FFF2-40B4-BE49-F238E27FC236}">
                <a16:creationId xmlns:a16="http://schemas.microsoft.com/office/drawing/2014/main" id="{A19D6B3C-3FF1-E3C7-AE9D-C4EDE6346DCA}"/>
              </a:ext>
            </a:extLst>
          </p:cNvPr>
          <p:cNvSpPr>
            <a:spLocks noChangeShapeType="1"/>
          </p:cNvSpPr>
          <p:nvPr/>
        </p:nvSpPr>
        <p:spPr bwMode="auto">
          <a:xfrm flipH="1">
            <a:off x="6705600" y="1957388"/>
            <a:ext cx="457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Oval 1050">
            <a:extLst>
              <a:ext uri="{FF2B5EF4-FFF2-40B4-BE49-F238E27FC236}">
                <a16:creationId xmlns:a16="http://schemas.microsoft.com/office/drawing/2014/main" id="{1539A040-7BCE-CD66-9D7A-8445EC8F64B7}"/>
              </a:ext>
            </a:extLst>
          </p:cNvPr>
          <p:cNvSpPr>
            <a:spLocks noChangeArrowheads="1"/>
          </p:cNvSpPr>
          <p:nvPr/>
        </p:nvSpPr>
        <p:spPr bwMode="auto">
          <a:xfrm>
            <a:off x="7086600" y="1728788"/>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7611" name="Rectangle 1051">
            <a:extLst>
              <a:ext uri="{FF2B5EF4-FFF2-40B4-BE49-F238E27FC236}">
                <a16:creationId xmlns:a16="http://schemas.microsoft.com/office/drawing/2014/main" id="{2871A528-0B77-11F3-D5A4-344ED89FC0D1}"/>
              </a:ext>
            </a:extLst>
          </p:cNvPr>
          <p:cNvSpPr>
            <a:spLocks noChangeArrowheads="1"/>
          </p:cNvSpPr>
          <p:nvPr/>
        </p:nvSpPr>
        <p:spPr bwMode="auto">
          <a:xfrm>
            <a:off x="7543800" y="2414588"/>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12" name="Rectangle 1052">
            <a:extLst>
              <a:ext uri="{FF2B5EF4-FFF2-40B4-BE49-F238E27FC236}">
                <a16:creationId xmlns:a16="http://schemas.microsoft.com/office/drawing/2014/main" id="{02D2D9D0-98EA-4780-5077-C7D25B5FFA03}"/>
              </a:ext>
            </a:extLst>
          </p:cNvPr>
          <p:cNvSpPr>
            <a:spLocks noChangeArrowheads="1"/>
          </p:cNvSpPr>
          <p:nvPr/>
        </p:nvSpPr>
        <p:spPr bwMode="auto">
          <a:xfrm>
            <a:off x="6553200" y="2414588"/>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7613" name="Text Box 1053">
            <a:extLst>
              <a:ext uri="{FF2B5EF4-FFF2-40B4-BE49-F238E27FC236}">
                <a16:creationId xmlns:a16="http://schemas.microsoft.com/office/drawing/2014/main" id="{1B79AEF2-C9A8-2AE5-D6A8-B6B2E09D741B}"/>
              </a:ext>
            </a:extLst>
          </p:cNvPr>
          <p:cNvSpPr txBox="1">
            <a:spLocks noChangeArrowheads="1"/>
          </p:cNvSpPr>
          <p:nvPr/>
        </p:nvSpPr>
        <p:spPr bwMode="auto">
          <a:xfrm>
            <a:off x="4697413" y="1590675"/>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7614" name="Text Box 1054">
            <a:extLst>
              <a:ext uri="{FF2B5EF4-FFF2-40B4-BE49-F238E27FC236}">
                <a16:creationId xmlns:a16="http://schemas.microsoft.com/office/drawing/2014/main" id="{4D2E672E-FA25-AEA5-1E24-992BD2EAC823}"/>
              </a:ext>
            </a:extLst>
          </p:cNvPr>
          <p:cNvSpPr txBox="1">
            <a:spLocks noChangeArrowheads="1"/>
          </p:cNvSpPr>
          <p:nvPr/>
        </p:nvSpPr>
        <p:spPr bwMode="auto">
          <a:xfrm>
            <a:off x="5770563" y="8143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7615" name="Text Box 1055">
            <a:extLst>
              <a:ext uri="{FF2B5EF4-FFF2-40B4-BE49-F238E27FC236}">
                <a16:creationId xmlns:a16="http://schemas.microsoft.com/office/drawing/2014/main" id="{6EBCAE89-1E8A-6589-A67D-04181E2BEA82}"/>
              </a:ext>
            </a:extLst>
          </p:cNvPr>
          <p:cNvSpPr txBox="1">
            <a:spLocks noChangeArrowheads="1"/>
          </p:cNvSpPr>
          <p:nvPr/>
        </p:nvSpPr>
        <p:spPr bwMode="auto">
          <a:xfrm>
            <a:off x="7391400" y="1590675"/>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7616" name="Text Box 1056">
            <a:extLst>
              <a:ext uri="{FF2B5EF4-FFF2-40B4-BE49-F238E27FC236}">
                <a16:creationId xmlns:a16="http://schemas.microsoft.com/office/drawing/2014/main" id="{615CC4D2-F2F2-2F52-4876-FDDE0E4083CE}"/>
              </a:ext>
            </a:extLst>
          </p:cNvPr>
          <p:cNvSpPr txBox="1">
            <a:spLocks noChangeArrowheads="1"/>
          </p:cNvSpPr>
          <p:nvPr/>
        </p:nvSpPr>
        <p:spPr bwMode="auto">
          <a:xfrm>
            <a:off x="838200" y="3114675"/>
            <a:ext cx="1385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q0=0.15</a:t>
            </a:r>
            <a:endParaRPr kumimoji="1" lang="en-US" altLang="zh-CN" sz="2400">
              <a:latin typeface="Times New Roman" panose="02020603050405020304" pitchFamily="18" charset="0"/>
              <a:ea typeface="宋体" panose="02010600030101010101" pitchFamily="2" charset="-122"/>
            </a:endParaRPr>
          </a:p>
        </p:txBody>
      </p:sp>
      <p:sp>
        <p:nvSpPr>
          <p:cNvPr id="67617" name="Text Box 1057">
            <a:extLst>
              <a:ext uri="{FF2B5EF4-FFF2-40B4-BE49-F238E27FC236}">
                <a16:creationId xmlns:a16="http://schemas.microsoft.com/office/drawing/2014/main" id="{F694D694-0FD7-2048-D7BF-4BE522EDD3D1}"/>
              </a:ext>
            </a:extLst>
          </p:cNvPr>
          <p:cNvSpPr txBox="1">
            <a:spLocks noChangeArrowheads="1"/>
          </p:cNvSpPr>
          <p:nvPr/>
        </p:nvSpPr>
        <p:spPr bwMode="auto">
          <a:xfrm>
            <a:off x="2563813" y="2705100"/>
            <a:ext cx="120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q1=0.1</a:t>
            </a:r>
            <a:endParaRPr kumimoji="1" lang="en-US" altLang="zh-CN" sz="2400">
              <a:latin typeface="Times New Roman" panose="02020603050405020304" pitchFamily="18" charset="0"/>
              <a:ea typeface="宋体" panose="02010600030101010101" pitchFamily="2" charset="-122"/>
            </a:endParaRPr>
          </a:p>
        </p:txBody>
      </p:sp>
      <p:sp>
        <p:nvSpPr>
          <p:cNvPr id="67618" name="Text Box 1058">
            <a:extLst>
              <a:ext uri="{FF2B5EF4-FFF2-40B4-BE49-F238E27FC236}">
                <a16:creationId xmlns:a16="http://schemas.microsoft.com/office/drawing/2014/main" id="{C474E05B-2EC8-521F-AC42-ED5F498BBF08}"/>
              </a:ext>
            </a:extLst>
          </p:cNvPr>
          <p:cNvSpPr txBox="1">
            <a:spLocks noChangeArrowheads="1"/>
          </p:cNvSpPr>
          <p:nvPr/>
        </p:nvSpPr>
        <p:spPr bwMode="auto">
          <a:xfrm>
            <a:off x="696913" y="2033588"/>
            <a:ext cx="120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p1=0.5</a:t>
            </a:r>
            <a:endParaRPr kumimoji="1" lang="en-US" altLang="zh-CN" sz="2400">
              <a:latin typeface="Times New Roman" panose="02020603050405020304" pitchFamily="18" charset="0"/>
              <a:ea typeface="宋体" panose="02010600030101010101" pitchFamily="2" charset="-122"/>
            </a:endParaRPr>
          </a:p>
        </p:txBody>
      </p:sp>
      <p:sp>
        <p:nvSpPr>
          <p:cNvPr id="67619" name="Text Box 1059">
            <a:extLst>
              <a:ext uri="{FF2B5EF4-FFF2-40B4-BE49-F238E27FC236}">
                <a16:creationId xmlns:a16="http://schemas.microsoft.com/office/drawing/2014/main" id="{063CFE8F-A188-314A-5407-4D92A4F98D05}"/>
              </a:ext>
            </a:extLst>
          </p:cNvPr>
          <p:cNvSpPr txBox="1">
            <a:spLocks noChangeArrowheads="1"/>
          </p:cNvSpPr>
          <p:nvPr/>
        </p:nvSpPr>
        <p:spPr bwMode="auto">
          <a:xfrm>
            <a:off x="3021013" y="2019300"/>
            <a:ext cx="1385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q2=0.05</a:t>
            </a:r>
            <a:endParaRPr kumimoji="1" lang="en-US" altLang="zh-CN" sz="2400">
              <a:latin typeface="Times New Roman" panose="02020603050405020304" pitchFamily="18" charset="0"/>
              <a:ea typeface="宋体" panose="02010600030101010101" pitchFamily="2" charset="-122"/>
            </a:endParaRPr>
          </a:p>
        </p:txBody>
      </p:sp>
      <p:sp>
        <p:nvSpPr>
          <p:cNvPr id="67620" name="Text Box 1060">
            <a:extLst>
              <a:ext uri="{FF2B5EF4-FFF2-40B4-BE49-F238E27FC236}">
                <a16:creationId xmlns:a16="http://schemas.microsoft.com/office/drawing/2014/main" id="{8318173F-A12D-989B-E343-F8F632E89519}"/>
              </a:ext>
            </a:extLst>
          </p:cNvPr>
          <p:cNvSpPr txBox="1">
            <a:spLocks noChangeArrowheads="1"/>
          </p:cNvSpPr>
          <p:nvPr/>
        </p:nvSpPr>
        <p:spPr bwMode="auto">
          <a:xfrm>
            <a:off x="1154113" y="1333500"/>
            <a:ext cx="120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p2=0.1</a:t>
            </a:r>
            <a:endParaRPr kumimoji="1" lang="en-US" altLang="zh-CN" sz="2400">
              <a:latin typeface="Times New Roman" panose="02020603050405020304" pitchFamily="18" charset="0"/>
              <a:ea typeface="宋体" panose="02010600030101010101" pitchFamily="2" charset="-122"/>
            </a:endParaRPr>
          </a:p>
        </p:txBody>
      </p:sp>
      <p:sp>
        <p:nvSpPr>
          <p:cNvPr id="67621" name="Text Box 1061">
            <a:extLst>
              <a:ext uri="{FF2B5EF4-FFF2-40B4-BE49-F238E27FC236}">
                <a16:creationId xmlns:a16="http://schemas.microsoft.com/office/drawing/2014/main" id="{F7BB4F4F-F712-CA9B-AE73-1845362360FD}"/>
              </a:ext>
            </a:extLst>
          </p:cNvPr>
          <p:cNvSpPr txBox="1">
            <a:spLocks noChangeArrowheads="1"/>
          </p:cNvSpPr>
          <p:nvPr/>
        </p:nvSpPr>
        <p:spPr bwMode="auto">
          <a:xfrm>
            <a:off x="3200400" y="966788"/>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q3=0.05</a:t>
            </a:r>
            <a:endParaRPr kumimoji="1" lang="en-US" altLang="zh-CN" sz="2400">
              <a:latin typeface="Times New Roman" panose="02020603050405020304" pitchFamily="18" charset="0"/>
              <a:ea typeface="宋体" panose="02010600030101010101" pitchFamily="2" charset="-122"/>
            </a:endParaRPr>
          </a:p>
        </p:txBody>
      </p:sp>
      <p:sp>
        <p:nvSpPr>
          <p:cNvPr id="67622" name="Text Box 1062">
            <a:extLst>
              <a:ext uri="{FF2B5EF4-FFF2-40B4-BE49-F238E27FC236}">
                <a16:creationId xmlns:a16="http://schemas.microsoft.com/office/drawing/2014/main" id="{419CE091-F750-E22B-CA4C-3DCC4C766730}"/>
              </a:ext>
            </a:extLst>
          </p:cNvPr>
          <p:cNvSpPr txBox="1">
            <a:spLocks noChangeArrowheads="1"/>
          </p:cNvSpPr>
          <p:nvPr/>
        </p:nvSpPr>
        <p:spPr bwMode="auto">
          <a:xfrm>
            <a:off x="1433513" y="661988"/>
            <a:ext cx="1385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p3=0.05</a:t>
            </a:r>
            <a:endParaRPr kumimoji="1" lang="en-US" altLang="zh-CN" sz="2400">
              <a:latin typeface="Times New Roman" panose="02020603050405020304" pitchFamily="18" charset="0"/>
              <a:ea typeface="宋体" panose="02010600030101010101" pitchFamily="2" charset="-122"/>
            </a:endParaRPr>
          </a:p>
        </p:txBody>
      </p:sp>
      <p:sp>
        <p:nvSpPr>
          <p:cNvPr id="67623" name="Text Box 1063">
            <a:extLst>
              <a:ext uri="{FF2B5EF4-FFF2-40B4-BE49-F238E27FC236}">
                <a16:creationId xmlns:a16="http://schemas.microsoft.com/office/drawing/2014/main" id="{5FBA6F5F-F046-37EB-A257-C7EB9117720F}"/>
              </a:ext>
            </a:extLst>
          </p:cNvPr>
          <p:cNvSpPr txBox="1">
            <a:spLocks noChangeArrowheads="1"/>
          </p:cNvSpPr>
          <p:nvPr/>
        </p:nvSpPr>
        <p:spPr bwMode="auto">
          <a:xfrm>
            <a:off x="3886200" y="2643188"/>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q0=0.15</a:t>
            </a:r>
          </a:p>
        </p:txBody>
      </p:sp>
      <p:sp>
        <p:nvSpPr>
          <p:cNvPr id="67624" name="Text Box 1064">
            <a:extLst>
              <a:ext uri="{FF2B5EF4-FFF2-40B4-BE49-F238E27FC236}">
                <a16:creationId xmlns:a16="http://schemas.microsoft.com/office/drawing/2014/main" id="{37A3A762-9D5F-D6F8-CB84-E9C62C224ED8}"/>
              </a:ext>
            </a:extLst>
          </p:cNvPr>
          <p:cNvSpPr txBox="1">
            <a:spLocks noChangeArrowheads="1"/>
          </p:cNvSpPr>
          <p:nvPr/>
        </p:nvSpPr>
        <p:spPr bwMode="auto">
          <a:xfrm>
            <a:off x="5257800" y="2643188"/>
            <a:ext cx="1208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q1=0.1</a:t>
            </a:r>
          </a:p>
        </p:txBody>
      </p:sp>
      <p:sp>
        <p:nvSpPr>
          <p:cNvPr id="67625" name="Text Box 1065">
            <a:extLst>
              <a:ext uri="{FF2B5EF4-FFF2-40B4-BE49-F238E27FC236}">
                <a16:creationId xmlns:a16="http://schemas.microsoft.com/office/drawing/2014/main" id="{A94F66B3-EFB2-81B4-D888-27EF23596370}"/>
              </a:ext>
            </a:extLst>
          </p:cNvPr>
          <p:cNvSpPr txBox="1">
            <a:spLocks noChangeArrowheads="1"/>
          </p:cNvSpPr>
          <p:nvPr/>
        </p:nvSpPr>
        <p:spPr bwMode="auto">
          <a:xfrm>
            <a:off x="6400800" y="2643188"/>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q2=0.05</a:t>
            </a:r>
          </a:p>
        </p:txBody>
      </p:sp>
      <p:sp>
        <p:nvSpPr>
          <p:cNvPr id="67626" name="Text Box 1066">
            <a:extLst>
              <a:ext uri="{FF2B5EF4-FFF2-40B4-BE49-F238E27FC236}">
                <a16:creationId xmlns:a16="http://schemas.microsoft.com/office/drawing/2014/main" id="{4D9D3B61-5E14-F97F-5C3C-CA65AA4857DB}"/>
              </a:ext>
            </a:extLst>
          </p:cNvPr>
          <p:cNvSpPr txBox="1">
            <a:spLocks noChangeArrowheads="1"/>
          </p:cNvSpPr>
          <p:nvPr/>
        </p:nvSpPr>
        <p:spPr bwMode="auto">
          <a:xfrm>
            <a:off x="7543800" y="1881188"/>
            <a:ext cx="11620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a:t>
            </a:r>
          </a:p>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    0.05</a:t>
            </a:r>
          </a:p>
        </p:txBody>
      </p:sp>
      <p:sp>
        <p:nvSpPr>
          <p:cNvPr id="67627" name="Text Box 1067">
            <a:extLst>
              <a:ext uri="{FF2B5EF4-FFF2-40B4-BE49-F238E27FC236}">
                <a16:creationId xmlns:a16="http://schemas.microsoft.com/office/drawing/2014/main" id="{3A6A6311-6F13-5D01-F230-27E2827F70F1}"/>
              </a:ext>
            </a:extLst>
          </p:cNvPr>
          <p:cNvSpPr txBox="1">
            <a:spLocks noChangeArrowheads="1"/>
          </p:cNvSpPr>
          <p:nvPr/>
        </p:nvSpPr>
        <p:spPr bwMode="auto">
          <a:xfrm>
            <a:off x="4419600" y="1271588"/>
            <a:ext cx="1208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p1=0.5</a:t>
            </a:r>
          </a:p>
        </p:txBody>
      </p:sp>
      <p:sp>
        <p:nvSpPr>
          <p:cNvPr id="67628" name="Text Box 1068">
            <a:extLst>
              <a:ext uri="{FF2B5EF4-FFF2-40B4-BE49-F238E27FC236}">
                <a16:creationId xmlns:a16="http://schemas.microsoft.com/office/drawing/2014/main" id="{43F6FB77-B013-2A21-8408-D480FA3284DF}"/>
              </a:ext>
            </a:extLst>
          </p:cNvPr>
          <p:cNvSpPr txBox="1">
            <a:spLocks noChangeArrowheads="1"/>
          </p:cNvSpPr>
          <p:nvPr/>
        </p:nvSpPr>
        <p:spPr bwMode="auto">
          <a:xfrm>
            <a:off x="6172200" y="523875"/>
            <a:ext cx="1208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p2=0.1</a:t>
            </a:r>
          </a:p>
        </p:txBody>
      </p:sp>
      <p:sp>
        <p:nvSpPr>
          <p:cNvPr id="67629" name="Text Box 1069">
            <a:extLst>
              <a:ext uri="{FF2B5EF4-FFF2-40B4-BE49-F238E27FC236}">
                <a16:creationId xmlns:a16="http://schemas.microsoft.com/office/drawing/2014/main" id="{7A2A1DE9-65FE-0B80-380E-D63AE7ADDB36}"/>
              </a:ext>
            </a:extLst>
          </p:cNvPr>
          <p:cNvSpPr txBox="1">
            <a:spLocks noChangeArrowheads="1"/>
          </p:cNvSpPr>
          <p:nvPr/>
        </p:nvSpPr>
        <p:spPr bwMode="auto">
          <a:xfrm>
            <a:off x="7086600" y="1209675"/>
            <a:ext cx="1385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p3=0.05</a:t>
            </a:r>
          </a:p>
        </p:txBody>
      </p:sp>
      <p:sp>
        <p:nvSpPr>
          <p:cNvPr id="67630" name="Text Box 1070">
            <a:extLst>
              <a:ext uri="{FF2B5EF4-FFF2-40B4-BE49-F238E27FC236}">
                <a16:creationId xmlns:a16="http://schemas.microsoft.com/office/drawing/2014/main" id="{00ADB0D3-925E-807F-E386-A380029ECF80}"/>
              </a:ext>
            </a:extLst>
          </p:cNvPr>
          <p:cNvSpPr txBox="1">
            <a:spLocks noChangeArrowheads="1"/>
          </p:cNvSpPr>
          <p:nvPr/>
        </p:nvSpPr>
        <p:spPr bwMode="auto">
          <a:xfrm>
            <a:off x="2422525" y="3105150"/>
            <a:ext cx="657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67631" name="Text Box 1071">
            <a:extLst>
              <a:ext uri="{FF2B5EF4-FFF2-40B4-BE49-F238E27FC236}">
                <a16:creationId xmlns:a16="http://schemas.microsoft.com/office/drawing/2014/main" id="{1622D469-6FDE-69E6-E8C7-5F6AD8112AD0}"/>
              </a:ext>
            </a:extLst>
          </p:cNvPr>
          <p:cNvSpPr txBox="1">
            <a:spLocks noChangeArrowheads="1"/>
          </p:cNvSpPr>
          <p:nvPr/>
        </p:nvSpPr>
        <p:spPr bwMode="auto">
          <a:xfrm>
            <a:off x="6019800" y="3100388"/>
            <a:ext cx="679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B3CE4666-603F-4420-AA54-98E013229837}"/>
              </a:ext>
            </a:extLst>
          </p:cNvPr>
          <p:cNvSpPr>
            <a:spLocks noGrp="1"/>
          </p:cNvSpPr>
          <p:nvPr>
            <p:ph idx="1"/>
          </p:nvPr>
        </p:nvSpPr>
        <p:spPr>
          <a:xfrm>
            <a:off x="251520" y="3890962"/>
            <a:ext cx="8712968" cy="2778398"/>
          </a:xfrm>
        </p:spPr>
        <p:txBody>
          <a:bodyPr>
            <a:normAutofit fontScale="77500" lnSpcReduction="20000"/>
          </a:bodyPr>
          <a:lstStyle/>
          <a:p>
            <a:r>
              <a:rPr lang="zh-CN" altLang="en-US" dirty="0"/>
              <a:t>图</a:t>
            </a:r>
            <a:r>
              <a:rPr lang="en-US" altLang="zh-CN" dirty="0"/>
              <a:t>(a): </a:t>
            </a:r>
          </a:p>
          <a:p>
            <a:pPr marL="0" indent="0">
              <a:buNone/>
            </a:pPr>
            <a:r>
              <a:rPr lang="en-US" altLang="zh-CN" dirty="0"/>
              <a:t>  </a:t>
            </a:r>
            <a:r>
              <a:rPr lang="en-US" altLang="zh-CN" dirty="0" err="1"/>
              <a:t>ASL</a:t>
            </a:r>
            <a:r>
              <a:rPr lang="en-US" altLang="zh-CN" baseline="-25000" dirty="0" err="1"/>
              <a:t>succ</a:t>
            </a:r>
            <a:r>
              <a:rPr lang="en-US" altLang="zh-CN" dirty="0"/>
              <a:t> = 0.5*3+0.1*2+0.05*1 = 1.75</a:t>
            </a:r>
            <a:r>
              <a:rPr lang="zh-CN" altLang="en-US" dirty="0"/>
              <a:t>，</a:t>
            </a:r>
          </a:p>
          <a:p>
            <a:pPr marL="0" indent="0">
              <a:buNone/>
            </a:pPr>
            <a:r>
              <a:rPr lang="en-US" altLang="zh-CN" dirty="0"/>
              <a:t>  </a:t>
            </a:r>
            <a:r>
              <a:rPr lang="en-US" altLang="zh-CN" dirty="0" err="1"/>
              <a:t>ASL</a:t>
            </a:r>
            <a:r>
              <a:rPr lang="en-US" altLang="zh-CN" baseline="-25000" dirty="0" err="1"/>
              <a:t>unsucc</a:t>
            </a:r>
            <a:r>
              <a:rPr lang="en-US" altLang="zh-CN" dirty="0"/>
              <a:t> = 0.15*3+0.1*3+0.05*2+0.05*1 = 0.9</a:t>
            </a:r>
            <a:r>
              <a:rPr lang="zh-CN" altLang="en-US" dirty="0"/>
              <a:t>。</a:t>
            </a:r>
          </a:p>
          <a:p>
            <a:r>
              <a:rPr lang="zh-CN" altLang="en-US" dirty="0"/>
              <a:t>图</a:t>
            </a:r>
            <a:r>
              <a:rPr lang="en-US" altLang="zh-CN" dirty="0"/>
              <a:t>(b): </a:t>
            </a:r>
          </a:p>
          <a:p>
            <a:pPr marL="0" indent="0">
              <a:buNone/>
            </a:pPr>
            <a:r>
              <a:rPr lang="en-US" altLang="zh-CN" dirty="0"/>
              <a:t>  </a:t>
            </a:r>
            <a:r>
              <a:rPr lang="en-US" altLang="zh-CN" dirty="0" err="1"/>
              <a:t>ASL</a:t>
            </a:r>
            <a:r>
              <a:rPr lang="en-US" altLang="zh-CN" baseline="-25000" dirty="0" err="1"/>
              <a:t>succ</a:t>
            </a:r>
            <a:r>
              <a:rPr lang="en-US" altLang="zh-CN" dirty="0"/>
              <a:t> = 0.5*2+0.1*1+0.05*2 = 1.2</a:t>
            </a:r>
            <a:r>
              <a:rPr lang="zh-CN" altLang="en-US" dirty="0"/>
              <a:t>，</a:t>
            </a:r>
          </a:p>
          <a:p>
            <a:pPr marL="0" indent="0">
              <a:buNone/>
            </a:pPr>
            <a:r>
              <a:rPr lang="en-US" altLang="zh-CN" dirty="0"/>
              <a:t>  </a:t>
            </a:r>
            <a:r>
              <a:rPr lang="en-US" altLang="zh-CN" dirty="0" err="1"/>
              <a:t>ASL</a:t>
            </a:r>
            <a:r>
              <a:rPr lang="en-US" altLang="zh-CN" baseline="-25000" dirty="0" err="1"/>
              <a:t>unsucc</a:t>
            </a:r>
            <a:r>
              <a:rPr lang="en-US" altLang="zh-CN" dirty="0"/>
              <a:t> = (0.15+0.1+0.05+0.05)*2 = 0.7</a:t>
            </a:r>
            <a:r>
              <a:rPr lang="zh-CN" altLang="en-US" dirty="0"/>
              <a:t>。</a:t>
            </a:r>
          </a:p>
        </p:txBody>
      </p:sp>
      <p:sp>
        <p:nvSpPr>
          <p:cNvPr id="2" name="灯片编号占位符 1">
            <a:extLst>
              <a:ext uri="{FF2B5EF4-FFF2-40B4-BE49-F238E27FC236}">
                <a16:creationId xmlns:a16="http://schemas.microsoft.com/office/drawing/2014/main" id="{8468E993-DCFC-19A2-C1D8-7131CDB598B4}"/>
              </a:ext>
            </a:extLst>
          </p:cNvPr>
          <p:cNvSpPr>
            <a:spLocks noGrp="1"/>
          </p:cNvSpPr>
          <p:nvPr>
            <p:ph type="sldNum" sz="quarter" idx="12"/>
          </p:nvPr>
        </p:nvSpPr>
        <p:spPr/>
        <p:txBody>
          <a:bodyPr/>
          <a:lstStyle/>
          <a:p>
            <a:pPr>
              <a:defRPr/>
            </a:pPr>
            <a:fld id="{82BC8E53-3928-4033-8D0B-01554133DC73}"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Line 2">
            <a:extLst>
              <a:ext uri="{FF2B5EF4-FFF2-40B4-BE49-F238E27FC236}">
                <a16:creationId xmlns:a16="http://schemas.microsoft.com/office/drawing/2014/main" id="{CEEB23D2-A4DB-07ED-8F14-ECE45433066C}"/>
              </a:ext>
            </a:extLst>
          </p:cNvPr>
          <p:cNvSpPr>
            <a:spLocks noChangeShapeType="1"/>
          </p:cNvSpPr>
          <p:nvPr/>
        </p:nvSpPr>
        <p:spPr bwMode="auto">
          <a:xfrm flipH="1">
            <a:off x="6515100" y="2319338"/>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1" name="Line 3">
            <a:extLst>
              <a:ext uri="{FF2B5EF4-FFF2-40B4-BE49-F238E27FC236}">
                <a16:creationId xmlns:a16="http://schemas.microsoft.com/office/drawing/2014/main" id="{BCCECA0D-8F4C-4473-44C6-4BF413164328}"/>
              </a:ext>
            </a:extLst>
          </p:cNvPr>
          <p:cNvSpPr>
            <a:spLocks noChangeShapeType="1"/>
          </p:cNvSpPr>
          <p:nvPr/>
        </p:nvSpPr>
        <p:spPr bwMode="auto">
          <a:xfrm flipH="1">
            <a:off x="1562100" y="962025"/>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2" name="Rectangle 4">
            <a:extLst>
              <a:ext uri="{FF2B5EF4-FFF2-40B4-BE49-F238E27FC236}">
                <a16:creationId xmlns:a16="http://schemas.microsoft.com/office/drawing/2014/main" id="{111199FA-B1BC-2217-55F7-5BA0295FB3FB}"/>
              </a:ext>
            </a:extLst>
          </p:cNvPr>
          <p:cNvSpPr>
            <a:spLocks noChangeArrowheads="1"/>
          </p:cNvSpPr>
          <p:nvPr/>
        </p:nvSpPr>
        <p:spPr bwMode="auto">
          <a:xfrm flipH="1">
            <a:off x="1409700" y="1419225"/>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13" name="Line 5">
            <a:extLst>
              <a:ext uri="{FF2B5EF4-FFF2-40B4-BE49-F238E27FC236}">
                <a16:creationId xmlns:a16="http://schemas.microsoft.com/office/drawing/2014/main" id="{C91D5CD0-03CA-5BF2-5AB6-96B660322825}"/>
              </a:ext>
            </a:extLst>
          </p:cNvPr>
          <p:cNvSpPr>
            <a:spLocks noChangeShapeType="1"/>
          </p:cNvSpPr>
          <p:nvPr/>
        </p:nvSpPr>
        <p:spPr bwMode="auto">
          <a:xfrm flipH="1">
            <a:off x="2019300" y="1647825"/>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4" name="Rectangle 6">
            <a:extLst>
              <a:ext uri="{FF2B5EF4-FFF2-40B4-BE49-F238E27FC236}">
                <a16:creationId xmlns:a16="http://schemas.microsoft.com/office/drawing/2014/main" id="{7030C153-FFBE-125C-7E5C-D6F4768675C7}"/>
              </a:ext>
            </a:extLst>
          </p:cNvPr>
          <p:cNvSpPr>
            <a:spLocks noChangeArrowheads="1"/>
          </p:cNvSpPr>
          <p:nvPr/>
        </p:nvSpPr>
        <p:spPr bwMode="auto">
          <a:xfrm flipH="1">
            <a:off x="1866900" y="2105025"/>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15" name="Line 7">
            <a:extLst>
              <a:ext uri="{FF2B5EF4-FFF2-40B4-BE49-F238E27FC236}">
                <a16:creationId xmlns:a16="http://schemas.microsoft.com/office/drawing/2014/main" id="{B497EACC-1184-E29A-8281-7CD571CA52F7}"/>
              </a:ext>
            </a:extLst>
          </p:cNvPr>
          <p:cNvSpPr>
            <a:spLocks noChangeShapeType="1"/>
          </p:cNvSpPr>
          <p:nvPr/>
        </p:nvSpPr>
        <p:spPr bwMode="auto">
          <a:xfrm flipH="1">
            <a:off x="2476500" y="2333625"/>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6" name="Line 8">
            <a:extLst>
              <a:ext uri="{FF2B5EF4-FFF2-40B4-BE49-F238E27FC236}">
                <a16:creationId xmlns:a16="http://schemas.microsoft.com/office/drawing/2014/main" id="{5969F5B1-8333-A276-81B7-240838792224}"/>
              </a:ext>
            </a:extLst>
          </p:cNvPr>
          <p:cNvSpPr>
            <a:spLocks noChangeShapeType="1"/>
          </p:cNvSpPr>
          <p:nvPr/>
        </p:nvSpPr>
        <p:spPr bwMode="auto">
          <a:xfrm>
            <a:off x="1943100" y="962025"/>
            <a:ext cx="1447800" cy="2057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7" name="Oval 9">
            <a:extLst>
              <a:ext uri="{FF2B5EF4-FFF2-40B4-BE49-F238E27FC236}">
                <a16:creationId xmlns:a16="http://schemas.microsoft.com/office/drawing/2014/main" id="{54C12165-57EE-8F6E-9BDB-FC0EF6F05683}"/>
              </a:ext>
            </a:extLst>
          </p:cNvPr>
          <p:cNvSpPr>
            <a:spLocks noChangeArrowheads="1"/>
          </p:cNvSpPr>
          <p:nvPr/>
        </p:nvSpPr>
        <p:spPr bwMode="auto">
          <a:xfrm flipH="1">
            <a:off x="1790700" y="733425"/>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8618" name="Oval 10">
            <a:extLst>
              <a:ext uri="{FF2B5EF4-FFF2-40B4-BE49-F238E27FC236}">
                <a16:creationId xmlns:a16="http://schemas.microsoft.com/office/drawing/2014/main" id="{E4082AA4-EFDB-0132-83B1-8FC9B2603E4A}"/>
              </a:ext>
            </a:extLst>
          </p:cNvPr>
          <p:cNvSpPr>
            <a:spLocks noChangeArrowheads="1"/>
          </p:cNvSpPr>
          <p:nvPr/>
        </p:nvSpPr>
        <p:spPr bwMode="auto">
          <a:xfrm flipH="1">
            <a:off x="2247900" y="1404938"/>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8619" name="Oval 11">
            <a:extLst>
              <a:ext uri="{FF2B5EF4-FFF2-40B4-BE49-F238E27FC236}">
                <a16:creationId xmlns:a16="http://schemas.microsoft.com/office/drawing/2014/main" id="{2302136E-6298-5CB4-9471-D57E2DB07382}"/>
              </a:ext>
            </a:extLst>
          </p:cNvPr>
          <p:cNvSpPr>
            <a:spLocks noChangeArrowheads="1"/>
          </p:cNvSpPr>
          <p:nvPr/>
        </p:nvSpPr>
        <p:spPr bwMode="auto">
          <a:xfrm flipH="1">
            <a:off x="2705100" y="2105025"/>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8620" name="Rectangle 12">
            <a:extLst>
              <a:ext uri="{FF2B5EF4-FFF2-40B4-BE49-F238E27FC236}">
                <a16:creationId xmlns:a16="http://schemas.microsoft.com/office/drawing/2014/main" id="{56A9E089-84B7-DB8B-4C5B-799B36036CA0}"/>
              </a:ext>
            </a:extLst>
          </p:cNvPr>
          <p:cNvSpPr>
            <a:spLocks noChangeArrowheads="1"/>
          </p:cNvSpPr>
          <p:nvPr/>
        </p:nvSpPr>
        <p:spPr bwMode="auto">
          <a:xfrm flipH="1">
            <a:off x="2324100" y="2790825"/>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21" name="Rectangle 13">
            <a:extLst>
              <a:ext uri="{FF2B5EF4-FFF2-40B4-BE49-F238E27FC236}">
                <a16:creationId xmlns:a16="http://schemas.microsoft.com/office/drawing/2014/main" id="{EA7C41D7-1DF9-3096-8CFE-F6F85993F182}"/>
              </a:ext>
            </a:extLst>
          </p:cNvPr>
          <p:cNvSpPr>
            <a:spLocks noChangeArrowheads="1"/>
          </p:cNvSpPr>
          <p:nvPr/>
        </p:nvSpPr>
        <p:spPr bwMode="auto">
          <a:xfrm flipH="1">
            <a:off x="3162300" y="2790825"/>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22" name="Text Box 14">
            <a:extLst>
              <a:ext uri="{FF2B5EF4-FFF2-40B4-BE49-F238E27FC236}">
                <a16:creationId xmlns:a16="http://schemas.microsoft.com/office/drawing/2014/main" id="{F7CA60BD-8A35-2BA4-6B7E-FCCA0B5E11A1}"/>
              </a:ext>
            </a:extLst>
          </p:cNvPr>
          <p:cNvSpPr txBox="1">
            <a:spLocks noChangeArrowheads="1"/>
          </p:cNvSpPr>
          <p:nvPr/>
        </p:nvSpPr>
        <p:spPr bwMode="auto">
          <a:xfrm>
            <a:off x="1866900" y="276225"/>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8623" name="Text Box 15">
            <a:extLst>
              <a:ext uri="{FF2B5EF4-FFF2-40B4-BE49-F238E27FC236}">
                <a16:creationId xmlns:a16="http://schemas.microsoft.com/office/drawing/2014/main" id="{F575D630-A7F8-3EDE-F76D-BA62828BF885}"/>
              </a:ext>
            </a:extLst>
          </p:cNvPr>
          <p:cNvSpPr txBox="1">
            <a:spLocks noChangeArrowheads="1"/>
          </p:cNvSpPr>
          <p:nvPr/>
        </p:nvSpPr>
        <p:spPr bwMode="auto">
          <a:xfrm>
            <a:off x="2324100" y="962025"/>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8624" name="Text Box 16">
            <a:extLst>
              <a:ext uri="{FF2B5EF4-FFF2-40B4-BE49-F238E27FC236}">
                <a16:creationId xmlns:a16="http://schemas.microsoft.com/office/drawing/2014/main" id="{BC0E73C6-B720-34AC-D216-53B8EAAC775E}"/>
              </a:ext>
            </a:extLst>
          </p:cNvPr>
          <p:cNvSpPr txBox="1">
            <a:spLocks noChangeArrowheads="1"/>
          </p:cNvSpPr>
          <p:nvPr/>
        </p:nvSpPr>
        <p:spPr bwMode="auto">
          <a:xfrm>
            <a:off x="2781300" y="1647825"/>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8625" name="Text Box 17">
            <a:extLst>
              <a:ext uri="{FF2B5EF4-FFF2-40B4-BE49-F238E27FC236}">
                <a16:creationId xmlns:a16="http://schemas.microsoft.com/office/drawing/2014/main" id="{F5C5539B-18B3-55CF-0F8C-0E3E9039BD53}"/>
              </a:ext>
            </a:extLst>
          </p:cNvPr>
          <p:cNvSpPr txBox="1">
            <a:spLocks noChangeArrowheads="1"/>
          </p:cNvSpPr>
          <p:nvPr/>
        </p:nvSpPr>
        <p:spPr bwMode="auto">
          <a:xfrm>
            <a:off x="603250" y="915988"/>
            <a:ext cx="9413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  q0=</a:t>
            </a:r>
          </a:p>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0.15</a:t>
            </a:r>
            <a:endParaRPr kumimoji="1" lang="en-US" altLang="zh-CN" sz="2400">
              <a:latin typeface="Times New Roman" panose="02020603050405020304" pitchFamily="18" charset="0"/>
              <a:ea typeface="宋体" panose="02010600030101010101" pitchFamily="2" charset="-122"/>
            </a:endParaRPr>
          </a:p>
        </p:txBody>
      </p:sp>
      <p:sp>
        <p:nvSpPr>
          <p:cNvPr id="68626" name="Text Box 18">
            <a:extLst>
              <a:ext uri="{FF2B5EF4-FFF2-40B4-BE49-F238E27FC236}">
                <a16:creationId xmlns:a16="http://schemas.microsoft.com/office/drawing/2014/main" id="{1B0B4A66-1B84-7F97-75DA-A2F7C4B88A99}"/>
              </a:ext>
            </a:extLst>
          </p:cNvPr>
          <p:cNvSpPr txBox="1">
            <a:spLocks noChangeArrowheads="1"/>
          </p:cNvSpPr>
          <p:nvPr/>
        </p:nvSpPr>
        <p:spPr bwMode="auto">
          <a:xfrm>
            <a:off x="658813" y="1952625"/>
            <a:ext cx="120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q1=0.1</a:t>
            </a:r>
            <a:endParaRPr kumimoji="1" lang="en-US" altLang="zh-CN" sz="2400">
              <a:latin typeface="Times New Roman" panose="02020603050405020304" pitchFamily="18" charset="0"/>
              <a:ea typeface="宋体" panose="02010600030101010101" pitchFamily="2" charset="-122"/>
            </a:endParaRPr>
          </a:p>
        </p:txBody>
      </p:sp>
      <p:sp>
        <p:nvSpPr>
          <p:cNvPr id="68627" name="Text Box 19">
            <a:extLst>
              <a:ext uri="{FF2B5EF4-FFF2-40B4-BE49-F238E27FC236}">
                <a16:creationId xmlns:a16="http://schemas.microsoft.com/office/drawing/2014/main" id="{DC7DF8AE-11A4-FBA0-7CFF-1F79F56B1A48}"/>
              </a:ext>
            </a:extLst>
          </p:cNvPr>
          <p:cNvSpPr txBox="1">
            <a:spLocks noChangeArrowheads="1"/>
          </p:cNvSpPr>
          <p:nvPr/>
        </p:nvSpPr>
        <p:spPr bwMode="auto">
          <a:xfrm>
            <a:off x="2068513" y="595313"/>
            <a:ext cx="120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p1=0.5</a:t>
            </a:r>
            <a:endParaRPr kumimoji="1" lang="en-US" altLang="zh-CN" sz="2400">
              <a:latin typeface="Times New Roman" panose="02020603050405020304" pitchFamily="18" charset="0"/>
              <a:ea typeface="宋体" panose="02010600030101010101" pitchFamily="2" charset="-122"/>
            </a:endParaRPr>
          </a:p>
        </p:txBody>
      </p:sp>
      <p:sp>
        <p:nvSpPr>
          <p:cNvPr id="68628" name="Text Box 20">
            <a:extLst>
              <a:ext uri="{FF2B5EF4-FFF2-40B4-BE49-F238E27FC236}">
                <a16:creationId xmlns:a16="http://schemas.microsoft.com/office/drawing/2014/main" id="{8B443B58-AC71-68C1-ECCE-B4C9FDF4C17C}"/>
              </a:ext>
            </a:extLst>
          </p:cNvPr>
          <p:cNvSpPr txBox="1">
            <a:spLocks noChangeArrowheads="1"/>
          </p:cNvSpPr>
          <p:nvPr/>
        </p:nvSpPr>
        <p:spPr bwMode="auto">
          <a:xfrm>
            <a:off x="876300" y="2638425"/>
            <a:ext cx="1385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q2=0.05</a:t>
            </a:r>
          </a:p>
        </p:txBody>
      </p:sp>
      <p:sp>
        <p:nvSpPr>
          <p:cNvPr id="68629" name="Text Box 21">
            <a:extLst>
              <a:ext uri="{FF2B5EF4-FFF2-40B4-BE49-F238E27FC236}">
                <a16:creationId xmlns:a16="http://schemas.microsoft.com/office/drawing/2014/main" id="{54543534-8FD5-D3BF-96FD-A8AA08D17CE1}"/>
              </a:ext>
            </a:extLst>
          </p:cNvPr>
          <p:cNvSpPr txBox="1">
            <a:spLocks noChangeArrowheads="1"/>
          </p:cNvSpPr>
          <p:nvPr/>
        </p:nvSpPr>
        <p:spPr bwMode="auto">
          <a:xfrm>
            <a:off x="2525713" y="1266825"/>
            <a:ext cx="120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p2=0.1</a:t>
            </a:r>
            <a:endParaRPr kumimoji="1" lang="en-US" altLang="zh-CN" sz="2400">
              <a:latin typeface="Times New Roman" panose="02020603050405020304" pitchFamily="18" charset="0"/>
              <a:ea typeface="宋体" panose="02010600030101010101" pitchFamily="2" charset="-122"/>
            </a:endParaRPr>
          </a:p>
        </p:txBody>
      </p:sp>
      <p:sp>
        <p:nvSpPr>
          <p:cNvPr id="68630" name="Text Box 22">
            <a:extLst>
              <a:ext uri="{FF2B5EF4-FFF2-40B4-BE49-F238E27FC236}">
                <a16:creationId xmlns:a16="http://schemas.microsoft.com/office/drawing/2014/main" id="{7EA7407C-28DB-8CCF-28AA-4E5EF9D0CD11}"/>
              </a:ext>
            </a:extLst>
          </p:cNvPr>
          <p:cNvSpPr txBox="1">
            <a:spLocks noChangeArrowheads="1"/>
          </p:cNvSpPr>
          <p:nvPr/>
        </p:nvSpPr>
        <p:spPr bwMode="auto">
          <a:xfrm>
            <a:off x="3440113" y="2638425"/>
            <a:ext cx="1385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q3=0.05</a:t>
            </a:r>
            <a:endParaRPr kumimoji="1" lang="en-US" altLang="zh-CN" sz="2400">
              <a:latin typeface="Times New Roman" panose="02020603050405020304" pitchFamily="18" charset="0"/>
              <a:ea typeface="宋体" panose="02010600030101010101" pitchFamily="2" charset="-122"/>
            </a:endParaRPr>
          </a:p>
        </p:txBody>
      </p:sp>
      <p:sp>
        <p:nvSpPr>
          <p:cNvPr id="68631" name="Text Box 23">
            <a:extLst>
              <a:ext uri="{FF2B5EF4-FFF2-40B4-BE49-F238E27FC236}">
                <a16:creationId xmlns:a16="http://schemas.microsoft.com/office/drawing/2014/main" id="{F1B36C9A-E993-EE24-02B8-FE84CE5B73F4}"/>
              </a:ext>
            </a:extLst>
          </p:cNvPr>
          <p:cNvSpPr txBox="1">
            <a:spLocks noChangeArrowheads="1"/>
          </p:cNvSpPr>
          <p:nvPr/>
        </p:nvSpPr>
        <p:spPr bwMode="auto">
          <a:xfrm>
            <a:off x="2982913" y="1952625"/>
            <a:ext cx="1385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p3=0.05</a:t>
            </a:r>
            <a:endParaRPr kumimoji="1" lang="en-US" altLang="zh-CN" sz="2400">
              <a:latin typeface="Times New Roman" panose="02020603050405020304" pitchFamily="18" charset="0"/>
              <a:ea typeface="宋体" panose="02010600030101010101" pitchFamily="2" charset="-122"/>
            </a:endParaRPr>
          </a:p>
        </p:txBody>
      </p:sp>
      <p:sp>
        <p:nvSpPr>
          <p:cNvPr id="68632" name="Line 24">
            <a:extLst>
              <a:ext uri="{FF2B5EF4-FFF2-40B4-BE49-F238E27FC236}">
                <a16:creationId xmlns:a16="http://schemas.microsoft.com/office/drawing/2014/main" id="{2F57BF1F-C6D4-CCA4-10B8-D4FD3139A1F9}"/>
              </a:ext>
            </a:extLst>
          </p:cNvPr>
          <p:cNvSpPr>
            <a:spLocks noChangeShapeType="1"/>
          </p:cNvSpPr>
          <p:nvPr/>
        </p:nvSpPr>
        <p:spPr bwMode="auto">
          <a:xfrm>
            <a:off x="7048500" y="93345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3" name="Rectangle 25">
            <a:extLst>
              <a:ext uri="{FF2B5EF4-FFF2-40B4-BE49-F238E27FC236}">
                <a16:creationId xmlns:a16="http://schemas.microsoft.com/office/drawing/2014/main" id="{BCAD976D-2CB7-F70E-739B-01528D3BE0CF}"/>
              </a:ext>
            </a:extLst>
          </p:cNvPr>
          <p:cNvSpPr>
            <a:spLocks noChangeArrowheads="1"/>
          </p:cNvSpPr>
          <p:nvPr/>
        </p:nvSpPr>
        <p:spPr bwMode="auto">
          <a:xfrm>
            <a:off x="7277100" y="139065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34" name="Line 26">
            <a:extLst>
              <a:ext uri="{FF2B5EF4-FFF2-40B4-BE49-F238E27FC236}">
                <a16:creationId xmlns:a16="http://schemas.microsoft.com/office/drawing/2014/main" id="{420BC70E-7921-9AF7-A16A-6A4935547E2D}"/>
              </a:ext>
            </a:extLst>
          </p:cNvPr>
          <p:cNvSpPr>
            <a:spLocks noChangeShapeType="1"/>
          </p:cNvSpPr>
          <p:nvPr/>
        </p:nvSpPr>
        <p:spPr bwMode="auto">
          <a:xfrm>
            <a:off x="6591300" y="161925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5" name="Line 27">
            <a:extLst>
              <a:ext uri="{FF2B5EF4-FFF2-40B4-BE49-F238E27FC236}">
                <a16:creationId xmlns:a16="http://schemas.microsoft.com/office/drawing/2014/main" id="{7C8DEDF7-6094-4333-B68E-5DDE17460729}"/>
              </a:ext>
            </a:extLst>
          </p:cNvPr>
          <p:cNvSpPr>
            <a:spLocks noChangeShapeType="1"/>
          </p:cNvSpPr>
          <p:nvPr/>
        </p:nvSpPr>
        <p:spPr bwMode="auto">
          <a:xfrm>
            <a:off x="6972300" y="2305050"/>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6" name="Line 28">
            <a:extLst>
              <a:ext uri="{FF2B5EF4-FFF2-40B4-BE49-F238E27FC236}">
                <a16:creationId xmlns:a16="http://schemas.microsoft.com/office/drawing/2014/main" id="{038309F1-2AB0-58A8-5FD6-6F28A5FA7B23}"/>
              </a:ext>
            </a:extLst>
          </p:cNvPr>
          <p:cNvSpPr>
            <a:spLocks noChangeShapeType="1"/>
          </p:cNvSpPr>
          <p:nvPr/>
        </p:nvSpPr>
        <p:spPr bwMode="auto">
          <a:xfrm flipH="1">
            <a:off x="6210300" y="933450"/>
            <a:ext cx="838200" cy="1157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7" name="Oval 29">
            <a:extLst>
              <a:ext uri="{FF2B5EF4-FFF2-40B4-BE49-F238E27FC236}">
                <a16:creationId xmlns:a16="http://schemas.microsoft.com/office/drawing/2014/main" id="{108746C6-296A-E0EF-25EC-3304FF5C34F5}"/>
              </a:ext>
            </a:extLst>
          </p:cNvPr>
          <p:cNvSpPr>
            <a:spLocks noChangeArrowheads="1"/>
          </p:cNvSpPr>
          <p:nvPr/>
        </p:nvSpPr>
        <p:spPr bwMode="auto">
          <a:xfrm>
            <a:off x="6896100" y="719138"/>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8638" name="Oval 30">
            <a:extLst>
              <a:ext uri="{FF2B5EF4-FFF2-40B4-BE49-F238E27FC236}">
                <a16:creationId xmlns:a16="http://schemas.microsoft.com/office/drawing/2014/main" id="{8EDF1194-AA91-C30E-0A16-72EC7F614380}"/>
              </a:ext>
            </a:extLst>
          </p:cNvPr>
          <p:cNvSpPr>
            <a:spLocks noChangeArrowheads="1"/>
          </p:cNvSpPr>
          <p:nvPr/>
        </p:nvSpPr>
        <p:spPr bwMode="auto">
          <a:xfrm>
            <a:off x="6438900" y="139065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8639" name="Oval 31">
            <a:extLst>
              <a:ext uri="{FF2B5EF4-FFF2-40B4-BE49-F238E27FC236}">
                <a16:creationId xmlns:a16="http://schemas.microsoft.com/office/drawing/2014/main" id="{162BCDD1-80B2-6915-6B1E-A641FCA733EF}"/>
              </a:ext>
            </a:extLst>
          </p:cNvPr>
          <p:cNvSpPr>
            <a:spLocks noChangeArrowheads="1"/>
          </p:cNvSpPr>
          <p:nvPr/>
        </p:nvSpPr>
        <p:spPr bwMode="auto">
          <a:xfrm>
            <a:off x="6819900" y="2076450"/>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8640" name="Rectangle 32">
            <a:extLst>
              <a:ext uri="{FF2B5EF4-FFF2-40B4-BE49-F238E27FC236}">
                <a16:creationId xmlns:a16="http://schemas.microsoft.com/office/drawing/2014/main" id="{4C578448-68C3-968B-A721-16F1BE8BC7E1}"/>
              </a:ext>
            </a:extLst>
          </p:cNvPr>
          <p:cNvSpPr>
            <a:spLocks noChangeArrowheads="1"/>
          </p:cNvSpPr>
          <p:nvPr/>
        </p:nvSpPr>
        <p:spPr bwMode="auto">
          <a:xfrm>
            <a:off x="6362700" y="276225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41" name="Rectangle 33">
            <a:extLst>
              <a:ext uri="{FF2B5EF4-FFF2-40B4-BE49-F238E27FC236}">
                <a16:creationId xmlns:a16="http://schemas.microsoft.com/office/drawing/2014/main" id="{79A3E132-EB57-A1F1-140E-37560F8F1BED}"/>
              </a:ext>
            </a:extLst>
          </p:cNvPr>
          <p:cNvSpPr>
            <a:spLocks noChangeArrowheads="1"/>
          </p:cNvSpPr>
          <p:nvPr/>
        </p:nvSpPr>
        <p:spPr bwMode="auto">
          <a:xfrm>
            <a:off x="7200900" y="276225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42" name="Text Box 34">
            <a:extLst>
              <a:ext uri="{FF2B5EF4-FFF2-40B4-BE49-F238E27FC236}">
                <a16:creationId xmlns:a16="http://schemas.microsoft.com/office/drawing/2014/main" id="{25C63DCC-C235-1FCC-65DA-E11DBABEDB46}"/>
              </a:ext>
            </a:extLst>
          </p:cNvPr>
          <p:cNvSpPr txBox="1">
            <a:spLocks noChangeArrowheads="1"/>
          </p:cNvSpPr>
          <p:nvPr/>
        </p:nvSpPr>
        <p:spPr bwMode="auto">
          <a:xfrm>
            <a:off x="6183313" y="947738"/>
            <a:ext cx="560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8643" name="Text Box 35">
            <a:extLst>
              <a:ext uri="{FF2B5EF4-FFF2-40B4-BE49-F238E27FC236}">
                <a16:creationId xmlns:a16="http://schemas.microsoft.com/office/drawing/2014/main" id="{B9761FC1-708B-8C01-1AE9-CAC4CC78DBD4}"/>
              </a:ext>
            </a:extLst>
          </p:cNvPr>
          <p:cNvSpPr txBox="1">
            <a:spLocks noChangeArrowheads="1"/>
          </p:cNvSpPr>
          <p:nvPr/>
        </p:nvSpPr>
        <p:spPr bwMode="auto">
          <a:xfrm>
            <a:off x="6951663" y="1647825"/>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8644" name="Text Box 36">
            <a:extLst>
              <a:ext uri="{FF2B5EF4-FFF2-40B4-BE49-F238E27FC236}">
                <a16:creationId xmlns:a16="http://schemas.microsoft.com/office/drawing/2014/main" id="{270A70CB-7EB2-E049-172D-CEE7CFAB0B7A}"/>
              </a:ext>
            </a:extLst>
          </p:cNvPr>
          <p:cNvSpPr txBox="1">
            <a:spLocks noChangeArrowheads="1"/>
          </p:cNvSpPr>
          <p:nvPr/>
        </p:nvSpPr>
        <p:spPr bwMode="auto">
          <a:xfrm>
            <a:off x="6591300" y="276225"/>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8645" name="Text Box 37">
            <a:extLst>
              <a:ext uri="{FF2B5EF4-FFF2-40B4-BE49-F238E27FC236}">
                <a16:creationId xmlns:a16="http://schemas.microsoft.com/office/drawing/2014/main" id="{AD1DDBD7-2173-E91E-9E27-B787F1457C75}"/>
              </a:ext>
            </a:extLst>
          </p:cNvPr>
          <p:cNvSpPr txBox="1">
            <a:spLocks noChangeArrowheads="1"/>
          </p:cNvSpPr>
          <p:nvPr/>
        </p:nvSpPr>
        <p:spPr bwMode="auto">
          <a:xfrm>
            <a:off x="4610100" y="1938338"/>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q0=0.15</a:t>
            </a:r>
          </a:p>
        </p:txBody>
      </p:sp>
      <p:sp>
        <p:nvSpPr>
          <p:cNvPr id="68646" name="Text Box 38">
            <a:extLst>
              <a:ext uri="{FF2B5EF4-FFF2-40B4-BE49-F238E27FC236}">
                <a16:creationId xmlns:a16="http://schemas.microsoft.com/office/drawing/2014/main" id="{A8A25A63-C5FE-3827-678B-617A169AC027}"/>
              </a:ext>
            </a:extLst>
          </p:cNvPr>
          <p:cNvSpPr txBox="1">
            <a:spLocks noChangeArrowheads="1"/>
          </p:cNvSpPr>
          <p:nvPr/>
        </p:nvSpPr>
        <p:spPr bwMode="auto">
          <a:xfrm>
            <a:off x="5154613" y="2624138"/>
            <a:ext cx="120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q1=0.1</a:t>
            </a:r>
          </a:p>
        </p:txBody>
      </p:sp>
      <p:sp>
        <p:nvSpPr>
          <p:cNvPr id="68647" name="Text Box 39">
            <a:extLst>
              <a:ext uri="{FF2B5EF4-FFF2-40B4-BE49-F238E27FC236}">
                <a16:creationId xmlns:a16="http://schemas.microsoft.com/office/drawing/2014/main" id="{20BC39AA-6CC7-C54E-4126-79076B4B17C0}"/>
              </a:ext>
            </a:extLst>
          </p:cNvPr>
          <p:cNvSpPr txBox="1">
            <a:spLocks noChangeArrowheads="1"/>
          </p:cNvSpPr>
          <p:nvPr/>
        </p:nvSpPr>
        <p:spPr bwMode="auto">
          <a:xfrm>
            <a:off x="5219700" y="1252538"/>
            <a:ext cx="1208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p1=0.5</a:t>
            </a:r>
          </a:p>
        </p:txBody>
      </p:sp>
      <p:sp>
        <p:nvSpPr>
          <p:cNvPr id="68648" name="Text Box 40">
            <a:extLst>
              <a:ext uri="{FF2B5EF4-FFF2-40B4-BE49-F238E27FC236}">
                <a16:creationId xmlns:a16="http://schemas.microsoft.com/office/drawing/2014/main" id="{3707211B-4E9D-C314-6DAE-890235C6494B}"/>
              </a:ext>
            </a:extLst>
          </p:cNvPr>
          <p:cNvSpPr txBox="1">
            <a:spLocks noChangeArrowheads="1"/>
          </p:cNvSpPr>
          <p:nvPr/>
        </p:nvSpPr>
        <p:spPr bwMode="auto">
          <a:xfrm>
            <a:off x="6972300" y="3019425"/>
            <a:ext cx="1385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q2=0.05</a:t>
            </a:r>
          </a:p>
        </p:txBody>
      </p:sp>
      <p:sp>
        <p:nvSpPr>
          <p:cNvPr id="68649" name="Text Box 41">
            <a:extLst>
              <a:ext uri="{FF2B5EF4-FFF2-40B4-BE49-F238E27FC236}">
                <a16:creationId xmlns:a16="http://schemas.microsoft.com/office/drawing/2014/main" id="{444D07D9-3963-745F-BD9B-A16A46C5CF44}"/>
              </a:ext>
            </a:extLst>
          </p:cNvPr>
          <p:cNvSpPr txBox="1">
            <a:spLocks noChangeArrowheads="1"/>
          </p:cNvSpPr>
          <p:nvPr/>
        </p:nvSpPr>
        <p:spPr bwMode="auto">
          <a:xfrm>
            <a:off x="7097713" y="1876425"/>
            <a:ext cx="1208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p2=0.1</a:t>
            </a:r>
          </a:p>
        </p:txBody>
      </p:sp>
      <p:sp>
        <p:nvSpPr>
          <p:cNvPr id="68650" name="Text Box 42">
            <a:extLst>
              <a:ext uri="{FF2B5EF4-FFF2-40B4-BE49-F238E27FC236}">
                <a16:creationId xmlns:a16="http://schemas.microsoft.com/office/drawing/2014/main" id="{AD85AB30-3005-6A81-1611-F94690C13196}"/>
              </a:ext>
            </a:extLst>
          </p:cNvPr>
          <p:cNvSpPr txBox="1">
            <a:spLocks noChangeArrowheads="1"/>
          </p:cNvSpPr>
          <p:nvPr/>
        </p:nvSpPr>
        <p:spPr bwMode="auto">
          <a:xfrm>
            <a:off x="7277100" y="839788"/>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q3=0.05</a:t>
            </a:r>
          </a:p>
        </p:txBody>
      </p:sp>
      <p:sp>
        <p:nvSpPr>
          <p:cNvPr id="68651" name="Text Box 43">
            <a:extLst>
              <a:ext uri="{FF2B5EF4-FFF2-40B4-BE49-F238E27FC236}">
                <a16:creationId xmlns:a16="http://schemas.microsoft.com/office/drawing/2014/main" id="{209FAF3A-3E79-4ADD-B2F1-1BEE3049BB76}"/>
              </a:ext>
            </a:extLst>
          </p:cNvPr>
          <p:cNvSpPr txBox="1">
            <a:spLocks noChangeArrowheads="1"/>
          </p:cNvSpPr>
          <p:nvPr/>
        </p:nvSpPr>
        <p:spPr bwMode="auto">
          <a:xfrm>
            <a:off x="5510213" y="566738"/>
            <a:ext cx="1385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p3=0.05</a:t>
            </a:r>
          </a:p>
        </p:txBody>
      </p:sp>
      <p:sp>
        <p:nvSpPr>
          <p:cNvPr id="68652" name="Text Box 44">
            <a:extLst>
              <a:ext uri="{FF2B5EF4-FFF2-40B4-BE49-F238E27FC236}">
                <a16:creationId xmlns:a16="http://schemas.microsoft.com/office/drawing/2014/main" id="{4FC5008A-CFA7-B96C-A172-DB6AB3D57A2B}"/>
              </a:ext>
            </a:extLst>
          </p:cNvPr>
          <p:cNvSpPr txBox="1">
            <a:spLocks noChangeArrowheads="1"/>
          </p:cNvSpPr>
          <p:nvPr/>
        </p:nvSpPr>
        <p:spPr bwMode="auto">
          <a:xfrm>
            <a:off x="5829300" y="3081338"/>
            <a:ext cx="679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68653" name="Rectangle 45">
            <a:extLst>
              <a:ext uri="{FF2B5EF4-FFF2-40B4-BE49-F238E27FC236}">
                <a16:creationId xmlns:a16="http://schemas.microsoft.com/office/drawing/2014/main" id="{524CD450-B9F5-6176-480A-9555AB5E3A0E}"/>
              </a:ext>
            </a:extLst>
          </p:cNvPr>
          <p:cNvSpPr>
            <a:spLocks noChangeArrowheads="1"/>
          </p:cNvSpPr>
          <p:nvPr/>
        </p:nvSpPr>
        <p:spPr bwMode="auto">
          <a:xfrm>
            <a:off x="5981700" y="2076450"/>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8654" name="Text Box 46">
            <a:extLst>
              <a:ext uri="{FF2B5EF4-FFF2-40B4-BE49-F238E27FC236}">
                <a16:creationId xmlns:a16="http://schemas.microsoft.com/office/drawing/2014/main" id="{A3A5EB9E-A74C-0536-F333-2A2F17D7470B}"/>
              </a:ext>
            </a:extLst>
          </p:cNvPr>
          <p:cNvSpPr txBox="1">
            <a:spLocks noChangeArrowheads="1"/>
          </p:cNvSpPr>
          <p:nvPr/>
        </p:nvSpPr>
        <p:spPr bwMode="auto">
          <a:xfrm>
            <a:off x="1714500" y="3081338"/>
            <a:ext cx="63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66607" name="Rectangle 47">
            <a:extLst>
              <a:ext uri="{FF2B5EF4-FFF2-40B4-BE49-F238E27FC236}">
                <a16:creationId xmlns:a16="http://schemas.microsoft.com/office/drawing/2014/main" id="{F7908B4C-8BBE-2886-6B37-6AA4EA83D69F}"/>
              </a:ext>
            </a:extLst>
          </p:cNvPr>
          <p:cNvSpPr>
            <a:spLocks noGrp="1" noChangeArrowheads="1"/>
          </p:cNvSpPr>
          <p:nvPr>
            <p:ph type="body" idx="1"/>
          </p:nvPr>
        </p:nvSpPr>
        <p:spPr>
          <a:xfrm>
            <a:off x="590609" y="3889375"/>
            <a:ext cx="7886700" cy="2463800"/>
          </a:xfrm>
        </p:spPr>
        <p:txBody>
          <a:bodyPr>
            <a:normAutofit fontScale="70000" lnSpcReduction="20000"/>
          </a:bodyPr>
          <a:lstStyle/>
          <a:p>
            <a:r>
              <a:rPr lang="zh-CN" altLang="en-US" dirty="0"/>
              <a:t>图</a:t>
            </a:r>
            <a:r>
              <a:rPr lang="en-US" altLang="zh-CN" dirty="0"/>
              <a:t>(c): </a:t>
            </a:r>
          </a:p>
          <a:p>
            <a:pPr marL="0" indent="0">
              <a:buNone/>
            </a:pPr>
            <a:r>
              <a:rPr lang="en-US" altLang="zh-CN" dirty="0" err="1"/>
              <a:t>ASL</a:t>
            </a:r>
            <a:r>
              <a:rPr lang="en-US" altLang="zh-CN" baseline="-25000" dirty="0" err="1"/>
              <a:t>succ</a:t>
            </a:r>
            <a:r>
              <a:rPr lang="en-US" altLang="zh-CN" dirty="0"/>
              <a:t> = 0.5*1+0.1*2+0.05*3 = 0.85,</a:t>
            </a:r>
          </a:p>
          <a:p>
            <a:pPr marL="0" indent="0">
              <a:buNone/>
            </a:pPr>
            <a:r>
              <a:rPr lang="en-US" altLang="zh-CN" dirty="0" err="1"/>
              <a:t>ASL</a:t>
            </a:r>
            <a:r>
              <a:rPr lang="en-US" altLang="zh-CN" baseline="-25000" dirty="0" err="1"/>
              <a:t>unsucc</a:t>
            </a:r>
            <a:r>
              <a:rPr lang="en-US" altLang="zh-CN" dirty="0"/>
              <a:t> = 0.15*1+0.1*2+0.05*3+0.05*3 = 0.75.</a:t>
            </a:r>
          </a:p>
          <a:p>
            <a:r>
              <a:rPr lang="zh-CN" altLang="en-US" dirty="0"/>
              <a:t>图</a:t>
            </a:r>
            <a:r>
              <a:rPr lang="en-US" altLang="zh-CN" dirty="0"/>
              <a:t>(d):</a:t>
            </a:r>
          </a:p>
          <a:p>
            <a:pPr marL="0" indent="0">
              <a:buNone/>
            </a:pPr>
            <a:r>
              <a:rPr lang="en-US" altLang="zh-CN" dirty="0" err="1"/>
              <a:t>ASL</a:t>
            </a:r>
            <a:r>
              <a:rPr lang="en-US" altLang="zh-CN" baseline="-25000" dirty="0" err="1"/>
              <a:t>succ</a:t>
            </a:r>
            <a:r>
              <a:rPr lang="en-US" altLang="zh-CN" dirty="0"/>
              <a:t> = 0.5*2+0.1*3+0.05*1 = 1.35,</a:t>
            </a:r>
          </a:p>
          <a:p>
            <a:pPr marL="0" indent="0">
              <a:buNone/>
            </a:pPr>
            <a:r>
              <a:rPr lang="en-US" altLang="zh-CN" dirty="0" err="1"/>
              <a:t>ASL</a:t>
            </a:r>
            <a:r>
              <a:rPr lang="en-US" altLang="zh-CN" baseline="-25000" dirty="0" err="1"/>
              <a:t>unsucc</a:t>
            </a:r>
            <a:r>
              <a:rPr lang="en-US" altLang="zh-CN" dirty="0"/>
              <a:t> = 0.15*2+0.1*3+0.05*3+0.05*1 = 0.8.</a:t>
            </a:r>
          </a:p>
        </p:txBody>
      </p:sp>
      <p:sp>
        <p:nvSpPr>
          <p:cNvPr id="2" name="灯片编号占位符 1">
            <a:extLst>
              <a:ext uri="{FF2B5EF4-FFF2-40B4-BE49-F238E27FC236}">
                <a16:creationId xmlns:a16="http://schemas.microsoft.com/office/drawing/2014/main" id="{7D160B34-8CC4-0E1D-D99E-BD1386482C14}"/>
              </a:ext>
            </a:extLst>
          </p:cNvPr>
          <p:cNvSpPr>
            <a:spLocks noGrp="1"/>
          </p:cNvSpPr>
          <p:nvPr>
            <p:ph type="sldNum" sz="quarter" idx="12"/>
          </p:nvPr>
        </p:nvSpPr>
        <p:spPr/>
        <p:txBody>
          <a:bodyPr/>
          <a:lstStyle/>
          <a:p>
            <a:pPr>
              <a:defRPr/>
            </a:pPr>
            <a:fld id="{82BC8E53-3928-4033-8D0B-01554133DC73}" type="slidenum">
              <a:rPr lang="en-US" altLang="zh-CN" smtClean="0"/>
              <a:pPr>
                <a:defRPr/>
              </a:pPr>
              <a:t>53</a:t>
            </a:fld>
            <a:endParaRPr lang="en-US" altLang="zh-CN"/>
          </a:p>
        </p:txBody>
      </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Line 2">
            <a:extLst>
              <a:ext uri="{FF2B5EF4-FFF2-40B4-BE49-F238E27FC236}">
                <a16:creationId xmlns:a16="http://schemas.microsoft.com/office/drawing/2014/main" id="{B3B447C9-8D17-2823-ED3D-60BA0C80E8B1}"/>
              </a:ext>
            </a:extLst>
          </p:cNvPr>
          <p:cNvSpPr>
            <a:spLocks noChangeShapeType="1"/>
          </p:cNvSpPr>
          <p:nvPr/>
        </p:nvSpPr>
        <p:spPr bwMode="auto">
          <a:xfrm>
            <a:off x="6340475" y="236338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5" name="Line 3">
            <a:extLst>
              <a:ext uri="{FF2B5EF4-FFF2-40B4-BE49-F238E27FC236}">
                <a16:creationId xmlns:a16="http://schemas.microsoft.com/office/drawing/2014/main" id="{C9829150-2438-20CD-9137-8ECD1F3CAD6A}"/>
              </a:ext>
            </a:extLst>
          </p:cNvPr>
          <p:cNvSpPr>
            <a:spLocks noChangeShapeType="1"/>
          </p:cNvSpPr>
          <p:nvPr/>
        </p:nvSpPr>
        <p:spPr bwMode="auto">
          <a:xfrm flipH="1">
            <a:off x="5883275" y="106798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6" name="Rectangle 4">
            <a:extLst>
              <a:ext uri="{FF2B5EF4-FFF2-40B4-BE49-F238E27FC236}">
                <a16:creationId xmlns:a16="http://schemas.microsoft.com/office/drawing/2014/main" id="{15774551-2927-8B1B-AECB-ED2CED26232A}"/>
              </a:ext>
            </a:extLst>
          </p:cNvPr>
          <p:cNvSpPr>
            <a:spLocks noChangeArrowheads="1"/>
          </p:cNvSpPr>
          <p:nvPr/>
        </p:nvSpPr>
        <p:spPr bwMode="auto">
          <a:xfrm flipH="1">
            <a:off x="5730875" y="152518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9637" name="Line 5">
            <a:extLst>
              <a:ext uri="{FF2B5EF4-FFF2-40B4-BE49-F238E27FC236}">
                <a16:creationId xmlns:a16="http://schemas.microsoft.com/office/drawing/2014/main" id="{194B3B71-A7F3-E698-72C2-A3FE5F8522D6}"/>
              </a:ext>
            </a:extLst>
          </p:cNvPr>
          <p:cNvSpPr>
            <a:spLocks noChangeShapeType="1"/>
          </p:cNvSpPr>
          <p:nvPr/>
        </p:nvSpPr>
        <p:spPr bwMode="auto">
          <a:xfrm flipH="1">
            <a:off x="6340475" y="175378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8" name="Rectangle 6">
            <a:extLst>
              <a:ext uri="{FF2B5EF4-FFF2-40B4-BE49-F238E27FC236}">
                <a16:creationId xmlns:a16="http://schemas.microsoft.com/office/drawing/2014/main" id="{9DAB4BD0-7CE7-A6C1-4FA1-90C879D65617}"/>
              </a:ext>
            </a:extLst>
          </p:cNvPr>
          <p:cNvSpPr>
            <a:spLocks noChangeArrowheads="1"/>
          </p:cNvSpPr>
          <p:nvPr/>
        </p:nvSpPr>
        <p:spPr bwMode="auto">
          <a:xfrm flipH="1">
            <a:off x="6569075" y="289678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9639" name="Line 7">
            <a:extLst>
              <a:ext uri="{FF2B5EF4-FFF2-40B4-BE49-F238E27FC236}">
                <a16:creationId xmlns:a16="http://schemas.microsoft.com/office/drawing/2014/main" id="{B25A6330-24EF-2E23-456C-870A8FCDB19A}"/>
              </a:ext>
            </a:extLst>
          </p:cNvPr>
          <p:cNvSpPr>
            <a:spLocks noChangeShapeType="1"/>
          </p:cNvSpPr>
          <p:nvPr/>
        </p:nvSpPr>
        <p:spPr bwMode="auto">
          <a:xfrm flipH="1">
            <a:off x="5910263" y="2439583"/>
            <a:ext cx="381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0" name="Line 8">
            <a:extLst>
              <a:ext uri="{FF2B5EF4-FFF2-40B4-BE49-F238E27FC236}">
                <a16:creationId xmlns:a16="http://schemas.microsoft.com/office/drawing/2014/main" id="{046A5471-6CE1-AB63-6D0B-9D470C89680E}"/>
              </a:ext>
            </a:extLst>
          </p:cNvPr>
          <p:cNvSpPr>
            <a:spLocks noChangeShapeType="1"/>
          </p:cNvSpPr>
          <p:nvPr/>
        </p:nvSpPr>
        <p:spPr bwMode="auto">
          <a:xfrm>
            <a:off x="6264275" y="1067983"/>
            <a:ext cx="914400" cy="1219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1" name="Oval 9">
            <a:extLst>
              <a:ext uri="{FF2B5EF4-FFF2-40B4-BE49-F238E27FC236}">
                <a16:creationId xmlns:a16="http://schemas.microsoft.com/office/drawing/2014/main" id="{6DD7E9C9-CB42-2C64-0198-372EE82DBBF2}"/>
              </a:ext>
            </a:extLst>
          </p:cNvPr>
          <p:cNvSpPr>
            <a:spLocks noChangeArrowheads="1"/>
          </p:cNvSpPr>
          <p:nvPr/>
        </p:nvSpPr>
        <p:spPr bwMode="auto">
          <a:xfrm flipH="1">
            <a:off x="6111875" y="83938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006666"/>
              </a:solidFill>
              <a:latin typeface="Times New Roman" panose="02020603050405020304" pitchFamily="18" charset="0"/>
              <a:ea typeface="宋体" panose="02010600030101010101" pitchFamily="2" charset="-122"/>
            </a:endParaRPr>
          </a:p>
        </p:txBody>
      </p:sp>
      <p:sp>
        <p:nvSpPr>
          <p:cNvPr id="69642" name="Oval 10">
            <a:extLst>
              <a:ext uri="{FF2B5EF4-FFF2-40B4-BE49-F238E27FC236}">
                <a16:creationId xmlns:a16="http://schemas.microsoft.com/office/drawing/2014/main" id="{B78D3232-774C-B6A9-2D5E-1C2CC29D8C2A}"/>
              </a:ext>
            </a:extLst>
          </p:cNvPr>
          <p:cNvSpPr>
            <a:spLocks noChangeArrowheads="1"/>
          </p:cNvSpPr>
          <p:nvPr/>
        </p:nvSpPr>
        <p:spPr bwMode="auto">
          <a:xfrm flipH="1">
            <a:off x="6569075" y="152518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9643" name="Oval 11">
            <a:extLst>
              <a:ext uri="{FF2B5EF4-FFF2-40B4-BE49-F238E27FC236}">
                <a16:creationId xmlns:a16="http://schemas.microsoft.com/office/drawing/2014/main" id="{3B6F8B72-3BC3-362E-E288-9D3A1CD60B35}"/>
              </a:ext>
            </a:extLst>
          </p:cNvPr>
          <p:cNvSpPr>
            <a:spLocks noChangeArrowheads="1"/>
          </p:cNvSpPr>
          <p:nvPr/>
        </p:nvSpPr>
        <p:spPr bwMode="auto">
          <a:xfrm flipH="1">
            <a:off x="6188075" y="2210983"/>
            <a:ext cx="304800" cy="304800"/>
          </a:xfrm>
          <a:prstGeom prst="ellipse">
            <a:avLst/>
          </a:prstGeom>
          <a:solidFill>
            <a:schemeClr val="accent1"/>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69644" name="Rectangle 12">
            <a:extLst>
              <a:ext uri="{FF2B5EF4-FFF2-40B4-BE49-F238E27FC236}">
                <a16:creationId xmlns:a16="http://schemas.microsoft.com/office/drawing/2014/main" id="{E70EA37D-E20D-1CC5-3AA2-D589FF9F602C}"/>
              </a:ext>
            </a:extLst>
          </p:cNvPr>
          <p:cNvSpPr>
            <a:spLocks noChangeArrowheads="1"/>
          </p:cNvSpPr>
          <p:nvPr/>
        </p:nvSpPr>
        <p:spPr bwMode="auto">
          <a:xfrm flipH="1">
            <a:off x="5757863" y="289678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9645" name="Rectangle 13">
            <a:extLst>
              <a:ext uri="{FF2B5EF4-FFF2-40B4-BE49-F238E27FC236}">
                <a16:creationId xmlns:a16="http://schemas.microsoft.com/office/drawing/2014/main" id="{21169D9C-9746-E2F0-F40F-2EB80E24CD63}"/>
              </a:ext>
            </a:extLst>
          </p:cNvPr>
          <p:cNvSpPr>
            <a:spLocks noChangeArrowheads="1"/>
          </p:cNvSpPr>
          <p:nvPr/>
        </p:nvSpPr>
        <p:spPr bwMode="auto">
          <a:xfrm flipH="1">
            <a:off x="7026275" y="2210983"/>
            <a:ext cx="304800" cy="304800"/>
          </a:xfrm>
          <a:prstGeom prst="rect">
            <a:avLst/>
          </a:prstGeom>
          <a:solidFill>
            <a:schemeClr val="folHlink"/>
          </a:solidFill>
          <a:ln w="28575">
            <a:solidFill>
              <a:schemeClr val="bg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chemeClr val="bg2"/>
              </a:solidFill>
              <a:latin typeface="Times New Roman" panose="02020603050405020304" pitchFamily="18" charset="0"/>
              <a:ea typeface="宋体" panose="02010600030101010101" pitchFamily="2" charset="-122"/>
            </a:endParaRPr>
          </a:p>
        </p:txBody>
      </p:sp>
      <p:sp>
        <p:nvSpPr>
          <p:cNvPr id="69646" name="Text Box 14">
            <a:extLst>
              <a:ext uri="{FF2B5EF4-FFF2-40B4-BE49-F238E27FC236}">
                <a16:creationId xmlns:a16="http://schemas.microsoft.com/office/drawing/2014/main" id="{28FB5FDC-2DF7-B7F9-C84E-61553BC372CE}"/>
              </a:ext>
            </a:extLst>
          </p:cNvPr>
          <p:cNvSpPr txBox="1">
            <a:spLocks noChangeArrowheads="1"/>
          </p:cNvSpPr>
          <p:nvPr/>
        </p:nvSpPr>
        <p:spPr bwMode="auto">
          <a:xfrm>
            <a:off x="6248400" y="3810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69647" name="Text Box 15">
            <a:extLst>
              <a:ext uri="{FF2B5EF4-FFF2-40B4-BE49-F238E27FC236}">
                <a16:creationId xmlns:a16="http://schemas.microsoft.com/office/drawing/2014/main" id="{B8C8260C-E611-BA3A-09A9-3B517315017F}"/>
              </a:ext>
            </a:extLst>
          </p:cNvPr>
          <p:cNvSpPr txBox="1">
            <a:spLocks noChangeArrowheads="1"/>
          </p:cNvSpPr>
          <p:nvPr/>
        </p:nvSpPr>
        <p:spPr bwMode="auto">
          <a:xfrm>
            <a:off x="5959475" y="1768071"/>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69648" name="Text Box 16">
            <a:extLst>
              <a:ext uri="{FF2B5EF4-FFF2-40B4-BE49-F238E27FC236}">
                <a16:creationId xmlns:a16="http://schemas.microsoft.com/office/drawing/2014/main" id="{54EE8E24-3016-2FD1-DCF2-2B5981BB4BB9}"/>
              </a:ext>
            </a:extLst>
          </p:cNvPr>
          <p:cNvSpPr txBox="1">
            <a:spLocks noChangeArrowheads="1"/>
          </p:cNvSpPr>
          <p:nvPr/>
        </p:nvSpPr>
        <p:spPr bwMode="auto">
          <a:xfrm>
            <a:off x="6645275" y="1067983"/>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69649" name="Text Box 17">
            <a:extLst>
              <a:ext uri="{FF2B5EF4-FFF2-40B4-BE49-F238E27FC236}">
                <a16:creationId xmlns:a16="http://schemas.microsoft.com/office/drawing/2014/main" id="{CEEB0909-96AF-5BAB-BD06-6454EBA74869}"/>
              </a:ext>
            </a:extLst>
          </p:cNvPr>
          <p:cNvSpPr txBox="1">
            <a:spLocks noChangeArrowheads="1"/>
          </p:cNvSpPr>
          <p:nvPr/>
        </p:nvSpPr>
        <p:spPr bwMode="auto">
          <a:xfrm>
            <a:off x="4283075" y="1387071"/>
            <a:ext cx="1385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q0=0.15</a:t>
            </a:r>
            <a:endParaRPr kumimoji="1" lang="en-US" altLang="zh-CN" sz="2400">
              <a:latin typeface="Times New Roman" panose="02020603050405020304" pitchFamily="18" charset="0"/>
              <a:ea typeface="宋体" panose="02010600030101010101" pitchFamily="2" charset="-122"/>
            </a:endParaRPr>
          </a:p>
        </p:txBody>
      </p:sp>
      <p:sp>
        <p:nvSpPr>
          <p:cNvPr id="69650" name="Text Box 18">
            <a:extLst>
              <a:ext uri="{FF2B5EF4-FFF2-40B4-BE49-F238E27FC236}">
                <a16:creationId xmlns:a16="http://schemas.microsoft.com/office/drawing/2014/main" id="{413D7644-1E3B-61B5-49CD-7958DA79C449}"/>
              </a:ext>
            </a:extLst>
          </p:cNvPr>
          <p:cNvSpPr txBox="1">
            <a:spLocks noChangeArrowheads="1"/>
          </p:cNvSpPr>
          <p:nvPr/>
        </p:nvSpPr>
        <p:spPr bwMode="auto">
          <a:xfrm>
            <a:off x="4511675" y="2758671"/>
            <a:ext cx="1208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q1=0.1</a:t>
            </a:r>
            <a:endParaRPr kumimoji="1" lang="en-US" altLang="zh-CN" sz="2400">
              <a:latin typeface="Times New Roman" panose="02020603050405020304" pitchFamily="18" charset="0"/>
              <a:ea typeface="宋体" panose="02010600030101010101" pitchFamily="2" charset="-122"/>
            </a:endParaRPr>
          </a:p>
        </p:txBody>
      </p:sp>
      <p:sp>
        <p:nvSpPr>
          <p:cNvPr id="69651" name="Text Box 19">
            <a:extLst>
              <a:ext uri="{FF2B5EF4-FFF2-40B4-BE49-F238E27FC236}">
                <a16:creationId xmlns:a16="http://schemas.microsoft.com/office/drawing/2014/main" id="{0394D5A9-BD72-FF4A-3EBC-52FEB598D691}"/>
              </a:ext>
            </a:extLst>
          </p:cNvPr>
          <p:cNvSpPr txBox="1">
            <a:spLocks noChangeArrowheads="1"/>
          </p:cNvSpPr>
          <p:nvPr/>
        </p:nvSpPr>
        <p:spPr bwMode="auto">
          <a:xfrm>
            <a:off x="6389688" y="701271"/>
            <a:ext cx="120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p1=0.5</a:t>
            </a:r>
            <a:endParaRPr kumimoji="1" lang="en-US" altLang="zh-CN" sz="2400">
              <a:latin typeface="Times New Roman" panose="02020603050405020304" pitchFamily="18" charset="0"/>
              <a:ea typeface="宋体" panose="02010600030101010101" pitchFamily="2" charset="-122"/>
            </a:endParaRPr>
          </a:p>
        </p:txBody>
      </p:sp>
      <p:sp>
        <p:nvSpPr>
          <p:cNvPr id="69652" name="Text Box 20">
            <a:extLst>
              <a:ext uri="{FF2B5EF4-FFF2-40B4-BE49-F238E27FC236}">
                <a16:creationId xmlns:a16="http://schemas.microsoft.com/office/drawing/2014/main" id="{2E9B27E5-AF72-66DB-3E4F-2B70A69D1F03}"/>
              </a:ext>
            </a:extLst>
          </p:cNvPr>
          <p:cNvSpPr txBox="1">
            <a:spLocks noChangeArrowheads="1"/>
          </p:cNvSpPr>
          <p:nvPr/>
        </p:nvSpPr>
        <p:spPr bwMode="auto">
          <a:xfrm>
            <a:off x="6846888" y="2744383"/>
            <a:ext cx="1385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q2=0.05</a:t>
            </a:r>
            <a:endParaRPr kumimoji="1" lang="en-US" altLang="zh-CN" sz="2400">
              <a:latin typeface="Times New Roman" panose="02020603050405020304" pitchFamily="18" charset="0"/>
              <a:ea typeface="宋体" panose="02010600030101010101" pitchFamily="2" charset="-122"/>
            </a:endParaRPr>
          </a:p>
        </p:txBody>
      </p:sp>
      <p:sp>
        <p:nvSpPr>
          <p:cNvPr id="69653" name="Text Box 21">
            <a:extLst>
              <a:ext uri="{FF2B5EF4-FFF2-40B4-BE49-F238E27FC236}">
                <a16:creationId xmlns:a16="http://schemas.microsoft.com/office/drawing/2014/main" id="{C2F27203-9900-EE66-710D-9969164684CC}"/>
              </a:ext>
            </a:extLst>
          </p:cNvPr>
          <p:cNvSpPr txBox="1">
            <a:spLocks noChangeArrowheads="1"/>
          </p:cNvSpPr>
          <p:nvPr/>
        </p:nvSpPr>
        <p:spPr bwMode="auto">
          <a:xfrm>
            <a:off x="5037138" y="2072871"/>
            <a:ext cx="1208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p2=0.1</a:t>
            </a:r>
            <a:endParaRPr kumimoji="1" lang="en-US" altLang="zh-CN" sz="2400">
              <a:latin typeface="Times New Roman" panose="02020603050405020304" pitchFamily="18" charset="0"/>
              <a:ea typeface="宋体" panose="02010600030101010101" pitchFamily="2" charset="-122"/>
            </a:endParaRPr>
          </a:p>
        </p:txBody>
      </p:sp>
      <p:sp>
        <p:nvSpPr>
          <p:cNvPr id="69654" name="Text Box 22">
            <a:extLst>
              <a:ext uri="{FF2B5EF4-FFF2-40B4-BE49-F238E27FC236}">
                <a16:creationId xmlns:a16="http://schemas.microsoft.com/office/drawing/2014/main" id="{618B199D-2B80-6F4C-AAD7-89ABB9892A23}"/>
              </a:ext>
            </a:extLst>
          </p:cNvPr>
          <p:cNvSpPr txBox="1">
            <a:spLocks noChangeArrowheads="1"/>
          </p:cNvSpPr>
          <p:nvPr/>
        </p:nvSpPr>
        <p:spPr bwMode="auto">
          <a:xfrm>
            <a:off x="7304088" y="2058583"/>
            <a:ext cx="1385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q3=0.05</a:t>
            </a:r>
            <a:endParaRPr kumimoji="1" lang="en-US" altLang="zh-CN" sz="2400">
              <a:latin typeface="Times New Roman" panose="02020603050405020304" pitchFamily="18" charset="0"/>
              <a:ea typeface="宋体" panose="02010600030101010101" pitchFamily="2" charset="-122"/>
            </a:endParaRPr>
          </a:p>
        </p:txBody>
      </p:sp>
      <p:sp>
        <p:nvSpPr>
          <p:cNvPr id="69655" name="Text Box 23">
            <a:extLst>
              <a:ext uri="{FF2B5EF4-FFF2-40B4-BE49-F238E27FC236}">
                <a16:creationId xmlns:a16="http://schemas.microsoft.com/office/drawing/2014/main" id="{7DA13951-0424-2563-2892-50632BB170AC}"/>
              </a:ext>
            </a:extLst>
          </p:cNvPr>
          <p:cNvSpPr txBox="1">
            <a:spLocks noChangeArrowheads="1"/>
          </p:cNvSpPr>
          <p:nvPr/>
        </p:nvSpPr>
        <p:spPr bwMode="auto">
          <a:xfrm>
            <a:off x="6873875" y="1372783"/>
            <a:ext cx="1385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hlink"/>
                </a:solidFill>
                <a:latin typeface="Times New Roman" panose="02020603050405020304" pitchFamily="18" charset="0"/>
                <a:ea typeface="宋体" panose="02010600030101010101" pitchFamily="2" charset="-122"/>
              </a:rPr>
              <a:t>p3=0.05</a:t>
            </a:r>
            <a:endParaRPr kumimoji="1" lang="en-US" altLang="zh-CN" sz="2400">
              <a:latin typeface="Times New Roman" panose="02020603050405020304" pitchFamily="18" charset="0"/>
              <a:ea typeface="宋体" panose="02010600030101010101" pitchFamily="2" charset="-122"/>
            </a:endParaRPr>
          </a:p>
        </p:txBody>
      </p:sp>
      <p:sp>
        <p:nvSpPr>
          <p:cNvPr id="69656" name="Text Box 24">
            <a:extLst>
              <a:ext uri="{FF2B5EF4-FFF2-40B4-BE49-F238E27FC236}">
                <a16:creationId xmlns:a16="http://schemas.microsoft.com/office/drawing/2014/main" id="{2048BE99-424A-4139-EDE7-73CB0A0B21DD}"/>
              </a:ext>
            </a:extLst>
          </p:cNvPr>
          <p:cNvSpPr txBox="1">
            <a:spLocks noChangeArrowheads="1"/>
          </p:cNvSpPr>
          <p:nvPr/>
        </p:nvSpPr>
        <p:spPr bwMode="auto">
          <a:xfrm>
            <a:off x="6416675" y="3201583"/>
            <a:ext cx="635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latin typeface="Times New Roman" panose="02020603050405020304" pitchFamily="18"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3" name="内容占位符 2">
            <a:extLst>
              <a:ext uri="{FF2B5EF4-FFF2-40B4-BE49-F238E27FC236}">
                <a16:creationId xmlns:a16="http://schemas.microsoft.com/office/drawing/2014/main" id="{49764A2E-8492-4765-B03E-31414D934D54}"/>
              </a:ext>
            </a:extLst>
          </p:cNvPr>
          <p:cNvSpPr>
            <a:spLocks noGrp="1"/>
          </p:cNvSpPr>
          <p:nvPr>
            <p:ph idx="1"/>
          </p:nvPr>
        </p:nvSpPr>
        <p:spPr>
          <a:xfrm>
            <a:off x="364332" y="715528"/>
            <a:ext cx="3690144" cy="3361543"/>
          </a:xfrm>
        </p:spPr>
        <p:txBody>
          <a:bodyPr>
            <a:normAutofit fontScale="92500" lnSpcReduction="10000"/>
          </a:bodyPr>
          <a:lstStyle/>
          <a:p>
            <a:r>
              <a:rPr lang="zh-CN" altLang="en-US" dirty="0"/>
              <a:t> 图</a:t>
            </a:r>
            <a:r>
              <a:rPr lang="en-US" altLang="zh-CN" dirty="0"/>
              <a:t>(e) : </a:t>
            </a:r>
          </a:p>
          <a:p>
            <a:pPr marL="0" indent="0">
              <a:buNone/>
            </a:pPr>
            <a:r>
              <a:rPr lang="en-US" altLang="zh-CN" dirty="0" err="1"/>
              <a:t>ASL</a:t>
            </a:r>
            <a:r>
              <a:rPr lang="en-US" altLang="zh-CN" baseline="-25000" dirty="0" err="1"/>
              <a:t>succ</a:t>
            </a:r>
            <a:r>
              <a:rPr lang="en-US" altLang="zh-CN" dirty="0"/>
              <a:t> = 0.5*1+</a:t>
            </a:r>
          </a:p>
          <a:p>
            <a:pPr marL="0" indent="0">
              <a:buNone/>
            </a:pPr>
            <a:r>
              <a:rPr lang="en-US" altLang="zh-CN" dirty="0"/>
              <a:t>0.1*3+0.05*2 = 0.9;</a:t>
            </a:r>
          </a:p>
          <a:p>
            <a:pPr marL="0" indent="0">
              <a:buNone/>
            </a:pPr>
            <a:r>
              <a:rPr lang="en-US" altLang="zh-CN" dirty="0" err="1"/>
              <a:t>ASL</a:t>
            </a:r>
            <a:r>
              <a:rPr lang="en-US" altLang="zh-CN" baseline="-25000" dirty="0" err="1"/>
              <a:t>unsucc</a:t>
            </a:r>
            <a:r>
              <a:rPr lang="en-US" altLang="zh-CN" dirty="0"/>
              <a:t> = 0.15*1+</a:t>
            </a:r>
          </a:p>
          <a:p>
            <a:pPr marL="0" indent="0">
              <a:buNone/>
            </a:pPr>
            <a:r>
              <a:rPr lang="en-US" altLang="zh-CN" dirty="0"/>
              <a:t>0.1*3+0.05*3+0.05*2 = 0.7;</a:t>
            </a:r>
            <a:endParaRPr lang="zh-CN" altLang="en-US" dirty="0"/>
          </a:p>
        </p:txBody>
      </p:sp>
      <p:sp>
        <p:nvSpPr>
          <p:cNvPr id="30" name="内容占位符 2">
            <a:extLst>
              <a:ext uri="{FF2B5EF4-FFF2-40B4-BE49-F238E27FC236}">
                <a16:creationId xmlns:a16="http://schemas.microsoft.com/office/drawing/2014/main" id="{11446554-8002-4A36-836E-84DB31184CC1}"/>
              </a:ext>
            </a:extLst>
          </p:cNvPr>
          <p:cNvSpPr txBox="1">
            <a:spLocks/>
          </p:cNvSpPr>
          <p:nvPr/>
        </p:nvSpPr>
        <p:spPr bwMode="auto">
          <a:xfrm>
            <a:off x="568325" y="4499811"/>
            <a:ext cx="7886700" cy="1809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36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32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dirty="0"/>
              <a:t>计算可知，图</a:t>
            </a:r>
            <a:r>
              <a:rPr lang="en-US" altLang="zh-CN" dirty="0"/>
              <a:t>(c)</a:t>
            </a:r>
            <a:r>
              <a:rPr lang="zh-CN" altLang="en-US" dirty="0"/>
              <a:t>和图</a:t>
            </a:r>
            <a:r>
              <a:rPr lang="en-US" altLang="zh-CN" dirty="0"/>
              <a:t>(e)</a:t>
            </a:r>
            <a:r>
              <a:rPr lang="zh-CN" altLang="en-US" dirty="0"/>
              <a:t>的情形下树的平均搜索长度达到最小，因此，图</a:t>
            </a:r>
            <a:r>
              <a:rPr lang="en-US" altLang="zh-CN" dirty="0"/>
              <a:t>(c)</a:t>
            </a:r>
            <a:r>
              <a:rPr lang="zh-CN" altLang="en-US" dirty="0"/>
              <a:t>和图</a:t>
            </a:r>
            <a:r>
              <a:rPr lang="en-US" altLang="zh-CN" dirty="0"/>
              <a:t>(e)</a:t>
            </a:r>
            <a:r>
              <a:rPr lang="zh-CN" altLang="en-US" dirty="0"/>
              <a:t>的情形是最优二叉搜索树。</a:t>
            </a:r>
          </a:p>
        </p:txBody>
      </p:sp>
      <p:sp>
        <p:nvSpPr>
          <p:cNvPr id="2" name="灯片编号占位符 1">
            <a:extLst>
              <a:ext uri="{FF2B5EF4-FFF2-40B4-BE49-F238E27FC236}">
                <a16:creationId xmlns:a16="http://schemas.microsoft.com/office/drawing/2014/main" id="{D556061F-EB0F-B7A0-FF45-278B60F98BEF}"/>
              </a:ext>
            </a:extLst>
          </p:cNvPr>
          <p:cNvSpPr>
            <a:spLocks noGrp="1"/>
          </p:cNvSpPr>
          <p:nvPr>
            <p:ph type="sldNum" sz="quarter" idx="12"/>
          </p:nvPr>
        </p:nvSpPr>
        <p:spPr/>
        <p:txBody>
          <a:bodyPr/>
          <a:lstStyle/>
          <a:p>
            <a:pPr>
              <a:defRPr/>
            </a:pPr>
            <a:fld id="{82BC8E53-3928-4033-8D0B-01554133DC73}" type="slidenum">
              <a:rPr lang="en-US" altLang="zh-CN" smtClean="0"/>
              <a:pPr>
                <a:defRPr/>
              </a:pPr>
              <a:t>54</a:t>
            </a:fld>
            <a:endParaRPr lang="en-US" altLang="zh-CN"/>
          </a:p>
        </p:txBody>
      </p:sp>
    </p:spTree>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82E21B-D12A-40E6-A28B-C71642C1B109}"/>
              </a:ext>
            </a:extLst>
          </p:cNvPr>
          <p:cNvSpPr>
            <a:spLocks noGrp="1"/>
          </p:cNvSpPr>
          <p:nvPr>
            <p:ph type="title"/>
          </p:nvPr>
        </p:nvSpPr>
        <p:spPr/>
        <p:txBody>
          <a:bodyPr/>
          <a:lstStyle/>
          <a:p>
            <a:r>
              <a:rPr lang="en-US" altLang="zh-CN" dirty="0"/>
              <a:t>7.2.6</a:t>
            </a:r>
            <a:r>
              <a:rPr lang="zh-CN" altLang="en-US" dirty="0"/>
              <a:t> 最优二叉搜索树（自学）</a:t>
            </a:r>
          </a:p>
        </p:txBody>
      </p:sp>
      <p:sp>
        <p:nvSpPr>
          <p:cNvPr id="3" name="内容占位符 2">
            <a:extLst>
              <a:ext uri="{FF2B5EF4-FFF2-40B4-BE49-F238E27FC236}">
                <a16:creationId xmlns:a16="http://schemas.microsoft.com/office/drawing/2014/main" id="{182E4584-1E97-4AFA-8416-E8856956268D}"/>
              </a:ext>
            </a:extLst>
          </p:cNvPr>
          <p:cNvSpPr>
            <a:spLocks noGrp="1"/>
          </p:cNvSpPr>
          <p:nvPr>
            <p:ph idx="1"/>
          </p:nvPr>
        </p:nvSpPr>
        <p:spPr/>
        <p:txBody>
          <a:bodyPr>
            <a:normAutofit/>
          </a:bodyPr>
          <a:lstStyle/>
          <a:p>
            <a:r>
              <a:rPr lang="zh-CN" altLang="en-US" dirty="0"/>
              <a:t>不相等搜索概率情形下的最优二叉搜索树可能不同于完全二叉树的形态。</a:t>
            </a:r>
          </a:p>
          <a:p>
            <a:r>
              <a:rPr lang="zh-CN" altLang="en-US" dirty="0"/>
              <a:t>假设关键码集合放在一个有序的顺序表中</a:t>
            </a:r>
          </a:p>
          <a:p>
            <a:pPr lvl="1"/>
            <a:r>
              <a:rPr lang="en-US" altLang="zh-CN" dirty="0"/>
              <a:t>{ key[1], key[2], key[3],…key[n] }</a:t>
            </a:r>
          </a:p>
        </p:txBody>
      </p:sp>
      <p:sp>
        <p:nvSpPr>
          <p:cNvPr id="4" name="灯片编号占位符 3">
            <a:extLst>
              <a:ext uri="{FF2B5EF4-FFF2-40B4-BE49-F238E27FC236}">
                <a16:creationId xmlns:a16="http://schemas.microsoft.com/office/drawing/2014/main" id="{7F382EA2-3C1E-3F96-3ADD-2DD348A5334B}"/>
              </a:ext>
            </a:extLst>
          </p:cNvPr>
          <p:cNvSpPr>
            <a:spLocks noGrp="1"/>
          </p:cNvSpPr>
          <p:nvPr>
            <p:ph type="sldNum" sz="quarter" idx="12"/>
          </p:nvPr>
        </p:nvSpPr>
        <p:spPr/>
        <p:txBody>
          <a:bodyPr/>
          <a:lstStyle/>
          <a:p>
            <a:pPr>
              <a:defRPr/>
            </a:pPr>
            <a:fld id="{82BC8E53-3928-4033-8D0B-01554133DC73}" type="slidenum">
              <a:rPr lang="en-US" altLang="zh-CN" smtClean="0"/>
              <a:pPr>
                <a:defRPr/>
              </a:pPr>
              <a:t>55</a:t>
            </a:fld>
            <a:endParaRPr lang="en-US" altLang="zh-CN"/>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a:extLst>
                  <a:ext uri="{FF2B5EF4-FFF2-40B4-BE49-F238E27FC236}">
                    <a16:creationId xmlns:a16="http://schemas.microsoft.com/office/drawing/2014/main" id="{06A8FF45-66AA-4ACA-976C-A595EC1DBA65}"/>
                  </a:ext>
                </a:extLst>
              </p:cNvPr>
              <p:cNvSpPr>
                <a:spLocks noGrp="1"/>
              </p:cNvSpPr>
              <p:nvPr>
                <p:ph idx="1"/>
              </p:nvPr>
            </p:nvSpPr>
            <p:spPr>
              <a:xfrm>
                <a:off x="628650" y="476672"/>
                <a:ext cx="8191822" cy="5700291"/>
              </a:xfrm>
            </p:spPr>
            <p:txBody>
              <a:bodyPr>
                <a:normAutofit fontScale="92500" lnSpcReduction="20000"/>
              </a:bodyPr>
              <a:lstStyle/>
              <a:p>
                <a:r>
                  <a:rPr lang="zh-CN" altLang="en-US" dirty="0"/>
                  <a:t>设最优二叉搜索树为</a:t>
                </a:r>
                <a:r>
                  <a:rPr lang="en-US" altLang="zh-CN" dirty="0"/>
                  <a:t>T[0][n]</a:t>
                </a:r>
                <a:r>
                  <a:rPr lang="zh-CN" altLang="en-US" dirty="0"/>
                  <a:t>，其平均搜索长度为：</a:t>
                </a:r>
              </a:p>
              <a:p>
                <a:pPr marL="0" indent="0">
                  <a:buNone/>
                </a:pPr>
                <a:r>
                  <a:rPr lang="en-US" altLang="zh-CN" i="1" dirty="0"/>
                  <a:t>  ASL </a:t>
                </a:r>
                <a:r>
                  <a:rPr lang="en-US" altLang="zh-CN" dirty="0"/>
                  <a:t>=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𝑝</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e>
                    </m:nary>
                  </m:oMath>
                </a14:m>
                <a:r>
                  <a:rPr lang="en-US" altLang="zh-CN" dirty="0"/>
                  <a:t> + </a:t>
                </a:r>
                <a14:m>
                  <m:oMath xmlns:m="http://schemas.openxmlformats.org/officeDocument/2006/math">
                    <m:nary>
                      <m:naryPr>
                        <m:chr m:val="∑"/>
                        <m:ctrlPr>
                          <a:rPr lang="en-US" altLang="zh-CN" i="1">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i="1">
                            <a:latin typeface="Cambria Math" panose="02040503050406030204" pitchFamily="18" charset="0"/>
                          </a:rPr>
                          <m:t>=</m:t>
                        </m:r>
                        <m:r>
                          <a:rPr lang="en-US" altLang="zh-CN" b="0" i="1" smtClean="0">
                            <a:latin typeface="Cambria Math" panose="02040503050406030204" pitchFamily="18" charset="0"/>
                          </a:rPr>
                          <m:t>0</m:t>
                        </m:r>
                      </m:sub>
                      <m:sup>
                        <m:r>
                          <a:rPr lang="en-US" altLang="zh-CN" i="1">
                            <a:latin typeface="Cambria Math" panose="02040503050406030204" pitchFamily="18" charset="0"/>
                          </a:rPr>
                          <m:t>𝑛</m:t>
                        </m:r>
                      </m:sup>
                      <m:e>
                        <m:r>
                          <a:rPr lang="en-US" altLang="zh-CN" b="0" i="1" smtClean="0">
                            <a:latin typeface="Cambria Math" panose="02040503050406030204" pitchFamily="18" charset="0"/>
                          </a:rPr>
                          <m:t>𝑞</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e>
                        </m:d>
                        <m:r>
                          <a:rPr lang="en-US" altLang="zh-CN" i="1">
                            <a:latin typeface="Cambria Math" panose="02040503050406030204" pitchFamily="18" charset="0"/>
                          </a:rPr>
                          <m:t>∗</m:t>
                        </m:r>
                        <m:r>
                          <a:rPr lang="en-US" altLang="zh-CN" b="0" i="1" smtClean="0">
                            <a:latin typeface="Cambria Math" panose="02040503050406030204" pitchFamily="18" charset="0"/>
                          </a:rPr>
                          <m:t>(</m:t>
                        </m:r>
                        <m:r>
                          <a:rPr lang="en-US" altLang="zh-CN" i="1">
                            <a:latin typeface="Cambria Math" panose="02040503050406030204" pitchFamily="18" charset="0"/>
                          </a:rPr>
                          <m:t>𝑙</m:t>
                        </m:r>
                        <m:r>
                          <a:rPr lang="en-US" altLang="zh-CN" b="0" i="1" smtClean="0">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𝑗</m:t>
                            </m:r>
                          </m:e>
                        </m:d>
                        <m:r>
                          <a:rPr lang="en-US" altLang="zh-CN" b="0" i="1" smtClean="0">
                            <a:latin typeface="Cambria Math" panose="02040503050406030204" pitchFamily="18" charset="0"/>
                          </a:rPr>
                          <m:t> −1)</m:t>
                        </m:r>
                      </m:e>
                    </m:nary>
                  </m:oMath>
                </a14:m>
                <a:endParaRPr lang="en-US" altLang="zh-CN" dirty="0"/>
              </a:p>
              <a:p>
                <a:pPr marL="0" indent="0">
                  <a:buNone/>
                </a:pPr>
                <a:r>
                  <a:rPr lang="en-US" altLang="zh-CN" dirty="0"/>
                  <a:t>         = </a:t>
                </a:r>
                <a:r>
                  <a:rPr lang="en-US" altLang="zh-CN" i="1" dirty="0"/>
                  <a:t>C[0][n]</a:t>
                </a:r>
                <a:endParaRPr lang="en-US" altLang="zh-CN" dirty="0"/>
              </a:p>
              <a:p>
                <a:r>
                  <a:rPr lang="en-US" altLang="zh-CN" i="1" dirty="0">
                    <a:latin typeface="Courier New" panose="02070309020205020404" pitchFamily="49" charset="0"/>
                    <a:cs typeface="Courier New" panose="02070309020205020404" pitchFamily="49" charset="0"/>
                  </a:rPr>
                  <a:t>l</a:t>
                </a:r>
                <a:r>
                  <a:rPr lang="en-US" altLang="zh-CN" i="1" dirty="0"/>
                  <a:t>[</a:t>
                </a:r>
                <a:r>
                  <a:rPr lang="en-US" altLang="zh-CN" i="1" dirty="0" err="1"/>
                  <a:t>i</a:t>
                </a:r>
                <a:r>
                  <a:rPr lang="en-US" altLang="zh-CN" i="1" dirty="0"/>
                  <a:t>]</a:t>
                </a:r>
                <a:r>
                  <a:rPr lang="zh-CN" altLang="en-US" dirty="0"/>
                  <a:t>是内部结点 </a:t>
                </a:r>
                <a:r>
                  <a:rPr lang="en-US" altLang="zh-CN" dirty="0"/>
                  <a:t>a[</a:t>
                </a:r>
                <a:r>
                  <a:rPr lang="en-US" altLang="zh-CN" dirty="0" err="1"/>
                  <a:t>i</a:t>
                </a:r>
                <a:r>
                  <a:rPr lang="en-US" altLang="zh-CN" dirty="0"/>
                  <a:t>] </a:t>
                </a:r>
                <a:r>
                  <a:rPr lang="zh-CN" altLang="en-US" dirty="0"/>
                  <a:t>所在的层次号，</a:t>
                </a:r>
                <a:r>
                  <a:rPr lang="en-US" altLang="zh-CN" i="1" dirty="0">
                    <a:latin typeface="Courier New" panose="02070309020205020404" pitchFamily="49" charset="0"/>
                    <a:cs typeface="Courier New" panose="02070309020205020404" pitchFamily="49" charset="0"/>
                  </a:rPr>
                  <a:t>l</a:t>
                </a:r>
                <a:r>
                  <a:rPr lang="en-US" altLang="zh-CN" i="1" dirty="0"/>
                  <a:t>’[j] </a:t>
                </a:r>
                <a:r>
                  <a:rPr lang="zh-CN" altLang="en-US" dirty="0"/>
                  <a:t>是外部结点 </a:t>
                </a:r>
                <a:r>
                  <a:rPr lang="en-US" altLang="zh-CN" dirty="0"/>
                  <a:t>j </a:t>
                </a:r>
                <a:r>
                  <a:rPr lang="zh-CN" altLang="en-US" dirty="0"/>
                  <a:t>所在的层次号。</a:t>
                </a:r>
                <a:r>
                  <a:rPr lang="en-US" altLang="zh-CN" dirty="0"/>
                  <a:t>C[0][n] </a:t>
                </a:r>
                <a:r>
                  <a:rPr lang="zh-CN" altLang="en-US" dirty="0"/>
                  <a:t>是树的代价。为计算方便，将 </a:t>
                </a:r>
                <a:r>
                  <a:rPr lang="en-US" altLang="zh-CN" dirty="0"/>
                  <a:t>p[</a:t>
                </a:r>
                <a:r>
                  <a:rPr lang="en-US" altLang="zh-CN" dirty="0" err="1"/>
                  <a:t>i</a:t>
                </a:r>
                <a:r>
                  <a:rPr lang="en-US" altLang="zh-CN" dirty="0"/>
                  <a:t>] </a:t>
                </a:r>
                <a:r>
                  <a:rPr lang="zh-CN" altLang="en-US" dirty="0"/>
                  <a:t>与 </a:t>
                </a:r>
                <a:r>
                  <a:rPr lang="en-US" altLang="zh-CN" dirty="0"/>
                  <a:t>q[j] </a:t>
                </a:r>
                <a:r>
                  <a:rPr lang="zh-CN" altLang="en-US" dirty="0"/>
                  <a:t>化为整数。</a:t>
                </a:r>
              </a:p>
              <a:p>
                <a:r>
                  <a:rPr lang="zh-CN" altLang="en-US" dirty="0"/>
                  <a:t>基本逻辑：一棵最优二叉搜索树的左、右子树也是最优二叉搜索树。</a:t>
                </a:r>
              </a:p>
              <a:p>
                <a:pPr lvl="1"/>
                <a:r>
                  <a:rPr lang="zh-CN" altLang="en-US" dirty="0"/>
                  <a:t>从只有一个结点的二叉搜索树开始构造。</a:t>
                </a:r>
                <a:endParaRPr lang="en-US" altLang="zh-CN" dirty="0"/>
              </a:p>
              <a:p>
                <a:endParaRPr lang="zh-CN" altLang="en-US" dirty="0"/>
              </a:p>
            </p:txBody>
          </p:sp>
        </mc:Choice>
        <mc:Fallback>
          <p:sp>
            <p:nvSpPr>
              <p:cNvPr id="4" name="内容占位符 3">
                <a:extLst>
                  <a:ext uri="{FF2B5EF4-FFF2-40B4-BE49-F238E27FC236}">
                    <a16:creationId xmlns:a16="http://schemas.microsoft.com/office/drawing/2014/main" id="{06A8FF45-66AA-4ACA-976C-A595EC1DBA65}"/>
                  </a:ext>
                </a:extLst>
              </p:cNvPr>
              <p:cNvSpPr>
                <a:spLocks noGrp="1" noRot="1" noChangeAspect="1" noMove="1" noResize="1" noEditPoints="1" noAdjustHandles="1" noChangeArrowheads="1" noChangeShapeType="1" noTextEdit="1"/>
              </p:cNvSpPr>
              <p:nvPr>
                <p:ph idx="1"/>
              </p:nvPr>
            </p:nvSpPr>
            <p:spPr>
              <a:xfrm>
                <a:off x="628650" y="476672"/>
                <a:ext cx="8191822" cy="5700291"/>
              </a:xfrm>
              <a:blipFill>
                <a:blip r:embed="rId2"/>
                <a:stretch>
                  <a:fillRect l="-1786" t="-3102"/>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6429822C-564C-0843-3AB4-C2E61B2CDC3B}"/>
              </a:ext>
            </a:extLst>
          </p:cNvPr>
          <p:cNvSpPr>
            <a:spLocks noGrp="1"/>
          </p:cNvSpPr>
          <p:nvPr>
            <p:ph type="sldNum" sz="quarter" idx="12"/>
          </p:nvPr>
        </p:nvSpPr>
        <p:spPr/>
        <p:txBody>
          <a:bodyPr/>
          <a:lstStyle/>
          <a:p>
            <a:pPr>
              <a:defRPr/>
            </a:pPr>
            <a:fld id="{82BC8E53-3928-4033-8D0B-01554133DC73}" type="slidenum">
              <a:rPr lang="en-US" altLang="zh-CN" smtClean="0"/>
              <a:pPr>
                <a:defRPr/>
              </a:pPr>
              <a:t>56</a:t>
            </a:fld>
            <a:endParaRPr lang="en-US" altLang="zh-CN"/>
          </a:p>
        </p:txBody>
      </p:sp>
    </p:spTree>
  </p:cSld>
  <p:clrMapOvr>
    <a:masterClrMapping/>
  </p:clrMapOvr>
  <p:transition>
    <p:strips dir="l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 3">
            <a:extLst>
              <a:ext uri="{FF2B5EF4-FFF2-40B4-BE49-F238E27FC236}">
                <a16:creationId xmlns:a16="http://schemas.microsoft.com/office/drawing/2014/main" id="{DEC2D9E4-7B78-A406-D478-727BCB921488}"/>
              </a:ext>
            </a:extLst>
          </p:cNvPr>
          <p:cNvSpPr>
            <a:spLocks noGrp="1" noChangeArrowheads="1"/>
          </p:cNvSpPr>
          <p:nvPr>
            <p:ph type="body" idx="1"/>
          </p:nvPr>
        </p:nvSpPr>
        <p:spPr>
          <a:xfrm>
            <a:off x="628650" y="404664"/>
            <a:ext cx="7903790" cy="5772299"/>
          </a:xfrm>
        </p:spPr>
        <p:txBody>
          <a:bodyPr>
            <a:normAutofit/>
          </a:bodyPr>
          <a:lstStyle/>
          <a:p>
            <a:r>
              <a:rPr lang="zh-CN" altLang="en-US" dirty="0"/>
              <a:t>任一棵子树 </a:t>
            </a:r>
            <a:r>
              <a:rPr lang="en-US" altLang="zh-CN" dirty="0"/>
              <a:t>T[</a:t>
            </a:r>
            <a:r>
              <a:rPr lang="en-US" altLang="zh-CN" dirty="0" err="1"/>
              <a:t>i</a:t>
            </a:r>
            <a:r>
              <a:rPr lang="en-US" altLang="zh-CN" dirty="0"/>
              <a:t>][j]</a:t>
            </a:r>
            <a:r>
              <a:rPr lang="zh-CN" altLang="en-US" dirty="0"/>
              <a:t>，由 </a:t>
            </a:r>
            <a:r>
              <a:rPr lang="en-US" altLang="zh-CN" dirty="0"/>
              <a:t>{ key[i+1], key[i+2],…, key[j] }</a:t>
            </a:r>
            <a:r>
              <a:rPr lang="zh-CN" altLang="en-US" dirty="0"/>
              <a:t>组成</a:t>
            </a:r>
            <a:endParaRPr lang="en-US" altLang="zh-CN" dirty="0"/>
          </a:p>
          <a:p>
            <a:pPr lvl="1"/>
            <a:r>
              <a:rPr lang="zh-CN" altLang="en-US" dirty="0"/>
              <a:t>其内部结点的权值为 </a:t>
            </a:r>
            <a:r>
              <a:rPr lang="en-US" altLang="zh-CN" dirty="0"/>
              <a:t>{ p[i+1], p[i+2],…, p[j] }</a:t>
            </a:r>
          </a:p>
          <a:p>
            <a:pPr lvl="1"/>
            <a:r>
              <a:rPr lang="zh-CN" altLang="en-US" dirty="0"/>
              <a:t>外部结点的权值为 </a:t>
            </a:r>
            <a:r>
              <a:rPr lang="en-US" altLang="zh-CN" dirty="0"/>
              <a:t>{ q[</a:t>
            </a:r>
            <a:r>
              <a:rPr lang="en-US" altLang="zh-CN" dirty="0" err="1"/>
              <a:t>i</a:t>
            </a:r>
            <a:r>
              <a:rPr lang="en-US" altLang="zh-CN" dirty="0"/>
              <a:t>], q[i+1], q[i+2],…, q[j] }</a:t>
            </a:r>
          </a:p>
          <a:p>
            <a:r>
              <a:rPr lang="zh-CN" altLang="en-US" dirty="0"/>
              <a:t>使用数组</a:t>
            </a:r>
            <a:r>
              <a:rPr lang="en-US" altLang="zh-CN" dirty="0"/>
              <a:t>W[</a:t>
            </a:r>
            <a:r>
              <a:rPr lang="en-US" altLang="zh-CN" dirty="0" err="1"/>
              <a:t>i</a:t>
            </a:r>
            <a:r>
              <a:rPr lang="en-US" altLang="zh-CN" dirty="0"/>
              <a:t>][j]</a:t>
            </a:r>
            <a:r>
              <a:rPr lang="zh-CN" altLang="en-US" dirty="0"/>
              <a:t>来存放它的内、外结点权值总和：</a:t>
            </a:r>
          </a:p>
          <a:p>
            <a:pPr lvl="1"/>
            <a:r>
              <a:rPr lang="en-US" altLang="zh-CN" dirty="0"/>
              <a:t>W[</a:t>
            </a:r>
            <a:r>
              <a:rPr lang="en-US" altLang="zh-CN" dirty="0" err="1"/>
              <a:t>i</a:t>
            </a:r>
            <a:r>
              <a:rPr lang="en-US" altLang="zh-CN" dirty="0"/>
              <a:t>][j] = q[</a:t>
            </a:r>
            <a:r>
              <a:rPr lang="en-US" altLang="zh-CN" dirty="0" err="1"/>
              <a:t>i</a:t>
            </a:r>
            <a:r>
              <a:rPr lang="en-US" altLang="zh-CN" dirty="0"/>
              <a:t>] + p[i+1] + q[i+1] + p[i+2] +…+ q[i+2]+…+ p[j] + q[j].     0 </a:t>
            </a:r>
            <a:r>
              <a:rPr lang="en-US" altLang="zh-CN" dirty="0">
                <a:sym typeface="Symbol" pitchFamily="18" charset="2"/>
              </a:rPr>
              <a:t></a:t>
            </a:r>
            <a:r>
              <a:rPr lang="en-US" altLang="zh-CN" dirty="0"/>
              <a:t> </a:t>
            </a:r>
            <a:r>
              <a:rPr lang="en-US" altLang="zh-CN" dirty="0" err="1"/>
              <a:t>i</a:t>
            </a:r>
            <a:r>
              <a:rPr lang="en-US" altLang="zh-CN" dirty="0"/>
              <a:t> </a:t>
            </a:r>
            <a:r>
              <a:rPr lang="en-US" altLang="zh-CN" dirty="0">
                <a:sym typeface="Symbol" pitchFamily="18" charset="2"/>
              </a:rPr>
              <a:t></a:t>
            </a:r>
            <a:r>
              <a:rPr lang="en-US" altLang="zh-CN" dirty="0"/>
              <a:t> j </a:t>
            </a:r>
            <a:r>
              <a:rPr lang="en-US" altLang="zh-CN" dirty="0">
                <a:sym typeface="Symbol" pitchFamily="18" charset="2"/>
              </a:rPr>
              <a:t></a:t>
            </a:r>
            <a:r>
              <a:rPr lang="en-US" altLang="zh-CN" dirty="0"/>
              <a:t> n</a:t>
            </a:r>
          </a:p>
        </p:txBody>
      </p:sp>
      <p:sp>
        <p:nvSpPr>
          <p:cNvPr id="2" name="灯片编号占位符 1">
            <a:extLst>
              <a:ext uri="{FF2B5EF4-FFF2-40B4-BE49-F238E27FC236}">
                <a16:creationId xmlns:a16="http://schemas.microsoft.com/office/drawing/2014/main" id="{258386C2-83BD-D865-C4A1-DD211DF14003}"/>
              </a:ext>
            </a:extLst>
          </p:cNvPr>
          <p:cNvSpPr>
            <a:spLocks noGrp="1"/>
          </p:cNvSpPr>
          <p:nvPr>
            <p:ph type="sldNum" sz="quarter" idx="12"/>
          </p:nvPr>
        </p:nvSpPr>
        <p:spPr/>
        <p:txBody>
          <a:bodyPr/>
          <a:lstStyle/>
          <a:p>
            <a:pPr>
              <a:defRPr/>
            </a:pPr>
            <a:fld id="{82BC8E53-3928-4033-8D0B-01554133DC73}" type="slidenum">
              <a:rPr lang="en-US" altLang="zh-CN" smtClean="0"/>
              <a:pPr>
                <a:defRPr/>
              </a:pPr>
              <a:t>57</a:t>
            </a:fld>
            <a:endParaRPr lang="en-US" altLang="zh-CN"/>
          </a:p>
        </p:txBody>
      </p:sp>
    </p:spTree>
    <p:extLst>
      <p:ext uri="{BB962C8B-B14F-4D97-AF65-F5344CB8AC3E}">
        <p14:creationId xmlns:p14="http://schemas.microsoft.com/office/powerpoint/2010/main" val="4036213862"/>
      </p:ext>
    </p:extLst>
  </p:cSld>
  <p:clrMapOvr>
    <a:masterClrMapping/>
  </p:clrMapOvr>
  <p:transition>
    <p:strip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 3">
            <a:extLst>
              <a:ext uri="{FF2B5EF4-FFF2-40B4-BE49-F238E27FC236}">
                <a16:creationId xmlns:a16="http://schemas.microsoft.com/office/drawing/2014/main" id="{DEC2D9E4-7B78-A406-D478-727BCB921488}"/>
              </a:ext>
            </a:extLst>
          </p:cNvPr>
          <p:cNvSpPr>
            <a:spLocks noGrp="1" noChangeArrowheads="1"/>
          </p:cNvSpPr>
          <p:nvPr>
            <p:ph type="body" idx="1"/>
          </p:nvPr>
        </p:nvSpPr>
        <p:spPr>
          <a:xfrm>
            <a:off x="179512" y="404664"/>
            <a:ext cx="8784976" cy="5772299"/>
          </a:xfrm>
        </p:spPr>
        <p:txBody>
          <a:bodyPr>
            <a:normAutofit/>
          </a:bodyPr>
          <a:lstStyle/>
          <a:p>
            <a:r>
              <a:rPr lang="zh-CN" altLang="en-US" dirty="0"/>
              <a:t>计算</a:t>
            </a:r>
            <a:r>
              <a:rPr lang="en-US" altLang="zh-CN" dirty="0"/>
              <a:t>W[</a:t>
            </a:r>
            <a:r>
              <a:rPr lang="en-US" altLang="zh-CN" dirty="0" err="1"/>
              <a:t>i</a:t>
            </a:r>
            <a:r>
              <a:rPr lang="en-US" altLang="zh-CN" dirty="0"/>
              <a:t>][j]</a:t>
            </a:r>
            <a:r>
              <a:rPr lang="zh-CN" altLang="en-US" dirty="0"/>
              <a:t>可以用递推公式</a:t>
            </a:r>
            <a:r>
              <a:rPr lang="en-US" altLang="zh-CN" dirty="0"/>
              <a:t>:</a:t>
            </a:r>
          </a:p>
          <a:p>
            <a:pPr lvl="1"/>
            <a:r>
              <a:rPr lang="en-US" altLang="zh-CN" dirty="0"/>
              <a:t>W[</a:t>
            </a:r>
            <a:r>
              <a:rPr lang="en-US" altLang="zh-CN" dirty="0" err="1"/>
              <a:t>i</a:t>
            </a:r>
            <a:r>
              <a:rPr lang="en-US" altLang="zh-CN" dirty="0"/>
              <a:t>][</a:t>
            </a:r>
            <a:r>
              <a:rPr lang="en-US" altLang="zh-CN" dirty="0" err="1"/>
              <a:t>i</a:t>
            </a:r>
            <a:r>
              <a:rPr lang="en-US" altLang="zh-CN" dirty="0"/>
              <a:t>] = q[</a:t>
            </a:r>
            <a:r>
              <a:rPr lang="en-US" altLang="zh-CN" dirty="0" err="1"/>
              <a:t>i</a:t>
            </a:r>
            <a:r>
              <a:rPr lang="en-US" altLang="zh-CN" dirty="0"/>
              <a:t>] </a:t>
            </a:r>
          </a:p>
          <a:p>
            <a:pPr lvl="2"/>
            <a:r>
              <a:rPr lang="zh-CN" altLang="en-US" dirty="0"/>
              <a:t>不是二叉树，只有一个外部结点</a:t>
            </a:r>
            <a:endParaRPr lang="en-US" altLang="zh-CN" dirty="0"/>
          </a:p>
          <a:p>
            <a:pPr lvl="1"/>
            <a:r>
              <a:rPr lang="en-US" altLang="zh-CN" dirty="0"/>
              <a:t>W[</a:t>
            </a:r>
            <a:r>
              <a:rPr lang="en-US" altLang="zh-CN" dirty="0" err="1"/>
              <a:t>i</a:t>
            </a:r>
            <a:r>
              <a:rPr lang="en-US" altLang="zh-CN" dirty="0"/>
              <a:t>][i+1] = q[</a:t>
            </a:r>
            <a:r>
              <a:rPr lang="en-US" altLang="zh-CN" dirty="0" err="1"/>
              <a:t>i</a:t>
            </a:r>
            <a:r>
              <a:rPr lang="en-US" altLang="zh-CN" dirty="0"/>
              <a:t>] + p[i+1] + q[i+1] = W[</a:t>
            </a:r>
            <a:r>
              <a:rPr lang="en-US" altLang="zh-CN" dirty="0" err="1"/>
              <a:t>i</a:t>
            </a:r>
            <a:r>
              <a:rPr lang="en-US" altLang="zh-CN" dirty="0"/>
              <a:t>][</a:t>
            </a:r>
            <a:r>
              <a:rPr lang="en-US" altLang="zh-CN" dirty="0" err="1"/>
              <a:t>i</a:t>
            </a:r>
            <a:r>
              <a:rPr lang="en-US" altLang="zh-CN" dirty="0"/>
              <a:t>] + p[i+1] + q[i+1]</a:t>
            </a:r>
          </a:p>
          <a:p>
            <a:pPr lvl="2"/>
            <a:r>
              <a:rPr lang="zh-CN" altLang="en-US" dirty="0"/>
              <a:t>有一个内部结点及两个外部结点的二叉树</a:t>
            </a:r>
          </a:p>
          <a:p>
            <a:pPr lvl="1"/>
            <a:r>
              <a:rPr lang="en-US" altLang="zh-CN" dirty="0"/>
              <a:t>W[</a:t>
            </a:r>
            <a:r>
              <a:rPr lang="en-US" altLang="zh-CN" dirty="0" err="1"/>
              <a:t>i</a:t>
            </a:r>
            <a:r>
              <a:rPr lang="en-US" altLang="zh-CN" dirty="0"/>
              <a:t>][i+2] = W[</a:t>
            </a:r>
            <a:r>
              <a:rPr lang="en-US" altLang="zh-CN" dirty="0" err="1"/>
              <a:t>i</a:t>
            </a:r>
            <a:r>
              <a:rPr lang="en-US" altLang="zh-CN" dirty="0"/>
              <a:t>][i+1] + p[i+2] + q[i+2]</a:t>
            </a:r>
          </a:p>
          <a:p>
            <a:pPr lvl="2"/>
            <a:r>
              <a:rPr lang="zh-CN" altLang="en-US" dirty="0"/>
              <a:t>加一个内部结点和一个外部结点的二叉树 </a:t>
            </a:r>
            <a:endParaRPr lang="en-US" altLang="zh-CN" dirty="0"/>
          </a:p>
          <a:p>
            <a:pPr lvl="1"/>
            <a:r>
              <a:rPr lang="zh-CN" altLang="en-US" dirty="0"/>
              <a:t>推广得到以下公式：</a:t>
            </a:r>
            <a:endParaRPr lang="en-US" altLang="zh-CN" dirty="0"/>
          </a:p>
          <a:p>
            <a:pPr lvl="2"/>
            <a:r>
              <a:rPr lang="en-US" altLang="zh-CN" dirty="0"/>
              <a:t>W[</a:t>
            </a:r>
            <a:r>
              <a:rPr lang="en-US" altLang="zh-CN" dirty="0" err="1"/>
              <a:t>i</a:t>
            </a:r>
            <a:r>
              <a:rPr lang="en-US" altLang="zh-CN" dirty="0"/>
              <a:t>][j] = W[</a:t>
            </a:r>
            <a:r>
              <a:rPr lang="en-US" altLang="zh-CN" dirty="0" err="1"/>
              <a:t>i</a:t>
            </a:r>
            <a:r>
              <a:rPr lang="en-US" altLang="zh-CN" dirty="0"/>
              <a:t>][j-1] + p[j] + q[j]</a:t>
            </a:r>
          </a:p>
          <a:p>
            <a:pPr lvl="1"/>
            <a:endParaRPr lang="zh-CN" altLang="en-US" dirty="0"/>
          </a:p>
        </p:txBody>
      </p:sp>
      <p:sp>
        <p:nvSpPr>
          <p:cNvPr id="2" name="灯片编号占位符 1">
            <a:extLst>
              <a:ext uri="{FF2B5EF4-FFF2-40B4-BE49-F238E27FC236}">
                <a16:creationId xmlns:a16="http://schemas.microsoft.com/office/drawing/2014/main" id="{8D331669-989E-CAAD-3E43-7160FCBF15D7}"/>
              </a:ext>
            </a:extLst>
          </p:cNvPr>
          <p:cNvSpPr>
            <a:spLocks noGrp="1"/>
          </p:cNvSpPr>
          <p:nvPr>
            <p:ph type="sldNum" sz="quarter" idx="12"/>
          </p:nvPr>
        </p:nvSpPr>
        <p:spPr/>
        <p:txBody>
          <a:bodyPr/>
          <a:lstStyle/>
          <a:p>
            <a:pPr>
              <a:defRPr/>
            </a:pPr>
            <a:fld id="{82BC8E53-3928-4033-8D0B-01554133DC73}" type="slidenum">
              <a:rPr lang="en-US" altLang="zh-CN" smtClean="0"/>
              <a:pPr>
                <a:defRPr/>
              </a:pPr>
              <a:t>58</a:t>
            </a:fld>
            <a:endParaRPr lang="en-US" altLang="zh-CN"/>
          </a:p>
        </p:txBody>
      </p:sp>
    </p:spTree>
  </p:cSld>
  <p:clrMapOvr>
    <a:masterClrMapping/>
  </p:clrMapOvr>
  <p:transition>
    <p:strips/>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904728F5-9382-316B-9EE9-7FAFD03A34DC}"/>
              </a:ext>
            </a:extLst>
          </p:cNvPr>
          <p:cNvSpPr>
            <a:spLocks noGrp="1" noChangeArrowheads="1"/>
          </p:cNvSpPr>
          <p:nvPr>
            <p:ph type="body" idx="1"/>
          </p:nvPr>
        </p:nvSpPr>
        <p:spPr>
          <a:xfrm>
            <a:off x="107504" y="404664"/>
            <a:ext cx="8928992" cy="6120680"/>
          </a:xfrm>
        </p:spPr>
        <p:txBody>
          <a:bodyPr>
            <a:normAutofit fontScale="92500" lnSpcReduction="20000"/>
          </a:bodyPr>
          <a:lstStyle/>
          <a:p>
            <a:pPr>
              <a:lnSpc>
                <a:spcPct val="110000"/>
              </a:lnSpc>
            </a:pPr>
            <a:r>
              <a:rPr lang="zh-CN" altLang="en-US" dirty="0"/>
              <a:t>对于一棵包括关键码 </a:t>
            </a:r>
            <a:r>
              <a:rPr lang="en-US" altLang="zh-CN" dirty="0"/>
              <a:t>{ key[i+1], …, key[k-1], key[k], key[k+1], …, key[j] } </a:t>
            </a:r>
            <a:r>
              <a:rPr lang="zh-CN" altLang="en-US" dirty="0"/>
              <a:t>的子树</a:t>
            </a:r>
            <a:r>
              <a:rPr lang="en-US" altLang="zh-CN" dirty="0"/>
              <a:t>T[</a:t>
            </a:r>
            <a:r>
              <a:rPr lang="en-US" altLang="zh-CN" dirty="0" err="1"/>
              <a:t>i</a:t>
            </a:r>
            <a:r>
              <a:rPr lang="en-US" altLang="zh-CN" dirty="0"/>
              <a:t>][j]</a:t>
            </a:r>
            <a:r>
              <a:rPr lang="zh-CN" altLang="en-US" dirty="0"/>
              <a:t>，若设它的根结点为</a:t>
            </a:r>
            <a:r>
              <a:rPr lang="en-US" altLang="zh-CN" dirty="0"/>
              <a:t>k</a:t>
            </a:r>
            <a:r>
              <a:rPr lang="zh-CN" altLang="en-US" dirty="0"/>
              <a:t>，</a:t>
            </a:r>
            <a:r>
              <a:rPr lang="en-US" altLang="zh-CN" dirty="0" err="1"/>
              <a:t>i</a:t>
            </a:r>
            <a:r>
              <a:rPr lang="en-US" altLang="zh-CN" dirty="0"/>
              <a:t> &lt; k </a:t>
            </a:r>
            <a:r>
              <a:rPr lang="en-US" altLang="zh-CN" dirty="0">
                <a:sym typeface="Symbol" pitchFamily="18" charset="2"/>
              </a:rPr>
              <a:t></a:t>
            </a:r>
            <a:r>
              <a:rPr lang="en-US" altLang="zh-CN" dirty="0"/>
              <a:t> j</a:t>
            </a:r>
            <a:r>
              <a:rPr lang="zh-CN" altLang="en-US" dirty="0"/>
              <a:t>，它的代价为：</a:t>
            </a:r>
          </a:p>
          <a:p>
            <a:pPr marL="0" indent="0">
              <a:lnSpc>
                <a:spcPct val="110000"/>
              </a:lnSpc>
              <a:buNone/>
            </a:pPr>
            <a:r>
              <a:rPr lang="en-US" altLang="zh-CN" dirty="0"/>
              <a:t>      C[</a:t>
            </a:r>
            <a:r>
              <a:rPr lang="en-US" altLang="zh-CN" dirty="0" err="1"/>
              <a:t>i</a:t>
            </a:r>
            <a:r>
              <a:rPr lang="en-US" altLang="zh-CN" dirty="0"/>
              <a:t>][j] = p[k]+C[</a:t>
            </a:r>
            <a:r>
              <a:rPr lang="en-US" altLang="zh-CN" dirty="0" err="1"/>
              <a:t>i</a:t>
            </a:r>
            <a:r>
              <a:rPr lang="en-US" altLang="zh-CN" dirty="0"/>
              <a:t>][k-1]+</a:t>
            </a:r>
          </a:p>
          <a:p>
            <a:pPr marL="0" indent="0">
              <a:lnSpc>
                <a:spcPct val="110000"/>
              </a:lnSpc>
              <a:buNone/>
            </a:pPr>
            <a:r>
              <a:rPr lang="en-US" altLang="zh-CN" dirty="0"/>
              <a:t>                   W[</a:t>
            </a:r>
            <a:r>
              <a:rPr lang="en-US" altLang="zh-CN" dirty="0" err="1"/>
              <a:t>i</a:t>
            </a:r>
            <a:r>
              <a:rPr lang="en-US" altLang="zh-CN" dirty="0"/>
              <a:t>][k-1]+C[k][j]+W[k][j]</a:t>
            </a:r>
          </a:p>
          <a:p>
            <a:pPr lvl="1">
              <a:lnSpc>
                <a:spcPct val="110000"/>
              </a:lnSpc>
            </a:pPr>
            <a:r>
              <a:rPr lang="en-US" altLang="zh-CN" dirty="0"/>
              <a:t>C[</a:t>
            </a:r>
            <a:r>
              <a:rPr lang="en-US" altLang="zh-CN" dirty="0" err="1"/>
              <a:t>i</a:t>
            </a:r>
            <a:r>
              <a:rPr lang="en-US" altLang="zh-CN" dirty="0"/>
              <a:t>][k-1]</a:t>
            </a:r>
            <a:r>
              <a:rPr lang="zh-CN" altLang="en-US" dirty="0"/>
              <a:t>是其包含关键码</a:t>
            </a:r>
            <a:r>
              <a:rPr lang="en-US" altLang="zh-CN" dirty="0"/>
              <a:t>{ key[i+1], key[i+2],…, key[k-1] }</a:t>
            </a:r>
            <a:r>
              <a:rPr lang="zh-CN" altLang="en-US" dirty="0"/>
              <a:t>的左子树</a:t>
            </a:r>
            <a:r>
              <a:rPr lang="en-US" altLang="zh-CN" dirty="0"/>
              <a:t>T[</a:t>
            </a:r>
            <a:r>
              <a:rPr lang="en-US" altLang="zh-CN" dirty="0" err="1"/>
              <a:t>i</a:t>
            </a:r>
            <a:r>
              <a:rPr lang="en-US" altLang="zh-CN" dirty="0"/>
              <a:t>][k-1]</a:t>
            </a:r>
            <a:r>
              <a:rPr lang="zh-CN" altLang="en-US" dirty="0"/>
              <a:t>的代价</a:t>
            </a:r>
          </a:p>
          <a:p>
            <a:pPr lvl="1">
              <a:lnSpc>
                <a:spcPct val="110000"/>
              </a:lnSpc>
            </a:pPr>
            <a:r>
              <a:rPr lang="en-US" altLang="zh-CN" dirty="0"/>
              <a:t>C[</a:t>
            </a:r>
            <a:r>
              <a:rPr lang="en-US" altLang="zh-CN" dirty="0" err="1"/>
              <a:t>i</a:t>
            </a:r>
            <a:r>
              <a:rPr lang="en-US" altLang="zh-CN" dirty="0"/>
              <a:t>][k-1]+W[</a:t>
            </a:r>
            <a:r>
              <a:rPr lang="en-US" altLang="zh-CN" dirty="0" err="1"/>
              <a:t>i</a:t>
            </a:r>
            <a:r>
              <a:rPr lang="en-US" altLang="zh-CN" dirty="0"/>
              <a:t>][k-1]</a:t>
            </a:r>
            <a:r>
              <a:rPr lang="zh-CN" altLang="en-US" dirty="0"/>
              <a:t>是把左子树每个结点的路径长度加 </a:t>
            </a:r>
            <a:r>
              <a:rPr lang="en-US" altLang="zh-CN" dirty="0"/>
              <a:t>1 </a:t>
            </a:r>
            <a:r>
              <a:rPr lang="zh-CN" altLang="en-US" dirty="0"/>
              <a:t>而计算出的代价。</a:t>
            </a:r>
          </a:p>
          <a:p>
            <a:pPr lvl="1">
              <a:lnSpc>
                <a:spcPct val="110000"/>
              </a:lnSpc>
            </a:pPr>
            <a:r>
              <a:rPr lang="en-US" altLang="zh-CN" dirty="0"/>
              <a:t>C[k][j]</a:t>
            </a:r>
            <a:r>
              <a:rPr lang="zh-CN" altLang="en-US" dirty="0"/>
              <a:t>是包含关键码 </a:t>
            </a:r>
            <a:r>
              <a:rPr lang="en-US" altLang="zh-CN" dirty="0"/>
              <a:t>{ key[k+1], key[k+2],…, key[j] } </a:t>
            </a:r>
            <a:r>
              <a:rPr lang="zh-CN" altLang="en-US" dirty="0"/>
              <a:t>的右子树</a:t>
            </a:r>
            <a:r>
              <a:rPr lang="en-US" altLang="zh-CN" dirty="0"/>
              <a:t>T[k][j]</a:t>
            </a:r>
            <a:r>
              <a:rPr lang="zh-CN" altLang="en-US" dirty="0"/>
              <a:t>的代价。</a:t>
            </a:r>
          </a:p>
          <a:p>
            <a:pPr lvl="1">
              <a:lnSpc>
                <a:spcPct val="110000"/>
              </a:lnSpc>
            </a:pPr>
            <a:r>
              <a:rPr lang="en-US" altLang="zh-CN" dirty="0"/>
              <a:t>C[k][j] + W[k][j]</a:t>
            </a:r>
            <a:r>
              <a:rPr lang="zh-CN" altLang="en-US" dirty="0"/>
              <a:t>是把右子树每个结点的路径长度加 </a:t>
            </a:r>
            <a:r>
              <a:rPr lang="en-US" altLang="zh-CN" dirty="0"/>
              <a:t>1</a:t>
            </a:r>
            <a:r>
              <a:rPr lang="zh-CN" altLang="en-US" dirty="0"/>
              <a:t>之后计算出的代价。</a:t>
            </a:r>
          </a:p>
        </p:txBody>
      </p:sp>
      <p:sp>
        <p:nvSpPr>
          <p:cNvPr id="2" name="灯片编号占位符 1">
            <a:extLst>
              <a:ext uri="{FF2B5EF4-FFF2-40B4-BE49-F238E27FC236}">
                <a16:creationId xmlns:a16="http://schemas.microsoft.com/office/drawing/2014/main" id="{49D497AC-45DE-5598-0EAA-4ED7377912D2}"/>
              </a:ext>
            </a:extLst>
          </p:cNvPr>
          <p:cNvSpPr>
            <a:spLocks noGrp="1"/>
          </p:cNvSpPr>
          <p:nvPr>
            <p:ph type="sldNum" sz="quarter" idx="12"/>
          </p:nvPr>
        </p:nvSpPr>
        <p:spPr/>
        <p:txBody>
          <a:bodyPr/>
          <a:lstStyle/>
          <a:p>
            <a:pPr>
              <a:defRPr/>
            </a:pPr>
            <a:fld id="{82BC8E53-3928-4033-8D0B-01554133DC73}" type="slidenum">
              <a:rPr lang="en-US" altLang="zh-CN" smtClean="0"/>
              <a:pPr>
                <a:defRPr/>
              </a:pPr>
              <a:t>59</a:t>
            </a:fld>
            <a:endParaRPr lang="en-US" altLang="zh-C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C04B8D-36DF-41FA-AC9A-AACD17F05775}"/>
              </a:ext>
            </a:extLst>
          </p:cNvPr>
          <p:cNvSpPr>
            <a:spLocks noGrp="1"/>
          </p:cNvSpPr>
          <p:nvPr>
            <p:ph idx="1"/>
          </p:nvPr>
        </p:nvSpPr>
        <p:spPr>
          <a:xfrm>
            <a:off x="628650" y="548680"/>
            <a:ext cx="8119814" cy="5628283"/>
          </a:xfrm>
        </p:spPr>
        <p:txBody>
          <a:bodyPr>
            <a:normAutofit fontScale="77500" lnSpcReduction="20000"/>
          </a:bodyPr>
          <a:lstStyle/>
          <a:p>
            <a:pPr>
              <a:lnSpc>
                <a:spcPct val="120000"/>
              </a:lnSpc>
            </a:pPr>
            <a:r>
              <a:rPr lang="zh-CN" altLang="en-US" dirty="0"/>
              <a:t>因此，以下公式表明整个树的代价等于其左子树的代价加上其右子树的代价，再加上根的权值：  </a:t>
            </a:r>
            <a:endParaRPr lang="en-US" altLang="zh-CN" dirty="0"/>
          </a:p>
          <a:p>
            <a:pPr marL="0" indent="0">
              <a:lnSpc>
                <a:spcPct val="120000"/>
              </a:lnSpc>
              <a:buNone/>
            </a:pPr>
            <a:r>
              <a:rPr lang="en-US" altLang="zh-CN" dirty="0"/>
              <a:t>        C[</a:t>
            </a:r>
            <a:r>
              <a:rPr lang="en-US" altLang="zh-CN" dirty="0" err="1"/>
              <a:t>i</a:t>
            </a:r>
            <a:r>
              <a:rPr lang="en-US" altLang="zh-CN" dirty="0"/>
              <a:t>][j] = p[k]+C[</a:t>
            </a:r>
            <a:r>
              <a:rPr lang="en-US" altLang="zh-CN" dirty="0" err="1"/>
              <a:t>i</a:t>
            </a:r>
            <a:r>
              <a:rPr lang="en-US" altLang="zh-CN" dirty="0"/>
              <a:t>][k-1]+</a:t>
            </a:r>
          </a:p>
          <a:p>
            <a:pPr marL="0" indent="0">
              <a:lnSpc>
                <a:spcPct val="120000"/>
              </a:lnSpc>
              <a:buNone/>
            </a:pPr>
            <a:r>
              <a:rPr lang="en-US" altLang="zh-CN" dirty="0"/>
              <a:t>                     W[</a:t>
            </a:r>
            <a:r>
              <a:rPr lang="en-US" altLang="zh-CN" dirty="0" err="1"/>
              <a:t>i</a:t>
            </a:r>
            <a:r>
              <a:rPr lang="en-US" altLang="zh-CN" dirty="0"/>
              <a:t>][k-1]+C[k][j]+W[k][j]    </a:t>
            </a:r>
          </a:p>
          <a:p>
            <a:pPr>
              <a:lnSpc>
                <a:spcPct val="120000"/>
              </a:lnSpc>
            </a:pPr>
            <a:r>
              <a:rPr lang="zh-CN" altLang="en-US" dirty="0"/>
              <a:t>因为 </a:t>
            </a:r>
            <a:r>
              <a:rPr lang="en-US" altLang="zh-CN" dirty="0"/>
              <a:t>W[</a:t>
            </a:r>
            <a:r>
              <a:rPr lang="en-US" altLang="zh-CN" dirty="0" err="1"/>
              <a:t>i</a:t>
            </a:r>
            <a:r>
              <a:rPr lang="en-US" altLang="zh-CN" dirty="0"/>
              <a:t>][j] = p[k] + W[</a:t>
            </a:r>
            <a:r>
              <a:rPr lang="en-US" altLang="zh-CN" dirty="0" err="1"/>
              <a:t>i</a:t>
            </a:r>
            <a:r>
              <a:rPr lang="en-US" altLang="zh-CN" dirty="0"/>
              <a:t>][k-1] + W[k][j]</a:t>
            </a:r>
            <a:r>
              <a:rPr lang="zh-CN" altLang="en-US" dirty="0"/>
              <a:t>，</a:t>
            </a:r>
          </a:p>
          <a:p>
            <a:pPr>
              <a:lnSpc>
                <a:spcPct val="120000"/>
              </a:lnSpc>
            </a:pPr>
            <a:r>
              <a:rPr lang="zh-CN" altLang="en-US" dirty="0"/>
              <a:t>故有 </a:t>
            </a:r>
            <a:r>
              <a:rPr lang="en-US" altLang="zh-CN" dirty="0"/>
              <a:t>C[</a:t>
            </a:r>
            <a:r>
              <a:rPr lang="en-US" altLang="zh-CN" dirty="0" err="1"/>
              <a:t>i</a:t>
            </a:r>
            <a:r>
              <a:rPr lang="en-US" altLang="zh-CN" dirty="0"/>
              <a:t>][j] = W[</a:t>
            </a:r>
            <a:r>
              <a:rPr lang="en-US" altLang="zh-CN" dirty="0" err="1"/>
              <a:t>i</a:t>
            </a:r>
            <a:r>
              <a:rPr lang="en-US" altLang="zh-CN" dirty="0"/>
              <a:t>][j] + C[</a:t>
            </a:r>
            <a:r>
              <a:rPr lang="en-US" altLang="zh-CN" dirty="0" err="1"/>
              <a:t>i</a:t>
            </a:r>
            <a:r>
              <a:rPr lang="en-US" altLang="zh-CN" dirty="0"/>
              <a:t>][k-1] + C[k][j] </a:t>
            </a:r>
          </a:p>
          <a:p>
            <a:pPr>
              <a:lnSpc>
                <a:spcPct val="120000"/>
              </a:lnSpc>
            </a:pPr>
            <a:r>
              <a:rPr lang="zh-CN" altLang="en-US" dirty="0"/>
              <a:t>可用 </a:t>
            </a:r>
            <a:r>
              <a:rPr lang="en-US" altLang="zh-CN" dirty="0"/>
              <a:t>k = i+1, i+2, …, j </a:t>
            </a:r>
            <a:r>
              <a:rPr lang="zh-CN" altLang="en-US" dirty="0"/>
              <a:t>分别计算上式，选取使得</a:t>
            </a:r>
            <a:r>
              <a:rPr lang="en-US" altLang="zh-CN" dirty="0"/>
              <a:t>C[</a:t>
            </a:r>
            <a:r>
              <a:rPr lang="en-US" altLang="zh-CN" dirty="0" err="1"/>
              <a:t>i</a:t>
            </a:r>
            <a:r>
              <a:rPr lang="en-US" altLang="zh-CN" dirty="0"/>
              <a:t>][j]</a:t>
            </a:r>
            <a:r>
              <a:rPr lang="zh-CN" altLang="en-US" dirty="0"/>
              <a:t>达到最小的 </a:t>
            </a:r>
            <a:r>
              <a:rPr lang="en-US" altLang="zh-CN" dirty="0"/>
              <a:t>k</a:t>
            </a:r>
            <a:r>
              <a:rPr lang="zh-CN" altLang="en-US" dirty="0"/>
              <a:t>。这样可将最优二叉搜索树</a:t>
            </a:r>
            <a:r>
              <a:rPr lang="en-US" altLang="zh-CN" dirty="0"/>
              <a:t>T[</a:t>
            </a:r>
            <a:r>
              <a:rPr lang="en-US" altLang="zh-CN" dirty="0" err="1"/>
              <a:t>i</a:t>
            </a:r>
            <a:r>
              <a:rPr lang="en-US" altLang="zh-CN" dirty="0"/>
              <a:t>][j]</a:t>
            </a:r>
            <a:r>
              <a:rPr lang="zh-CN" altLang="en-US" dirty="0"/>
              <a:t>构造出来。</a:t>
            </a:r>
          </a:p>
          <a:p>
            <a:pPr>
              <a:lnSpc>
                <a:spcPct val="120000"/>
              </a:lnSpc>
            </a:pPr>
            <a:r>
              <a:rPr lang="zh-CN" altLang="en-US" dirty="0"/>
              <a:t>构造最优二叉搜索树就是采用这种自底向上逐步构造的方法。</a:t>
            </a:r>
          </a:p>
        </p:txBody>
      </p:sp>
      <p:sp>
        <p:nvSpPr>
          <p:cNvPr id="4" name="灯片编号占位符 3">
            <a:extLst>
              <a:ext uri="{FF2B5EF4-FFF2-40B4-BE49-F238E27FC236}">
                <a16:creationId xmlns:a16="http://schemas.microsoft.com/office/drawing/2014/main" id="{46C9C404-2488-495C-90F4-1F96766E570D}"/>
              </a:ext>
            </a:extLst>
          </p:cNvPr>
          <p:cNvSpPr>
            <a:spLocks noGrp="1"/>
          </p:cNvSpPr>
          <p:nvPr>
            <p:ph type="sldNum" sz="quarter" idx="12"/>
          </p:nvPr>
        </p:nvSpPr>
        <p:spPr/>
        <p:txBody>
          <a:bodyPr/>
          <a:lstStyle/>
          <a:p>
            <a:pPr>
              <a:defRPr/>
            </a:pPr>
            <a:fld id="{82BC8E53-3928-4033-8D0B-01554133DC73}" type="slidenum">
              <a:rPr lang="en-US" altLang="zh-CN" smtClean="0"/>
              <a:pPr>
                <a:defRPr/>
              </a:pPr>
              <a:t>60</a:t>
            </a:fld>
            <a:endParaRPr lang="en-US" altLang="zh-CN"/>
          </a:p>
        </p:txBody>
      </p:sp>
    </p:spTree>
    <p:extLst>
      <p:ext uri="{BB962C8B-B14F-4D97-AF65-F5344CB8AC3E}">
        <p14:creationId xmlns:p14="http://schemas.microsoft.com/office/powerpoint/2010/main" val="3868024763"/>
      </p:ext>
    </p:extLst>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1026">
            <a:extLst>
              <a:ext uri="{FF2B5EF4-FFF2-40B4-BE49-F238E27FC236}">
                <a16:creationId xmlns:a16="http://schemas.microsoft.com/office/drawing/2014/main" id="{CC9BF9C8-A283-FDC4-3C51-099386277D6A}"/>
              </a:ext>
            </a:extLst>
          </p:cNvPr>
          <p:cNvSpPr>
            <a:spLocks noGrp="1" noChangeArrowheads="1"/>
          </p:cNvSpPr>
          <p:nvPr>
            <p:ph type="title"/>
          </p:nvPr>
        </p:nvSpPr>
        <p:spPr/>
        <p:txBody>
          <a:bodyPr/>
          <a:lstStyle/>
          <a:p>
            <a:r>
              <a:rPr lang="zh-CN" altLang="en-US" dirty="0"/>
              <a:t>构造的步骤（</a:t>
            </a:r>
            <a:r>
              <a:rPr lang="en-US" altLang="zh-CN" dirty="0"/>
              <a:t>1</a:t>
            </a:r>
            <a:r>
              <a:rPr lang="zh-CN" altLang="en-US" dirty="0"/>
              <a:t>）</a:t>
            </a:r>
          </a:p>
        </p:txBody>
      </p:sp>
      <p:sp>
        <p:nvSpPr>
          <p:cNvPr id="342019" name="Rectangle 1027">
            <a:extLst>
              <a:ext uri="{FF2B5EF4-FFF2-40B4-BE49-F238E27FC236}">
                <a16:creationId xmlns:a16="http://schemas.microsoft.com/office/drawing/2014/main" id="{FEB74144-AEB9-FB0F-43CC-2DEF4E20A49C}"/>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第一步，构造只有一个内部结点的最优二叉搜索树：</a:t>
            </a:r>
            <a:r>
              <a:rPr lang="en-US" altLang="zh-CN" dirty="0"/>
              <a:t>T[0][1]</a:t>
            </a:r>
            <a:r>
              <a:rPr lang="zh-CN" altLang="en-US" dirty="0"/>
              <a:t>，</a:t>
            </a:r>
            <a:r>
              <a:rPr lang="en-US" altLang="zh-CN" dirty="0"/>
              <a:t>T[1][2]</a:t>
            </a:r>
            <a:r>
              <a:rPr lang="zh-CN" altLang="en-US" dirty="0"/>
              <a:t>，</a:t>
            </a:r>
            <a:r>
              <a:rPr lang="en-US" altLang="zh-CN" dirty="0"/>
              <a:t>…</a:t>
            </a:r>
            <a:r>
              <a:rPr lang="zh-CN" altLang="en-US" dirty="0"/>
              <a:t>，</a:t>
            </a:r>
            <a:r>
              <a:rPr lang="en-US" altLang="zh-CN" dirty="0"/>
              <a:t>T[n-1][n]</a:t>
            </a:r>
            <a:r>
              <a:rPr lang="zh-CN" altLang="en-US" dirty="0"/>
              <a:t>。</a:t>
            </a:r>
          </a:p>
          <a:p>
            <a:pPr lvl="1">
              <a:lnSpc>
                <a:spcPct val="120000"/>
              </a:lnSpc>
            </a:pPr>
            <a:r>
              <a:rPr lang="zh-CN" altLang="en-US" dirty="0"/>
              <a:t>在</a:t>
            </a:r>
            <a:r>
              <a:rPr lang="en-US" altLang="zh-CN" dirty="0"/>
              <a:t>T[i-1][</a:t>
            </a:r>
            <a:r>
              <a:rPr lang="en-US" altLang="zh-CN" dirty="0" err="1"/>
              <a:t>i</a:t>
            </a:r>
            <a:r>
              <a:rPr lang="en-US" altLang="zh-CN" dirty="0"/>
              <a:t>] (1 </a:t>
            </a:r>
            <a:r>
              <a:rPr lang="en-US" altLang="zh-CN" dirty="0">
                <a:sym typeface="Symbol" pitchFamily="18" charset="2"/>
              </a:rPr>
              <a:t></a:t>
            </a:r>
            <a:r>
              <a:rPr lang="en-US" altLang="zh-CN" dirty="0"/>
              <a:t> </a:t>
            </a:r>
            <a:r>
              <a:rPr lang="en-US" altLang="zh-CN" dirty="0" err="1"/>
              <a:t>i</a:t>
            </a:r>
            <a:r>
              <a:rPr lang="en-US" altLang="zh-CN" dirty="0"/>
              <a:t> </a:t>
            </a:r>
            <a:r>
              <a:rPr lang="en-US" altLang="zh-CN" dirty="0">
                <a:sym typeface="Symbol" pitchFamily="18" charset="2"/>
              </a:rPr>
              <a:t></a:t>
            </a:r>
            <a:r>
              <a:rPr lang="en-US" altLang="zh-CN" dirty="0"/>
              <a:t> n) </a:t>
            </a:r>
            <a:r>
              <a:rPr lang="zh-CN" altLang="en-US" dirty="0"/>
              <a:t>中只包含关键码 </a:t>
            </a:r>
            <a:r>
              <a:rPr lang="en-US" altLang="zh-CN" dirty="0"/>
              <a:t>key[</a:t>
            </a:r>
            <a:r>
              <a:rPr lang="en-US" altLang="zh-CN" dirty="0" err="1"/>
              <a:t>i</a:t>
            </a:r>
            <a:r>
              <a:rPr lang="en-US" altLang="zh-CN" dirty="0"/>
              <a:t>]</a:t>
            </a:r>
            <a:r>
              <a:rPr lang="zh-CN" altLang="en-US" dirty="0"/>
              <a:t>。其代价分别是 </a:t>
            </a:r>
            <a:r>
              <a:rPr lang="en-US" altLang="zh-CN" dirty="0"/>
              <a:t>C[i-1][</a:t>
            </a:r>
            <a:r>
              <a:rPr lang="en-US" altLang="zh-CN" dirty="0" err="1"/>
              <a:t>i</a:t>
            </a:r>
            <a:r>
              <a:rPr lang="en-US" altLang="zh-CN" dirty="0"/>
              <a:t>] = W[i-1][</a:t>
            </a:r>
            <a:r>
              <a:rPr lang="en-US" altLang="zh-CN" dirty="0" err="1"/>
              <a:t>i</a:t>
            </a:r>
            <a:r>
              <a:rPr lang="en-US" altLang="zh-CN" dirty="0"/>
              <a:t>]</a:t>
            </a:r>
            <a:r>
              <a:rPr lang="zh-CN" altLang="en-US" dirty="0"/>
              <a:t>。</a:t>
            </a:r>
            <a:endParaRPr lang="en-US" altLang="zh-CN" dirty="0"/>
          </a:p>
          <a:p>
            <a:pPr lvl="1">
              <a:lnSpc>
                <a:spcPct val="120000"/>
              </a:lnSpc>
            </a:pPr>
            <a:r>
              <a:rPr lang="zh-CN" altLang="en-US" dirty="0"/>
              <a:t>另外设立一 个数组 </a:t>
            </a:r>
            <a:r>
              <a:rPr lang="en-US" altLang="zh-CN" dirty="0"/>
              <a:t>R[0..n][0..n] </a:t>
            </a:r>
            <a:r>
              <a:rPr lang="zh-CN" altLang="en-US" dirty="0"/>
              <a:t>存放各最优二叉搜索树的根。</a:t>
            </a:r>
            <a:r>
              <a:rPr lang="en-US" altLang="zh-CN" dirty="0"/>
              <a:t>R[0][1] = 1, R[1][2] = 2, … , R[n-1][n] = n</a:t>
            </a:r>
          </a:p>
          <a:p>
            <a:pPr>
              <a:lnSpc>
                <a:spcPct val="120000"/>
              </a:lnSpc>
            </a:pPr>
            <a:r>
              <a:rPr lang="zh-CN" altLang="en-US" dirty="0"/>
              <a:t>第二步，构造有两个内部结点的最优二叉搜索树：</a:t>
            </a:r>
            <a:r>
              <a:rPr lang="en-US" altLang="zh-CN" dirty="0"/>
              <a:t>T[0][2], T[1][3], …, T[n-2][n]</a:t>
            </a:r>
            <a:r>
              <a:rPr lang="zh-CN" altLang="en-US" dirty="0"/>
              <a:t>。</a:t>
            </a:r>
          </a:p>
          <a:p>
            <a:pPr lvl="1">
              <a:lnSpc>
                <a:spcPct val="120000"/>
              </a:lnSpc>
            </a:pPr>
            <a:r>
              <a:rPr lang="zh-CN" altLang="en-US" dirty="0"/>
              <a:t>在</a:t>
            </a:r>
            <a:r>
              <a:rPr lang="en-US" altLang="zh-CN" dirty="0"/>
              <a:t>T[i-2][</a:t>
            </a:r>
            <a:r>
              <a:rPr lang="en-US" altLang="zh-CN" dirty="0" err="1"/>
              <a:t>i</a:t>
            </a:r>
            <a:r>
              <a:rPr lang="en-US" altLang="zh-CN" dirty="0"/>
              <a:t>]</a:t>
            </a:r>
            <a:r>
              <a:rPr lang="zh-CN" altLang="en-US" dirty="0"/>
              <a:t>中包含两个关键码 </a:t>
            </a:r>
            <a:r>
              <a:rPr lang="en-US" altLang="zh-CN" dirty="0"/>
              <a:t>key[i-1], key[</a:t>
            </a:r>
            <a:r>
              <a:rPr lang="en-US" altLang="zh-CN" dirty="0" err="1"/>
              <a:t>i</a:t>
            </a:r>
            <a:r>
              <a:rPr lang="en-US" altLang="zh-CN" dirty="0"/>
              <a:t>]</a:t>
            </a:r>
            <a:r>
              <a:rPr lang="zh-CN" altLang="en-US" dirty="0"/>
              <a:t>。其代价取分别以 </a:t>
            </a:r>
            <a:r>
              <a:rPr lang="en-US" altLang="zh-CN" dirty="0"/>
              <a:t>key[i-1], key[</a:t>
            </a:r>
            <a:r>
              <a:rPr lang="en-US" altLang="zh-CN" dirty="0" err="1"/>
              <a:t>i</a:t>
            </a:r>
            <a:r>
              <a:rPr lang="en-US" altLang="zh-CN" dirty="0"/>
              <a:t>] </a:t>
            </a:r>
            <a:r>
              <a:rPr lang="zh-CN" altLang="en-US" dirty="0"/>
              <a:t>做根时计算出的 </a:t>
            </a:r>
            <a:r>
              <a:rPr lang="en-US" altLang="zh-CN" dirty="0"/>
              <a:t>C[i-2][</a:t>
            </a:r>
            <a:r>
              <a:rPr lang="en-US" altLang="zh-CN" dirty="0" err="1"/>
              <a:t>i</a:t>
            </a:r>
            <a:r>
              <a:rPr lang="en-US" altLang="zh-CN" dirty="0"/>
              <a:t>] </a:t>
            </a:r>
            <a:r>
              <a:rPr lang="zh-CN" altLang="en-US" dirty="0"/>
              <a:t>中的小者。</a:t>
            </a:r>
          </a:p>
        </p:txBody>
      </p:sp>
      <p:sp>
        <p:nvSpPr>
          <p:cNvPr id="2" name="灯片编号占位符 1">
            <a:extLst>
              <a:ext uri="{FF2B5EF4-FFF2-40B4-BE49-F238E27FC236}">
                <a16:creationId xmlns:a16="http://schemas.microsoft.com/office/drawing/2014/main" id="{D42F3451-CD5A-A02F-54E1-7F42C804F5CA}"/>
              </a:ext>
            </a:extLst>
          </p:cNvPr>
          <p:cNvSpPr>
            <a:spLocks noGrp="1"/>
          </p:cNvSpPr>
          <p:nvPr>
            <p:ph type="sldNum" sz="quarter" idx="12"/>
          </p:nvPr>
        </p:nvSpPr>
        <p:spPr/>
        <p:txBody>
          <a:bodyPr/>
          <a:lstStyle/>
          <a:p>
            <a:pPr>
              <a:defRPr/>
            </a:pPr>
            <a:fld id="{82BC8E53-3928-4033-8D0B-01554133DC73}" type="slidenum">
              <a:rPr lang="en-US" altLang="zh-CN" smtClean="0"/>
              <a:pPr>
                <a:defRPr/>
              </a:pPr>
              <a:t>61</a:t>
            </a:fld>
            <a:endParaRPr lang="en-US" altLang="zh-CN"/>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292C83A-7066-4A75-8AE9-6A8FCBE84580}"/>
              </a:ext>
            </a:extLst>
          </p:cNvPr>
          <p:cNvSpPr>
            <a:spLocks noGrp="1"/>
          </p:cNvSpPr>
          <p:nvPr>
            <p:ph type="title"/>
          </p:nvPr>
        </p:nvSpPr>
        <p:spPr/>
        <p:txBody>
          <a:bodyPr/>
          <a:lstStyle/>
          <a:p>
            <a:r>
              <a:rPr lang="zh-CN" altLang="en-US" dirty="0"/>
              <a:t>构造的步骤（</a:t>
            </a:r>
            <a:r>
              <a:rPr lang="en-US" altLang="zh-CN" dirty="0"/>
              <a:t>2</a:t>
            </a:r>
            <a:r>
              <a:rPr lang="zh-CN" altLang="en-US" dirty="0"/>
              <a:t>）</a:t>
            </a:r>
          </a:p>
        </p:txBody>
      </p:sp>
      <p:sp>
        <p:nvSpPr>
          <p:cNvPr id="343042" name="Rectangle 1026">
            <a:extLst>
              <a:ext uri="{FF2B5EF4-FFF2-40B4-BE49-F238E27FC236}">
                <a16:creationId xmlns:a16="http://schemas.microsoft.com/office/drawing/2014/main" id="{F71198AA-73E2-1996-0F69-D53230292525}"/>
              </a:ext>
            </a:extLst>
          </p:cNvPr>
          <p:cNvSpPr>
            <a:spLocks noGrp="1" noChangeArrowheads="1"/>
          </p:cNvSpPr>
          <p:nvPr>
            <p:ph type="body" idx="1"/>
          </p:nvPr>
        </p:nvSpPr>
        <p:spPr/>
        <p:txBody>
          <a:bodyPr>
            <a:normAutofit fontScale="92500" lnSpcReduction="20000"/>
          </a:bodyPr>
          <a:lstStyle/>
          <a:p>
            <a:r>
              <a:rPr lang="zh-CN" altLang="en-US" dirty="0"/>
              <a:t>第三步，第四步，</a:t>
            </a:r>
            <a:r>
              <a:rPr lang="en-US" altLang="zh-CN" dirty="0"/>
              <a:t>…</a:t>
            </a:r>
            <a:r>
              <a:rPr lang="zh-CN" altLang="en-US" dirty="0"/>
              <a:t>，构造有 </a:t>
            </a:r>
            <a:r>
              <a:rPr lang="en-US" altLang="zh-CN" dirty="0"/>
              <a:t>3 </a:t>
            </a:r>
            <a:r>
              <a:rPr lang="zh-CN" altLang="en-US" dirty="0"/>
              <a:t>个内部结点，有 </a:t>
            </a:r>
            <a:r>
              <a:rPr lang="en-US" altLang="zh-CN" dirty="0"/>
              <a:t>4 </a:t>
            </a:r>
            <a:r>
              <a:rPr lang="zh-CN" altLang="en-US" dirty="0"/>
              <a:t>个内部结点，</a:t>
            </a:r>
            <a:r>
              <a:rPr lang="en-US" altLang="zh-CN" dirty="0"/>
              <a:t>… </a:t>
            </a:r>
            <a:r>
              <a:rPr lang="zh-CN" altLang="en-US" dirty="0"/>
              <a:t>的最优二叉搜索树。</a:t>
            </a:r>
          </a:p>
          <a:p>
            <a:r>
              <a:rPr lang="zh-CN" altLang="en-US" dirty="0"/>
              <a:t>最后构造出包含有 </a:t>
            </a:r>
            <a:r>
              <a:rPr lang="en-US" altLang="zh-CN" dirty="0"/>
              <a:t>n </a:t>
            </a:r>
            <a:r>
              <a:rPr lang="zh-CN" altLang="en-US" dirty="0"/>
              <a:t>个内部结点的最优二叉搜索树。</a:t>
            </a:r>
            <a:endParaRPr lang="en-US" altLang="zh-CN" dirty="0"/>
          </a:p>
          <a:p>
            <a:pPr lvl="1"/>
            <a:r>
              <a:rPr lang="zh-CN" altLang="en-US" dirty="0"/>
              <a:t>对于这样的最优二叉搜索树，若设根为 </a:t>
            </a:r>
            <a:r>
              <a:rPr lang="en-US" altLang="zh-CN" dirty="0"/>
              <a:t>k</a:t>
            </a:r>
            <a:r>
              <a:rPr lang="zh-CN" altLang="en-US" dirty="0"/>
              <a:t>，则根 </a:t>
            </a:r>
            <a:r>
              <a:rPr lang="en-US" altLang="zh-CN" dirty="0"/>
              <a:t>k </a:t>
            </a:r>
            <a:r>
              <a:rPr lang="zh-CN" altLang="en-US" dirty="0"/>
              <a:t>的值存于 </a:t>
            </a:r>
            <a:r>
              <a:rPr lang="en-US" altLang="zh-CN" dirty="0"/>
              <a:t>R[0][n] </a:t>
            </a:r>
            <a:r>
              <a:rPr lang="zh-CN" altLang="en-US" dirty="0"/>
              <a:t>中，其代价存于 </a:t>
            </a:r>
            <a:r>
              <a:rPr lang="en-US" altLang="zh-CN" dirty="0"/>
              <a:t>C[0][n] </a:t>
            </a:r>
            <a:r>
              <a:rPr lang="zh-CN" altLang="en-US" dirty="0"/>
              <a:t>中</a:t>
            </a:r>
            <a:endParaRPr lang="en-US" altLang="zh-CN" dirty="0"/>
          </a:p>
          <a:p>
            <a:pPr lvl="2"/>
            <a:r>
              <a:rPr lang="zh-CN" altLang="en-US" dirty="0"/>
              <a:t>左子树的根存于 </a:t>
            </a:r>
            <a:r>
              <a:rPr lang="en-US" altLang="zh-CN" dirty="0"/>
              <a:t>R[0][k-1] </a:t>
            </a:r>
            <a:r>
              <a:rPr lang="zh-CN" altLang="en-US" dirty="0"/>
              <a:t>中，右子树的根存于 </a:t>
            </a:r>
            <a:r>
              <a:rPr lang="en-US" altLang="zh-CN" dirty="0"/>
              <a:t>R[k][n] </a:t>
            </a:r>
            <a:r>
              <a:rPr lang="zh-CN" altLang="en-US" dirty="0"/>
              <a:t>中。</a:t>
            </a:r>
          </a:p>
          <a:p>
            <a:endParaRPr lang="en-US" altLang="zh-CN" dirty="0"/>
          </a:p>
        </p:txBody>
      </p:sp>
      <p:sp>
        <p:nvSpPr>
          <p:cNvPr id="2" name="灯片编号占位符 1">
            <a:extLst>
              <a:ext uri="{FF2B5EF4-FFF2-40B4-BE49-F238E27FC236}">
                <a16:creationId xmlns:a16="http://schemas.microsoft.com/office/drawing/2014/main" id="{BBB9208C-42F8-D35F-19A9-8D755FC40514}"/>
              </a:ext>
            </a:extLst>
          </p:cNvPr>
          <p:cNvSpPr>
            <a:spLocks noGrp="1"/>
          </p:cNvSpPr>
          <p:nvPr>
            <p:ph type="sldNum" sz="quarter" idx="12"/>
          </p:nvPr>
        </p:nvSpPr>
        <p:spPr/>
        <p:txBody>
          <a:bodyPr/>
          <a:lstStyle/>
          <a:p>
            <a:pPr>
              <a:defRPr/>
            </a:pPr>
            <a:fld id="{82BC8E53-3928-4033-8D0B-01554133DC73}" type="slidenum">
              <a:rPr lang="en-US" altLang="zh-CN" smtClean="0"/>
              <a:pPr>
                <a:defRPr/>
              </a:pPr>
              <a:t>62</a:t>
            </a:fld>
            <a:endParaRPr lang="en-US" altLang="zh-CN"/>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2BC59A0-CF07-4F72-878D-3D47EC38E6BC}"/>
              </a:ext>
            </a:extLst>
          </p:cNvPr>
          <p:cNvGrpSpPr/>
          <p:nvPr/>
        </p:nvGrpSpPr>
        <p:grpSpPr>
          <a:xfrm>
            <a:off x="467544" y="1484784"/>
            <a:ext cx="8572500" cy="5213350"/>
            <a:chOff x="342900" y="868363"/>
            <a:chExt cx="8572500" cy="5213350"/>
          </a:xfrm>
        </p:grpSpPr>
        <p:sp>
          <p:nvSpPr>
            <p:cNvPr id="344067" name="Text Box 1027">
              <a:extLst>
                <a:ext uri="{FF2B5EF4-FFF2-40B4-BE49-F238E27FC236}">
                  <a16:creationId xmlns:a16="http://schemas.microsoft.com/office/drawing/2014/main" id="{BBCEE620-026B-EE23-9855-EFEF6B29509D}"/>
                </a:ext>
              </a:extLst>
            </p:cNvPr>
            <p:cNvSpPr txBox="1">
              <a:spLocks noChangeArrowheads="1"/>
            </p:cNvSpPr>
            <p:nvPr/>
          </p:nvSpPr>
          <p:spPr bwMode="auto">
            <a:xfrm>
              <a:off x="342900" y="3382963"/>
              <a:ext cx="1714500" cy="579437"/>
            </a:xfrm>
            <a:prstGeom prst="rect">
              <a:avLst/>
            </a:prstGeom>
            <a:noFill/>
            <a:ln w="9525">
              <a:noFill/>
              <a:miter lim="800000"/>
              <a:headEnd/>
              <a:tailEnd/>
            </a:ln>
            <a:effectLst/>
          </p:spPr>
          <p:txBody>
            <a:bodyPr>
              <a:spAutoFit/>
            </a:bodyPr>
            <a:lstStyle/>
            <a:p>
              <a:pPr>
                <a:defRPr/>
              </a:pPr>
              <a:r>
                <a:rPr lang="zh-CN" altLang="en-US" sz="3200" b="1" u="sng">
                  <a:solidFill>
                    <a:srgbClr val="003300"/>
                  </a:solidFill>
                  <a:effectLst>
                    <a:outerShdw blurRad="38100" dist="38100" dir="2700000" algn="tl">
                      <a:srgbClr val="C0C0C0"/>
                    </a:outerShdw>
                  </a:effectLst>
                  <a:latin typeface="Times New Roman" charset="0"/>
                  <a:ea typeface="仿宋_GB2312" pitchFamily="49" charset="-122"/>
                </a:rPr>
                <a:t>第一步</a:t>
              </a:r>
              <a:endParaRPr lang="zh-CN" altLang="en-US" sz="3200" b="1">
                <a:solidFill>
                  <a:schemeClr val="bg2"/>
                </a:solidFill>
                <a:effectLst>
                  <a:outerShdw blurRad="38100" dist="38100" dir="2700000" algn="tl">
                    <a:srgbClr val="C0C0C0"/>
                  </a:outerShdw>
                </a:effectLst>
                <a:latin typeface="Times New Roman" charset="0"/>
                <a:ea typeface="楷体_GB2312" pitchFamily="49" charset="-122"/>
              </a:endParaRPr>
            </a:p>
          </p:txBody>
        </p:sp>
        <p:sp>
          <p:nvSpPr>
            <p:cNvPr id="78852" name="Line 1029">
              <a:extLst>
                <a:ext uri="{FF2B5EF4-FFF2-40B4-BE49-F238E27FC236}">
                  <a16:creationId xmlns:a16="http://schemas.microsoft.com/office/drawing/2014/main" id="{A441EA89-20A3-ABA2-F159-72038AECD152}"/>
                </a:ext>
              </a:extLst>
            </p:cNvPr>
            <p:cNvSpPr>
              <a:spLocks noChangeShapeType="1"/>
            </p:cNvSpPr>
            <p:nvPr/>
          </p:nvSpPr>
          <p:spPr bwMode="auto">
            <a:xfrm flipV="1">
              <a:off x="381000" y="914400"/>
              <a:ext cx="845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3" name="Text Box 1030">
              <a:extLst>
                <a:ext uri="{FF2B5EF4-FFF2-40B4-BE49-F238E27FC236}">
                  <a16:creationId xmlns:a16="http://schemas.microsoft.com/office/drawing/2014/main" id="{87597B1D-B25E-DEEA-53CD-CBB3DCD36415}"/>
                </a:ext>
              </a:extLst>
            </p:cNvPr>
            <p:cNvSpPr txBox="1">
              <a:spLocks noChangeArrowheads="1"/>
            </p:cNvSpPr>
            <p:nvPr/>
          </p:nvSpPr>
          <p:spPr bwMode="auto">
            <a:xfrm>
              <a:off x="517525" y="868363"/>
              <a:ext cx="7718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dirty="0">
                  <a:latin typeface="Times New Roman" panose="02020603050405020304" pitchFamily="18" charset="0"/>
                  <a:ea typeface="楷体_GB2312" pitchFamily="49" charset="-122"/>
                </a:rPr>
                <a:t> </a:t>
              </a:r>
              <a:r>
                <a:rPr lang="zh-CN" altLang="en-US" sz="3200" b="1" dirty="0">
                  <a:solidFill>
                    <a:srgbClr val="000099"/>
                  </a:solidFill>
                  <a:latin typeface="Times New Roman" panose="02020603050405020304" pitchFamily="18" charset="0"/>
                  <a:ea typeface="仿宋_GB2312" pitchFamily="49" charset="-122"/>
                </a:rPr>
                <a:t>关键码集合</a:t>
              </a:r>
              <a:r>
                <a:rPr lang="zh-CN" altLang="en-US" sz="3200" dirty="0">
                  <a:solidFill>
                    <a:schemeClr val="tx2"/>
                  </a:solidFill>
                  <a:latin typeface="Times New Roman" panose="02020603050405020304" pitchFamily="18" charset="0"/>
                  <a:ea typeface="宋体" panose="02010600030101010101" pitchFamily="2" charset="-122"/>
                </a:rPr>
                <a:t>               </a:t>
              </a:r>
              <a:r>
                <a:rPr lang="en-US" altLang="zh-CN" sz="3200" b="1" dirty="0">
                  <a:solidFill>
                    <a:schemeClr val="tx2"/>
                  </a:solidFill>
                  <a:latin typeface="Times New Roman" panose="02020603050405020304" pitchFamily="18" charset="0"/>
                  <a:ea typeface="宋体" panose="02010600030101010101" pitchFamily="2" charset="-122"/>
                </a:rPr>
                <a:t>key1       key2       key3</a:t>
              </a:r>
              <a:endParaRPr lang="en-US" altLang="zh-CN" sz="2400" dirty="0">
                <a:latin typeface="Times New Roman" panose="02020603050405020304" pitchFamily="18" charset="0"/>
                <a:ea typeface="宋体" panose="02010600030101010101" pitchFamily="2" charset="-122"/>
              </a:endParaRPr>
            </a:p>
          </p:txBody>
        </p:sp>
        <p:sp>
          <p:nvSpPr>
            <p:cNvPr id="78854" name="Line 1031">
              <a:extLst>
                <a:ext uri="{FF2B5EF4-FFF2-40B4-BE49-F238E27FC236}">
                  <a16:creationId xmlns:a16="http://schemas.microsoft.com/office/drawing/2014/main" id="{99499945-9D66-184E-D81C-4B7025AFE321}"/>
                </a:ext>
              </a:extLst>
            </p:cNvPr>
            <p:cNvSpPr>
              <a:spLocks noChangeShapeType="1"/>
            </p:cNvSpPr>
            <p:nvPr/>
          </p:nvSpPr>
          <p:spPr bwMode="auto">
            <a:xfrm>
              <a:off x="381000" y="1447800"/>
              <a:ext cx="845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Text Box 1032">
              <a:extLst>
                <a:ext uri="{FF2B5EF4-FFF2-40B4-BE49-F238E27FC236}">
                  <a16:creationId xmlns:a16="http://schemas.microsoft.com/office/drawing/2014/main" id="{8047A1CC-5DCE-69E8-3D61-C1190734CE81}"/>
                </a:ext>
              </a:extLst>
            </p:cNvPr>
            <p:cNvSpPr txBox="1">
              <a:spLocks noChangeArrowheads="1"/>
            </p:cNvSpPr>
            <p:nvPr/>
          </p:nvSpPr>
          <p:spPr bwMode="auto">
            <a:xfrm>
              <a:off x="927100" y="1401763"/>
              <a:ext cx="70977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楷体_GB2312" pitchFamily="49" charset="-122"/>
                </a:rPr>
                <a:t> </a:t>
              </a:r>
              <a:r>
                <a:rPr lang="zh-CN" altLang="en-US" sz="3200" b="1">
                  <a:solidFill>
                    <a:srgbClr val="000099"/>
                  </a:solidFill>
                  <a:latin typeface="Times New Roman" panose="02020603050405020304" pitchFamily="18" charset="0"/>
                  <a:ea typeface="仿宋_GB2312" pitchFamily="49" charset="-122"/>
                </a:rPr>
                <a:t>实    例</a:t>
              </a:r>
              <a:r>
                <a:rPr lang="zh-CN" altLang="en-US" sz="3200" b="1">
                  <a:solidFill>
                    <a:srgbClr val="000099"/>
                  </a:solidFill>
                  <a:latin typeface="Times New Roman" panose="02020603050405020304" pitchFamily="18" charset="0"/>
                  <a:ea typeface="楷体_GB2312" pitchFamily="49" charset="-122"/>
                </a:rPr>
                <a:t>                     </a:t>
              </a:r>
              <a:r>
                <a:rPr lang="en-US" altLang="zh-CN" sz="3200" b="1">
                  <a:solidFill>
                    <a:srgbClr val="000099"/>
                  </a:solidFill>
                  <a:latin typeface="Times New Roman" panose="02020603050405020304" pitchFamily="18" charset="0"/>
                  <a:ea typeface="楷体_GB2312" pitchFamily="49" charset="-122"/>
                </a:rPr>
                <a:t>do            if           to</a:t>
              </a:r>
              <a:r>
                <a:rPr lang="en-US" altLang="zh-CN" sz="3200" b="1">
                  <a:latin typeface="Times New Roman" panose="02020603050405020304" pitchFamily="18" charset="0"/>
                  <a:ea typeface="楷体_GB2312" pitchFamily="49" charset="-122"/>
                </a:rPr>
                <a:t> </a:t>
              </a:r>
              <a:endParaRPr lang="en-US" altLang="zh-CN" sz="2400">
                <a:latin typeface="Times New Roman" panose="02020603050405020304" pitchFamily="18" charset="0"/>
                <a:ea typeface="宋体" panose="02010600030101010101" pitchFamily="2" charset="-122"/>
              </a:endParaRPr>
            </a:p>
          </p:txBody>
        </p:sp>
        <p:sp>
          <p:nvSpPr>
            <p:cNvPr id="78856" name="Line 1033">
              <a:extLst>
                <a:ext uri="{FF2B5EF4-FFF2-40B4-BE49-F238E27FC236}">
                  <a16:creationId xmlns:a16="http://schemas.microsoft.com/office/drawing/2014/main" id="{D84751B3-7AD8-CEED-16A5-9F2CB8C1A39F}"/>
                </a:ext>
              </a:extLst>
            </p:cNvPr>
            <p:cNvSpPr>
              <a:spLocks noChangeShapeType="1"/>
            </p:cNvSpPr>
            <p:nvPr/>
          </p:nvSpPr>
          <p:spPr bwMode="auto">
            <a:xfrm>
              <a:off x="381000" y="1981200"/>
              <a:ext cx="845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7" name="Text Box 1034">
              <a:extLst>
                <a:ext uri="{FF2B5EF4-FFF2-40B4-BE49-F238E27FC236}">
                  <a16:creationId xmlns:a16="http://schemas.microsoft.com/office/drawing/2014/main" id="{977CDD13-B9C7-EEE8-9E7C-4D94C480D344}"/>
                </a:ext>
              </a:extLst>
            </p:cNvPr>
            <p:cNvSpPr txBox="1">
              <a:spLocks noChangeArrowheads="1"/>
            </p:cNvSpPr>
            <p:nvPr/>
          </p:nvSpPr>
          <p:spPr bwMode="auto">
            <a:xfrm>
              <a:off x="365125" y="2009775"/>
              <a:ext cx="787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3200" b="1">
                  <a:solidFill>
                    <a:srgbClr val="000099"/>
                  </a:solidFill>
                  <a:latin typeface="Times New Roman" panose="02020603050405020304" pitchFamily="18" charset="0"/>
                  <a:ea typeface="仿宋_GB2312" pitchFamily="49" charset="-122"/>
                </a:rPr>
                <a:t>对应  </a:t>
              </a:r>
              <a:r>
                <a:rPr lang="zh-CN" altLang="en-US" sz="3200" b="1">
                  <a:solidFill>
                    <a:srgbClr val="003300"/>
                  </a:solidFill>
                  <a:latin typeface="Times New Roman" panose="02020603050405020304" pitchFamily="18" charset="0"/>
                  <a:ea typeface="仿宋_GB2312" pitchFamily="49" charset="-122"/>
                </a:rPr>
                <a:t>内部结点</a:t>
              </a:r>
              <a:r>
                <a:rPr lang="zh-CN" altLang="en-US" sz="3200" b="1">
                  <a:latin typeface="Times New Roman" panose="02020603050405020304" pitchFamily="18" charset="0"/>
                  <a:ea typeface="楷体_GB2312" pitchFamily="49" charset="-122"/>
                </a:rPr>
                <a:t>         </a:t>
              </a:r>
              <a:r>
                <a:rPr lang="en-US" altLang="zh-CN" sz="3200" b="1">
                  <a:solidFill>
                    <a:srgbClr val="FF3300"/>
                  </a:solidFill>
                  <a:latin typeface="Times New Roman" panose="02020603050405020304" pitchFamily="18" charset="0"/>
                  <a:ea typeface="楷体_GB2312" pitchFamily="49" charset="-122"/>
                </a:rPr>
                <a:t>p1=50      p2=10     p3=5</a:t>
              </a:r>
              <a:endParaRPr lang="en-US" altLang="zh-CN" sz="2400">
                <a:latin typeface="Times New Roman" panose="02020603050405020304" pitchFamily="18" charset="0"/>
                <a:ea typeface="宋体" panose="02010600030101010101" pitchFamily="2" charset="-122"/>
              </a:endParaRPr>
            </a:p>
          </p:txBody>
        </p:sp>
        <p:sp>
          <p:nvSpPr>
            <p:cNvPr id="78858" name="Line 1035">
              <a:extLst>
                <a:ext uri="{FF2B5EF4-FFF2-40B4-BE49-F238E27FC236}">
                  <a16:creationId xmlns:a16="http://schemas.microsoft.com/office/drawing/2014/main" id="{E3FEFFA2-8C7C-273A-E130-997D2752509E}"/>
                </a:ext>
              </a:extLst>
            </p:cNvPr>
            <p:cNvSpPr>
              <a:spLocks noChangeShapeType="1"/>
            </p:cNvSpPr>
            <p:nvPr/>
          </p:nvSpPr>
          <p:spPr bwMode="auto">
            <a:xfrm>
              <a:off x="1371600" y="2590800"/>
              <a:ext cx="7467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9" name="Text Box 1036">
              <a:extLst>
                <a:ext uri="{FF2B5EF4-FFF2-40B4-BE49-F238E27FC236}">
                  <a16:creationId xmlns:a16="http://schemas.microsoft.com/office/drawing/2014/main" id="{3E9DB778-0FB4-B26A-8D85-A7750743C1CF}"/>
                </a:ext>
              </a:extLst>
            </p:cNvPr>
            <p:cNvSpPr txBox="1">
              <a:spLocks noChangeArrowheads="1"/>
            </p:cNvSpPr>
            <p:nvPr/>
          </p:nvSpPr>
          <p:spPr bwMode="auto">
            <a:xfrm>
              <a:off x="381000" y="2573338"/>
              <a:ext cx="8534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3200" b="1">
                  <a:solidFill>
                    <a:srgbClr val="000099"/>
                  </a:solidFill>
                  <a:latin typeface="Times New Roman" panose="02020603050405020304" pitchFamily="18" charset="0"/>
                  <a:ea typeface="仿宋_GB2312" pitchFamily="49" charset="-122"/>
                </a:rPr>
                <a:t>权值  </a:t>
              </a:r>
              <a:r>
                <a:rPr lang="zh-CN" altLang="en-US" sz="3200" b="1">
                  <a:solidFill>
                    <a:srgbClr val="003300"/>
                  </a:solidFill>
                  <a:latin typeface="Times New Roman" panose="02020603050405020304" pitchFamily="18" charset="0"/>
                  <a:ea typeface="仿宋_GB2312" pitchFamily="49" charset="-122"/>
                </a:rPr>
                <a:t>外部结点</a:t>
              </a:r>
              <a:r>
                <a:rPr lang="zh-CN" altLang="en-US" sz="3200" b="1">
                  <a:solidFill>
                    <a:srgbClr val="FF3300"/>
                  </a:solidFill>
                  <a:latin typeface="Times New Roman" panose="02020603050405020304" pitchFamily="18" charset="0"/>
                  <a:ea typeface="楷体_GB2312" pitchFamily="49" charset="-122"/>
                </a:rPr>
                <a:t>  </a:t>
              </a:r>
              <a:r>
                <a:rPr lang="en-US" altLang="zh-CN" sz="3200" b="1">
                  <a:solidFill>
                    <a:srgbClr val="FF3300"/>
                  </a:solidFill>
                  <a:latin typeface="Times New Roman" panose="02020603050405020304" pitchFamily="18" charset="0"/>
                  <a:ea typeface="楷体_GB2312" pitchFamily="49" charset="-122"/>
                </a:rPr>
                <a:t>q0=15     q1=10     q2=5      q3=5</a:t>
              </a:r>
              <a:endParaRPr lang="en-US" altLang="zh-CN" sz="2400">
                <a:latin typeface="Times New Roman" panose="02020603050405020304" pitchFamily="18" charset="0"/>
                <a:ea typeface="宋体" panose="02010600030101010101" pitchFamily="2" charset="-122"/>
              </a:endParaRPr>
            </a:p>
          </p:txBody>
        </p:sp>
        <p:sp>
          <p:nvSpPr>
            <p:cNvPr id="78860" name="Line 1037">
              <a:extLst>
                <a:ext uri="{FF2B5EF4-FFF2-40B4-BE49-F238E27FC236}">
                  <a16:creationId xmlns:a16="http://schemas.microsoft.com/office/drawing/2014/main" id="{2A0887C1-1D17-438A-F096-63D668048206}"/>
                </a:ext>
              </a:extLst>
            </p:cNvPr>
            <p:cNvSpPr>
              <a:spLocks noChangeShapeType="1"/>
            </p:cNvSpPr>
            <p:nvPr/>
          </p:nvSpPr>
          <p:spPr bwMode="auto">
            <a:xfrm>
              <a:off x="457200" y="3200400"/>
              <a:ext cx="8382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1" name="Line 1038">
              <a:extLst>
                <a:ext uri="{FF2B5EF4-FFF2-40B4-BE49-F238E27FC236}">
                  <a16:creationId xmlns:a16="http://schemas.microsoft.com/office/drawing/2014/main" id="{DFB1CB9A-624F-9297-AEC7-22E956053AD3}"/>
                </a:ext>
              </a:extLst>
            </p:cNvPr>
            <p:cNvSpPr>
              <a:spLocks noChangeShapeType="1"/>
            </p:cNvSpPr>
            <p:nvPr/>
          </p:nvSpPr>
          <p:spPr bwMode="auto">
            <a:xfrm>
              <a:off x="1371600" y="1981200"/>
              <a:ext cx="0" cy="1219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2" name="Line 1039">
              <a:extLst>
                <a:ext uri="{FF2B5EF4-FFF2-40B4-BE49-F238E27FC236}">
                  <a16:creationId xmlns:a16="http://schemas.microsoft.com/office/drawing/2014/main" id="{36F045C1-DA8B-914C-1021-BCA6131BCF60}"/>
                </a:ext>
              </a:extLst>
            </p:cNvPr>
            <p:cNvSpPr>
              <a:spLocks noChangeShapeType="1"/>
            </p:cNvSpPr>
            <p:nvPr/>
          </p:nvSpPr>
          <p:spPr bwMode="auto">
            <a:xfrm flipV="1">
              <a:off x="3200400" y="914400"/>
              <a:ext cx="0" cy="2286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8863" name="Group 1051">
              <a:extLst>
                <a:ext uri="{FF2B5EF4-FFF2-40B4-BE49-F238E27FC236}">
                  <a16:creationId xmlns:a16="http://schemas.microsoft.com/office/drawing/2014/main" id="{FC3F4647-710C-15B8-B5C0-6A365A751513}"/>
                </a:ext>
              </a:extLst>
            </p:cNvPr>
            <p:cNvGrpSpPr>
              <a:grpSpLocks/>
            </p:cNvGrpSpPr>
            <p:nvPr/>
          </p:nvGrpSpPr>
          <p:grpSpPr bwMode="auto">
            <a:xfrm>
              <a:off x="1143000" y="4572000"/>
              <a:ext cx="1219200" cy="914400"/>
              <a:chOff x="720" y="2784"/>
              <a:chExt cx="768" cy="576"/>
            </a:xfrm>
          </p:grpSpPr>
          <p:sp>
            <p:nvSpPr>
              <p:cNvPr id="78889" name="Line 1044">
                <a:extLst>
                  <a:ext uri="{FF2B5EF4-FFF2-40B4-BE49-F238E27FC236}">
                    <a16:creationId xmlns:a16="http://schemas.microsoft.com/office/drawing/2014/main" id="{5CFDBA0F-8CD1-CF55-D823-0FF436F4AB4F}"/>
                  </a:ext>
                </a:extLst>
              </p:cNvPr>
              <p:cNvSpPr>
                <a:spLocks noChangeShapeType="1"/>
              </p:cNvSpPr>
              <p:nvPr/>
            </p:nvSpPr>
            <p:spPr bwMode="auto">
              <a:xfrm>
                <a:off x="1152"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0" name="Line 1043">
                <a:extLst>
                  <a:ext uri="{FF2B5EF4-FFF2-40B4-BE49-F238E27FC236}">
                    <a16:creationId xmlns:a16="http://schemas.microsoft.com/office/drawing/2014/main" id="{48BE912D-CB2C-9FFD-72F6-A9EA24755D9F}"/>
                  </a:ext>
                </a:extLst>
              </p:cNvPr>
              <p:cNvSpPr>
                <a:spLocks noChangeShapeType="1"/>
              </p:cNvSpPr>
              <p:nvPr/>
            </p:nvSpPr>
            <p:spPr bwMode="auto">
              <a:xfrm flipH="1">
                <a:off x="816"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91" name="Oval 1040">
                <a:extLst>
                  <a:ext uri="{FF2B5EF4-FFF2-40B4-BE49-F238E27FC236}">
                    <a16:creationId xmlns:a16="http://schemas.microsoft.com/office/drawing/2014/main" id="{6C6E0880-4164-2AC8-254B-AD72297FB257}"/>
                  </a:ext>
                </a:extLst>
              </p:cNvPr>
              <p:cNvSpPr>
                <a:spLocks noChangeArrowheads="1"/>
              </p:cNvSpPr>
              <p:nvPr/>
            </p:nvSpPr>
            <p:spPr bwMode="auto">
              <a:xfrm>
                <a:off x="1008" y="278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92" name="Rectangle 1041">
                <a:extLst>
                  <a:ext uri="{FF2B5EF4-FFF2-40B4-BE49-F238E27FC236}">
                    <a16:creationId xmlns:a16="http://schemas.microsoft.com/office/drawing/2014/main" id="{B41FB322-ABE1-4F8B-EDD3-1635298DD379}"/>
                  </a:ext>
                </a:extLst>
              </p:cNvPr>
              <p:cNvSpPr>
                <a:spLocks noChangeArrowheads="1"/>
              </p:cNvSpPr>
              <p:nvPr/>
            </p:nvSpPr>
            <p:spPr bwMode="auto">
              <a:xfrm>
                <a:off x="720"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93" name="Rectangle 1042">
                <a:extLst>
                  <a:ext uri="{FF2B5EF4-FFF2-40B4-BE49-F238E27FC236}">
                    <a16:creationId xmlns:a16="http://schemas.microsoft.com/office/drawing/2014/main" id="{B0248D0C-9ACE-40D5-2A3D-8E84F1683900}"/>
                  </a:ext>
                </a:extLst>
              </p:cNvPr>
              <p:cNvSpPr>
                <a:spLocks noChangeArrowheads="1"/>
              </p:cNvSpPr>
              <p:nvPr/>
            </p:nvSpPr>
            <p:spPr bwMode="auto">
              <a:xfrm>
                <a:off x="1344"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78864" name="Text Box 1045">
              <a:extLst>
                <a:ext uri="{FF2B5EF4-FFF2-40B4-BE49-F238E27FC236}">
                  <a16:creationId xmlns:a16="http://schemas.microsoft.com/office/drawing/2014/main" id="{E46C2C92-6AA7-CC0E-3808-E78769EFB461}"/>
                </a:ext>
              </a:extLst>
            </p:cNvPr>
            <p:cNvSpPr txBox="1">
              <a:spLocks noChangeArrowheads="1"/>
            </p:cNvSpPr>
            <p:nvPr/>
          </p:nvSpPr>
          <p:spPr bwMode="auto">
            <a:xfrm>
              <a:off x="1905000" y="4281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78865" name="Text Box 1046">
              <a:extLst>
                <a:ext uri="{FF2B5EF4-FFF2-40B4-BE49-F238E27FC236}">
                  <a16:creationId xmlns:a16="http://schemas.microsoft.com/office/drawing/2014/main" id="{F23B4937-5198-2CA4-6BCD-C0FDA4701846}"/>
                </a:ext>
              </a:extLst>
            </p:cNvPr>
            <p:cNvSpPr txBox="1">
              <a:spLocks noChangeArrowheads="1"/>
            </p:cNvSpPr>
            <p:nvPr/>
          </p:nvSpPr>
          <p:spPr bwMode="auto">
            <a:xfrm>
              <a:off x="609600" y="51054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78866" name="Text Box 1047">
              <a:extLst>
                <a:ext uri="{FF2B5EF4-FFF2-40B4-BE49-F238E27FC236}">
                  <a16:creationId xmlns:a16="http://schemas.microsoft.com/office/drawing/2014/main" id="{8F1B270E-D5C1-7289-6C04-888F80890417}"/>
                </a:ext>
              </a:extLst>
            </p:cNvPr>
            <p:cNvSpPr txBox="1">
              <a:spLocks noChangeArrowheads="1"/>
            </p:cNvSpPr>
            <p:nvPr/>
          </p:nvSpPr>
          <p:spPr bwMode="auto">
            <a:xfrm>
              <a:off x="2355850" y="51054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8867" name="Text Box 1048">
              <a:extLst>
                <a:ext uri="{FF2B5EF4-FFF2-40B4-BE49-F238E27FC236}">
                  <a16:creationId xmlns:a16="http://schemas.microsoft.com/office/drawing/2014/main" id="{5348ED24-8F6D-B9A2-D05D-14D8806AA70E}"/>
                </a:ext>
              </a:extLst>
            </p:cNvPr>
            <p:cNvSpPr txBox="1">
              <a:spLocks noChangeArrowheads="1"/>
            </p:cNvSpPr>
            <p:nvPr/>
          </p:nvSpPr>
          <p:spPr bwMode="auto">
            <a:xfrm>
              <a:off x="1497013" y="40386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78868" name="Text Box 1049">
              <a:extLst>
                <a:ext uri="{FF2B5EF4-FFF2-40B4-BE49-F238E27FC236}">
                  <a16:creationId xmlns:a16="http://schemas.microsoft.com/office/drawing/2014/main" id="{947E9115-6652-5414-1045-CCD75383213D}"/>
                </a:ext>
              </a:extLst>
            </p:cNvPr>
            <p:cNvSpPr txBox="1">
              <a:spLocks noChangeArrowheads="1"/>
            </p:cNvSpPr>
            <p:nvPr/>
          </p:nvSpPr>
          <p:spPr bwMode="auto">
            <a:xfrm>
              <a:off x="4322763" y="4038600"/>
              <a:ext cx="401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78869" name="Text Box 1050">
              <a:extLst>
                <a:ext uri="{FF2B5EF4-FFF2-40B4-BE49-F238E27FC236}">
                  <a16:creationId xmlns:a16="http://schemas.microsoft.com/office/drawing/2014/main" id="{3B35C211-A9E2-2D46-562A-8BA71B24CE81}"/>
                </a:ext>
              </a:extLst>
            </p:cNvPr>
            <p:cNvSpPr txBox="1">
              <a:spLocks noChangeArrowheads="1"/>
            </p:cNvSpPr>
            <p:nvPr/>
          </p:nvSpPr>
          <p:spPr bwMode="auto">
            <a:xfrm>
              <a:off x="6934200" y="40386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grpSp>
          <p:nvGrpSpPr>
            <p:cNvPr id="78870" name="Group 1052">
              <a:extLst>
                <a:ext uri="{FF2B5EF4-FFF2-40B4-BE49-F238E27FC236}">
                  <a16:creationId xmlns:a16="http://schemas.microsoft.com/office/drawing/2014/main" id="{F5021B30-9667-56B7-C0AC-DE41D28AD4EB}"/>
                </a:ext>
              </a:extLst>
            </p:cNvPr>
            <p:cNvGrpSpPr>
              <a:grpSpLocks/>
            </p:cNvGrpSpPr>
            <p:nvPr/>
          </p:nvGrpSpPr>
          <p:grpSpPr bwMode="auto">
            <a:xfrm>
              <a:off x="3886200" y="4572000"/>
              <a:ext cx="1219200" cy="914400"/>
              <a:chOff x="720" y="2784"/>
              <a:chExt cx="768" cy="576"/>
            </a:xfrm>
          </p:grpSpPr>
          <p:sp>
            <p:nvSpPr>
              <p:cNvPr id="78884" name="Line 1053">
                <a:extLst>
                  <a:ext uri="{FF2B5EF4-FFF2-40B4-BE49-F238E27FC236}">
                    <a16:creationId xmlns:a16="http://schemas.microsoft.com/office/drawing/2014/main" id="{7E750A32-58E3-9351-DA59-C2216108A697}"/>
                  </a:ext>
                </a:extLst>
              </p:cNvPr>
              <p:cNvSpPr>
                <a:spLocks noChangeShapeType="1"/>
              </p:cNvSpPr>
              <p:nvPr/>
            </p:nvSpPr>
            <p:spPr bwMode="auto">
              <a:xfrm>
                <a:off x="1152"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5" name="Line 1054">
                <a:extLst>
                  <a:ext uri="{FF2B5EF4-FFF2-40B4-BE49-F238E27FC236}">
                    <a16:creationId xmlns:a16="http://schemas.microsoft.com/office/drawing/2014/main" id="{FAF779F9-AF4D-12BC-E2E4-C776AA7917E2}"/>
                  </a:ext>
                </a:extLst>
              </p:cNvPr>
              <p:cNvSpPr>
                <a:spLocks noChangeShapeType="1"/>
              </p:cNvSpPr>
              <p:nvPr/>
            </p:nvSpPr>
            <p:spPr bwMode="auto">
              <a:xfrm flipH="1">
                <a:off x="816"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6" name="Oval 1055">
                <a:extLst>
                  <a:ext uri="{FF2B5EF4-FFF2-40B4-BE49-F238E27FC236}">
                    <a16:creationId xmlns:a16="http://schemas.microsoft.com/office/drawing/2014/main" id="{EB97370E-97B7-8070-0420-05B05EC7AB71}"/>
                  </a:ext>
                </a:extLst>
              </p:cNvPr>
              <p:cNvSpPr>
                <a:spLocks noChangeArrowheads="1"/>
              </p:cNvSpPr>
              <p:nvPr/>
            </p:nvSpPr>
            <p:spPr bwMode="auto">
              <a:xfrm>
                <a:off x="1008" y="278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87" name="Rectangle 1056">
                <a:extLst>
                  <a:ext uri="{FF2B5EF4-FFF2-40B4-BE49-F238E27FC236}">
                    <a16:creationId xmlns:a16="http://schemas.microsoft.com/office/drawing/2014/main" id="{047704D5-8432-0E6A-4E13-C3A211B607F6}"/>
                  </a:ext>
                </a:extLst>
              </p:cNvPr>
              <p:cNvSpPr>
                <a:spLocks noChangeArrowheads="1"/>
              </p:cNvSpPr>
              <p:nvPr/>
            </p:nvSpPr>
            <p:spPr bwMode="auto">
              <a:xfrm>
                <a:off x="720"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88" name="Rectangle 1057">
                <a:extLst>
                  <a:ext uri="{FF2B5EF4-FFF2-40B4-BE49-F238E27FC236}">
                    <a16:creationId xmlns:a16="http://schemas.microsoft.com/office/drawing/2014/main" id="{291DC913-F045-4306-2E94-2302CB300CDB}"/>
                  </a:ext>
                </a:extLst>
              </p:cNvPr>
              <p:cNvSpPr>
                <a:spLocks noChangeArrowheads="1"/>
              </p:cNvSpPr>
              <p:nvPr/>
            </p:nvSpPr>
            <p:spPr bwMode="auto">
              <a:xfrm>
                <a:off x="1344"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grpSp>
          <p:nvGrpSpPr>
            <p:cNvPr id="78871" name="Group 1058">
              <a:extLst>
                <a:ext uri="{FF2B5EF4-FFF2-40B4-BE49-F238E27FC236}">
                  <a16:creationId xmlns:a16="http://schemas.microsoft.com/office/drawing/2014/main" id="{374401E8-D57B-4ABD-5B5B-4508C9AEA080}"/>
                </a:ext>
              </a:extLst>
            </p:cNvPr>
            <p:cNvGrpSpPr>
              <a:grpSpLocks/>
            </p:cNvGrpSpPr>
            <p:nvPr/>
          </p:nvGrpSpPr>
          <p:grpSpPr bwMode="auto">
            <a:xfrm>
              <a:off x="6553200" y="4572000"/>
              <a:ext cx="1219200" cy="914400"/>
              <a:chOff x="720" y="2784"/>
              <a:chExt cx="768" cy="576"/>
            </a:xfrm>
          </p:grpSpPr>
          <p:sp>
            <p:nvSpPr>
              <p:cNvPr id="78879" name="Line 1059">
                <a:extLst>
                  <a:ext uri="{FF2B5EF4-FFF2-40B4-BE49-F238E27FC236}">
                    <a16:creationId xmlns:a16="http://schemas.microsoft.com/office/drawing/2014/main" id="{F46F060D-E6A4-77B0-08D4-B478B682B92E}"/>
                  </a:ext>
                </a:extLst>
              </p:cNvPr>
              <p:cNvSpPr>
                <a:spLocks noChangeShapeType="1"/>
              </p:cNvSpPr>
              <p:nvPr/>
            </p:nvSpPr>
            <p:spPr bwMode="auto">
              <a:xfrm>
                <a:off x="1152"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0" name="Line 1060">
                <a:extLst>
                  <a:ext uri="{FF2B5EF4-FFF2-40B4-BE49-F238E27FC236}">
                    <a16:creationId xmlns:a16="http://schemas.microsoft.com/office/drawing/2014/main" id="{7B5BEB3E-BB94-39C9-09DE-6A254BE58993}"/>
                  </a:ext>
                </a:extLst>
              </p:cNvPr>
              <p:cNvSpPr>
                <a:spLocks noChangeShapeType="1"/>
              </p:cNvSpPr>
              <p:nvPr/>
            </p:nvSpPr>
            <p:spPr bwMode="auto">
              <a:xfrm flipH="1">
                <a:off x="816" y="2928"/>
                <a:ext cx="240"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1" name="Oval 1061">
                <a:extLst>
                  <a:ext uri="{FF2B5EF4-FFF2-40B4-BE49-F238E27FC236}">
                    <a16:creationId xmlns:a16="http://schemas.microsoft.com/office/drawing/2014/main" id="{E82BC93E-80EF-B208-1DDA-C4A1840AB18A}"/>
                  </a:ext>
                </a:extLst>
              </p:cNvPr>
              <p:cNvSpPr>
                <a:spLocks noChangeArrowheads="1"/>
              </p:cNvSpPr>
              <p:nvPr/>
            </p:nvSpPr>
            <p:spPr bwMode="auto">
              <a:xfrm>
                <a:off x="1008" y="278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82" name="Rectangle 1062">
                <a:extLst>
                  <a:ext uri="{FF2B5EF4-FFF2-40B4-BE49-F238E27FC236}">
                    <a16:creationId xmlns:a16="http://schemas.microsoft.com/office/drawing/2014/main" id="{500600A0-308B-0863-90EA-5961F9E640BB}"/>
                  </a:ext>
                </a:extLst>
              </p:cNvPr>
              <p:cNvSpPr>
                <a:spLocks noChangeArrowheads="1"/>
              </p:cNvSpPr>
              <p:nvPr/>
            </p:nvSpPr>
            <p:spPr bwMode="auto">
              <a:xfrm>
                <a:off x="720"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8883" name="Rectangle 1063">
                <a:extLst>
                  <a:ext uri="{FF2B5EF4-FFF2-40B4-BE49-F238E27FC236}">
                    <a16:creationId xmlns:a16="http://schemas.microsoft.com/office/drawing/2014/main" id="{DE9E9202-E19D-0745-E25E-C3C82523DD87}"/>
                  </a:ext>
                </a:extLst>
              </p:cNvPr>
              <p:cNvSpPr>
                <a:spLocks noChangeArrowheads="1"/>
              </p:cNvSpPr>
              <p:nvPr/>
            </p:nvSpPr>
            <p:spPr bwMode="auto">
              <a:xfrm>
                <a:off x="1344" y="32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78872" name="Text Box 1064">
              <a:extLst>
                <a:ext uri="{FF2B5EF4-FFF2-40B4-BE49-F238E27FC236}">
                  <a16:creationId xmlns:a16="http://schemas.microsoft.com/office/drawing/2014/main" id="{41EB61A0-5F67-E9D5-D415-CAFBDDD4F337}"/>
                </a:ext>
              </a:extLst>
            </p:cNvPr>
            <p:cNvSpPr txBox="1">
              <a:spLocks noChangeArrowheads="1"/>
            </p:cNvSpPr>
            <p:nvPr/>
          </p:nvSpPr>
          <p:spPr bwMode="auto">
            <a:xfrm>
              <a:off x="3422650" y="51054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8873" name="Text Box 1065">
              <a:extLst>
                <a:ext uri="{FF2B5EF4-FFF2-40B4-BE49-F238E27FC236}">
                  <a16:creationId xmlns:a16="http://schemas.microsoft.com/office/drawing/2014/main" id="{3DE577B6-2E0E-0B39-C12D-5A8B6471444D}"/>
                </a:ext>
              </a:extLst>
            </p:cNvPr>
            <p:cNvSpPr txBox="1">
              <a:spLocks noChangeArrowheads="1"/>
            </p:cNvSpPr>
            <p:nvPr/>
          </p:nvSpPr>
          <p:spPr bwMode="auto">
            <a:xfrm>
              <a:off x="4641850" y="4433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8874" name="Text Box 1066">
              <a:extLst>
                <a:ext uri="{FF2B5EF4-FFF2-40B4-BE49-F238E27FC236}">
                  <a16:creationId xmlns:a16="http://schemas.microsoft.com/office/drawing/2014/main" id="{D9BF46AF-F2F7-D7E9-088C-C762FDA14EEB}"/>
                </a:ext>
              </a:extLst>
            </p:cNvPr>
            <p:cNvSpPr txBox="1">
              <a:spLocks noChangeArrowheads="1"/>
            </p:cNvSpPr>
            <p:nvPr/>
          </p:nvSpPr>
          <p:spPr bwMode="auto">
            <a:xfrm>
              <a:off x="5124450" y="5119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8875" name="Text Box 1067">
              <a:extLst>
                <a:ext uri="{FF2B5EF4-FFF2-40B4-BE49-F238E27FC236}">
                  <a16:creationId xmlns:a16="http://schemas.microsoft.com/office/drawing/2014/main" id="{0018C9B7-474A-5756-BBE3-BA630D76BD1E}"/>
                </a:ext>
              </a:extLst>
            </p:cNvPr>
            <p:cNvSpPr txBox="1">
              <a:spLocks noChangeArrowheads="1"/>
            </p:cNvSpPr>
            <p:nvPr/>
          </p:nvSpPr>
          <p:spPr bwMode="auto">
            <a:xfrm>
              <a:off x="61722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8876" name="Text Box 1068">
              <a:extLst>
                <a:ext uri="{FF2B5EF4-FFF2-40B4-BE49-F238E27FC236}">
                  <a16:creationId xmlns:a16="http://schemas.microsoft.com/office/drawing/2014/main" id="{3A622549-DD6B-7C50-695F-AB306268ADC8}"/>
                </a:ext>
              </a:extLst>
            </p:cNvPr>
            <p:cNvSpPr txBox="1">
              <a:spLocks noChangeArrowheads="1"/>
            </p:cNvSpPr>
            <p:nvPr/>
          </p:nvSpPr>
          <p:spPr bwMode="auto">
            <a:xfrm>
              <a:off x="7315200" y="4419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8877" name="Text Box 1069">
              <a:extLst>
                <a:ext uri="{FF2B5EF4-FFF2-40B4-BE49-F238E27FC236}">
                  <a16:creationId xmlns:a16="http://schemas.microsoft.com/office/drawing/2014/main" id="{AF713817-206D-99FC-1ABE-CBFDC7D65584}"/>
                </a:ext>
              </a:extLst>
            </p:cNvPr>
            <p:cNvSpPr txBox="1">
              <a:spLocks noChangeArrowheads="1"/>
            </p:cNvSpPr>
            <p:nvPr/>
          </p:nvSpPr>
          <p:spPr bwMode="auto">
            <a:xfrm>
              <a:off x="7772400" y="51054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8878" name="Text Box 1070">
              <a:extLst>
                <a:ext uri="{FF2B5EF4-FFF2-40B4-BE49-F238E27FC236}">
                  <a16:creationId xmlns:a16="http://schemas.microsoft.com/office/drawing/2014/main" id="{68D810D7-FC7F-7669-8EE5-C66EAB6A87C2}"/>
                </a:ext>
              </a:extLst>
            </p:cNvPr>
            <p:cNvSpPr txBox="1">
              <a:spLocks noChangeArrowheads="1"/>
            </p:cNvSpPr>
            <p:nvPr/>
          </p:nvSpPr>
          <p:spPr bwMode="auto">
            <a:xfrm>
              <a:off x="1143000" y="5562600"/>
              <a:ext cx="6678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T[0][1]                   T[1][2]                  T[2][3]</a:t>
              </a:r>
              <a:endParaRPr kumimoji="1" lang="en-US" altLang="zh-CN" sz="2400">
                <a:latin typeface="Times New Roman" panose="02020603050405020304" pitchFamily="18" charset="0"/>
                <a:ea typeface="宋体" panose="02010600030101010101" pitchFamily="2" charset="-122"/>
              </a:endParaRPr>
            </a:p>
          </p:txBody>
        </p:sp>
      </p:grpSp>
      <p:sp>
        <p:nvSpPr>
          <p:cNvPr id="3" name="标题 2">
            <a:extLst>
              <a:ext uri="{FF2B5EF4-FFF2-40B4-BE49-F238E27FC236}">
                <a16:creationId xmlns:a16="http://schemas.microsoft.com/office/drawing/2014/main" id="{A1AA3233-C22E-4C30-8A16-199CAE9CFFD7}"/>
              </a:ext>
            </a:extLst>
          </p:cNvPr>
          <p:cNvSpPr>
            <a:spLocks noGrp="1"/>
          </p:cNvSpPr>
          <p:nvPr>
            <p:ph type="title"/>
          </p:nvPr>
        </p:nvSpPr>
        <p:spPr>
          <a:xfrm>
            <a:off x="628650" y="241771"/>
            <a:ext cx="7886700" cy="1325563"/>
          </a:xfrm>
        </p:spPr>
        <p:txBody>
          <a:bodyPr/>
          <a:lstStyle/>
          <a:p>
            <a:r>
              <a:rPr lang="zh-CN" altLang="en-US" dirty="0"/>
              <a:t>例</a:t>
            </a:r>
            <a:r>
              <a:rPr lang="en-US" altLang="zh-CN" dirty="0"/>
              <a:t>: </a:t>
            </a:r>
            <a:r>
              <a:rPr lang="zh-CN" altLang="en-US" dirty="0"/>
              <a:t>给出关键码集合和内</a:t>
            </a:r>
            <a:r>
              <a:rPr lang="en-US" altLang="zh-CN" dirty="0"/>
              <a:t>/</a:t>
            </a:r>
            <a:r>
              <a:rPr lang="zh-CN" altLang="en-US" dirty="0"/>
              <a:t>外部结点的权值序列</a:t>
            </a:r>
          </a:p>
        </p:txBody>
      </p:sp>
      <p:sp>
        <p:nvSpPr>
          <p:cNvPr id="4" name="灯片编号占位符 3">
            <a:extLst>
              <a:ext uri="{FF2B5EF4-FFF2-40B4-BE49-F238E27FC236}">
                <a16:creationId xmlns:a16="http://schemas.microsoft.com/office/drawing/2014/main" id="{4354C13A-9DE9-943E-EEC0-85CBB167E696}"/>
              </a:ext>
            </a:extLst>
          </p:cNvPr>
          <p:cNvSpPr>
            <a:spLocks noGrp="1"/>
          </p:cNvSpPr>
          <p:nvPr>
            <p:ph type="sldNum" sz="quarter" idx="12"/>
          </p:nvPr>
        </p:nvSpPr>
        <p:spPr/>
        <p:txBody>
          <a:bodyPr/>
          <a:lstStyle/>
          <a:p>
            <a:pPr>
              <a:defRPr/>
            </a:pPr>
            <a:fld id="{D851AC87-C2AB-4C30-BE47-B09AFD814572}" type="slidenum">
              <a:rPr lang="en-US" altLang="zh-CN" smtClean="0"/>
              <a:pPr>
                <a:defRPr/>
              </a:pPr>
              <a:t>63</a:t>
            </a:fld>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1" name="Text Box 1027">
            <a:extLst>
              <a:ext uri="{FF2B5EF4-FFF2-40B4-BE49-F238E27FC236}">
                <a16:creationId xmlns:a16="http://schemas.microsoft.com/office/drawing/2014/main" id="{68B71F5F-A6D3-0DE9-4463-44D4493563C5}"/>
              </a:ext>
            </a:extLst>
          </p:cNvPr>
          <p:cNvSpPr txBox="1">
            <a:spLocks noChangeArrowheads="1"/>
          </p:cNvSpPr>
          <p:nvPr/>
        </p:nvSpPr>
        <p:spPr bwMode="auto">
          <a:xfrm>
            <a:off x="266700" y="258763"/>
            <a:ext cx="1485900" cy="579437"/>
          </a:xfrm>
          <a:prstGeom prst="rect">
            <a:avLst/>
          </a:prstGeom>
          <a:noFill/>
          <a:ln w="9525">
            <a:noFill/>
            <a:miter lim="800000"/>
            <a:headEnd/>
            <a:tailEnd/>
          </a:ln>
          <a:effectLst/>
        </p:spPr>
        <p:txBody>
          <a:bodyPr>
            <a:spAutoFit/>
          </a:bodyPr>
          <a:lstStyle/>
          <a:p>
            <a:pPr>
              <a:spcBef>
                <a:spcPct val="50000"/>
              </a:spcBef>
              <a:defRPr/>
            </a:pPr>
            <a:r>
              <a:rPr lang="zh-CN" altLang="en-US" sz="3200" b="1" u="sng">
                <a:solidFill>
                  <a:srgbClr val="003300"/>
                </a:solidFill>
                <a:effectLst>
                  <a:outerShdw blurRad="38100" dist="38100" dir="2700000" algn="tl">
                    <a:srgbClr val="C0C0C0"/>
                  </a:outerShdw>
                </a:effectLst>
                <a:latin typeface="Times New Roman" charset="0"/>
                <a:ea typeface="仿宋_GB2312" pitchFamily="49" charset="-122"/>
              </a:rPr>
              <a:t>第二步</a:t>
            </a:r>
            <a:endParaRPr lang="zh-CN" altLang="en-US" sz="2000">
              <a:latin typeface="Times New Roman" charset="0"/>
            </a:endParaRPr>
          </a:p>
        </p:txBody>
      </p:sp>
      <p:sp>
        <p:nvSpPr>
          <p:cNvPr id="345092" name="Text Box 1028">
            <a:extLst>
              <a:ext uri="{FF2B5EF4-FFF2-40B4-BE49-F238E27FC236}">
                <a16:creationId xmlns:a16="http://schemas.microsoft.com/office/drawing/2014/main" id="{405CE68C-FC9A-0AE4-9C2B-9AFF4FDD468A}"/>
              </a:ext>
            </a:extLst>
          </p:cNvPr>
          <p:cNvSpPr txBox="1">
            <a:spLocks noChangeArrowheads="1"/>
          </p:cNvSpPr>
          <p:nvPr/>
        </p:nvSpPr>
        <p:spPr bwMode="auto">
          <a:xfrm>
            <a:off x="152400" y="3868738"/>
            <a:ext cx="9144000" cy="2684462"/>
          </a:xfrm>
          <a:prstGeom prst="rect">
            <a:avLst/>
          </a:prstGeom>
          <a:noFill/>
          <a:ln w="9525">
            <a:noFill/>
            <a:miter lim="800000"/>
            <a:headEnd/>
            <a:tailEnd/>
          </a:ln>
          <a:effectLst/>
        </p:spPr>
        <p:txBody>
          <a:bodyPr>
            <a:spAutoFit/>
          </a:bodyPr>
          <a:lstStyle/>
          <a:p>
            <a:pPr>
              <a:defRPr/>
            </a:pPr>
            <a:r>
              <a:rPr lang="en-US" altLang="zh-CN" sz="2800" i="1">
                <a:latin typeface="Times New Roman" charset="0"/>
              </a:rPr>
              <a:t>   </a:t>
            </a:r>
            <a:r>
              <a:rPr lang="en-US" altLang="zh-CN" sz="2800" b="1">
                <a:effectLst>
                  <a:outerShdw blurRad="38100" dist="38100" dir="2700000" algn="tl">
                    <a:srgbClr val="C0C0C0"/>
                  </a:outerShdw>
                </a:effectLst>
                <a:latin typeface="Times New Roman" charset="0"/>
              </a:rPr>
              <a:t>C	    115	               165	         </a:t>
            </a:r>
            <a:r>
              <a:rPr lang="en-US" altLang="zh-CN" sz="2800" b="1">
                <a:solidFill>
                  <a:srgbClr val="CC3300"/>
                </a:solidFill>
                <a:effectLst>
                  <a:outerShdw blurRad="38100" dist="38100" dir="2700000" algn="tl">
                    <a:srgbClr val="C0C0C0"/>
                  </a:outerShdw>
                </a:effectLst>
                <a:latin typeface="Times New Roman" charset="0"/>
              </a:rPr>
              <a:t>50</a:t>
            </a:r>
            <a:r>
              <a:rPr lang="en-US" altLang="zh-CN" sz="2800" b="1">
                <a:effectLst>
                  <a:outerShdw blurRad="38100" dist="38100" dir="2700000" algn="tl">
                    <a:srgbClr val="C0C0C0"/>
                  </a:outerShdw>
                </a:effectLst>
                <a:latin typeface="Times New Roman" charset="0"/>
              </a:rPr>
              <a:t>	            60</a:t>
            </a:r>
          </a:p>
          <a:p>
            <a:pPr>
              <a:defRPr/>
            </a:pPr>
            <a:r>
              <a:rPr lang="en-US" altLang="zh-CN" sz="2800" b="1">
                <a:effectLst>
                  <a:outerShdw blurRad="38100" dist="38100" dir="2700000" algn="tl">
                    <a:srgbClr val="C0C0C0"/>
                  </a:outerShdw>
                </a:effectLst>
                <a:latin typeface="Times New Roman" charset="0"/>
              </a:rPr>
              <a:t>   W	      90	                 90                   </a:t>
            </a:r>
            <a:r>
              <a:rPr lang="en-US" altLang="zh-CN" sz="2800" b="1">
                <a:solidFill>
                  <a:srgbClr val="CC3300"/>
                </a:solidFill>
                <a:effectLst>
                  <a:outerShdw blurRad="38100" dist="38100" dir="2700000" algn="tl">
                    <a:srgbClr val="C0C0C0"/>
                  </a:outerShdw>
                </a:effectLst>
                <a:latin typeface="Times New Roman" charset="0"/>
              </a:rPr>
              <a:t>35</a:t>
            </a:r>
            <a:r>
              <a:rPr lang="en-US" altLang="zh-CN" sz="2800" b="1">
                <a:effectLst>
                  <a:outerShdw blurRad="38100" dist="38100" dir="2700000" algn="tl">
                    <a:srgbClr val="C0C0C0"/>
                  </a:outerShdw>
                </a:effectLst>
                <a:latin typeface="Times New Roman" charset="0"/>
              </a:rPr>
              <a:t>	            35</a:t>
            </a:r>
          </a:p>
          <a:p>
            <a:pPr>
              <a:defRPr/>
            </a:pPr>
            <a:r>
              <a:rPr lang="en-US" altLang="zh-CN" sz="2800" b="1">
                <a:effectLst>
                  <a:outerShdw blurRad="38100" dist="38100" dir="2700000" algn="tl">
                    <a:srgbClr val="C0C0C0"/>
                  </a:outerShdw>
                </a:effectLst>
                <a:latin typeface="Times New Roman" charset="0"/>
              </a:rPr>
              <a:t>   R</a:t>
            </a:r>
            <a:r>
              <a:rPr lang="en-US" altLang="zh-CN" sz="2800" b="1" i="1">
                <a:effectLst>
                  <a:outerShdw blurRad="38100" dist="38100" dir="2700000" algn="tl">
                    <a:srgbClr val="C0C0C0"/>
                  </a:outerShdw>
                </a:effectLst>
                <a:latin typeface="Times New Roman" charset="0"/>
              </a:rPr>
              <a:t>	        </a:t>
            </a:r>
            <a:r>
              <a:rPr lang="en-US" altLang="zh-CN" sz="2800" b="1">
                <a:effectLst>
                  <a:outerShdw blurRad="38100" dist="38100" dir="2700000" algn="tl">
                    <a:srgbClr val="C0C0C0"/>
                  </a:outerShdw>
                </a:effectLst>
                <a:latin typeface="Times New Roman" charset="0"/>
              </a:rPr>
              <a:t>1	                   2	           </a:t>
            </a:r>
            <a:r>
              <a:rPr lang="en-US" altLang="zh-CN" sz="2800" b="1">
                <a:solidFill>
                  <a:srgbClr val="CC3300"/>
                </a:solidFill>
                <a:effectLst>
                  <a:outerShdw blurRad="38100" dist="38100" dir="2700000" algn="tl">
                    <a:srgbClr val="C0C0C0"/>
                  </a:outerShdw>
                </a:effectLst>
                <a:latin typeface="Times New Roman" charset="0"/>
              </a:rPr>
              <a:t>2</a:t>
            </a:r>
            <a:r>
              <a:rPr lang="en-US" altLang="zh-CN" sz="2800" b="1">
                <a:effectLst>
                  <a:outerShdw blurRad="38100" dist="38100" dir="2700000" algn="tl">
                    <a:srgbClr val="C0C0C0"/>
                  </a:outerShdw>
                </a:effectLst>
                <a:latin typeface="Times New Roman" charset="0"/>
              </a:rPr>
              <a:t>	              3</a:t>
            </a:r>
          </a:p>
          <a:p>
            <a:pPr>
              <a:defRPr/>
            </a:pPr>
            <a:r>
              <a:rPr lang="zh-CN" altLang="en-US" sz="2800" b="1">
                <a:effectLst>
                  <a:outerShdw blurRad="38100" dist="38100" dir="2700000" algn="tl">
                    <a:srgbClr val="C0C0C0"/>
                  </a:outerShdw>
                </a:effectLst>
                <a:latin typeface="Times New Roman" charset="0"/>
                <a:ea typeface="仿宋_GB2312" pitchFamily="49" charset="-122"/>
              </a:rPr>
              <a:t>左子树  </a:t>
            </a:r>
            <a:r>
              <a:rPr lang="en-US" altLang="zh-CN" sz="2800" b="1">
                <a:effectLst>
                  <a:outerShdw blurRad="38100" dist="38100" dir="2700000" algn="tl">
                    <a:srgbClr val="C0C0C0"/>
                  </a:outerShdw>
                </a:effectLst>
                <a:latin typeface="Times New Roman" charset="0"/>
                <a:ea typeface="仿宋_GB2312" pitchFamily="49" charset="-122"/>
              </a:rPr>
              <a:t>T[0,0]         T[0,1]             </a:t>
            </a:r>
            <a:r>
              <a:rPr lang="en-US" altLang="zh-CN" sz="2800" b="1">
                <a:solidFill>
                  <a:srgbClr val="CC3300"/>
                </a:solidFill>
                <a:effectLst>
                  <a:outerShdw blurRad="38100" dist="38100" dir="2700000" algn="tl">
                    <a:srgbClr val="C0C0C0"/>
                  </a:outerShdw>
                </a:effectLst>
                <a:latin typeface="Times New Roman" charset="0"/>
                <a:ea typeface="仿宋_GB2312" pitchFamily="49" charset="-122"/>
              </a:rPr>
              <a:t>T[1,1]</a:t>
            </a:r>
            <a:r>
              <a:rPr lang="en-US" altLang="zh-CN" sz="2800" b="1">
                <a:effectLst>
                  <a:outerShdw blurRad="38100" dist="38100" dir="2700000" algn="tl">
                    <a:srgbClr val="C0C0C0"/>
                  </a:outerShdw>
                </a:effectLst>
                <a:latin typeface="Times New Roman" charset="0"/>
                <a:ea typeface="仿宋_GB2312" pitchFamily="49" charset="-122"/>
              </a:rPr>
              <a:t>	        T[1,2] </a:t>
            </a:r>
          </a:p>
          <a:p>
            <a:pPr>
              <a:defRPr/>
            </a:pPr>
            <a:r>
              <a:rPr lang="zh-CN" altLang="en-US" sz="2800" b="1">
                <a:effectLst>
                  <a:outerShdw blurRad="38100" dist="38100" dir="2700000" algn="tl">
                    <a:srgbClr val="C0C0C0"/>
                  </a:outerShdw>
                </a:effectLst>
                <a:latin typeface="Times New Roman" charset="0"/>
                <a:ea typeface="仿宋_GB2312" pitchFamily="49" charset="-122"/>
              </a:rPr>
              <a:t>右子树</a:t>
            </a:r>
            <a:r>
              <a:rPr lang="zh-CN" altLang="en-US" sz="2800" b="1">
                <a:effectLst>
                  <a:outerShdw blurRad="38100" dist="38100" dir="2700000" algn="tl">
                    <a:srgbClr val="C0C0C0"/>
                  </a:outerShdw>
                </a:effectLst>
                <a:latin typeface="Times New Roman" charset="0"/>
              </a:rPr>
              <a:t>  </a:t>
            </a:r>
            <a:r>
              <a:rPr lang="en-US" altLang="zh-CN" sz="2800" b="1">
                <a:effectLst>
                  <a:outerShdw blurRad="38100" dist="38100" dir="2700000" algn="tl">
                    <a:srgbClr val="C0C0C0"/>
                  </a:outerShdw>
                </a:effectLst>
                <a:latin typeface="Times New Roman" charset="0"/>
              </a:rPr>
              <a:t>T[1,2]         T[2,2]	     </a:t>
            </a:r>
            <a:r>
              <a:rPr lang="en-US" altLang="zh-CN" sz="2800" b="1">
                <a:solidFill>
                  <a:srgbClr val="CC3300"/>
                </a:solidFill>
                <a:effectLst>
                  <a:outerShdw blurRad="38100" dist="38100" dir="2700000" algn="tl">
                    <a:srgbClr val="C0C0C0"/>
                  </a:outerShdw>
                </a:effectLst>
                <a:latin typeface="Times New Roman" charset="0"/>
              </a:rPr>
              <a:t>T[2,3]</a:t>
            </a:r>
            <a:r>
              <a:rPr lang="en-US" altLang="zh-CN" sz="2800" b="1">
                <a:effectLst>
                  <a:outerShdw blurRad="38100" dist="38100" dir="2700000" algn="tl">
                    <a:srgbClr val="C0C0C0"/>
                  </a:outerShdw>
                </a:effectLst>
                <a:latin typeface="Times New Roman" charset="0"/>
              </a:rPr>
              <a:t>	        T[3,3]</a:t>
            </a:r>
            <a:endParaRPr lang="en-US" altLang="zh-CN" sz="3200" b="1">
              <a:effectLst>
                <a:outerShdw blurRad="38100" dist="38100" dir="2700000" algn="tl">
                  <a:srgbClr val="C0C0C0"/>
                </a:outerShdw>
              </a:effectLst>
              <a:latin typeface="Times New Roman" charset="0"/>
            </a:endParaRPr>
          </a:p>
          <a:p>
            <a:pPr>
              <a:spcBef>
                <a:spcPct val="50000"/>
              </a:spcBef>
              <a:defRPr/>
            </a:pPr>
            <a:r>
              <a:rPr lang="en-US" altLang="zh-CN" sz="2000">
                <a:latin typeface="Times New Roman" charset="0"/>
              </a:rPr>
              <a:t>  </a:t>
            </a:r>
          </a:p>
        </p:txBody>
      </p:sp>
      <p:sp>
        <p:nvSpPr>
          <p:cNvPr id="79876" name="Text Box 1035">
            <a:extLst>
              <a:ext uri="{FF2B5EF4-FFF2-40B4-BE49-F238E27FC236}">
                <a16:creationId xmlns:a16="http://schemas.microsoft.com/office/drawing/2014/main" id="{4C8DF914-CE8B-0485-4550-FEF751993537}"/>
              </a:ext>
            </a:extLst>
          </p:cNvPr>
          <p:cNvSpPr txBox="1">
            <a:spLocks noChangeArrowheads="1"/>
          </p:cNvSpPr>
          <p:nvPr/>
        </p:nvSpPr>
        <p:spPr bwMode="auto">
          <a:xfrm>
            <a:off x="1619250" y="11128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79877" name="Text Box 1036">
            <a:extLst>
              <a:ext uri="{FF2B5EF4-FFF2-40B4-BE49-F238E27FC236}">
                <a16:creationId xmlns:a16="http://schemas.microsoft.com/office/drawing/2014/main" id="{32CCCBBB-F9E2-3213-E347-82AB165FF4F4}"/>
              </a:ext>
            </a:extLst>
          </p:cNvPr>
          <p:cNvSpPr txBox="1">
            <a:spLocks noChangeArrowheads="1"/>
          </p:cNvSpPr>
          <p:nvPr/>
        </p:nvSpPr>
        <p:spPr bwMode="auto">
          <a:xfrm>
            <a:off x="850900" y="21034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79878" name="Text Box 1037">
            <a:extLst>
              <a:ext uri="{FF2B5EF4-FFF2-40B4-BE49-F238E27FC236}">
                <a16:creationId xmlns:a16="http://schemas.microsoft.com/office/drawing/2014/main" id="{14F8DAA1-695E-D1DC-7B10-CF8524006D68}"/>
              </a:ext>
            </a:extLst>
          </p:cNvPr>
          <p:cNvSpPr txBox="1">
            <a:spLocks noChangeArrowheads="1"/>
          </p:cNvSpPr>
          <p:nvPr/>
        </p:nvSpPr>
        <p:spPr bwMode="auto">
          <a:xfrm>
            <a:off x="1993900" y="18891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79" name="Text Box 1038">
            <a:extLst>
              <a:ext uri="{FF2B5EF4-FFF2-40B4-BE49-F238E27FC236}">
                <a16:creationId xmlns:a16="http://schemas.microsoft.com/office/drawing/2014/main" id="{B01C3C43-CC5E-0245-7054-97FBF705836B}"/>
              </a:ext>
            </a:extLst>
          </p:cNvPr>
          <p:cNvSpPr txBox="1">
            <a:spLocks noChangeArrowheads="1"/>
          </p:cNvSpPr>
          <p:nvPr/>
        </p:nvSpPr>
        <p:spPr bwMode="auto">
          <a:xfrm>
            <a:off x="1162050" y="80803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grpSp>
        <p:nvGrpSpPr>
          <p:cNvPr id="79880" name="Group 1045">
            <a:extLst>
              <a:ext uri="{FF2B5EF4-FFF2-40B4-BE49-F238E27FC236}">
                <a16:creationId xmlns:a16="http://schemas.microsoft.com/office/drawing/2014/main" id="{484B434E-A820-4264-D4AA-7E9877C0A004}"/>
              </a:ext>
            </a:extLst>
          </p:cNvPr>
          <p:cNvGrpSpPr>
            <a:grpSpLocks/>
          </p:cNvGrpSpPr>
          <p:nvPr/>
        </p:nvGrpSpPr>
        <p:grpSpPr bwMode="auto">
          <a:xfrm>
            <a:off x="1009650" y="1265238"/>
            <a:ext cx="1371600" cy="1752600"/>
            <a:chOff x="432" y="864"/>
            <a:chExt cx="864" cy="1104"/>
          </a:xfrm>
        </p:grpSpPr>
        <p:sp>
          <p:nvSpPr>
            <p:cNvPr id="79934" name="Line 1043">
              <a:extLst>
                <a:ext uri="{FF2B5EF4-FFF2-40B4-BE49-F238E27FC236}">
                  <a16:creationId xmlns:a16="http://schemas.microsoft.com/office/drawing/2014/main" id="{5CD1ED61-72E7-17DC-C69C-91356A16C698}"/>
                </a:ext>
              </a:extLst>
            </p:cNvPr>
            <p:cNvSpPr>
              <a:spLocks noChangeShapeType="1"/>
            </p:cNvSpPr>
            <p:nvPr/>
          </p:nvSpPr>
          <p:spPr bwMode="auto">
            <a:xfrm flipH="1">
              <a:off x="720" y="1440"/>
              <a:ext cx="240" cy="48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5" name="Line 1030">
              <a:extLst>
                <a:ext uri="{FF2B5EF4-FFF2-40B4-BE49-F238E27FC236}">
                  <a16:creationId xmlns:a16="http://schemas.microsoft.com/office/drawing/2014/main" id="{EC936A15-CC02-1AF9-6983-AA7068AC3A60}"/>
                </a:ext>
              </a:extLst>
            </p:cNvPr>
            <p:cNvSpPr>
              <a:spLocks noChangeShapeType="1"/>
            </p:cNvSpPr>
            <p:nvPr/>
          </p:nvSpPr>
          <p:spPr bwMode="auto">
            <a:xfrm>
              <a:off x="768" y="1008"/>
              <a:ext cx="432" cy="81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6" name="Line 1031">
              <a:extLst>
                <a:ext uri="{FF2B5EF4-FFF2-40B4-BE49-F238E27FC236}">
                  <a16:creationId xmlns:a16="http://schemas.microsoft.com/office/drawing/2014/main" id="{26F02C4B-E32F-5973-BDDD-7AD11A7B5DF9}"/>
                </a:ext>
              </a:extLst>
            </p:cNvPr>
            <p:cNvSpPr>
              <a:spLocks noChangeShapeType="1"/>
            </p:cNvSpPr>
            <p:nvPr/>
          </p:nvSpPr>
          <p:spPr bwMode="auto">
            <a:xfrm flipH="1">
              <a:off x="528" y="1008"/>
              <a:ext cx="144"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37" name="Oval 1032">
              <a:extLst>
                <a:ext uri="{FF2B5EF4-FFF2-40B4-BE49-F238E27FC236}">
                  <a16:creationId xmlns:a16="http://schemas.microsoft.com/office/drawing/2014/main" id="{820C0D87-8A96-C0EE-2302-9B88E995D98D}"/>
                </a:ext>
              </a:extLst>
            </p:cNvPr>
            <p:cNvSpPr>
              <a:spLocks noChangeArrowheads="1"/>
            </p:cNvSpPr>
            <p:nvPr/>
          </p:nvSpPr>
          <p:spPr bwMode="auto">
            <a:xfrm>
              <a:off x="624" y="86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8" name="Rectangle 1033">
              <a:extLst>
                <a:ext uri="{FF2B5EF4-FFF2-40B4-BE49-F238E27FC236}">
                  <a16:creationId xmlns:a16="http://schemas.microsoft.com/office/drawing/2014/main" id="{A88971A4-D1EB-7B8C-67C2-C43A8611DC33}"/>
                </a:ext>
              </a:extLst>
            </p:cNvPr>
            <p:cNvSpPr>
              <a:spLocks noChangeArrowheads="1"/>
            </p:cNvSpPr>
            <p:nvPr/>
          </p:nvSpPr>
          <p:spPr bwMode="auto">
            <a:xfrm>
              <a:off x="432" y="129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9" name="Rectangle 1034">
              <a:extLst>
                <a:ext uri="{FF2B5EF4-FFF2-40B4-BE49-F238E27FC236}">
                  <a16:creationId xmlns:a16="http://schemas.microsoft.com/office/drawing/2014/main" id="{BC1AC1B9-37A6-C36D-7C70-BA1739AA15CB}"/>
                </a:ext>
              </a:extLst>
            </p:cNvPr>
            <p:cNvSpPr>
              <a:spLocks noChangeArrowheads="1"/>
            </p:cNvSpPr>
            <p:nvPr/>
          </p:nvSpPr>
          <p:spPr bwMode="auto">
            <a:xfrm>
              <a:off x="115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40" name="Oval 1040">
              <a:extLst>
                <a:ext uri="{FF2B5EF4-FFF2-40B4-BE49-F238E27FC236}">
                  <a16:creationId xmlns:a16="http://schemas.microsoft.com/office/drawing/2014/main" id="{D60D8DFA-06AF-08EA-DF2D-4FE4047436F1}"/>
                </a:ext>
              </a:extLst>
            </p:cNvPr>
            <p:cNvSpPr>
              <a:spLocks noChangeArrowheads="1"/>
            </p:cNvSpPr>
            <p:nvPr/>
          </p:nvSpPr>
          <p:spPr bwMode="auto">
            <a:xfrm>
              <a:off x="864" y="1296"/>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41" name="Rectangle 1042">
              <a:extLst>
                <a:ext uri="{FF2B5EF4-FFF2-40B4-BE49-F238E27FC236}">
                  <a16:creationId xmlns:a16="http://schemas.microsoft.com/office/drawing/2014/main" id="{47C372E5-3DB1-3B4E-7BE1-27B596B5BE35}"/>
                </a:ext>
              </a:extLst>
            </p:cNvPr>
            <p:cNvSpPr>
              <a:spLocks noChangeArrowheads="1"/>
            </p:cNvSpPr>
            <p:nvPr/>
          </p:nvSpPr>
          <p:spPr bwMode="auto">
            <a:xfrm>
              <a:off x="67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grpSp>
        <p:nvGrpSpPr>
          <p:cNvPr id="79881" name="Group 1046">
            <a:extLst>
              <a:ext uri="{FF2B5EF4-FFF2-40B4-BE49-F238E27FC236}">
                <a16:creationId xmlns:a16="http://schemas.microsoft.com/office/drawing/2014/main" id="{B62290F1-1282-0E46-04DF-073025B44BA8}"/>
              </a:ext>
            </a:extLst>
          </p:cNvPr>
          <p:cNvGrpSpPr>
            <a:grpSpLocks/>
          </p:cNvGrpSpPr>
          <p:nvPr/>
        </p:nvGrpSpPr>
        <p:grpSpPr bwMode="auto">
          <a:xfrm flipH="1">
            <a:off x="3067050" y="1265238"/>
            <a:ext cx="1371600" cy="1752600"/>
            <a:chOff x="432" y="864"/>
            <a:chExt cx="864" cy="1104"/>
          </a:xfrm>
        </p:grpSpPr>
        <p:sp>
          <p:nvSpPr>
            <p:cNvPr id="79926" name="Line 1047">
              <a:extLst>
                <a:ext uri="{FF2B5EF4-FFF2-40B4-BE49-F238E27FC236}">
                  <a16:creationId xmlns:a16="http://schemas.microsoft.com/office/drawing/2014/main" id="{9D624A41-945D-5CF2-6AB7-B3130818112A}"/>
                </a:ext>
              </a:extLst>
            </p:cNvPr>
            <p:cNvSpPr>
              <a:spLocks noChangeShapeType="1"/>
            </p:cNvSpPr>
            <p:nvPr/>
          </p:nvSpPr>
          <p:spPr bwMode="auto">
            <a:xfrm flipH="1">
              <a:off x="720" y="1440"/>
              <a:ext cx="240" cy="48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7" name="Line 1048">
              <a:extLst>
                <a:ext uri="{FF2B5EF4-FFF2-40B4-BE49-F238E27FC236}">
                  <a16:creationId xmlns:a16="http://schemas.microsoft.com/office/drawing/2014/main" id="{6F9441FA-A8C4-278F-6D97-946005E8CF80}"/>
                </a:ext>
              </a:extLst>
            </p:cNvPr>
            <p:cNvSpPr>
              <a:spLocks noChangeShapeType="1"/>
            </p:cNvSpPr>
            <p:nvPr/>
          </p:nvSpPr>
          <p:spPr bwMode="auto">
            <a:xfrm>
              <a:off x="768" y="1008"/>
              <a:ext cx="432" cy="81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8" name="Line 1049">
              <a:extLst>
                <a:ext uri="{FF2B5EF4-FFF2-40B4-BE49-F238E27FC236}">
                  <a16:creationId xmlns:a16="http://schemas.microsoft.com/office/drawing/2014/main" id="{8AFC0A3E-5EDC-763D-5598-4374497C0804}"/>
                </a:ext>
              </a:extLst>
            </p:cNvPr>
            <p:cNvSpPr>
              <a:spLocks noChangeShapeType="1"/>
            </p:cNvSpPr>
            <p:nvPr/>
          </p:nvSpPr>
          <p:spPr bwMode="auto">
            <a:xfrm flipH="1">
              <a:off x="528" y="1008"/>
              <a:ext cx="144"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9" name="Oval 1050">
              <a:extLst>
                <a:ext uri="{FF2B5EF4-FFF2-40B4-BE49-F238E27FC236}">
                  <a16:creationId xmlns:a16="http://schemas.microsoft.com/office/drawing/2014/main" id="{BA41710F-C189-25B2-5AFC-FA0D394C0F40}"/>
                </a:ext>
              </a:extLst>
            </p:cNvPr>
            <p:cNvSpPr>
              <a:spLocks noChangeArrowheads="1"/>
            </p:cNvSpPr>
            <p:nvPr/>
          </p:nvSpPr>
          <p:spPr bwMode="auto">
            <a:xfrm>
              <a:off x="624" y="86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0" name="Rectangle 1051">
              <a:extLst>
                <a:ext uri="{FF2B5EF4-FFF2-40B4-BE49-F238E27FC236}">
                  <a16:creationId xmlns:a16="http://schemas.microsoft.com/office/drawing/2014/main" id="{53BAEC69-2BF6-DB8B-9ACA-0B01BBCD2C33}"/>
                </a:ext>
              </a:extLst>
            </p:cNvPr>
            <p:cNvSpPr>
              <a:spLocks noChangeArrowheads="1"/>
            </p:cNvSpPr>
            <p:nvPr/>
          </p:nvSpPr>
          <p:spPr bwMode="auto">
            <a:xfrm>
              <a:off x="432" y="129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1" name="Rectangle 1052">
              <a:extLst>
                <a:ext uri="{FF2B5EF4-FFF2-40B4-BE49-F238E27FC236}">
                  <a16:creationId xmlns:a16="http://schemas.microsoft.com/office/drawing/2014/main" id="{65E46ACD-7449-C1BE-C342-C43247CAE62A}"/>
                </a:ext>
              </a:extLst>
            </p:cNvPr>
            <p:cNvSpPr>
              <a:spLocks noChangeArrowheads="1"/>
            </p:cNvSpPr>
            <p:nvPr/>
          </p:nvSpPr>
          <p:spPr bwMode="auto">
            <a:xfrm>
              <a:off x="115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2" name="Oval 1053">
              <a:extLst>
                <a:ext uri="{FF2B5EF4-FFF2-40B4-BE49-F238E27FC236}">
                  <a16:creationId xmlns:a16="http://schemas.microsoft.com/office/drawing/2014/main" id="{157FE351-DA76-8F66-00D3-3337769CE8DF}"/>
                </a:ext>
              </a:extLst>
            </p:cNvPr>
            <p:cNvSpPr>
              <a:spLocks noChangeArrowheads="1"/>
            </p:cNvSpPr>
            <p:nvPr/>
          </p:nvSpPr>
          <p:spPr bwMode="auto">
            <a:xfrm>
              <a:off x="864" y="1296"/>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33" name="Rectangle 1054">
              <a:extLst>
                <a:ext uri="{FF2B5EF4-FFF2-40B4-BE49-F238E27FC236}">
                  <a16:creationId xmlns:a16="http://schemas.microsoft.com/office/drawing/2014/main" id="{D7007D5B-4CA5-FC21-F109-B1DA8776E007}"/>
                </a:ext>
              </a:extLst>
            </p:cNvPr>
            <p:cNvSpPr>
              <a:spLocks noChangeArrowheads="1"/>
            </p:cNvSpPr>
            <p:nvPr/>
          </p:nvSpPr>
          <p:spPr bwMode="auto">
            <a:xfrm>
              <a:off x="67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79882" name="Text Box 1055">
            <a:extLst>
              <a:ext uri="{FF2B5EF4-FFF2-40B4-BE49-F238E27FC236}">
                <a16:creationId xmlns:a16="http://schemas.microsoft.com/office/drawing/2014/main" id="{3911EE7C-0D8A-A264-1352-A0ECF238DFAD}"/>
              </a:ext>
            </a:extLst>
          </p:cNvPr>
          <p:cNvSpPr txBox="1">
            <a:spLocks noChangeArrowheads="1"/>
          </p:cNvSpPr>
          <p:nvPr/>
        </p:nvSpPr>
        <p:spPr bwMode="auto">
          <a:xfrm>
            <a:off x="3143250" y="1493838"/>
            <a:ext cx="560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79883" name="Text Box 1056">
            <a:extLst>
              <a:ext uri="{FF2B5EF4-FFF2-40B4-BE49-F238E27FC236}">
                <a16:creationId xmlns:a16="http://schemas.microsoft.com/office/drawing/2014/main" id="{DF16193F-4AAA-E5BD-201C-DAF0CBD8ADA3}"/>
              </a:ext>
            </a:extLst>
          </p:cNvPr>
          <p:cNvSpPr txBox="1">
            <a:spLocks noChangeArrowheads="1"/>
          </p:cNvSpPr>
          <p:nvPr/>
        </p:nvSpPr>
        <p:spPr bwMode="auto">
          <a:xfrm>
            <a:off x="3808413" y="80803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79884" name="Text Box 1057">
            <a:extLst>
              <a:ext uri="{FF2B5EF4-FFF2-40B4-BE49-F238E27FC236}">
                <a16:creationId xmlns:a16="http://schemas.microsoft.com/office/drawing/2014/main" id="{6C7E873E-3D96-7824-21F3-0185CF5C1721}"/>
              </a:ext>
            </a:extLst>
          </p:cNvPr>
          <p:cNvSpPr txBox="1">
            <a:spLocks noChangeArrowheads="1"/>
          </p:cNvSpPr>
          <p:nvPr/>
        </p:nvSpPr>
        <p:spPr bwMode="auto">
          <a:xfrm>
            <a:off x="1847850" y="149383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79885" name="Text Box 1058">
            <a:extLst>
              <a:ext uri="{FF2B5EF4-FFF2-40B4-BE49-F238E27FC236}">
                <a16:creationId xmlns:a16="http://schemas.microsoft.com/office/drawing/2014/main" id="{958897DD-E0D7-6A25-D135-AEA91031FBDD}"/>
              </a:ext>
            </a:extLst>
          </p:cNvPr>
          <p:cNvSpPr txBox="1">
            <a:spLocks noChangeArrowheads="1"/>
          </p:cNvSpPr>
          <p:nvPr/>
        </p:nvSpPr>
        <p:spPr bwMode="auto">
          <a:xfrm>
            <a:off x="2908300" y="29559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79886" name="Text Box 1059">
            <a:extLst>
              <a:ext uri="{FF2B5EF4-FFF2-40B4-BE49-F238E27FC236}">
                <a16:creationId xmlns:a16="http://schemas.microsoft.com/office/drawing/2014/main" id="{2A0B1DAC-41A0-92DE-615B-82D956A34529}"/>
              </a:ext>
            </a:extLst>
          </p:cNvPr>
          <p:cNvSpPr txBox="1">
            <a:spLocks noChangeArrowheads="1"/>
          </p:cNvSpPr>
          <p:nvPr/>
        </p:nvSpPr>
        <p:spPr bwMode="auto">
          <a:xfrm>
            <a:off x="2914650" y="18891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79887" name="Text Box 1060">
            <a:extLst>
              <a:ext uri="{FF2B5EF4-FFF2-40B4-BE49-F238E27FC236}">
                <a16:creationId xmlns:a16="http://schemas.microsoft.com/office/drawing/2014/main" id="{2C3E44C3-928C-600C-46C7-05A530310380}"/>
              </a:ext>
            </a:extLst>
          </p:cNvPr>
          <p:cNvSpPr txBox="1">
            <a:spLocks noChangeArrowheads="1"/>
          </p:cNvSpPr>
          <p:nvPr/>
        </p:nvSpPr>
        <p:spPr bwMode="auto">
          <a:xfrm>
            <a:off x="1238250" y="29416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88" name="Text Box 1061">
            <a:extLst>
              <a:ext uri="{FF2B5EF4-FFF2-40B4-BE49-F238E27FC236}">
                <a16:creationId xmlns:a16="http://schemas.microsoft.com/office/drawing/2014/main" id="{43D5CBBE-F736-B956-EE12-7A631F13F449}"/>
              </a:ext>
            </a:extLst>
          </p:cNvPr>
          <p:cNvSpPr txBox="1">
            <a:spLocks noChangeArrowheads="1"/>
          </p:cNvSpPr>
          <p:nvPr/>
        </p:nvSpPr>
        <p:spPr bwMode="auto">
          <a:xfrm>
            <a:off x="3670300" y="29416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89" name="Text Box 1062">
            <a:extLst>
              <a:ext uri="{FF2B5EF4-FFF2-40B4-BE49-F238E27FC236}">
                <a16:creationId xmlns:a16="http://schemas.microsoft.com/office/drawing/2014/main" id="{71F2924E-654B-915B-7ABE-1A474AF0A0EC}"/>
              </a:ext>
            </a:extLst>
          </p:cNvPr>
          <p:cNvSpPr txBox="1">
            <a:spLocks noChangeArrowheads="1"/>
          </p:cNvSpPr>
          <p:nvPr/>
        </p:nvSpPr>
        <p:spPr bwMode="auto">
          <a:xfrm>
            <a:off x="3365500" y="10509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90" name="Text Box 1063">
            <a:extLst>
              <a:ext uri="{FF2B5EF4-FFF2-40B4-BE49-F238E27FC236}">
                <a16:creationId xmlns:a16="http://schemas.microsoft.com/office/drawing/2014/main" id="{6F813705-151C-2DDE-6D56-F560D956C5FB}"/>
              </a:ext>
            </a:extLst>
          </p:cNvPr>
          <p:cNvSpPr txBox="1">
            <a:spLocks noChangeArrowheads="1"/>
          </p:cNvSpPr>
          <p:nvPr/>
        </p:nvSpPr>
        <p:spPr bwMode="auto">
          <a:xfrm>
            <a:off x="2095500" y="29559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891" name="Text Box 1064">
            <a:extLst>
              <a:ext uri="{FF2B5EF4-FFF2-40B4-BE49-F238E27FC236}">
                <a16:creationId xmlns:a16="http://schemas.microsoft.com/office/drawing/2014/main" id="{A2E88276-0A9E-8F4F-B823-E5BE482DDB99}"/>
              </a:ext>
            </a:extLst>
          </p:cNvPr>
          <p:cNvSpPr txBox="1">
            <a:spLocks noChangeArrowheads="1"/>
          </p:cNvSpPr>
          <p:nvPr/>
        </p:nvSpPr>
        <p:spPr bwMode="auto">
          <a:xfrm>
            <a:off x="4133850" y="21034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grpSp>
        <p:nvGrpSpPr>
          <p:cNvPr id="79892" name="Group 1065">
            <a:extLst>
              <a:ext uri="{FF2B5EF4-FFF2-40B4-BE49-F238E27FC236}">
                <a16:creationId xmlns:a16="http://schemas.microsoft.com/office/drawing/2014/main" id="{6045F3B7-02E3-4DC4-BB73-ECE073F2205B}"/>
              </a:ext>
            </a:extLst>
          </p:cNvPr>
          <p:cNvGrpSpPr>
            <a:grpSpLocks/>
          </p:cNvGrpSpPr>
          <p:nvPr/>
        </p:nvGrpSpPr>
        <p:grpSpPr bwMode="auto">
          <a:xfrm>
            <a:off x="5124450" y="1265238"/>
            <a:ext cx="1371600" cy="1752600"/>
            <a:chOff x="432" y="864"/>
            <a:chExt cx="864" cy="1104"/>
          </a:xfrm>
        </p:grpSpPr>
        <p:sp>
          <p:nvSpPr>
            <p:cNvPr id="79918" name="Line 1066">
              <a:extLst>
                <a:ext uri="{FF2B5EF4-FFF2-40B4-BE49-F238E27FC236}">
                  <a16:creationId xmlns:a16="http://schemas.microsoft.com/office/drawing/2014/main" id="{68498671-9F64-F7FC-C4C8-3FDB6FAAA4E5}"/>
                </a:ext>
              </a:extLst>
            </p:cNvPr>
            <p:cNvSpPr>
              <a:spLocks noChangeShapeType="1"/>
            </p:cNvSpPr>
            <p:nvPr/>
          </p:nvSpPr>
          <p:spPr bwMode="auto">
            <a:xfrm flipH="1">
              <a:off x="720" y="1440"/>
              <a:ext cx="240" cy="48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9" name="Line 1067">
              <a:extLst>
                <a:ext uri="{FF2B5EF4-FFF2-40B4-BE49-F238E27FC236}">
                  <a16:creationId xmlns:a16="http://schemas.microsoft.com/office/drawing/2014/main" id="{B20C3010-246F-42F4-8A75-9433BBCD19C2}"/>
                </a:ext>
              </a:extLst>
            </p:cNvPr>
            <p:cNvSpPr>
              <a:spLocks noChangeShapeType="1"/>
            </p:cNvSpPr>
            <p:nvPr/>
          </p:nvSpPr>
          <p:spPr bwMode="auto">
            <a:xfrm>
              <a:off x="768" y="1008"/>
              <a:ext cx="432" cy="81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0" name="Line 1068">
              <a:extLst>
                <a:ext uri="{FF2B5EF4-FFF2-40B4-BE49-F238E27FC236}">
                  <a16:creationId xmlns:a16="http://schemas.microsoft.com/office/drawing/2014/main" id="{FBE90131-F3E1-E585-A834-1DE5F957D516}"/>
                </a:ext>
              </a:extLst>
            </p:cNvPr>
            <p:cNvSpPr>
              <a:spLocks noChangeShapeType="1"/>
            </p:cNvSpPr>
            <p:nvPr/>
          </p:nvSpPr>
          <p:spPr bwMode="auto">
            <a:xfrm flipH="1">
              <a:off x="528" y="1008"/>
              <a:ext cx="144"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21" name="Oval 1069">
              <a:extLst>
                <a:ext uri="{FF2B5EF4-FFF2-40B4-BE49-F238E27FC236}">
                  <a16:creationId xmlns:a16="http://schemas.microsoft.com/office/drawing/2014/main" id="{DC9DCBD1-8E35-8D1B-8225-7042E6306FC5}"/>
                </a:ext>
              </a:extLst>
            </p:cNvPr>
            <p:cNvSpPr>
              <a:spLocks noChangeArrowheads="1"/>
            </p:cNvSpPr>
            <p:nvPr/>
          </p:nvSpPr>
          <p:spPr bwMode="auto">
            <a:xfrm>
              <a:off x="624" y="86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22" name="Rectangle 1070">
              <a:extLst>
                <a:ext uri="{FF2B5EF4-FFF2-40B4-BE49-F238E27FC236}">
                  <a16:creationId xmlns:a16="http://schemas.microsoft.com/office/drawing/2014/main" id="{0D491B38-855F-36D3-B1F2-34BD94471321}"/>
                </a:ext>
              </a:extLst>
            </p:cNvPr>
            <p:cNvSpPr>
              <a:spLocks noChangeArrowheads="1"/>
            </p:cNvSpPr>
            <p:nvPr/>
          </p:nvSpPr>
          <p:spPr bwMode="auto">
            <a:xfrm>
              <a:off x="432" y="129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23" name="Rectangle 1071">
              <a:extLst>
                <a:ext uri="{FF2B5EF4-FFF2-40B4-BE49-F238E27FC236}">
                  <a16:creationId xmlns:a16="http://schemas.microsoft.com/office/drawing/2014/main" id="{2C5B5C29-3777-C517-95EC-A089DF91506C}"/>
                </a:ext>
              </a:extLst>
            </p:cNvPr>
            <p:cNvSpPr>
              <a:spLocks noChangeArrowheads="1"/>
            </p:cNvSpPr>
            <p:nvPr/>
          </p:nvSpPr>
          <p:spPr bwMode="auto">
            <a:xfrm>
              <a:off x="115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24" name="Oval 1072">
              <a:extLst>
                <a:ext uri="{FF2B5EF4-FFF2-40B4-BE49-F238E27FC236}">
                  <a16:creationId xmlns:a16="http://schemas.microsoft.com/office/drawing/2014/main" id="{88D3DC1E-1A42-140F-339F-CBAD5BE386BB}"/>
                </a:ext>
              </a:extLst>
            </p:cNvPr>
            <p:cNvSpPr>
              <a:spLocks noChangeArrowheads="1"/>
            </p:cNvSpPr>
            <p:nvPr/>
          </p:nvSpPr>
          <p:spPr bwMode="auto">
            <a:xfrm>
              <a:off x="864" y="1296"/>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25" name="Rectangle 1073">
              <a:extLst>
                <a:ext uri="{FF2B5EF4-FFF2-40B4-BE49-F238E27FC236}">
                  <a16:creationId xmlns:a16="http://schemas.microsoft.com/office/drawing/2014/main" id="{1C651F50-CAB7-A389-7C0B-3AD2C4206505}"/>
                </a:ext>
              </a:extLst>
            </p:cNvPr>
            <p:cNvSpPr>
              <a:spLocks noChangeArrowheads="1"/>
            </p:cNvSpPr>
            <p:nvPr/>
          </p:nvSpPr>
          <p:spPr bwMode="auto">
            <a:xfrm>
              <a:off x="67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grpSp>
        <p:nvGrpSpPr>
          <p:cNvPr id="79893" name="Group 1074">
            <a:extLst>
              <a:ext uri="{FF2B5EF4-FFF2-40B4-BE49-F238E27FC236}">
                <a16:creationId xmlns:a16="http://schemas.microsoft.com/office/drawing/2014/main" id="{33154E67-7D0C-11DA-352C-4FC1AC513723}"/>
              </a:ext>
            </a:extLst>
          </p:cNvPr>
          <p:cNvGrpSpPr>
            <a:grpSpLocks/>
          </p:cNvGrpSpPr>
          <p:nvPr/>
        </p:nvGrpSpPr>
        <p:grpSpPr bwMode="auto">
          <a:xfrm flipH="1">
            <a:off x="7181850" y="1265238"/>
            <a:ext cx="1371600" cy="1752600"/>
            <a:chOff x="432" y="864"/>
            <a:chExt cx="864" cy="1104"/>
          </a:xfrm>
        </p:grpSpPr>
        <p:sp>
          <p:nvSpPr>
            <p:cNvPr id="79910" name="Line 1075">
              <a:extLst>
                <a:ext uri="{FF2B5EF4-FFF2-40B4-BE49-F238E27FC236}">
                  <a16:creationId xmlns:a16="http://schemas.microsoft.com/office/drawing/2014/main" id="{3621BDD7-ADC1-976D-CF5F-A706D1E4BCD7}"/>
                </a:ext>
              </a:extLst>
            </p:cNvPr>
            <p:cNvSpPr>
              <a:spLocks noChangeShapeType="1"/>
            </p:cNvSpPr>
            <p:nvPr/>
          </p:nvSpPr>
          <p:spPr bwMode="auto">
            <a:xfrm flipH="1">
              <a:off x="720" y="1440"/>
              <a:ext cx="240" cy="48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1076">
              <a:extLst>
                <a:ext uri="{FF2B5EF4-FFF2-40B4-BE49-F238E27FC236}">
                  <a16:creationId xmlns:a16="http://schemas.microsoft.com/office/drawing/2014/main" id="{1D4C66FD-9A37-2427-5728-1212042BB2A8}"/>
                </a:ext>
              </a:extLst>
            </p:cNvPr>
            <p:cNvSpPr>
              <a:spLocks noChangeShapeType="1"/>
            </p:cNvSpPr>
            <p:nvPr/>
          </p:nvSpPr>
          <p:spPr bwMode="auto">
            <a:xfrm>
              <a:off x="768" y="1008"/>
              <a:ext cx="432" cy="81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1077">
              <a:extLst>
                <a:ext uri="{FF2B5EF4-FFF2-40B4-BE49-F238E27FC236}">
                  <a16:creationId xmlns:a16="http://schemas.microsoft.com/office/drawing/2014/main" id="{C7B14688-7FEF-B719-ADB6-F0BB463A64E7}"/>
                </a:ext>
              </a:extLst>
            </p:cNvPr>
            <p:cNvSpPr>
              <a:spLocks noChangeShapeType="1"/>
            </p:cNvSpPr>
            <p:nvPr/>
          </p:nvSpPr>
          <p:spPr bwMode="auto">
            <a:xfrm flipH="1">
              <a:off x="528" y="1008"/>
              <a:ext cx="144"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3" name="Oval 1078">
              <a:extLst>
                <a:ext uri="{FF2B5EF4-FFF2-40B4-BE49-F238E27FC236}">
                  <a16:creationId xmlns:a16="http://schemas.microsoft.com/office/drawing/2014/main" id="{4697CE37-FCE7-3F1A-B308-E32F0A625640}"/>
                </a:ext>
              </a:extLst>
            </p:cNvPr>
            <p:cNvSpPr>
              <a:spLocks noChangeArrowheads="1"/>
            </p:cNvSpPr>
            <p:nvPr/>
          </p:nvSpPr>
          <p:spPr bwMode="auto">
            <a:xfrm>
              <a:off x="624" y="86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14" name="Rectangle 1079">
              <a:extLst>
                <a:ext uri="{FF2B5EF4-FFF2-40B4-BE49-F238E27FC236}">
                  <a16:creationId xmlns:a16="http://schemas.microsoft.com/office/drawing/2014/main" id="{6E831F20-DB56-67E0-9BEA-28B7C4B9BA9C}"/>
                </a:ext>
              </a:extLst>
            </p:cNvPr>
            <p:cNvSpPr>
              <a:spLocks noChangeArrowheads="1"/>
            </p:cNvSpPr>
            <p:nvPr/>
          </p:nvSpPr>
          <p:spPr bwMode="auto">
            <a:xfrm>
              <a:off x="432" y="129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15" name="Rectangle 1080">
              <a:extLst>
                <a:ext uri="{FF2B5EF4-FFF2-40B4-BE49-F238E27FC236}">
                  <a16:creationId xmlns:a16="http://schemas.microsoft.com/office/drawing/2014/main" id="{4E997F5B-5FE6-C216-01F6-5F6A38A74E48}"/>
                </a:ext>
              </a:extLst>
            </p:cNvPr>
            <p:cNvSpPr>
              <a:spLocks noChangeArrowheads="1"/>
            </p:cNvSpPr>
            <p:nvPr/>
          </p:nvSpPr>
          <p:spPr bwMode="auto">
            <a:xfrm>
              <a:off x="115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16" name="Oval 1081">
              <a:extLst>
                <a:ext uri="{FF2B5EF4-FFF2-40B4-BE49-F238E27FC236}">
                  <a16:creationId xmlns:a16="http://schemas.microsoft.com/office/drawing/2014/main" id="{48D72853-F0FE-B44C-2A39-A2E4FCB5F6A3}"/>
                </a:ext>
              </a:extLst>
            </p:cNvPr>
            <p:cNvSpPr>
              <a:spLocks noChangeArrowheads="1"/>
            </p:cNvSpPr>
            <p:nvPr/>
          </p:nvSpPr>
          <p:spPr bwMode="auto">
            <a:xfrm>
              <a:off x="864" y="1296"/>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79917" name="Rectangle 1082">
              <a:extLst>
                <a:ext uri="{FF2B5EF4-FFF2-40B4-BE49-F238E27FC236}">
                  <a16:creationId xmlns:a16="http://schemas.microsoft.com/office/drawing/2014/main" id="{1EF89AC1-4FCD-A1DC-B5EC-2AD0DD4DD74C}"/>
                </a:ext>
              </a:extLst>
            </p:cNvPr>
            <p:cNvSpPr>
              <a:spLocks noChangeArrowheads="1"/>
            </p:cNvSpPr>
            <p:nvPr/>
          </p:nvSpPr>
          <p:spPr bwMode="auto">
            <a:xfrm>
              <a:off x="67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79894" name="Text Box 1083">
            <a:extLst>
              <a:ext uri="{FF2B5EF4-FFF2-40B4-BE49-F238E27FC236}">
                <a16:creationId xmlns:a16="http://schemas.microsoft.com/office/drawing/2014/main" id="{9D6DF35D-A8B9-DF70-D157-DF2DE34831C3}"/>
              </a:ext>
            </a:extLst>
          </p:cNvPr>
          <p:cNvSpPr txBox="1">
            <a:spLocks noChangeArrowheads="1"/>
          </p:cNvSpPr>
          <p:nvPr/>
        </p:nvSpPr>
        <p:spPr bwMode="auto">
          <a:xfrm>
            <a:off x="5867400" y="149383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79895" name="Text Box 1084">
            <a:extLst>
              <a:ext uri="{FF2B5EF4-FFF2-40B4-BE49-F238E27FC236}">
                <a16:creationId xmlns:a16="http://schemas.microsoft.com/office/drawing/2014/main" id="{4387AD43-138A-212A-5FB8-B3C933B5DDD0}"/>
              </a:ext>
            </a:extLst>
          </p:cNvPr>
          <p:cNvSpPr txBox="1">
            <a:spLocks noChangeArrowheads="1"/>
          </p:cNvSpPr>
          <p:nvPr/>
        </p:nvSpPr>
        <p:spPr bwMode="auto">
          <a:xfrm>
            <a:off x="5410200" y="80803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79896" name="Text Box 1085">
            <a:extLst>
              <a:ext uri="{FF2B5EF4-FFF2-40B4-BE49-F238E27FC236}">
                <a16:creationId xmlns:a16="http://schemas.microsoft.com/office/drawing/2014/main" id="{BD9454C1-99BE-F2CE-6FB5-03486AF74795}"/>
              </a:ext>
            </a:extLst>
          </p:cNvPr>
          <p:cNvSpPr txBox="1">
            <a:spLocks noChangeArrowheads="1"/>
          </p:cNvSpPr>
          <p:nvPr/>
        </p:nvSpPr>
        <p:spPr bwMode="auto">
          <a:xfrm>
            <a:off x="7080250" y="18748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97" name="Text Box 1086">
            <a:extLst>
              <a:ext uri="{FF2B5EF4-FFF2-40B4-BE49-F238E27FC236}">
                <a16:creationId xmlns:a16="http://schemas.microsoft.com/office/drawing/2014/main" id="{DF466716-D917-5EA4-2135-4E24B8930AC8}"/>
              </a:ext>
            </a:extLst>
          </p:cNvPr>
          <p:cNvSpPr txBox="1">
            <a:spLocks noChangeArrowheads="1"/>
          </p:cNvSpPr>
          <p:nvPr/>
        </p:nvSpPr>
        <p:spPr bwMode="auto">
          <a:xfrm>
            <a:off x="8248650" y="21034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898" name="Text Box 1087">
            <a:extLst>
              <a:ext uri="{FF2B5EF4-FFF2-40B4-BE49-F238E27FC236}">
                <a16:creationId xmlns:a16="http://schemas.microsoft.com/office/drawing/2014/main" id="{475B071C-0A8C-E615-9ABD-376B5A7B973D}"/>
              </a:ext>
            </a:extLst>
          </p:cNvPr>
          <p:cNvSpPr txBox="1">
            <a:spLocks noChangeArrowheads="1"/>
          </p:cNvSpPr>
          <p:nvPr/>
        </p:nvSpPr>
        <p:spPr bwMode="auto">
          <a:xfrm>
            <a:off x="7010400" y="29559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899" name="Text Box 1088">
            <a:extLst>
              <a:ext uri="{FF2B5EF4-FFF2-40B4-BE49-F238E27FC236}">
                <a16:creationId xmlns:a16="http://schemas.microsoft.com/office/drawing/2014/main" id="{3D5E29E6-C5E9-70FA-179E-07454A0EE404}"/>
              </a:ext>
            </a:extLst>
          </p:cNvPr>
          <p:cNvSpPr txBox="1">
            <a:spLocks noChangeArrowheads="1"/>
          </p:cNvSpPr>
          <p:nvPr/>
        </p:nvSpPr>
        <p:spPr bwMode="auto">
          <a:xfrm>
            <a:off x="4953000" y="21034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00" name="Text Box 1089">
            <a:extLst>
              <a:ext uri="{FF2B5EF4-FFF2-40B4-BE49-F238E27FC236}">
                <a16:creationId xmlns:a16="http://schemas.microsoft.com/office/drawing/2014/main" id="{22CBF111-5F24-1B0C-AD6A-08BD6DBFF528}"/>
              </a:ext>
            </a:extLst>
          </p:cNvPr>
          <p:cNvSpPr txBox="1">
            <a:spLocks noChangeArrowheads="1"/>
          </p:cNvSpPr>
          <p:nvPr/>
        </p:nvSpPr>
        <p:spPr bwMode="auto">
          <a:xfrm>
            <a:off x="5715000" y="111283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79901" name="Text Box 1090">
            <a:extLst>
              <a:ext uri="{FF2B5EF4-FFF2-40B4-BE49-F238E27FC236}">
                <a16:creationId xmlns:a16="http://schemas.microsoft.com/office/drawing/2014/main" id="{A41875C3-BD88-230D-1B68-C41B5B833DB1}"/>
              </a:ext>
            </a:extLst>
          </p:cNvPr>
          <p:cNvSpPr txBox="1">
            <a:spLocks noChangeArrowheads="1"/>
          </p:cNvSpPr>
          <p:nvPr/>
        </p:nvSpPr>
        <p:spPr bwMode="auto">
          <a:xfrm>
            <a:off x="7867650" y="29559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902" name="Text Box 1091">
            <a:extLst>
              <a:ext uri="{FF2B5EF4-FFF2-40B4-BE49-F238E27FC236}">
                <a16:creationId xmlns:a16="http://schemas.microsoft.com/office/drawing/2014/main" id="{B3736C11-2AD8-869E-91E7-679EC44C2E1E}"/>
              </a:ext>
            </a:extLst>
          </p:cNvPr>
          <p:cNvSpPr txBox="1">
            <a:spLocks noChangeArrowheads="1"/>
          </p:cNvSpPr>
          <p:nvPr/>
        </p:nvSpPr>
        <p:spPr bwMode="auto">
          <a:xfrm>
            <a:off x="5429250" y="29559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903" name="Text Box 1092">
            <a:extLst>
              <a:ext uri="{FF2B5EF4-FFF2-40B4-BE49-F238E27FC236}">
                <a16:creationId xmlns:a16="http://schemas.microsoft.com/office/drawing/2014/main" id="{11749C52-8293-1471-713F-0F5F0478B5BE}"/>
              </a:ext>
            </a:extLst>
          </p:cNvPr>
          <p:cNvSpPr txBox="1">
            <a:spLocks noChangeArrowheads="1"/>
          </p:cNvSpPr>
          <p:nvPr/>
        </p:nvSpPr>
        <p:spPr bwMode="auto">
          <a:xfrm>
            <a:off x="6191250" y="295592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904" name="Text Box 1093">
            <a:extLst>
              <a:ext uri="{FF2B5EF4-FFF2-40B4-BE49-F238E27FC236}">
                <a16:creationId xmlns:a16="http://schemas.microsoft.com/office/drawing/2014/main" id="{4A409D05-9DDD-2B3C-4784-DB79DF5421FF}"/>
              </a:ext>
            </a:extLst>
          </p:cNvPr>
          <p:cNvSpPr txBox="1">
            <a:spLocks noChangeArrowheads="1"/>
          </p:cNvSpPr>
          <p:nvPr/>
        </p:nvSpPr>
        <p:spPr bwMode="auto">
          <a:xfrm>
            <a:off x="6115050" y="18748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905" name="Text Box 1094">
            <a:extLst>
              <a:ext uri="{FF2B5EF4-FFF2-40B4-BE49-F238E27FC236}">
                <a16:creationId xmlns:a16="http://schemas.microsoft.com/office/drawing/2014/main" id="{002E67A6-9E73-B242-23E7-1FBD4FF5A9CD}"/>
              </a:ext>
            </a:extLst>
          </p:cNvPr>
          <p:cNvSpPr txBox="1">
            <a:spLocks noChangeArrowheads="1"/>
          </p:cNvSpPr>
          <p:nvPr/>
        </p:nvSpPr>
        <p:spPr bwMode="auto">
          <a:xfrm>
            <a:off x="7620000" y="11890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79906" name="Text Box 1095">
            <a:extLst>
              <a:ext uri="{FF2B5EF4-FFF2-40B4-BE49-F238E27FC236}">
                <a16:creationId xmlns:a16="http://schemas.microsoft.com/office/drawing/2014/main" id="{2419BE12-7413-1B2F-7993-ABA1A5EBB7D5}"/>
              </a:ext>
            </a:extLst>
          </p:cNvPr>
          <p:cNvSpPr txBox="1">
            <a:spLocks noChangeArrowheads="1"/>
          </p:cNvSpPr>
          <p:nvPr/>
        </p:nvSpPr>
        <p:spPr bwMode="auto">
          <a:xfrm>
            <a:off x="7848600" y="808038"/>
            <a:ext cx="481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79907" name="Text Box 1096">
            <a:extLst>
              <a:ext uri="{FF2B5EF4-FFF2-40B4-BE49-F238E27FC236}">
                <a16:creationId xmlns:a16="http://schemas.microsoft.com/office/drawing/2014/main" id="{968A10D4-C668-7FFB-3F1E-96BDA69C93A3}"/>
              </a:ext>
            </a:extLst>
          </p:cNvPr>
          <p:cNvSpPr txBox="1">
            <a:spLocks noChangeArrowheads="1"/>
          </p:cNvSpPr>
          <p:nvPr/>
        </p:nvSpPr>
        <p:spPr bwMode="auto">
          <a:xfrm>
            <a:off x="7391400" y="1493838"/>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79908" name="Text Box 1097">
            <a:extLst>
              <a:ext uri="{FF2B5EF4-FFF2-40B4-BE49-F238E27FC236}">
                <a16:creationId xmlns:a16="http://schemas.microsoft.com/office/drawing/2014/main" id="{08CA38FF-FCE6-B29D-0A29-4F5D24186575}"/>
              </a:ext>
            </a:extLst>
          </p:cNvPr>
          <p:cNvSpPr txBox="1">
            <a:spLocks noChangeArrowheads="1"/>
          </p:cNvSpPr>
          <p:nvPr/>
        </p:nvSpPr>
        <p:spPr bwMode="auto">
          <a:xfrm>
            <a:off x="1793875" y="3322638"/>
            <a:ext cx="5699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latin typeface="Times New Roman" panose="02020603050405020304" pitchFamily="18" charset="0"/>
                <a:ea typeface="宋体" panose="02010600030101010101" pitchFamily="2" charset="-122"/>
              </a:rPr>
              <a:t>T[0][2]                                      T[1][3]</a:t>
            </a:r>
            <a:endParaRPr kumimoji="1" lang="en-US" altLang="zh-CN" sz="2400">
              <a:latin typeface="Times New Roman" panose="02020603050405020304" pitchFamily="18" charset="0"/>
              <a:ea typeface="宋体" panose="02010600030101010101" pitchFamily="2" charset="-122"/>
            </a:endParaRPr>
          </a:p>
        </p:txBody>
      </p:sp>
      <p:sp>
        <p:nvSpPr>
          <p:cNvPr id="79909" name="Line 1098">
            <a:extLst>
              <a:ext uri="{FF2B5EF4-FFF2-40B4-BE49-F238E27FC236}">
                <a16:creationId xmlns:a16="http://schemas.microsoft.com/office/drawing/2014/main" id="{023AD5F0-A7A7-DD32-CFDF-244BDDAEE2D0}"/>
              </a:ext>
            </a:extLst>
          </p:cNvPr>
          <p:cNvSpPr>
            <a:spLocks noChangeShapeType="1"/>
          </p:cNvSpPr>
          <p:nvPr/>
        </p:nvSpPr>
        <p:spPr bwMode="auto">
          <a:xfrm>
            <a:off x="4800600" y="914400"/>
            <a:ext cx="0" cy="5105400"/>
          </a:xfrm>
          <a:prstGeom prst="line">
            <a:avLst/>
          </a:prstGeom>
          <a:noFill/>
          <a:ln w="38100" cap="rnd" cmpd="dbl">
            <a:solidFill>
              <a:srgbClr val="0033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396FAEEE-BCA5-DB5C-BC3F-D291BF3E9236}"/>
              </a:ext>
            </a:extLst>
          </p:cNvPr>
          <p:cNvSpPr>
            <a:spLocks noGrp="1"/>
          </p:cNvSpPr>
          <p:nvPr>
            <p:ph type="sldNum" sz="quarter" idx="12"/>
          </p:nvPr>
        </p:nvSpPr>
        <p:spPr/>
        <p:txBody>
          <a:bodyPr/>
          <a:lstStyle/>
          <a:p>
            <a:pPr>
              <a:defRPr/>
            </a:pPr>
            <a:fld id="{A5CDC942-AD50-4CB1-AAEC-9B389C2C8E01}" type="slidenum">
              <a:rPr lang="en-US" altLang="zh-CN" smtClean="0"/>
              <a:pPr>
                <a:defRPr/>
              </a:pPr>
              <a:t>64</a:t>
            </a:fld>
            <a:endParaRPr lang="en-US" altLang="zh-CN"/>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5" name="Text Box 1027">
            <a:extLst>
              <a:ext uri="{FF2B5EF4-FFF2-40B4-BE49-F238E27FC236}">
                <a16:creationId xmlns:a16="http://schemas.microsoft.com/office/drawing/2014/main" id="{103CB5AD-E780-BE6D-9A51-5E0544443556}"/>
              </a:ext>
            </a:extLst>
          </p:cNvPr>
          <p:cNvSpPr txBox="1">
            <a:spLocks noChangeArrowheads="1"/>
          </p:cNvSpPr>
          <p:nvPr/>
        </p:nvSpPr>
        <p:spPr bwMode="auto">
          <a:xfrm>
            <a:off x="266700" y="228600"/>
            <a:ext cx="1943100" cy="579438"/>
          </a:xfrm>
          <a:prstGeom prst="rect">
            <a:avLst/>
          </a:prstGeom>
          <a:noFill/>
          <a:ln w="9525">
            <a:noFill/>
            <a:miter lim="800000"/>
            <a:headEnd/>
            <a:tailEnd/>
          </a:ln>
          <a:effectLst/>
        </p:spPr>
        <p:txBody>
          <a:bodyPr>
            <a:spAutoFit/>
          </a:bodyPr>
          <a:lstStyle/>
          <a:p>
            <a:pPr>
              <a:defRPr/>
            </a:pPr>
            <a:r>
              <a:rPr lang="zh-CN" altLang="en-US" sz="3200" b="1" u="sng">
                <a:solidFill>
                  <a:srgbClr val="003300"/>
                </a:solidFill>
                <a:effectLst>
                  <a:outerShdw blurRad="38100" dist="38100" dir="2700000" algn="tl">
                    <a:srgbClr val="C0C0C0"/>
                  </a:outerShdw>
                </a:effectLst>
                <a:latin typeface="Times New Roman" charset="0"/>
                <a:ea typeface="仿宋_GB2312" pitchFamily="49" charset="-122"/>
              </a:rPr>
              <a:t>第三步</a:t>
            </a:r>
            <a:endParaRPr lang="zh-CN" altLang="en-US" sz="2000">
              <a:latin typeface="Times New Roman" charset="0"/>
            </a:endParaRPr>
          </a:p>
        </p:txBody>
      </p:sp>
      <p:sp>
        <p:nvSpPr>
          <p:cNvPr id="80899" name="Text Box 1028">
            <a:extLst>
              <a:ext uri="{FF2B5EF4-FFF2-40B4-BE49-F238E27FC236}">
                <a16:creationId xmlns:a16="http://schemas.microsoft.com/office/drawing/2014/main" id="{69470243-21BD-EFE7-1F5F-63DAE7885B66}"/>
              </a:ext>
            </a:extLst>
          </p:cNvPr>
          <p:cNvSpPr txBox="1">
            <a:spLocks noChangeArrowheads="1"/>
          </p:cNvSpPr>
          <p:nvPr/>
        </p:nvSpPr>
        <p:spPr bwMode="auto">
          <a:xfrm>
            <a:off x="152400" y="4267200"/>
            <a:ext cx="82296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000" i="1">
                <a:latin typeface="Times New Roman" panose="02020603050405020304" pitchFamily="18" charset="0"/>
                <a:ea typeface="宋体" panose="02010600030101010101" pitchFamily="2" charset="-122"/>
              </a:rPr>
              <a:t>       </a:t>
            </a:r>
            <a:r>
              <a:rPr kumimoji="1" lang="en-US" altLang="zh-CN" sz="2800" b="1">
                <a:latin typeface="Times New Roman" panose="02020603050405020304" pitchFamily="18" charset="0"/>
                <a:ea typeface="楷体_GB2312" pitchFamily="49" charset="-122"/>
              </a:rPr>
              <a:t>C	     </a:t>
            </a:r>
            <a:r>
              <a:rPr kumimoji="1" lang="en-US" altLang="zh-CN" sz="2800" b="1">
                <a:solidFill>
                  <a:srgbClr val="CC3300"/>
                </a:solidFill>
                <a:latin typeface="Times New Roman" panose="02020603050405020304" pitchFamily="18" charset="0"/>
                <a:ea typeface="楷体_GB2312" pitchFamily="49" charset="-122"/>
              </a:rPr>
              <a:t>150</a:t>
            </a:r>
            <a:r>
              <a:rPr kumimoji="1" lang="en-US" altLang="zh-CN" sz="2800" b="1">
                <a:latin typeface="Times New Roman" panose="02020603050405020304" pitchFamily="18" charset="0"/>
                <a:ea typeface="楷体_GB2312" pitchFamily="49" charset="-122"/>
              </a:rPr>
              <a:t>	                190	                  215</a:t>
            </a:r>
          </a:p>
          <a:p>
            <a:pPr eaLnBrk="1" hangingPunct="1">
              <a:lnSpc>
                <a:spcPct val="100000"/>
              </a:lnSpc>
              <a:spcBef>
                <a:spcPct val="0"/>
              </a:spcBef>
              <a:buFontTx/>
              <a:buNone/>
            </a:pPr>
            <a:r>
              <a:rPr kumimoji="1" lang="en-US" altLang="zh-CN" sz="2800" b="1">
                <a:latin typeface="Times New Roman" panose="02020603050405020304" pitchFamily="18" charset="0"/>
                <a:ea typeface="楷体_GB2312" pitchFamily="49" charset="-122"/>
              </a:rPr>
              <a:t>     W	     </a:t>
            </a:r>
            <a:r>
              <a:rPr kumimoji="1" lang="en-US" altLang="zh-CN" sz="2800" b="1">
                <a:solidFill>
                  <a:srgbClr val="CC3300"/>
                </a:solidFill>
                <a:latin typeface="Times New Roman" panose="02020603050405020304" pitchFamily="18" charset="0"/>
                <a:ea typeface="楷体_GB2312" pitchFamily="49" charset="-122"/>
              </a:rPr>
              <a:t>100</a:t>
            </a:r>
            <a:r>
              <a:rPr kumimoji="1" lang="en-US" altLang="zh-CN" sz="2800" b="1">
                <a:latin typeface="Times New Roman" panose="02020603050405020304" pitchFamily="18" charset="0"/>
                <a:ea typeface="楷体_GB2312" pitchFamily="49" charset="-122"/>
              </a:rPr>
              <a:t>	                100	                  100</a:t>
            </a:r>
          </a:p>
          <a:p>
            <a:pPr eaLnBrk="1" hangingPunct="1">
              <a:lnSpc>
                <a:spcPct val="100000"/>
              </a:lnSpc>
              <a:spcBef>
                <a:spcPct val="0"/>
              </a:spcBef>
              <a:buFontTx/>
              <a:buNone/>
            </a:pPr>
            <a:r>
              <a:rPr kumimoji="1" lang="en-US" altLang="zh-CN" sz="2800" b="1">
                <a:latin typeface="Times New Roman" panose="02020603050405020304" pitchFamily="18" charset="0"/>
                <a:ea typeface="楷体_GB2312" pitchFamily="49" charset="-122"/>
              </a:rPr>
              <a:t>     R	</a:t>
            </a:r>
            <a:r>
              <a:rPr kumimoji="1" lang="en-US" altLang="zh-CN" sz="2800" b="1" i="1">
                <a:latin typeface="Times New Roman" panose="02020603050405020304" pitchFamily="18" charset="0"/>
                <a:ea typeface="楷体_GB2312" pitchFamily="49" charset="-122"/>
              </a:rPr>
              <a:t>         </a:t>
            </a:r>
            <a:r>
              <a:rPr kumimoji="1" lang="en-US" altLang="zh-CN" sz="2800" b="1">
                <a:solidFill>
                  <a:srgbClr val="0000FF"/>
                </a:solidFill>
                <a:latin typeface="Times New Roman" panose="02020603050405020304" pitchFamily="18" charset="0"/>
                <a:ea typeface="楷体_GB2312" pitchFamily="49" charset="-122"/>
              </a:rPr>
              <a:t>1</a:t>
            </a:r>
            <a:r>
              <a:rPr kumimoji="1" lang="en-US" altLang="zh-CN" sz="2800" b="1">
                <a:latin typeface="Times New Roman" panose="02020603050405020304" pitchFamily="18" charset="0"/>
                <a:ea typeface="楷体_GB2312" pitchFamily="49" charset="-122"/>
              </a:rPr>
              <a:t>	                    2	                      3</a:t>
            </a:r>
          </a:p>
          <a:p>
            <a:pPr eaLnBrk="1" hangingPunct="1">
              <a:lnSpc>
                <a:spcPct val="100000"/>
              </a:lnSpc>
              <a:spcBef>
                <a:spcPct val="0"/>
              </a:spcBef>
              <a:buFontTx/>
              <a:buNone/>
            </a:pPr>
            <a:r>
              <a:rPr kumimoji="1" lang="zh-CN" altLang="en-US" sz="2800" b="1">
                <a:latin typeface="Times New Roman" panose="02020603050405020304" pitchFamily="18" charset="0"/>
                <a:ea typeface="仿宋_GB2312" pitchFamily="49" charset="-122"/>
              </a:rPr>
              <a:t>左子树  </a:t>
            </a:r>
            <a:r>
              <a:rPr kumimoji="1" lang="en-US" altLang="zh-CN" sz="2800" b="1">
                <a:solidFill>
                  <a:srgbClr val="CC3300"/>
                </a:solidFill>
                <a:latin typeface="Times New Roman" panose="02020603050405020304" pitchFamily="18" charset="0"/>
                <a:ea typeface="仿宋_GB2312" pitchFamily="49" charset="-122"/>
              </a:rPr>
              <a:t>T[0][0]</a:t>
            </a:r>
            <a:r>
              <a:rPr kumimoji="1" lang="en-US" altLang="zh-CN" sz="2800" b="1">
                <a:latin typeface="Times New Roman" panose="02020603050405020304" pitchFamily="18" charset="0"/>
                <a:ea typeface="仿宋_GB2312" pitchFamily="49" charset="-122"/>
              </a:rPr>
              <a:t>	             T[0][1]	                T[0][2]</a:t>
            </a:r>
          </a:p>
          <a:p>
            <a:pPr eaLnBrk="1" hangingPunct="1">
              <a:lnSpc>
                <a:spcPct val="100000"/>
              </a:lnSpc>
              <a:spcBef>
                <a:spcPct val="0"/>
              </a:spcBef>
              <a:buFontTx/>
              <a:buNone/>
            </a:pPr>
            <a:r>
              <a:rPr kumimoji="1" lang="zh-CN" altLang="en-US" sz="2800" b="1">
                <a:latin typeface="Times New Roman" panose="02020603050405020304" pitchFamily="18" charset="0"/>
                <a:ea typeface="仿宋_GB2312" pitchFamily="49" charset="-122"/>
              </a:rPr>
              <a:t>右子树</a:t>
            </a:r>
            <a:r>
              <a:rPr kumimoji="1" lang="zh-CN" altLang="en-US" sz="2800" b="1">
                <a:latin typeface="Times New Roman" panose="02020603050405020304" pitchFamily="18" charset="0"/>
                <a:ea typeface="楷体_GB2312" pitchFamily="49" charset="-122"/>
              </a:rPr>
              <a:t>  </a:t>
            </a:r>
            <a:r>
              <a:rPr kumimoji="1" lang="en-US" altLang="zh-CN" sz="2800" b="1">
                <a:solidFill>
                  <a:srgbClr val="CC3300"/>
                </a:solidFill>
                <a:latin typeface="Times New Roman" panose="02020603050405020304" pitchFamily="18" charset="0"/>
                <a:ea typeface="楷体_GB2312" pitchFamily="49" charset="-122"/>
              </a:rPr>
              <a:t>T[1][3]</a:t>
            </a:r>
            <a:r>
              <a:rPr kumimoji="1" lang="en-US" altLang="zh-CN" sz="2800" b="1">
                <a:latin typeface="Times New Roman" panose="02020603050405020304" pitchFamily="18" charset="0"/>
                <a:ea typeface="楷体_GB2312" pitchFamily="49" charset="-122"/>
              </a:rPr>
              <a:t>	             T[2][3]	                T[3][3]</a:t>
            </a:r>
            <a:endParaRPr kumimoji="1" lang="en-US" altLang="zh-CN" sz="2000">
              <a:latin typeface="Times New Roman" panose="02020603050405020304" pitchFamily="18" charset="0"/>
              <a:ea typeface="宋体" panose="02010600030101010101" pitchFamily="2" charset="-122"/>
            </a:endParaRPr>
          </a:p>
        </p:txBody>
      </p:sp>
      <p:sp>
        <p:nvSpPr>
          <p:cNvPr id="80900" name="Text Box 1029">
            <a:extLst>
              <a:ext uri="{FF2B5EF4-FFF2-40B4-BE49-F238E27FC236}">
                <a16:creationId xmlns:a16="http://schemas.microsoft.com/office/drawing/2014/main" id="{5A2DAFAD-C87F-2936-7BCF-AFD4E4D3F0AA}"/>
              </a:ext>
            </a:extLst>
          </p:cNvPr>
          <p:cNvSpPr txBox="1">
            <a:spLocks noChangeArrowheads="1"/>
          </p:cNvSpPr>
          <p:nvPr/>
        </p:nvSpPr>
        <p:spPr bwMode="auto">
          <a:xfrm>
            <a:off x="1549400" y="1050925"/>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80901" name="Text Box 1030">
            <a:extLst>
              <a:ext uri="{FF2B5EF4-FFF2-40B4-BE49-F238E27FC236}">
                <a16:creationId xmlns:a16="http://schemas.microsoft.com/office/drawing/2014/main" id="{5EB21652-8CED-BC20-DF66-51E3B2FF4CC6}"/>
              </a:ext>
            </a:extLst>
          </p:cNvPr>
          <p:cNvSpPr txBox="1">
            <a:spLocks noChangeArrowheads="1"/>
          </p:cNvSpPr>
          <p:nvPr/>
        </p:nvSpPr>
        <p:spPr bwMode="auto">
          <a:xfrm>
            <a:off x="78105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80902" name="Text Box 1031">
            <a:extLst>
              <a:ext uri="{FF2B5EF4-FFF2-40B4-BE49-F238E27FC236}">
                <a16:creationId xmlns:a16="http://schemas.microsoft.com/office/drawing/2014/main" id="{B766534B-7BC1-34F0-A972-E31252DBAB38}"/>
              </a:ext>
            </a:extLst>
          </p:cNvPr>
          <p:cNvSpPr txBox="1">
            <a:spLocks noChangeArrowheads="1"/>
          </p:cNvSpPr>
          <p:nvPr/>
        </p:nvSpPr>
        <p:spPr bwMode="auto">
          <a:xfrm>
            <a:off x="1917700" y="1690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03" name="Text Box 1032">
            <a:extLst>
              <a:ext uri="{FF2B5EF4-FFF2-40B4-BE49-F238E27FC236}">
                <a16:creationId xmlns:a16="http://schemas.microsoft.com/office/drawing/2014/main" id="{492A5941-CA8C-159E-2BEF-8C5DB731A6EC}"/>
              </a:ext>
            </a:extLst>
          </p:cNvPr>
          <p:cNvSpPr txBox="1">
            <a:spLocks noChangeArrowheads="1"/>
          </p:cNvSpPr>
          <p:nvPr/>
        </p:nvSpPr>
        <p:spPr bwMode="auto">
          <a:xfrm>
            <a:off x="1211263" y="746125"/>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80904" name="Text Box 1042">
            <a:extLst>
              <a:ext uri="{FF2B5EF4-FFF2-40B4-BE49-F238E27FC236}">
                <a16:creationId xmlns:a16="http://schemas.microsoft.com/office/drawing/2014/main" id="{A58C97A4-6711-6957-50E5-E0BF4558BBCB}"/>
              </a:ext>
            </a:extLst>
          </p:cNvPr>
          <p:cNvSpPr txBox="1">
            <a:spLocks noChangeArrowheads="1"/>
          </p:cNvSpPr>
          <p:nvPr/>
        </p:nvSpPr>
        <p:spPr bwMode="auto">
          <a:xfrm>
            <a:off x="1695450" y="1400175"/>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80905" name="Text Box 1043">
            <a:extLst>
              <a:ext uri="{FF2B5EF4-FFF2-40B4-BE49-F238E27FC236}">
                <a16:creationId xmlns:a16="http://schemas.microsoft.com/office/drawing/2014/main" id="{416ED9F9-F258-78AB-C08A-B9FA6FB3255F}"/>
              </a:ext>
            </a:extLst>
          </p:cNvPr>
          <p:cNvSpPr txBox="1">
            <a:spLocks noChangeArrowheads="1"/>
          </p:cNvSpPr>
          <p:nvPr/>
        </p:nvSpPr>
        <p:spPr bwMode="auto">
          <a:xfrm>
            <a:off x="1231900" y="26050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06" name="Text Box 1044">
            <a:extLst>
              <a:ext uri="{FF2B5EF4-FFF2-40B4-BE49-F238E27FC236}">
                <a16:creationId xmlns:a16="http://schemas.microsoft.com/office/drawing/2014/main" id="{2F80609D-6FF7-2BFC-54A3-1008972451B8}"/>
              </a:ext>
            </a:extLst>
          </p:cNvPr>
          <p:cNvSpPr txBox="1">
            <a:spLocks noChangeArrowheads="1"/>
          </p:cNvSpPr>
          <p:nvPr/>
        </p:nvSpPr>
        <p:spPr bwMode="auto">
          <a:xfrm>
            <a:off x="2228850" y="2376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grpSp>
        <p:nvGrpSpPr>
          <p:cNvPr id="80907" name="Group 1051">
            <a:extLst>
              <a:ext uri="{FF2B5EF4-FFF2-40B4-BE49-F238E27FC236}">
                <a16:creationId xmlns:a16="http://schemas.microsoft.com/office/drawing/2014/main" id="{694CC8D7-04F0-4442-B789-6C149C628D40}"/>
              </a:ext>
            </a:extLst>
          </p:cNvPr>
          <p:cNvGrpSpPr>
            <a:grpSpLocks/>
          </p:cNvGrpSpPr>
          <p:nvPr/>
        </p:nvGrpSpPr>
        <p:grpSpPr bwMode="auto">
          <a:xfrm>
            <a:off x="933450" y="1203325"/>
            <a:ext cx="1600200" cy="2163763"/>
            <a:chOff x="336" y="797"/>
            <a:chExt cx="1008" cy="1363"/>
          </a:xfrm>
        </p:grpSpPr>
        <p:sp>
          <p:nvSpPr>
            <p:cNvPr id="80959" name="Line 1046">
              <a:extLst>
                <a:ext uri="{FF2B5EF4-FFF2-40B4-BE49-F238E27FC236}">
                  <a16:creationId xmlns:a16="http://schemas.microsoft.com/office/drawing/2014/main" id="{EF982980-249D-0154-1C38-5DAFBCC0A779}"/>
                </a:ext>
              </a:extLst>
            </p:cNvPr>
            <p:cNvSpPr>
              <a:spLocks noChangeShapeType="1"/>
            </p:cNvSpPr>
            <p:nvPr/>
          </p:nvSpPr>
          <p:spPr bwMode="auto">
            <a:xfrm flipH="1">
              <a:off x="864" y="1757"/>
              <a:ext cx="148"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0" name="Line 1034">
              <a:extLst>
                <a:ext uri="{FF2B5EF4-FFF2-40B4-BE49-F238E27FC236}">
                  <a16:creationId xmlns:a16="http://schemas.microsoft.com/office/drawing/2014/main" id="{372E64A0-A1D9-CDAC-1417-850E29DDC2D6}"/>
                </a:ext>
              </a:extLst>
            </p:cNvPr>
            <p:cNvSpPr>
              <a:spLocks noChangeShapeType="1"/>
            </p:cNvSpPr>
            <p:nvPr/>
          </p:nvSpPr>
          <p:spPr bwMode="auto">
            <a:xfrm flipH="1">
              <a:off x="672" y="1373"/>
              <a:ext cx="148"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1" name="Line 1035">
              <a:extLst>
                <a:ext uri="{FF2B5EF4-FFF2-40B4-BE49-F238E27FC236}">
                  <a16:creationId xmlns:a16="http://schemas.microsoft.com/office/drawing/2014/main" id="{31A64940-263B-D03D-C273-B777C2B174E1}"/>
                </a:ext>
              </a:extLst>
            </p:cNvPr>
            <p:cNvSpPr>
              <a:spLocks noChangeShapeType="1"/>
            </p:cNvSpPr>
            <p:nvPr/>
          </p:nvSpPr>
          <p:spPr bwMode="auto">
            <a:xfrm>
              <a:off x="676" y="941"/>
              <a:ext cx="668" cy="1219"/>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2" name="Line 1036">
              <a:extLst>
                <a:ext uri="{FF2B5EF4-FFF2-40B4-BE49-F238E27FC236}">
                  <a16:creationId xmlns:a16="http://schemas.microsoft.com/office/drawing/2014/main" id="{1F74F092-EA92-4C2F-63BE-B93CA23C1B10}"/>
                </a:ext>
              </a:extLst>
            </p:cNvPr>
            <p:cNvSpPr>
              <a:spLocks noChangeShapeType="1"/>
            </p:cNvSpPr>
            <p:nvPr/>
          </p:nvSpPr>
          <p:spPr bwMode="auto">
            <a:xfrm flipH="1">
              <a:off x="436" y="912"/>
              <a:ext cx="188" cy="36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3" name="Oval 1037">
              <a:extLst>
                <a:ext uri="{FF2B5EF4-FFF2-40B4-BE49-F238E27FC236}">
                  <a16:creationId xmlns:a16="http://schemas.microsoft.com/office/drawing/2014/main" id="{A543AA40-1B99-FF81-16DF-866DACB3BC12}"/>
                </a:ext>
              </a:extLst>
            </p:cNvPr>
            <p:cNvSpPr>
              <a:spLocks noChangeArrowheads="1"/>
            </p:cNvSpPr>
            <p:nvPr/>
          </p:nvSpPr>
          <p:spPr bwMode="auto">
            <a:xfrm>
              <a:off x="532" y="797"/>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4" name="Rectangle 1038">
              <a:extLst>
                <a:ext uri="{FF2B5EF4-FFF2-40B4-BE49-F238E27FC236}">
                  <a16:creationId xmlns:a16="http://schemas.microsoft.com/office/drawing/2014/main" id="{78CF7BEF-4D37-6BC2-DBBB-11C5BC2C0AC8}"/>
                </a:ext>
              </a:extLst>
            </p:cNvPr>
            <p:cNvSpPr>
              <a:spLocks noChangeArrowheads="1"/>
            </p:cNvSpPr>
            <p:nvPr/>
          </p:nvSpPr>
          <p:spPr bwMode="auto">
            <a:xfrm>
              <a:off x="336" y="1200"/>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5" name="Rectangle 1039">
              <a:extLst>
                <a:ext uri="{FF2B5EF4-FFF2-40B4-BE49-F238E27FC236}">
                  <a16:creationId xmlns:a16="http://schemas.microsoft.com/office/drawing/2014/main" id="{A783E64F-40C7-BBB4-D0BD-5BB4C6947B1F}"/>
                </a:ext>
              </a:extLst>
            </p:cNvPr>
            <p:cNvSpPr>
              <a:spLocks noChangeArrowheads="1"/>
            </p:cNvSpPr>
            <p:nvPr/>
          </p:nvSpPr>
          <p:spPr bwMode="auto">
            <a:xfrm>
              <a:off x="816" y="20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6" name="Oval 1040">
              <a:extLst>
                <a:ext uri="{FF2B5EF4-FFF2-40B4-BE49-F238E27FC236}">
                  <a16:creationId xmlns:a16="http://schemas.microsoft.com/office/drawing/2014/main" id="{633D2574-60EA-9981-B64C-1548822223A0}"/>
                </a:ext>
              </a:extLst>
            </p:cNvPr>
            <p:cNvSpPr>
              <a:spLocks noChangeArrowheads="1"/>
            </p:cNvSpPr>
            <p:nvPr/>
          </p:nvSpPr>
          <p:spPr bwMode="auto">
            <a:xfrm>
              <a:off x="768" y="1200"/>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7" name="Rectangle 1041">
              <a:extLst>
                <a:ext uri="{FF2B5EF4-FFF2-40B4-BE49-F238E27FC236}">
                  <a16:creationId xmlns:a16="http://schemas.microsoft.com/office/drawing/2014/main" id="{32DAE160-1A7D-D777-94B9-B29F663DDCEF}"/>
                </a:ext>
              </a:extLst>
            </p:cNvPr>
            <p:cNvSpPr>
              <a:spLocks noChangeArrowheads="1"/>
            </p:cNvSpPr>
            <p:nvPr/>
          </p:nvSpPr>
          <p:spPr bwMode="auto">
            <a:xfrm>
              <a:off x="624" y="158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8" name="Oval 1045">
              <a:extLst>
                <a:ext uri="{FF2B5EF4-FFF2-40B4-BE49-F238E27FC236}">
                  <a16:creationId xmlns:a16="http://schemas.microsoft.com/office/drawing/2014/main" id="{144D49C4-A9B2-3B0E-2BE8-038527492E88}"/>
                </a:ext>
              </a:extLst>
            </p:cNvPr>
            <p:cNvSpPr>
              <a:spLocks noChangeArrowheads="1"/>
            </p:cNvSpPr>
            <p:nvPr/>
          </p:nvSpPr>
          <p:spPr bwMode="auto">
            <a:xfrm>
              <a:off x="960" y="1584"/>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69" name="Rectangle 1047">
              <a:extLst>
                <a:ext uri="{FF2B5EF4-FFF2-40B4-BE49-F238E27FC236}">
                  <a16:creationId xmlns:a16="http://schemas.microsoft.com/office/drawing/2014/main" id="{80B29B0C-2884-F039-0261-5A3D64C090E4}"/>
                </a:ext>
              </a:extLst>
            </p:cNvPr>
            <p:cNvSpPr>
              <a:spLocks noChangeArrowheads="1"/>
            </p:cNvSpPr>
            <p:nvPr/>
          </p:nvSpPr>
          <p:spPr bwMode="auto">
            <a:xfrm>
              <a:off x="1200" y="2016"/>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80908" name="Text Box 1048">
            <a:extLst>
              <a:ext uri="{FF2B5EF4-FFF2-40B4-BE49-F238E27FC236}">
                <a16:creationId xmlns:a16="http://schemas.microsoft.com/office/drawing/2014/main" id="{B0C4726D-B921-4C43-E0D0-D5545EF023E7}"/>
              </a:ext>
            </a:extLst>
          </p:cNvPr>
          <p:cNvSpPr txBox="1">
            <a:spLocks noChangeArrowheads="1"/>
          </p:cNvSpPr>
          <p:nvPr/>
        </p:nvSpPr>
        <p:spPr bwMode="auto">
          <a:xfrm>
            <a:off x="1638300" y="3290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09" name="Text Box 1049">
            <a:extLst>
              <a:ext uri="{FF2B5EF4-FFF2-40B4-BE49-F238E27FC236}">
                <a16:creationId xmlns:a16="http://schemas.microsoft.com/office/drawing/2014/main" id="{424EE8D6-5996-A958-97C1-520E7B32DE06}"/>
              </a:ext>
            </a:extLst>
          </p:cNvPr>
          <p:cNvSpPr txBox="1">
            <a:spLocks noChangeArrowheads="1"/>
          </p:cNvSpPr>
          <p:nvPr/>
        </p:nvSpPr>
        <p:spPr bwMode="auto">
          <a:xfrm>
            <a:off x="2228850" y="3290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10" name="Text Box 1050">
            <a:extLst>
              <a:ext uri="{FF2B5EF4-FFF2-40B4-BE49-F238E27FC236}">
                <a16:creationId xmlns:a16="http://schemas.microsoft.com/office/drawing/2014/main" id="{EE609179-62D1-9337-ED0F-9FD1421A391B}"/>
              </a:ext>
            </a:extLst>
          </p:cNvPr>
          <p:cNvSpPr txBox="1">
            <a:spLocks noChangeArrowheads="1"/>
          </p:cNvSpPr>
          <p:nvPr/>
        </p:nvSpPr>
        <p:spPr bwMode="auto">
          <a:xfrm>
            <a:off x="2052638" y="1995488"/>
            <a:ext cx="4810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grpSp>
        <p:nvGrpSpPr>
          <p:cNvPr id="80911" name="Group 1069">
            <a:extLst>
              <a:ext uri="{FF2B5EF4-FFF2-40B4-BE49-F238E27FC236}">
                <a16:creationId xmlns:a16="http://schemas.microsoft.com/office/drawing/2014/main" id="{B008560B-F03D-EA4A-2616-9D84B8D436D5}"/>
              </a:ext>
            </a:extLst>
          </p:cNvPr>
          <p:cNvGrpSpPr>
            <a:grpSpLocks/>
          </p:cNvGrpSpPr>
          <p:nvPr/>
        </p:nvGrpSpPr>
        <p:grpSpPr bwMode="auto">
          <a:xfrm>
            <a:off x="3657600" y="1524000"/>
            <a:ext cx="2051050" cy="1600200"/>
            <a:chOff x="2304" y="960"/>
            <a:chExt cx="1292" cy="1008"/>
          </a:xfrm>
        </p:grpSpPr>
        <p:sp>
          <p:nvSpPr>
            <p:cNvPr id="80946" name="Line 1053">
              <a:extLst>
                <a:ext uri="{FF2B5EF4-FFF2-40B4-BE49-F238E27FC236}">
                  <a16:creationId xmlns:a16="http://schemas.microsoft.com/office/drawing/2014/main" id="{FC7E0CB8-2348-38FF-DF5A-466612233AA4}"/>
                </a:ext>
              </a:extLst>
            </p:cNvPr>
            <p:cNvSpPr>
              <a:spLocks noChangeShapeType="1"/>
            </p:cNvSpPr>
            <p:nvPr/>
          </p:nvSpPr>
          <p:spPr bwMode="auto">
            <a:xfrm flipH="1">
              <a:off x="3116" y="1565"/>
              <a:ext cx="148"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7" name="Line 1054">
              <a:extLst>
                <a:ext uri="{FF2B5EF4-FFF2-40B4-BE49-F238E27FC236}">
                  <a16:creationId xmlns:a16="http://schemas.microsoft.com/office/drawing/2014/main" id="{D1F9272B-326C-6418-5867-2BD0FA55F7F1}"/>
                </a:ext>
              </a:extLst>
            </p:cNvPr>
            <p:cNvSpPr>
              <a:spLocks noChangeShapeType="1"/>
            </p:cNvSpPr>
            <p:nvPr/>
          </p:nvSpPr>
          <p:spPr bwMode="auto">
            <a:xfrm>
              <a:off x="2976" y="1104"/>
              <a:ext cx="336" cy="384"/>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8" name="Line 1055">
              <a:extLst>
                <a:ext uri="{FF2B5EF4-FFF2-40B4-BE49-F238E27FC236}">
                  <a16:creationId xmlns:a16="http://schemas.microsoft.com/office/drawing/2014/main" id="{ACA8BEDE-9586-27C8-199D-B711883A5333}"/>
                </a:ext>
              </a:extLst>
            </p:cNvPr>
            <p:cNvSpPr>
              <a:spLocks noChangeShapeType="1"/>
            </p:cNvSpPr>
            <p:nvPr/>
          </p:nvSpPr>
          <p:spPr bwMode="auto">
            <a:xfrm>
              <a:off x="3360" y="1536"/>
              <a:ext cx="140"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9" name="Line 1056">
              <a:extLst>
                <a:ext uri="{FF2B5EF4-FFF2-40B4-BE49-F238E27FC236}">
                  <a16:creationId xmlns:a16="http://schemas.microsoft.com/office/drawing/2014/main" id="{02704213-E128-7573-DE1B-2CDDC3A596E8}"/>
                </a:ext>
              </a:extLst>
            </p:cNvPr>
            <p:cNvSpPr>
              <a:spLocks noChangeShapeType="1"/>
            </p:cNvSpPr>
            <p:nvPr/>
          </p:nvSpPr>
          <p:spPr bwMode="auto">
            <a:xfrm flipH="1">
              <a:off x="2592" y="1104"/>
              <a:ext cx="288" cy="336"/>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0" name="Oval 1057">
              <a:extLst>
                <a:ext uri="{FF2B5EF4-FFF2-40B4-BE49-F238E27FC236}">
                  <a16:creationId xmlns:a16="http://schemas.microsoft.com/office/drawing/2014/main" id="{37904984-CD98-0559-615E-7B617C78EE32}"/>
                </a:ext>
              </a:extLst>
            </p:cNvPr>
            <p:cNvSpPr>
              <a:spLocks noChangeArrowheads="1"/>
            </p:cNvSpPr>
            <p:nvPr/>
          </p:nvSpPr>
          <p:spPr bwMode="auto">
            <a:xfrm>
              <a:off x="2832" y="960"/>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1" name="Rectangle 1059">
              <a:extLst>
                <a:ext uri="{FF2B5EF4-FFF2-40B4-BE49-F238E27FC236}">
                  <a16:creationId xmlns:a16="http://schemas.microsoft.com/office/drawing/2014/main" id="{EB1884CA-635F-DD93-8B65-AEB3F78E1C70}"/>
                </a:ext>
              </a:extLst>
            </p:cNvPr>
            <p:cNvSpPr>
              <a:spLocks noChangeArrowheads="1"/>
            </p:cNvSpPr>
            <p:nvPr/>
          </p:nvSpPr>
          <p:spPr bwMode="auto">
            <a:xfrm>
              <a:off x="3068"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2" name="Oval 1062">
              <a:extLst>
                <a:ext uri="{FF2B5EF4-FFF2-40B4-BE49-F238E27FC236}">
                  <a16:creationId xmlns:a16="http://schemas.microsoft.com/office/drawing/2014/main" id="{96C6790D-CDD4-D231-400E-83DCAEC67751}"/>
                </a:ext>
              </a:extLst>
            </p:cNvPr>
            <p:cNvSpPr>
              <a:spLocks noChangeArrowheads="1"/>
            </p:cNvSpPr>
            <p:nvPr/>
          </p:nvSpPr>
          <p:spPr bwMode="auto">
            <a:xfrm>
              <a:off x="3216" y="1392"/>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3" name="Rectangle 1063">
              <a:extLst>
                <a:ext uri="{FF2B5EF4-FFF2-40B4-BE49-F238E27FC236}">
                  <a16:creationId xmlns:a16="http://schemas.microsoft.com/office/drawing/2014/main" id="{E008F392-D653-7765-3DFE-5FD0801AB674}"/>
                </a:ext>
              </a:extLst>
            </p:cNvPr>
            <p:cNvSpPr>
              <a:spLocks noChangeArrowheads="1"/>
            </p:cNvSpPr>
            <p:nvPr/>
          </p:nvSpPr>
          <p:spPr bwMode="auto">
            <a:xfrm>
              <a:off x="3452"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4" name="Line 1064">
              <a:extLst>
                <a:ext uri="{FF2B5EF4-FFF2-40B4-BE49-F238E27FC236}">
                  <a16:creationId xmlns:a16="http://schemas.microsoft.com/office/drawing/2014/main" id="{576831FD-B721-0CEA-01DE-81C29D10D0B0}"/>
                </a:ext>
              </a:extLst>
            </p:cNvPr>
            <p:cNvSpPr>
              <a:spLocks noChangeShapeType="1"/>
            </p:cNvSpPr>
            <p:nvPr/>
          </p:nvSpPr>
          <p:spPr bwMode="auto">
            <a:xfrm flipH="1">
              <a:off x="2352" y="1565"/>
              <a:ext cx="148"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5" name="Line 1065">
              <a:extLst>
                <a:ext uri="{FF2B5EF4-FFF2-40B4-BE49-F238E27FC236}">
                  <a16:creationId xmlns:a16="http://schemas.microsoft.com/office/drawing/2014/main" id="{623425CF-413A-E1E2-CF3C-0B62CB116029}"/>
                </a:ext>
              </a:extLst>
            </p:cNvPr>
            <p:cNvSpPr>
              <a:spLocks noChangeShapeType="1"/>
            </p:cNvSpPr>
            <p:nvPr/>
          </p:nvSpPr>
          <p:spPr bwMode="auto">
            <a:xfrm>
              <a:off x="2596" y="1536"/>
              <a:ext cx="140" cy="30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6" name="Rectangle 1066">
              <a:extLst>
                <a:ext uri="{FF2B5EF4-FFF2-40B4-BE49-F238E27FC236}">
                  <a16:creationId xmlns:a16="http://schemas.microsoft.com/office/drawing/2014/main" id="{2B7F5C05-61CB-0567-2E95-F9ECC8D14272}"/>
                </a:ext>
              </a:extLst>
            </p:cNvPr>
            <p:cNvSpPr>
              <a:spLocks noChangeArrowheads="1"/>
            </p:cNvSpPr>
            <p:nvPr/>
          </p:nvSpPr>
          <p:spPr bwMode="auto">
            <a:xfrm>
              <a:off x="2304"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7" name="Oval 1067">
              <a:extLst>
                <a:ext uri="{FF2B5EF4-FFF2-40B4-BE49-F238E27FC236}">
                  <a16:creationId xmlns:a16="http://schemas.microsoft.com/office/drawing/2014/main" id="{71BB0098-CB27-3AF6-CC88-FB08795FFE12}"/>
                </a:ext>
              </a:extLst>
            </p:cNvPr>
            <p:cNvSpPr>
              <a:spLocks noChangeArrowheads="1"/>
            </p:cNvSpPr>
            <p:nvPr/>
          </p:nvSpPr>
          <p:spPr bwMode="auto">
            <a:xfrm>
              <a:off x="2452" y="1392"/>
              <a:ext cx="192" cy="192"/>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58" name="Rectangle 1068">
              <a:extLst>
                <a:ext uri="{FF2B5EF4-FFF2-40B4-BE49-F238E27FC236}">
                  <a16:creationId xmlns:a16="http://schemas.microsoft.com/office/drawing/2014/main" id="{23F35181-0FEC-980C-EC68-FA2F91F79088}"/>
                </a:ext>
              </a:extLst>
            </p:cNvPr>
            <p:cNvSpPr>
              <a:spLocks noChangeArrowheads="1"/>
            </p:cNvSpPr>
            <p:nvPr/>
          </p:nvSpPr>
          <p:spPr bwMode="auto">
            <a:xfrm>
              <a:off x="2688" y="1824"/>
              <a:ext cx="144" cy="144"/>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grpSp>
      <p:sp>
        <p:nvSpPr>
          <p:cNvPr id="80912" name="Text Box 1070">
            <a:extLst>
              <a:ext uri="{FF2B5EF4-FFF2-40B4-BE49-F238E27FC236}">
                <a16:creationId xmlns:a16="http://schemas.microsoft.com/office/drawing/2014/main" id="{E651A021-C80B-2BC0-671B-798CE00FB13E}"/>
              </a:ext>
            </a:extLst>
          </p:cNvPr>
          <p:cNvSpPr txBox="1">
            <a:spLocks noChangeArrowheads="1"/>
          </p:cNvSpPr>
          <p:nvPr/>
        </p:nvSpPr>
        <p:spPr bwMode="auto">
          <a:xfrm>
            <a:off x="3505200" y="3062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80913" name="Text Box 1071">
            <a:extLst>
              <a:ext uri="{FF2B5EF4-FFF2-40B4-BE49-F238E27FC236}">
                <a16:creationId xmlns:a16="http://schemas.microsoft.com/office/drawing/2014/main" id="{84E32C49-8B67-1D25-79F5-C4A8BE414E29}"/>
              </a:ext>
            </a:extLst>
          </p:cNvPr>
          <p:cNvSpPr txBox="1">
            <a:spLocks noChangeArrowheads="1"/>
          </p:cNvSpPr>
          <p:nvPr/>
        </p:nvSpPr>
        <p:spPr bwMode="auto">
          <a:xfrm>
            <a:off x="4114800" y="3062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14" name="Text Box 1072">
            <a:extLst>
              <a:ext uri="{FF2B5EF4-FFF2-40B4-BE49-F238E27FC236}">
                <a16:creationId xmlns:a16="http://schemas.microsoft.com/office/drawing/2014/main" id="{F8B1A8F5-FE74-D9AA-1F36-42C8B6DD47E0}"/>
              </a:ext>
            </a:extLst>
          </p:cNvPr>
          <p:cNvSpPr txBox="1">
            <a:spLocks noChangeArrowheads="1"/>
          </p:cNvSpPr>
          <p:nvPr/>
        </p:nvSpPr>
        <p:spPr bwMode="auto">
          <a:xfrm>
            <a:off x="4800600" y="3062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15" name="Text Box 1073">
            <a:extLst>
              <a:ext uri="{FF2B5EF4-FFF2-40B4-BE49-F238E27FC236}">
                <a16:creationId xmlns:a16="http://schemas.microsoft.com/office/drawing/2014/main" id="{FF0250DE-AE3A-0A61-0607-E75B8ABDA3B1}"/>
              </a:ext>
            </a:extLst>
          </p:cNvPr>
          <p:cNvSpPr txBox="1">
            <a:spLocks noChangeArrowheads="1"/>
          </p:cNvSpPr>
          <p:nvPr/>
        </p:nvSpPr>
        <p:spPr bwMode="auto">
          <a:xfrm>
            <a:off x="5429250" y="3062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16" name="Text Box 1075">
            <a:extLst>
              <a:ext uri="{FF2B5EF4-FFF2-40B4-BE49-F238E27FC236}">
                <a16:creationId xmlns:a16="http://schemas.microsoft.com/office/drawing/2014/main" id="{0204BD95-6E6A-F6F8-2827-931AA92E1422}"/>
              </a:ext>
            </a:extLst>
          </p:cNvPr>
          <p:cNvSpPr txBox="1">
            <a:spLocks noChangeArrowheads="1"/>
          </p:cNvSpPr>
          <p:nvPr/>
        </p:nvSpPr>
        <p:spPr bwMode="auto">
          <a:xfrm>
            <a:off x="4724400" y="1371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17" name="Text Box 1076">
            <a:extLst>
              <a:ext uri="{FF2B5EF4-FFF2-40B4-BE49-F238E27FC236}">
                <a16:creationId xmlns:a16="http://schemas.microsoft.com/office/drawing/2014/main" id="{5733132F-DBBA-DDE4-DBC2-54A477A683C0}"/>
              </a:ext>
            </a:extLst>
          </p:cNvPr>
          <p:cNvSpPr txBox="1">
            <a:spLocks noChangeArrowheads="1"/>
          </p:cNvSpPr>
          <p:nvPr/>
        </p:nvSpPr>
        <p:spPr bwMode="auto">
          <a:xfrm>
            <a:off x="5410200" y="2133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18" name="Text Box 1077">
            <a:extLst>
              <a:ext uri="{FF2B5EF4-FFF2-40B4-BE49-F238E27FC236}">
                <a16:creationId xmlns:a16="http://schemas.microsoft.com/office/drawing/2014/main" id="{73C49E7A-A548-668B-738A-88D7D63F88FD}"/>
              </a:ext>
            </a:extLst>
          </p:cNvPr>
          <p:cNvSpPr txBox="1">
            <a:spLocks noChangeArrowheads="1"/>
          </p:cNvSpPr>
          <p:nvPr/>
        </p:nvSpPr>
        <p:spPr bwMode="auto">
          <a:xfrm>
            <a:off x="3422650" y="21336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80919" name="Text Box 1078">
            <a:extLst>
              <a:ext uri="{FF2B5EF4-FFF2-40B4-BE49-F238E27FC236}">
                <a16:creationId xmlns:a16="http://schemas.microsoft.com/office/drawing/2014/main" id="{67973929-E436-0577-7CDF-A1DDEF9DE94A}"/>
              </a:ext>
            </a:extLst>
          </p:cNvPr>
          <p:cNvSpPr txBox="1">
            <a:spLocks noChangeArrowheads="1"/>
          </p:cNvSpPr>
          <p:nvPr/>
        </p:nvSpPr>
        <p:spPr bwMode="auto">
          <a:xfrm>
            <a:off x="4419600" y="1066800"/>
            <a:ext cx="40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80920" name="Text Box 1079">
            <a:extLst>
              <a:ext uri="{FF2B5EF4-FFF2-40B4-BE49-F238E27FC236}">
                <a16:creationId xmlns:a16="http://schemas.microsoft.com/office/drawing/2014/main" id="{062CAF10-5A4E-0407-D46D-2C01D181E843}"/>
              </a:ext>
            </a:extLst>
          </p:cNvPr>
          <p:cNvSpPr txBox="1">
            <a:spLocks noChangeArrowheads="1"/>
          </p:cNvSpPr>
          <p:nvPr/>
        </p:nvSpPr>
        <p:spPr bwMode="auto">
          <a:xfrm>
            <a:off x="3657600" y="1752600"/>
            <a:ext cx="5603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80921" name="Text Box 1080">
            <a:extLst>
              <a:ext uri="{FF2B5EF4-FFF2-40B4-BE49-F238E27FC236}">
                <a16:creationId xmlns:a16="http://schemas.microsoft.com/office/drawing/2014/main" id="{CF4FA985-4A53-FD86-5E72-4361EB18267C}"/>
              </a:ext>
            </a:extLst>
          </p:cNvPr>
          <p:cNvSpPr txBox="1">
            <a:spLocks noChangeArrowheads="1"/>
          </p:cNvSpPr>
          <p:nvPr/>
        </p:nvSpPr>
        <p:spPr bwMode="auto">
          <a:xfrm>
            <a:off x="5181600" y="17526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80922" name="Text Box 1081">
            <a:extLst>
              <a:ext uri="{FF2B5EF4-FFF2-40B4-BE49-F238E27FC236}">
                <a16:creationId xmlns:a16="http://schemas.microsoft.com/office/drawing/2014/main" id="{6AD2E717-9BB0-7E3D-ED17-2EB5AD882092}"/>
              </a:ext>
            </a:extLst>
          </p:cNvPr>
          <p:cNvSpPr txBox="1">
            <a:spLocks noChangeArrowheads="1"/>
          </p:cNvSpPr>
          <p:nvPr/>
        </p:nvSpPr>
        <p:spPr bwMode="auto">
          <a:xfrm>
            <a:off x="6699250" y="1766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50</a:t>
            </a:r>
            <a:endParaRPr kumimoji="1" lang="en-US" altLang="zh-CN" sz="2400">
              <a:latin typeface="Times New Roman" panose="02020603050405020304" pitchFamily="18" charset="0"/>
              <a:ea typeface="宋体" panose="02010600030101010101" pitchFamily="2" charset="-122"/>
            </a:endParaRPr>
          </a:p>
        </p:txBody>
      </p:sp>
      <p:sp>
        <p:nvSpPr>
          <p:cNvPr id="80923" name="Text Box 1082">
            <a:extLst>
              <a:ext uri="{FF2B5EF4-FFF2-40B4-BE49-F238E27FC236}">
                <a16:creationId xmlns:a16="http://schemas.microsoft.com/office/drawing/2014/main" id="{239E7391-4B38-BB39-821A-986C9359CBE0}"/>
              </a:ext>
            </a:extLst>
          </p:cNvPr>
          <p:cNvSpPr txBox="1">
            <a:spLocks noChangeArrowheads="1"/>
          </p:cNvSpPr>
          <p:nvPr/>
        </p:nvSpPr>
        <p:spPr bwMode="auto">
          <a:xfrm>
            <a:off x="6705600" y="25908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15</a:t>
            </a:r>
            <a:endParaRPr kumimoji="1" lang="en-US" altLang="zh-CN" sz="2400">
              <a:latin typeface="Times New Roman" panose="02020603050405020304" pitchFamily="18" charset="0"/>
              <a:ea typeface="宋体" panose="02010600030101010101" pitchFamily="2" charset="-122"/>
            </a:endParaRPr>
          </a:p>
        </p:txBody>
      </p:sp>
      <p:sp>
        <p:nvSpPr>
          <p:cNvPr id="80924" name="Text Box 1083">
            <a:extLst>
              <a:ext uri="{FF2B5EF4-FFF2-40B4-BE49-F238E27FC236}">
                <a16:creationId xmlns:a16="http://schemas.microsoft.com/office/drawing/2014/main" id="{0363BEA1-2548-26A0-19B1-630D84267537}"/>
              </a:ext>
            </a:extLst>
          </p:cNvPr>
          <p:cNvSpPr txBox="1">
            <a:spLocks noChangeArrowheads="1"/>
          </p:cNvSpPr>
          <p:nvPr/>
        </p:nvSpPr>
        <p:spPr bwMode="auto">
          <a:xfrm>
            <a:off x="7696200" y="2362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25" name="Text Box 1084">
            <a:extLst>
              <a:ext uri="{FF2B5EF4-FFF2-40B4-BE49-F238E27FC236}">
                <a16:creationId xmlns:a16="http://schemas.microsoft.com/office/drawing/2014/main" id="{211CF68D-35E4-BDF0-9744-EBB1CE8D88C0}"/>
              </a:ext>
            </a:extLst>
          </p:cNvPr>
          <p:cNvSpPr txBox="1">
            <a:spLocks noChangeArrowheads="1"/>
          </p:cNvSpPr>
          <p:nvPr/>
        </p:nvSpPr>
        <p:spPr bwMode="auto">
          <a:xfrm>
            <a:off x="6907213" y="1371600"/>
            <a:ext cx="560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do</a:t>
            </a:r>
            <a:endParaRPr kumimoji="1" lang="en-US" altLang="zh-CN" sz="2400">
              <a:latin typeface="Times New Roman" panose="02020603050405020304" pitchFamily="18" charset="0"/>
              <a:ea typeface="宋体" panose="02010600030101010101" pitchFamily="2" charset="-122"/>
            </a:endParaRPr>
          </a:p>
        </p:txBody>
      </p:sp>
      <p:sp>
        <p:nvSpPr>
          <p:cNvPr id="80926" name="Text Box 1085">
            <a:extLst>
              <a:ext uri="{FF2B5EF4-FFF2-40B4-BE49-F238E27FC236}">
                <a16:creationId xmlns:a16="http://schemas.microsoft.com/office/drawing/2014/main" id="{F226E2C8-D5F0-CB86-CC3B-85542F5E183C}"/>
              </a:ext>
            </a:extLst>
          </p:cNvPr>
          <p:cNvSpPr txBox="1">
            <a:spLocks noChangeArrowheads="1"/>
          </p:cNvSpPr>
          <p:nvPr/>
        </p:nvSpPr>
        <p:spPr bwMode="auto">
          <a:xfrm>
            <a:off x="7523163" y="1995488"/>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if</a:t>
            </a:r>
            <a:endParaRPr kumimoji="1" lang="en-US" altLang="zh-CN" sz="2400">
              <a:latin typeface="Times New Roman" panose="02020603050405020304" pitchFamily="18" charset="0"/>
              <a:ea typeface="宋体" panose="02010600030101010101" pitchFamily="2" charset="-122"/>
            </a:endParaRPr>
          </a:p>
        </p:txBody>
      </p:sp>
      <p:sp>
        <p:nvSpPr>
          <p:cNvPr id="80927" name="Text Box 1086">
            <a:extLst>
              <a:ext uri="{FF2B5EF4-FFF2-40B4-BE49-F238E27FC236}">
                <a16:creationId xmlns:a16="http://schemas.microsoft.com/office/drawing/2014/main" id="{3C54AC14-0C4F-2DB6-A95D-3D6C53B2F961}"/>
              </a:ext>
            </a:extLst>
          </p:cNvPr>
          <p:cNvSpPr txBox="1">
            <a:spLocks noChangeArrowheads="1"/>
          </p:cNvSpPr>
          <p:nvPr/>
        </p:nvSpPr>
        <p:spPr bwMode="auto">
          <a:xfrm>
            <a:off x="7010400" y="3290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10</a:t>
            </a:r>
            <a:endParaRPr kumimoji="1" lang="en-US" altLang="zh-CN" sz="2400">
              <a:latin typeface="Times New Roman" panose="02020603050405020304" pitchFamily="18" charset="0"/>
              <a:ea typeface="宋体" panose="02010600030101010101" pitchFamily="2" charset="-122"/>
            </a:endParaRPr>
          </a:p>
        </p:txBody>
      </p:sp>
      <p:sp>
        <p:nvSpPr>
          <p:cNvPr id="80928" name="Text Box 1087">
            <a:extLst>
              <a:ext uri="{FF2B5EF4-FFF2-40B4-BE49-F238E27FC236}">
                <a16:creationId xmlns:a16="http://schemas.microsoft.com/office/drawing/2014/main" id="{7ED82ED4-9DB8-736B-A859-265C5F07340C}"/>
              </a:ext>
            </a:extLst>
          </p:cNvPr>
          <p:cNvSpPr txBox="1">
            <a:spLocks noChangeArrowheads="1"/>
          </p:cNvSpPr>
          <p:nvPr/>
        </p:nvSpPr>
        <p:spPr bwMode="auto">
          <a:xfrm>
            <a:off x="7924800" y="1981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29" name="Line 1089">
            <a:extLst>
              <a:ext uri="{FF2B5EF4-FFF2-40B4-BE49-F238E27FC236}">
                <a16:creationId xmlns:a16="http://schemas.microsoft.com/office/drawing/2014/main" id="{676EC341-0657-CA3C-9737-CE0E1D9A9774}"/>
              </a:ext>
            </a:extLst>
          </p:cNvPr>
          <p:cNvSpPr>
            <a:spLocks noChangeShapeType="1"/>
          </p:cNvSpPr>
          <p:nvPr/>
        </p:nvSpPr>
        <p:spPr bwMode="auto">
          <a:xfrm flipH="1">
            <a:off x="7315200" y="2667000"/>
            <a:ext cx="304800" cy="5334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0" name="Line 1090">
            <a:extLst>
              <a:ext uri="{FF2B5EF4-FFF2-40B4-BE49-F238E27FC236}">
                <a16:creationId xmlns:a16="http://schemas.microsoft.com/office/drawing/2014/main" id="{9E973D79-0E2F-7A4C-2E79-CE2D1CA6659C}"/>
              </a:ext>
            </a:extLst>
          </p:cNvPr>
          <p:cNvSpPr>
            <a:spLocks noChangeShapeType="1"/>
          </p:cNvSpPr>
          <p:nvPr/>
        </p:nvSpPr>
        <p:spPr bwMode="auto">
          <a:xfrm>
            <a:off x="7385050" y="2117725"/>
            <a:ext cx="539750" cy="108267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1" name="Line 1091">
            <a:extLst>
              <a:ext uri="{FF2B5EF4-FFF2-40B4-BE49-F238E27FC236}">
                <a16:creationId xmlns:a16="http://schemas.microsoft.com/office/drawing/2014/main" id="{C2E0A994-BB04-A15C-BDFF-D49BD4E8E22D}"/>
              </a:ext>
            </a:extLst>
          </p:cNvPr>
          <p:cNvSpPr>
            <a:spLocks noChangeShapeType="1"/>
          </p:cNvSpPr>
          <p:nvPr/>
        </p:nvSpPr>
        <p:spPr bwMode="auto">
          <a:xfrm flipH="1">
            <a:off x="7010400" y="1431925"/>
            <a:ext cx="603250" cy="1158875"/>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2" name="Line 1092">
            <a:extLst>
              <a:ext uri="{FF2B5EF4-FFF2-40B4-BE49-F238E27FC236}">
                <a16:creationId xmlns:a16="http://schemas.microsoft.com/office/drawing/2014/main" id="{641B618A-BC37-43BB-5329-0BDF0843968A}"/>
              </a:ext>
            </a:extLst>
          </p:cNvPr>
          <p:cNvSpPr>
            <a:spLocks noChangeShapeType="1"/>
          </p:cNvSpPr>
          <p:nvPr/>
        </p:nvSpPr>
        <p:spPr bwMode="auto">
          <a:xfrm>
            <a:off x="7696200" y="1385888"/>
            <a:ext cx="298450" cy="579437"/>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3" name="Oval 1093">
            <a:extLst>
              <a:ext uri="{FF2B5EF4-FFF2-40B4-BE49-F238E27FC236}">
                <a16:creationId xmlns:a16="http://schemas.microsoft.com/office/drawing/2014/main" id="{25F12028-2856-162B-6D19-BA8C367FCB1B}"/>
              </a:ext>
            </a:extLst>
          </p:cNvPr>
          <p:cNvSpPr>
            <a:spLocks noChangeArrowheads="1"/>
          </p:cNvSpPr>
          <p:nvPr/>
        </p:nvSpPr>
        <p:spPr bwMode="auto">
          <a:xfrm flipH="1">
            <a:off x="7537450" y="1203325"/>
            <a:ext cx="304800" cy="304800"/>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4" name="Rectangle 1094">
            <a:extLst>
              <a:ext uri="{FF2B5EF4-FFF2-40B4-BE49-F238E27FC236}">
                <a16:creationId xmlns:a16="http://schemas.microsoft.com/office/drawing/2014/main" id="{92A8D495-F5F3-E132-A1E2-4003A3863A7A}"/>
              </a:ext>
            </a:extLst>
          </p:cNvPr>
          <p:cNvSpPr>
            <a:spLocks noChangeArrowheads="1"/>
          </p:cNvSpPr>
          <p:nvPr/>
        </p:nvSpPr>
        <p:spPr bwMode="auto">
          <a:xfrm flipH="1">
            <a:off x="7924800" y="1843088"/>
            <a:ext cx="228600" cy="228600"/>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5" name="Rectangle 1095">
            <a:extLst>
              <a:ext uri="{FF2B5EF4-FFF2-40B4-BE49-F238E27FC236}">
                <a16:creationId xmlns:a16="http://schemas.microsoft.com/office/drawing/2014/main" id="{66A8505E-4A8E-1BD3-BB2F-7D176C6ABB0F}"/>
              </a:ext>
            </a:extLst>
          </p:cNvPr>
          <p:cNvSpPr>
            <a:spLocks noChangeArrowheads="1"/>
          </p:cNvSpPr>
          <p:nvPr/>
        </p:nvSpPr>
        <p:spPr bwMode="auto">
          <a:xfrm flipH="1">
            <a:off x="7848600" y="3138488"/>
            <a:ext cx="228600" cy="228600"/>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6" name="Oval 1096">
            <a:extLst>
              <a:ext uri="{FF2B5EF4-FFF2-40B4-BE49-F238E27FC236}">
                <a16:creationId xmlns:a16="http://schemas.microsoft.com/office/drawing/2014/main" id="{94593E3E-9EE0-385E-46C7-D53B7E698515}"/>
              </a:ext>
            </a:extLst>
          </p:cNvPr>
          <p:cNvSpPr>
            <a:spLocks noChangeArrowheads="1"/>
          </p:cNvSpPr>
          <p:nvPr/>
        </p:nvSpPr>
        <p:spPr bwMode="auto">
          <a:xfrm flipH="1">
            <a:off x="7162800" y="1843088"/>
            <a:ext cx="304800" cy="304800"/>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7" name="Rectangle 1097">
            <a:extLst>
              <a:ext uri="{FF2B5EF4-FFF2-40B4-BE49-F238E27FC236}">
                <a16:creationId xmlns:a16="http://schemas.microsoft.com/office/drawing/2014/main" id="{19ECAC15-04B4-02A1-4655-3AFD08E47293}"/>
              </a:ext>
            </a:extLst>
          </p:cNvPr>
          <p:cNvSpPr>
            <a:spLocks noChangeArrowheads="1"/>
          </p:cNvSpPr>
          <p:nvPr/>
        </p:nvSpPr>
        <p:spPr bwMode="auto">
          <a:xfrm flipH="1">
            <a:off x="6858000" y="2438400"/>
            <a:ext cx="228600" cy="228600"/>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8" name="Oval 1098">
            <a:extLst>
              <a:ext uri="{FF2B5EF4-FFF2-40B4-BE49-F238E27FC236}">
                <a16:creationId xmlns:a16="http://schemas.microsoft.com/office/drawing/2014/main" id="{4FDB0AD9-C61F-9802-17B5-2E8C688EC1F2}"/>
              </a:ext>
            </a:extLst>
          </p:cNvPr>
          <p:cNvSpPr>
            <a:spLocks noChangeArrowheads="1"/>
          </p:cNvSpPr>
          <p:nvPr/>
        </p:nvSpPr>
        <p:spPr bwMode="auto">
          <a:xfrm flipH="1">
            <a:off x="7467600" y="2452688"/>
            <a:ext cx="304800" cy="304800"/>
          </a:xfrm>
          <a:prstGeom prst="ellipse">
            <a:avLst/>
          </a:prstGeom>
          <a:solidFill>
            <a:schemeClr val="accent1"/>
          </a:solidFill>
          <a:ln w="9525">
            <a:solidFill>
              <a:schemeClr val="accent1"/>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39" name="Rectangle 1099">
            <a:extLst>
              <a:ext uri="{FF2B5EF4-FFF2-40B4-BE49-F238E27FC236}">
                <a16:creationId xmlns:a16="http://schemas.microsoft.com/office/drawing/2014/main" id="{168A20A7-6FE4-57CF-50A7-D3B1C1E154D6}"/>
              </a:ext>
            </a:extLst>
          </p:cNvPr>
          <p:cNvSpPr>
            <a:spLocks noChangeArrowheads="1"/>
          </p:cNvSpPr>
          <p:nvPr/>
        </p:nvSpPr>
        <p:spPr bwMode="auto">
          <a:xfrm flipH="1">
            <a:off x="7162800" y="3138488"/>
            <a:ext cx="228600" cy="228600"/>
          </a:xfrm>
          <a:prstGeom prst="rect">
            <a:avLst/>
          </a:prstGeom>
          <a:solidFill>
            <a:srgbClr val="FF6600"/>
          </a:solidFill>
          <a:ln w="9525">
            <a:solidFill>
              <a:srgbClr val="FF66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80940" name="Text Box 1100">
            <a:extLst>
              <a:ext uri="{FF2B5EF4-FFF2-40B4-BE49-F238E27FC236}">
                <a16:creationId xmlns:a16="http://schemas.microsoft.com/office/drawing/2014/main" id="{25CB77FF-2A9C-9C07-5451-DEA8033305EF}"/>
              </a:ext>
            </a:extLst>
          </p:cNvPr>
          <p:cNvSpPr txBox="1">
            <a:spLocks noChangeArrowheads="1"/>
          </p:cNvSpPr>
          <p:nvPr/>
        </p:nvSpPr>
        <p:spPr bwMode="auto">
          <a:xfrm>
            <a:off x="7848600" y="1066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41" name="Text Box 1101">
            <a:extLst>
              <a:ext uri="{FF2B5EF4-FFF2-40B4-BE49-F238E27FC236}">
                <a16:creationId xmlns:a16="http://schemas.microsoft.com/office/drawing/2014/main" id="{0C46099E-9C5C-C8F2-AC7A-0C81C99AA0F5}"/>
              </a:ext>
            </a:extLst>
          </p:cNvPr>
          <p:cNvSpPr txBox="1">
            <a:spLocks noChangeArrowheads="1"/>
          </p:cNvSpPr>
          <p:nvPr/>
        </p:nvSpPr>
        <p:spPr bwMode="auto">
          <a:xfrm>
            <a:off x="7791450" y="3290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3300"/>
                </a:solidFill>
                <a:latin typeface="Times New Roman" panose="02020603050405020304" pitchFamily="18" charset="0"/>
                <a:ea typeface="宋体" panose="02010600030101010101" pitchFamily="2" charset="-122"/>
              </a:rPr>
              <a:t>5</a:t>
            </a:r>
            <a:endParaRPr kumimoji="1" lang="en-US" altLang="zh-CN" sz="2400">
              <a:latin typeface="Times New Roman" panose="02020603050405020304" pitchFamily="18" charset="0"/>
              <a:ea typeface="宋体" panose="02010600030101010101" pitchFamily="2" charset="-122"/>
            </a:endParaRPr>
          </a:p>
        </p:txBody>
      </p:sp>
      <p:sp>
        <p:nvSpPr>
          <p:cNvPr id="80942" name="Text Box 1102">
            <a:extLst>
              <a:ext uri="{FF2B5EF4-FFF2-40B4-BE49-F238E27FC236}">
                <a16:creationId xmlns:a16="http://schemas.microsoft.com/office/drawing/2014/main" id="{89C305C0-70DD-1456-15CA-69C845BDFC20}"/>
              </a:ext>
            </a:extLst>
          </p:cNvPr>
          <p:cNvSpPr txBox="1">
            <a:spLocks noChangeArrowheads="1"/>
          </p:cNvSpPr>
          <p:nvPr/>
        </p:nvSpPr>
        <p:spPr bwMode="auto">
          <a:xfrm>
            <a:off x="7467600" y="762000"/>
            <a:ext cx="481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chemeClr val="tx2"/>
                </a:solidFill>
                <a:latin typeface="Times New Roman" panose="02020603050405020304" pitchFamily="18" charset="0"/>
                <a:ea typeface="宋体" panose="02010600030101010101" pitchFamily="2" charset="-122"/>
              </a:rPr>
              <a:t>to</a:t>
            </a:r>
            <a:endParaRPr kumimoji="1" lang="en-US" altLang="zh-CN" sz="2400">
              <a:latin typeface="Times New Roman" panose="02020603050405020304" pitchFamily="18" charset="0"/>
              <a:ea typeface="宋体" panose="02010600030101010101" pitchFamily="2" charset="-122"/>
            </a:endParaRPr>
          </a:p>
        </p:txBody>
      </p:sp>
      <p:sp>
        <p:nvSpPr>
          <p:cNvPr id="80943" name="Line 1103">
            <a:extLst>
              <a:ext uri="{FF2B5EF4-FFF2-40B4-BE49-F238E27FC236}">
                <a16:creationId xmlns:a16="http://schemas.microsoft.com/office/drawing/2014/main" id="{EED42B5F-E864-DF63-4471-C11B7E60DBB1}"/>
              </a:ext>
            </a:extLst>
          </p:cNvPr>
          <p:cNvSpPr>
            <a:spLocks noChangeShapeType="1"/>
          </p:cNvSpPr>
          <p:nvPr/>
        </p:nvSpPr>
        <p:spPr bwMode="auto">
          <a:xfrm>
            <a:off x="6324600" y="838200"/>
            <a:ext cx="0" cy="3048000"/>
          </a:xfrm>
          <a:prstGeom prst="line">
            <a:avLst/>
          </a:prstGeom>
          <a:noFill/>
          <a:ln w="38100" cap="rnd" cmpd="dbl">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4" name="Line 1104">
            <a:extLst>
              <a:ext uri="{FF2B5EF4-FFF2-40B4-BE49-F238E27FC236}">
                <a16:creationId xmlns:a16="http://schemas.microsoft.com/office/drawing/2014/main" id="{ECCEE07C-D847-55A5-B4E8-8FE7E5C04498}"/>
              </a:ext>
            </a:extLst>
          </p:cNvPr>
          <p:cNvSpPr>
            <a:spLocks noChangeShapeType="1"/>
          </p:cNvSpPr>
          <p:nvPr/>
        </p:nvSpPr>
        <p:spPr bwMode="auto">
          <a:xfrm>
            <a:off x="3048000" y="838200"/>
            <a:ext cx="0" cy="3048000"/>
          </a:xfrm>
          <a:prstGeom prst="line">
            <a:avLst/>
          </a:prstGeom>
          <a:noFill/>
          <a:ln w="38100" cap="rnd" cmpd="dbl">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5" name="Text Box 1105">
            <a:extLst>
              <a:ext uri="{FF2B5EF4-FFF2-40B4-BE49-F238E27FC236}">
                <a16:creationId xmlns:a16="http://schemas.microsoft.com/office/drawing/2014/main" id="{E84A2CBC-20CD-FFC7-0662-68D1C018C7D1}"/>
              </a:ext>
            </a:extLst>
          </p:cNvPr>
          <p:cNvSpPr txBox="1">
            <a:spLocks noChangeArrowheads="1"/>
          </p:cNvSpPr>
          <p:nvPr/>
        </p:nvSpPr>
        <p:spPr bwMode="auto">
          <a:xfrm>
            <a:off x="1416050" y="3733800"/>
            <a:ext cx="673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T[0][3]                        T[0][3]                          T[0][3]</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A321706D-F326-8223-ED60-74128BE84D78}"/>
              </a:ext>
            </a:extLst>
          </p:cNvPr>
          <p:cNvSpPr>
            <a:spLocks noGrp="1"/>
          </p:cNvSpPr>
          <p:nvPr>
            <p:ph type="sldNum" sz="quarter" idx="12"/>
          </p:nvPr>
        </p:nvSpPr>
        <p:spPr/>
        <p:txBody>
          <a:bodyPr/>
          <a:lstStyle/>
          <a:p>
            <a:pPr>
              <a:defRPr/>
            </a:pPr>
            <a:fld id="{A5CDC942-AD50-4CB1-AAEC-9B389C2C8E01}" type="slidenum">
              <a:rPr lang="en-US" altLang="zh-CN" smtClean="0"/>
              <a:pPr>
                <a:defRPr/>
              </a:pPr>
              <a:t>65</a:t>
            </a:fld>
            <a:endParaRPr lang="en-US" altLang="zh-CN"/>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F790923B-B8F7-E56D-661E-B235B041A58F}"/>
              </a:ext>
            </a:extLst>
          </p:cNvPr>
          <p:cNvSpPr txBox="1">
            <a:spLocks noChangeArrowheads="1"/>
          </p:cNvSpPr>
          <p:nvPr/>
        </p:nvSpPr>
        <p:spPr bwMode="auto">
          <a:xfrm>
            <a:off x="4572000" y="625475"/>
            <a:ext cx="353695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75</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115</a:t>
            </a:r>
            <a:r>
              <a:rPr lang="en-US" altLang="zh-CN" sz="3200" b="1">
                <a:latin typeface="Times New Roman" panose="02020603050405020304" pitchFamily="18" charset="0"/>
                <a:ea typeface="宋体" panose="02010600030101010101" pitchFamily="2" charset="-122"/>
              </a:rPr>
              <a:t>   150</a:t>
            </a: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1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25</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50</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2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15</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3                           </a:t>
            </a:r>
            <a:r>
              <a:rPr lang="en-US" altLang="zh-CN" sz="3200" b="1">
                <a:solidFill>
                  <a:srgbClr val="FF6600"/>
                </a:solidFill>
                <a:latin typeface="Times New Roman" panose="02020603050405020304" pitchFamily="18" charset="0"/>
                <a:ea typeface="宋体" panose="02010600030101010101" pitchFamily="2" charset="-122"/>
              </a:rPr>
              <a:t>0</a:t>
            </a:r>
            <a:endParaRPr lang="en-US" altLang="zh-CN" sz="3200" b="1">
              <a:latin typeface="Times New Roman" panose="02020603050405020304" pitchFamily="18" charset="0"/>
              <a:ea typeface="宋体" panose="02010600030101010101" pitchFamily="2" charset="-122"/>
            </a:endParaRPr>
          </a:p>
        </p:txBody>
      </p:sp>
      <p:sp>
        <p:nvSpPr>
          <p:cNvPr id="81923" name="Text Box 3">
            <a:extLst>
              <a:ext uri="{FF2B5EF4-FFF2-40B4-BE49-F238E27FC236}">
                <a16:creationId xmlns:a16="http://schemas.microsoft.com/office/drawing/2014/main" id="{468E1130-8157-FE41-83A2-AC73D984057B}"/>
              </a:ext>
            </a:extLst>
          </p:cNvPr>
          <p:cNvSpPr txBox="1">
            <a:spLocks noChangeArrowheads="1"/>
          </p:cNvSpPr>
          <p:nvPr/>
        </p:nvSpPr>
        <p:spPr bwMode="auto">
          <a:xfrm>
            <a:off x="298450" y="639763"/>
            <a:ext cx="343535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a:t>
            </a:r>
            <a:r>
              <a:rPr lang="en-US" altLang="zh-CN" sz="3200" b="1">
                <a:solidFill>
                  <a:srgbClr val="FF6600"/>
                </a:solidFill>
                <a:latin typeface="Times New Roman" panose="02020603050405020304" pitchFamily="18" charset="0"/>
                <a:ea typeface="宋体" panose="02010600030101010101" pitchFamily="2" charset="-122"/>
              </a:rPr>
              <a:t>15</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75</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90</a:t>
            </a:r>
            <a:r>
              <a:rPr lang="en-US" altLang="zh-CN" sz="3200" b="1">
                <a:latin typeface="Times New Roman" panose="02020603050405020304" pitchFamily="18" charset="0"/>
                <a:ea typeface="宋体" panose="02010600030101010101" pitchFamily="2" charset="-122"/>
              </a:rPr>
              <a:t>   100</a:t>
            </a: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1          </a:t>
            </a:r>
            <a:r>
              <a:rPr lang="en-US" altLang="zh-CN" sz="3200" b="1">
                <a:solidFill>
                  <a:srgbClr val="FF6600"/>
                </a:solidFill>
                <a:latin typeface="Times New Roman" panose="02020603050405020304" pitchFamily="18" charset="0"/>
                <a:ea typeface="宋体" panose="02010600030101010101" pitchFamily="2" charset="-122"/>
              </a:rPr>
              <a:t>10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25</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35</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2                   </a:t>
            </a:r>
            <a:r>
              <a:rPr lang="en-US" altLang="zh-CN" sz="3200" b="1">
                <a:solidFill>
                  <a:srgbClr val="FF6600"/>
                </a:solidFill>
                <a:latin typeface="Times New Roman" panose="02020603050405020304" pitchFamily="18" charset="0"/>
                <a:ea typeface="宋体" panose="02010600030101010101" pitchFamily="2" charset="-122"/>
              </a:rPr>
              <a:t>5</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15</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3                           </a:t>
            </a:r>
            <a:r>
              <a:rPr lang="en-US" altLang="zh-CN" sz="3200" b="1">
                <a:solidFill>
                  <a:srgbClr val="FF6600"/>
                </a:solidFill>
                <a:latin typeface="Times New Roman" panose="02020603050405020304" pitchFamily="18" charset="0"/>
                <a:ea typeface="宋体" panose="02010600030101010101" pitchFamily="2" charset="-122"/>
              </a:rPr>
              <a:t>5</a:t>
            </a:r>
            <a:endParaRPr lang="en-US" altLang="zh-CN" sz="3200" b="1">
              <a:latin typeface="Times New Roman" panose="02020603050405020304" pitchFamily="18" charset="0"/>
              <a:ea typeface="宋体" panose="02010600030101010101" pitchFamily="2" charset="-122"/>
            </a:endParaRPr>
          </a:p>
        </p:txBody>
      </p:sp>
      <p:sp>
        <p:nvSpPr>
          <p:cNvPr id="81924" name="Text Box 4">
            <a:extLst>
              <a:ext uri="{FF2B5EF4-FFF2-40B4-BE49-F238E27FC236}">
                <a16:creationId xmlns:a16="http://schemas.microsoft.com/office/drawing/2014/main" id="{6C8923DC-049C-9812-AD75-5397AB4218B7}"/>
              </a:ext>
            </a:extLst>
          </p:cNvPr>
          <p:cNvSpPr txBox="1">
            <a:spLocks noChangeArrowheads="1"/>
          </p:cNvSpPr>
          <p:nvPr/>
        </p:nvSpPr>
        <p:spPr bwMode="auto">
          <a:xfrm>
            <a:off x="1219200" y="2590800"/>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a:latin typeface="Times New Roman" panose="02020603050405020304" pitchFamily="18" charset="0"/>
                <a:ea typeface="宋体" panose="02010600030101010101" pitchFamily="2" charset="-122"/>
              </a:rPr>
              <a:t>W[i][j]</a:t>
            </a:r>
            <a:endParaRPr kumimoji="1" lang="en-US" altLang="zh-CN" sz="2400">
              <a:latin typeface="Times New Roman" panose="02020603050405020304" pitchFamily="18" charset="0"/>
              <a:ea typeface="宋体" panose="02010600030101010101" pitchFamily="2" charset="-122"/>
            </a:endParaRPr>
          </a:p>
        </p:txBody>
      </p:sp>
      <p:sp>
        <p:nvSpPr>
          <p:cNvPr id="81925" name="Text Box 5">
            <a:extLst>
              <a:ext uri="{FF2B5EF4-FFF2-40B4-BE49-F238E27FC236}">
                <a16:creationId xmlns:a16="http://schemas.microsoft.com/office/drawing/2014/main" id="{CCEAFB89-CF46-6336-07E2-84F55A2DF4A9}"/>
              </a:ext>
            </a:extLst>
          </p:cNvPr>
          <p:cNvSpPr txBox="1">
            <a:spLocks noChangeArrowheads="1"/>
          </p:cNvSpPr>
          <p:nvPr/>
        </p:nvSpPr>
        <p:spPr bwMode="auto">
          <a:xfrm>
            <a:off x="5791200" y="2590800"/>
            <a:ext cx="144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a:latin typeface="Times New Roman" panose="02020603050405020304" pitchFamily="18" charset="0"/>
                <a:ea typeface="宋体" panose="02010600030101010101" pitchFamily="2" charset="-122"/>
              </a:rPr>
              <a:t>C[i][j]</a:t>
            </a:r>
            <a:endParaRPr kumimoji="1" lang="en-US" altLang="zh-CN" sz="2400">
              <a:latin typeface="Times New Roman" panose="02020603050405020304" pitchFamily="18" charset="0"/>
              <a:ea typeface="宋体" panose="02010600030101010101" pitchFamily="2" charset="-122"/>
            </a:endParaRPr>
          </a:p>
        </p:txBody>
      </p:sp>
      <p:sp>
        <p:nvSpPr>
          <p:cNvPr id="81926" name="Text Box 6">
            <a:extLst>
              <a:ext uri="{FF2B5EF4-FFF2-40B4-BE49-F238E27FC236}">
                <a16:creationId xmlns:a16="http://schemas.microsoft.com/office/drawing/2014/main" id="{9FDF6379-EDB9-EEFB-DED7-29904812AEA3}"/>
              </a:ext>
            </a:extLst>
          </p:cNvPr>
          <p:cNvSpPr txBox="1">
            <a:spLocks noChangeArrowheads="1"/>
          </p:cNvSpPr>
          <p:nvPr/>
        </p:nvSpPr>
        <p:spPr bwMode="auto">
          <a:xfrm>
            <a:off x="1257300" y="6126163"/>
            <a:ext cx="14097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a:latin typeface="Times New Roman" panose="02020603050405020304" pitchFamily="18" charset="0"/>
                <a:ea typeface="宋体" panose="02010600030101010101" pitchFamily="2" charset="-122"/>
              </a:rPr>
              <a:t>R[i][j]</a:t>
            </a:r>
            <a:endParaRPr kumimoji="1" lang="en-US" altLang="zh-CN" sz="2000">
              <a:latin typeface="Times New Roman" panose="02020603050405020304" pitchFamily="18" charset="0"/>
              <a:ea typeface="宋体" panose="02010600030101010101" pitchFamily="2" charset="-122"/>
            </a:endParaRPr>
          </a:p>
        </p:txBody>
      </p:sp>
      <p:sp>
        <p:nvSpPr>
          <p:cNvPr id="81927" name="Text Box 7">
            <a:extLst>
              <a:ext uri="{FF2B5EF4-FFF2-40B4-BE49-F238E27FC236}">
                <a16:creationId xmlns:a16="http://schemas.microsoft.com/office/drawing/2014/main" id="{62A0331A-4C93-F291-0FE8-99028F021322}"/>
              </a:ext>
            </a:extLst>
          </p:cNvPr>
          <p:cNvSpPr txBox="1">
            <a:spLocks noChangeArrowheads="1"/>
          </p:cNvSpPr>
          <p:nvPr/>
        </p:nvSpPr>
        <p:spPr bwMode="auto">
          <a:xfrm>
            <a:off x="3962400" y="3687763"/>
            <a:ext cx="4724400" cy="1104900"/>
          </a:xfrm>
          <a:prstGeom prst="rect">
            <a:avLst/>
          </a:prstGeom>
          <a:solidFill>
            <a:srgbClr val="CCFFCC"/>
          </a:solidFill>
          <a:ln w="38100">
            <a:pattFill prst="pct60">
              <a:fgClr>
                <a:schemeClr val="tx1"/>
              </a:fgClr>
              <a:bgClr>
                <a:srgbClr val="FFFFFF"/>
              </a:bgClr>
            </a:pattFill>
            <a:miter lim="800000"/>
            <a:headEnd/>
            <a:tailEnd/>
          </a:ln>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latin typeface="Times New Roman" panose="02020603050405020304" pitchFamily="18" charset="0"/>
                <a:ea typeface="隶书" panose="02010509060101010101" pitchFamily="49" charset="-122"/>
              </a:rPr>
              <a:t>3</a:t>
            </a:r>
            <a:r>
              <a:rPr kumimoji="1" lang="zh-CN" altLang="en-US" sz="3200" b="1" dirty="0">
                <a:latin typeface="Times New Roman" panose="02020603050405020304" pitchFamily="18" charset="0"/>
                <a:ea typeface="仿宋_GB2312" pitchFamily="49" charset="-122"/>
              </a:rPr>
              <a:t>个关键码 </a:t>
            </a:r>
            <a:r>
              <a:rPr kumimoji="1" lang="en-US" altLang="zh-CN" sz="3200" b="1" dirty="0">
                <a:latin typeface="Times New Roman" panose="02020603050405020304" pitchFamily="18" charset="0"/>
                <a:ea typeface="仿宋_GB2312" pitchFamily="49" charset="-122"/>
              </a:rPr>
              <a:t>{ do, if, to } </a:t>
            </a:r>
            <a:r>
              <a:rPr kumimoji="1" lang="zh-CN" altLang="en-US" sz="3200" b="1" dirty="0">
                <a:latin typeface="Times New Roman" panose="02020603050405020304" pitchFamily="18" charset="0"/>
                <a:ea typeface="仿宋_GB2312" pitchFamily="49" charset="-122"/>
              </a:rPr>
              <a:t>的</a:t>
            </a:r>
          </a:p>
          <a:p>
            <a:pPr eaLnBrk="1" hangingPunct="1">
              <a:lnSpc>
                <a:spcPct val="100000"/>
              </a:lnSpc>
              <a:spcBef>
                <a:spcPct val="0"/>
              </a:spcBef>
              <a:buFontTx/>
              <a:buNone/>
            </a:pPr>
            <a:r>
              <a:rPr kumimoji="1" lang="zh-CN" altLang="en-US" sz="3200" b="1" dirty="0">
                <a:latin typeface="Times New Roman" panose="02020603050405020304" pitchFamily="18" charset="0"/>
                <a:ea typeface="仿宋_GB2312" pitchFamily="49" charset="-122"/>
              </a:rPr>
              <a:t>最优二叉搜索树</a:t>
            </a:r>
            <a:endParaRPr kumimoji="1" lang="zh-CN" altLang="en-US" sz="2000" dirty="0">
              <a:latin typeface="Times New Roman" panose="02020603050405020304" pitchFamily="18" charset="0"/>
              <a:ea typeface="宋体" panose="02010600030101010101" pitchFamily="2" charset="-122"/>
            </a:endParaRPr>
          </a:p>
        </p:txBody>
      </p:sp>
      <p:sp>
        <p:nvSpPr>
          <p:cNvPr id="81929" name="Line 9">
            <a:extLst>
              <a:ext uri="{FF2B5EF4-FFF2-40B4-BE49-F238E27FC236}">
                <a16:creationId xmlns:a16="http://schemas.microsoft.com/office/drawing/2014/main" id="{5003612B-08FB-9663-7CBF-FC4F573C4A72}"/>
              </a:ext>
            </a:extLst>
          </p:cNvPr>
          <p:cNvSpPr>
            <a:spLocks noChangeShapeType="1"/>
          </p:cNvSpPr>
          <p:nvPr/>
        </p:nvSpPr>
        <p:spPr bwMode="auto">
          <a:xfrm>
            <a:off x="304800" y="685800"/>
            <a:ext cx="3505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0" name="Line 10">
            <a:extLst>
              <a:ext uri="{FF2B5EF4-FFF2-40B4-BE49-F238E27FC236}">
                <a16:creationId xmlns:a16="http://schemas.microsoft.com/office/drawing/2014/main" id="{13EA5CF8-2FCE-0A98-D059-D9DA69CB7F0C}"/>
              </a:ext>
            </a:extLst>
          </p:cNvPr>
          <p:cNvSpPr>
            <a:spLocks noChangeShapeType="1"/>
          </p:cNvSpPr>
          <p:nvPr/>
        </p:nvSpPr>
        <p:spPr bwMode="auto">
          <a:xfrm>
            <a:off x="762000" y="228600"/>
            <a:ext cx="0" cy="2438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1" name="Text Box 11">
            <a:extLst>
              <a:ext uri="{FF2B5EF4-FFF2-40B4-BE49-F238E27FC236}">
                <a16:creationId xmlns:a16="http://schemas.microsoft.com/office/drawing/2014/main" id="{E30B3482-33C7-FEA9-917A-9B065BE6AD94}"/>
              </a:ext>
            </a:extLst>
          </p:cNvPr>
          <p:cNvSpPr txBox="1">
            <a:spLocks noChangeArrowheads="1"/>
          </p:cNvSpPr>
          <p:nvPr/>
        </p:nvSpPr>
        <p:spPr bwMode="auto">
          <a:xfrm>
            <a:off x="914400" y="130175"/>
            <a:ext cx="2622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0     1     2      3</a:t>
            </a:r>
            <a:endParaRPr lang="en-US" altLang="zh-CN" sz="2800">
              <a:latin typeface="Times New Roman" panose="02020603050405020304" pitchFamily="18" charset="0"/>
              <a:ea typeface="宋体" panose="02010600030101010101" pitchFamily="2" charset="-122"/>
            </a:endParaRPr>
          </a:p>
        </p:txBody>
      </p:sp>
      <p:sp>
        <p:nvSpPr>
          <p:cNvPr id="81932" name="Line 12">
            <a:extLst>
              <a:ext uri="{FF2B5EF4-FFF2-40B4-BE49-F238E27FC236}">
                <a16:creationId xmlns:a16="http://schemas.microsoft.com/office/drawing/2014/main" id="{8169E51C-DB77-C410-9E5E-E39254BE0025}"/>
              </a:ext>
            </a:extLst>
          </p:cNvPr>
          <p:cNvSpPr>
            <a:spLocks noChangeShapeType="1"/>
          </p:cNvSpPr>
          <p:nvPr/>
        </p:nvSpPr>
        <p:spPr bwMode="auto">
          <a:xfrm>
            <a:off x="4572000" y="685800"/>
            <a:ext cx="3657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3" name="Text Box 13">
            <a:extLst>
              <a:ext uri="{FF2B5EF4-FFF2-40B4-BE49-F238E27FC236}">
                <a16:creationId xmlns:a16="http://schemas.microsoft.com/office/drawing/2014/main" id="{138CB4B9-1DB0-88BE-2FD6-19C086986148}"/>
              </a:ext>
            </a:extLst>
          </p:cNvPr>
          <p:cNvSpPr txBox="1">
            <a:spLocks noChangeArrowheads="1"/>
          </p:cNvSpPr>
          <p:nvPr/>
        </p:nvSpPr>
        <p:spPr bwMode="auto">
          <a:xfrm>
            <a:off x="5181600" y="106363"/>
            <a:ext cx="2622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0     1     2      3</a:t>
            </a:r>
            <a:endParaRPr lang="en-US" altLang="zh-CN" sz="2800">
              <a:latin typeface="Times New Roman" panose="02020603050405020304" pitchFamily="18" charset="0"/>
              <a:ea typeface="宋体" panose="02010600030101010101" pitchFamily="2" charset="-122"/>
            </a:endParaRPr>
          </a:p>
        </p:txBody>
      </p:sp>
      <p:sp>
        <p:nvSpPr>
          <p:cNvPr id="81934" name="Line 14">
            <a:extLst>
              <a:ext uri="{FF2B5EF4-FFF2-40B4-BE49-F238E27FC236}">
                <a16:creationId xmlns:a16="http://schemas.microsoft.com/office/drawing/2014/main" id="{FA31C572-1DE5-BFEA-9C6C-914FF30DFD81}"/>
              </a:ext>
            </a:extLst>
          </p:cNvPr>
          <p:cNvSpPr>
            <a:spLocks noChangeShapeType="1"/>
          </p:cNvSpPr>
          <p:nvPr/>
        </p:nvSpPr>
        <p:spPr bwMode="auto">
          <a:xfrm>
            <a:off x="5029200" y="228600"/>
            <a:ext cx="0" cy="2438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5" name="Line 15">
            <a:extLst>
              <a:ext uri="{FF2B5EF4-FFF2-40B4-BE49-F238E27FC236}">
                <a16:creationId xmlns:a16="http://schemas.microsoft.com/office/drawing/2014/main" id="{0CBE8B44-DB2A-911A-0C32-4A98535D29A3}"/>
              </a:ext>
            </a:extLst>
          </p:cNvPr>
          <p:cNvSpPr>
            <a:spLocks noChangeShapeType="1"/>
          </p:cNvSpPr>
          <p:nvPr/>
        </p:nvSpPr>
        <p:spPr bwMode="auto">
          <a:xfrm>
            <a:off x="304800" y="4191000"/>
            <a:ext cx="3505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6" name="Line 16">
            <a:extLst>
              <a:ext uri="{FF2B5EF4-FFF2-40B4-BE49-F238E27FC236}">
                <a16:creationId xmlns:a16="http://schemas.microsoft.com/office/drawing/2014/main" id="{31567167-E9AE-DDBD-2BD2-747D78D93B4E}"/>
              </a:ext>
            </a:extLst>
          </p:cNvPr>
          <p:cNvSpPr>
            <a:spLocks noChangeShapeType="1"/>
          </p:cNvSpPr>
          <p:nvPr/>
        </p:nvSpPr>
        <p:spPr bwMode="auto">
          <a:xfrm>
            <a:off x="762000" y="3657600"/>
            <a:ext cx="0" cy="2438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37" name="Text Box 17">
            <a:extLst>
              <a:ext uri="{FF2B5EF4-FFF2-40B4-BE49-F238E27FC236}">
                <a16:creationId xmlns:a16="http://schemas.microsoft.com/office/drawing/2014/main" id="{7D6A3A55-531F-B3FB-9AA1-080DC78DE81D}"/>
              </a:ext>
            </a:extLst>
          </p:cNvPr>
          <p:cNvSpPr txBox="1">
            <a:spLocks noChangeArrowheads="1"/>
          </p:cNvSpPr>
          <p:nvPr/>
        </p:nvSpPr>
        <p:spPr bwMode="auto">
          <a:xfrm>
            <a:off x="914400" y="3611563"/>
            <a:ext cx="2520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0     1     2     3</a:t>
            </a:r>
            <a:endParaRPr lang="en-US" altLang="zh-CN" sz="2800">
              <a:latin typeface="Times New Roman" panose="02020603050405020304" pitchFamily="18" charset="0"/>
              <a:ea typeface="宋体" panose="02010600030101010101" pitchFamily="2" charset="-122"/>
            </a:endParaRPr>
          </a:p>
        </p:txBody>
      </p:sp>
      <p:sp>
        <p:nvSpPr>
          <p:cNvPr id="81938" name="Text Box 18">
            <a:extLst>
              <a:ext uri="{FF2B5EF4-FFF2-40B4-BE49-F238E27FC236}">
                <a16:creationId xmlns:a16="http://schemas.microsoft.com/office/drawing/2014/main" id="{2790B108-85F9-168B-3A43-5B7DDB48F422}"/>
              </a:ext>
            </a:extLst>
          </p:cNvPr>
          <p:cNvSpPr txBox="1">
            <a:spLocks noChangeArrowheads="1"/>
          </p:cNvSpPr>
          <p:nvPr/>
        </p:nvSpPr>
        <p:spPr bwMode="auto">
          <a:xfrm>
            <a:off x="304800" y="4130675"/>
            <a:ext cx="313055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0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1</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1</a:t>
            </a:r>
            <a:r>
              <a:rPr lang="en-US" altLang="zh-CN" sz="3200" b="1">
                <a:latin typeface="Times New Roman" panose="02020603050405020304" pitchFamily="18" charset="0"/>
                <a:ea typeface="宋体" panose="02010600030101010101" pitchFamily="2" charset="-122"/>
              </a:rPr>
              <a:t>     1</a:t>
            </a: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1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2</a:t>
            </a:r>
            <a:r>
              <a:rPr lang="en-US" altLang="zh-CN" sz="3200" b="1">
                <a:latin typeface="Times New Roman" panose="02020603050405020304" pitchFamily="18" charset="0"/>
                <a:ea typeface="宋体" panose="02010600030101010101" pitchFamily="2" charset="-122"/>
              </a:rPr>
              <a:t>     </a:t>
            </a:r>
            <a:r>
              <a:rPr lang="en-US" altLang="zh-CN" sz="3200" b="1">
                <a:solidFill>
                  <a:srgbClr val="CC3300"/>
                </a:solidFill>
                <a:latin typeface="Times New Roman" panose="02020603050405020304" pitchFamily="18" charset="0"/>
                <a:ea typeface="宋体" panose="02010600030101010101" pitchFamily="2" charset="-122"/>
              </a:rPr>
              <a:t>2</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2                  </a:t>
            </a:r>
            <a:r>
              <a:rPr lang="en-US" altLang="zh-CN" sz="3200" b="1">
                <a:solidFill>
                  <a:srgbClr val="FF6600"/>
                </a:solidFill>
                <a:latin typeface="Times New Roman" panose="02020603050405020304" pitchFamily="18" charset="0"/>
                <a:ea typeface="宋体" panose="02010600030101010101" pitchFamily="2" charset="-122"/>
              </a:rPr>
              <a:t>0</a:t>
            </a:r>
            <a:r>
              <a:rPr lang="en-US" altLang="zh-CN" sz="3200" b="1">
                <a:latin typeface="Times New Roman" panose="02020603050405020304" pitchFamily="18" charset="0"/>
                <a:ea typeface="宋体" panose="02010600030101010101" pitchFamily="2" charset="-122"/>
              </a:rPr>
              <a:t>     </a:t>
            </a:r>
            <a:r>
              <a:rPr lang="en-US" altLang="zh-CN" sz="3200" b="1">
                <a:solidFill>
                  <a:srgbClr val="008000"/>
                </a:solidFill>
                <a:latin typeface="Times New Roman" panose="02020603050405020304" pitchFamily="18" charset="0"/>
                <a:ea typeface="宋体" panose="02010600030101010101" pitchFamily="2" charset="-122"/>
              </a:rPr>
              <a:t>3</a:t>
            </a:r>
            <a:endParaRPr lang="en-US" altLang="zh-CN" sz="3200" b="1">
              <a:latin typeface="Times New Roman" panose="02020603050405020304" pitchFamily="18" charset="0"/>
              <a:ea typeface="宋体" panose="02010600030101010101" pitchFamily="2" charset="-122"/>
            </a:endParaRPr>
          </a:p>
          <a:p>
            <a:pPr eaLnBrk="1" hangingPunct="1">
              <a:lnSpc>
                <a:spcPct val="100000"/>
              </a:lnSpc>
              <a:spcBef>
                <a:spcPct val="0"/>
              </a:spcBef>
              <a:buFontTx/>
              <a:buNone/>
            </a:pPr>
            <a:r>
              <a:rPr lang="en-US" altLang="zh-CN" sz="3200" b="1">
                <a:latin typeface="Times New Roman" panose="02020603050405020304" pitchFamily="18" charset="0"/>
                <a:ea typeface="宋体" panose="02010600030101010101" pitchFamily="2" charset="-122"/>
              </a:rPr>
              <a:t>3                         </a:t>
            </a:r>
            <a:r>
              <a:rPr lang="en-US" altLang="zh-CN" sz="3200" b="1">
                <a:solidFill>
                  <a:srgbClr val="FF6600"/>
                </a:solidFill>
                <a:latin typeface="Times New Roman" panose="02020603050405020304" pitchFamily="18" charset="0"/>
                <a:ea typeface="宋体" panose="02010600030101010101" pitchFamily="2" charset="-122"/>
              </a:rPr>
              <a:t>0</a:t>
            </a:r>
            <a:endParaRPr lang="en-US" altLang="zh-CN" sz="3200" b="1">
              <a:latin typeface="Times New Roman" panose="02020603050405020304" pitchFamily="18" charset="0"/>
              <a:ea typeface="宋体" panose="02010600030101010101" pitchFamily="2" charset="-122"/>
            </a:endParaRPr>
          </a:p>
        </p:txBody>
      </p:sp>
      <p:sp>
        <p:nvSpPr>
          <p:cNvPr id="81939" name="Text Box 19">
            <a:extLst>
              <a:ext uri="{FF2B5EF4-FFF2-40B4-BE49-F238E27FC236}">
                <a16:creationId xmlns:a16="http://schemas.microsoft.com/office/drawing/2014/main" id="{F353BE29-C59B-F7A5-E6C3-26A5D081DE7C}"/>
              </a:ext>
            </a:extLst>
          </p:cNvPr>
          <p:cNvSpPr txBox="1">
            <a:spLocks noChangeArrowheads="1"/>
          </p:cNvSpPr>
          <p:nvPr/>
        </p:nvSpPr>
        <p:spPr bwMode="auto">
          <a:xfrm>
            <a:off x="5105400" y="4830763"/>
            <a:ext cx="3689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dirty="0">
                <a:solidFill>
                  <a:srgbClr val="FF3300"/>
                </a:solidFill>
                <a:latin typeface="Times New Roman" panose="02020603050405020304" pitchFamily="18" charset="0"/>
                <a:ea typeface="楷体_GB2312" pitchFamily="49" charset="-122"/>
              </a:rPr>
              <a:t> p1=50, p2=10, p3=5</a:t>
            </a:r>
            <a:endParaRPr lang="en-US" altLang="zh-CN" sz="3200" dirty="0">
              <a:latin typeface="Times New Roman" panose="02020603050405020304" pitchFamily="18" charset="0"/>
              <a:ea typeface="宋体" panose="02010600030101010101" pitchFamily="2" charset="-122"/>
            </a:endParaRPr>
          </a:p>
        </p:txBody>
      </p:sp>
      <p:sp>
        <p:nvSpPr>
          <p:cNvPr id="81940" name="Text Box 20">
            <a:extLst>
              <a:ext uri="{FF2B5EF4-FFF2-40B4-BE49-F238E27FC236}">
                <a16:creationId xmlns:a16="http://schemas.microsoft.com/office/drawing/2014/main" id="{FD19F66E-90B9-36A5-0223-028ED476CEF4}"/>
              </a:ext>
            </a:extLst>
          </p:cNvPr>
          <p:cNvSpPr txBox="1">
            <a:spLocks noChangeArrowheads="1"/>
          </p:cNvSpPr>
          <p:nvPr/>
        </p:nvSpPr>
        <p:spPr bwMode="auto">
          <a:xfrm>
            <a:off x="3962400" y="5364163"/>
            <a:ext cx="5162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dirty="0">
                <a:solidFill>
                  <a:srgbClr val="FF3300"/>
                </a:solidFill>
                <a:latin typeface="Times New Roman" panose="02020603050405020304" pitchFamily="18" charset="0"/>
                <a:ea typeface="楷体_GB2312" pitchFamily="49" charset="-122"/>
              </a:rPr>
              <a:t>q0=15, q1=10, q2=  5, q3=  5 </a:t>
            </a:r>
            <a:endParaRPr lang="en-US" altLang="zh-CN" sz="2400" dirty="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A73FDEA9-79B5-E22B-91AF-653787F9E59A}"/>
              </a:ext>
            </a:extLst>
          </p:cNvPr>
          <p:cNvSpPr>
            <a:spLocks noGrp="1"/>
          </p:cNvSpPr>
          <p:nvPr>
            <p:ph type="sldNum" sz="quarter" idx="12"/>
          </p:nvPr>
        </p:nvSpPr>
        <p:spPr/>
        <p:txBody>
          <a:bodyPr/>
          <a:lstStyle/>
          <a:p>
            <a:pPr>
              <a:defRPr/>
            </a:pPr>
            <a:fld id="{A5CDC942-AD50-4CB1-AAEC-9B389C2C8E01}" type="slidenum">
              <a:rPr lang="en-US" altLang="zh-CN" smtClean="0"/>
              <a:pPr>
                <a:defRPr/>
              </a:pPr>
              <a:t>66</a:t>
            </a:fld>
            <a:endParaRPr lang="en-US" altLang="zh-CN"/>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A7F7E49-5578-B1CC-EB57-2CFE7916264B}"/>
              </a:ext>
            </a:extLst>
          </p:cNvPr>
          <p:cNvSpPr>
            <a:spLocks noGrp="1" noChangeArrowheads="1"/>
          </p:cNvSpPr>
          <p:nvPr>
            <p:ph type="title"/>
          </p:nvPr>
        </p:nvSpPr>
        <p:spPr/>
        <p:txBody>
          <a:bodyPr/>
          <a:lstStyle/>
          <a:p>
            <a:r>
              <a:rPr lang="zh-CN" altLang="en-US"/>
              <a:t>算法基本思路</a:t>
            </a:r>
          </a:p>
        </p:txBody>
      </p:sp>
      <p:sp>
        <p:nvSpPr>
          <p:cNvPr id="82947" name="Rectangle 3">
            <a:extLst>
              <a:ext uri="{FF2B5EF4-FFF2-40B4-BE49-F238E27FC236}">
                <a16:creationId xmlns:a16="http://schemas.microsoft.com/office/drawing/2014/main" id="{6438D293-E607-787B-F956-D1319B4169EC}"/>
              </a:ext>
            </a:extLst>
          </p:cNvPr>
          <p:cNvSpPr>
            <a:spLocks noGrp="1" noChangeArrowheads="1"/>
          </p:cNvSpPr>
          <p:nvPr>
            <p:ph type="body" idx="1"/>
          </p:nvPr>
        </p:nvSpPr>
        <p:spPr>
          <a:xfrm>
            <a:off x="179512" y="1825624"/>
            <a:ext cx="8784976" cy="4530725"/>
          </a:xfrm>
        </p:spPr>
        <p:txBody>
          <a:bodyPr>
            <a:normAutofit fontScale="77500" lnSpcReduction="20000"/>
          </a:bodyPr>
          <a:lstStyle/>
          <a:p>
            <a:r>
              <a:rPr lang="zh-CN" altLang="en-US" dirty="0"/>
              <a:t>初始化</a:t>
            </a:r>
          </a:p>
          <a:p>
            <a:pPr lvl="1"/>
            <a:r>
              <a:rPr lang="en-US" altLang="zh-CN" dirty="0"/>
              <a:t>W[</a:t>
            </a:r>
            <a:r>
              <a:rPr lang="en-US" altLang="zh-CN" dirty="0" err="1"/>
              <a:t>i</a:t>
            </a:r>
            <a:r>
              <a:rPr lang="en-US" altLang="zh-CN" dirty="0"/>
              <a:t>][</a:t>
            </a:r>
            <a:r>
              <a:rPr lang="en-US" altLang="zh-CN" dirty="0" err="1"/>
              <a:t>i</a:t>
            </a:r>
            <a:r>
              <a:rPr lang="en-US" altLang="zh-CN" dirty="0"/>
              <a:t>], C[</a:t>
            </a:r>
            <a:r>
              <a:rPr lang="en-US" altLang="zh-CN" dirty="0" err="1"/>
              <a:t>i</a:t>
            </a:r>
            <a:r>
              <a:rPr lang="en-US" altLang="zh-CN" dirty="0"/>
              <a:t>][</a:t>
            </a:r>
            <a:r>
              <a:rPr lang="en-US" altLang="zh-CN" dirty="0" err="1"/>
              <a:t>i</a:t>
            </a:r>
            <a:r>
              <a:rPr lang="en-US" altLang="zh-CN" dirty="0"/>
              <a:t>], W[</a:t>
            </a:r>
            <a:r>
              <a:rPr lang="en-US" altLang="zh-CN" dirty="0" err="1"/>
              <a:t>i</a:t>
            </a:r>
            <a:r>
              <a:rPr lang="en-US" altLang="zh-CN" dirty="0"/>
              <a:t>][i+1], C[</a:t>
            </a:r>
            <a:r>
              <a:rPr lang="en-US" altLang="zh-CN" dirty="0" err="1"/>
              <a:t>i</a:t>
            </a:r>
            <a:r>
              <a:rPr lang="en-US" altLang="zh-CN" dirty="0"/>
              <a:t>][i+1], R[</a:t>
            </a:r>
            <a:r>
              <a:rPr lang="en-US" altLang="zh-CN" dirty="0" err="1"/>
              <a:t>i</a:t>
            </a:r>
            <a:r>
              <a:rPr lang="en-US" altLang="zh-CN" dirty="0"/>
              <a:t>][i+1]</a:t>
            </a:r>
          </a:p>
          <a:p>
            <a:r>
              <a:rPr lang="zh-CN" altLang="en-US" dirty="0"/>
              <a:t>循环（内部结点数</a:t>
            </a:r>
            <a:r>
              <a:rPr lang="en-US" altLang="zh-CN" dirty="0"/>
              <a:t>m</a:t>
            </a:r>
            <a:r>
              <a:rPr lang="zh-CN" altLang="en-US" dirty="0"/>
              <a:t>从</a:t>
            </a:r>
            <a:r>
              <a:rPr lang="en-US" altLang="zh-CN" dirty="0"/>
              <a:t>2</a:t>
            </a:r>
            <a:r>
              <a:rPr lang="zh-CN" altLang="en-US" dirty="0"/>
              <a:t>增到</a:t>
            </a:r>
            <a:r>
              <a:rPr lang="en-US" altLang="zh-CN" dirty="0"/>
              <a:t>n</a:t>
            </a:r>
            <a:r>
              <a:rPr lang="zh-CN" altLang="en-US" dirty="0"/>
              <a:t>，步长</a:t>
            </a:r>
            <a:r>
              <a:rPr lang="en-US" altLang="zh-CN" dirty="0"/>
              <a:t>1</a:t>
            </a:r>
            <a:r>
              <a:rPr lang="zh-CN" altLang="en-US" dirty="0"/>
              <a:t>）</a:t>
            </a:r>
          </a:p>
          <a:p>
            <a:pPr lvl="1"/>
            <a:r>
              <a:rPr lang="zh-CN" altLang="en-US" dirty="0"/>
              <a:t>循环（当前区间左边界</a:t>
            </a:r>
            <a:r>
              <a:rPr lang="en-US" altLang="zh-CN" dirty="0" err="1"/>
              <a:t>i</a:t>
            </a:r>
            <a:r>
              <a:rPr lang="zh-CN" altLang="en-US" dirty="0"/>
              <a:t>从</a:t>
            </a:r>
            <a:r>
              <a:rPr lang="en-US" altLang="zh-CN" dirty="0"/>
              <a:t>0</a:t>
            </a:r>
            <a:r>
              <a:rPr lang="zh-CN" altLang="en-US" dirty="0"/>
              <a:t>增到</a:t>
            </a:r>
            <a:r>
              <a:rPr lang="en-US" altLang="zh-CN" dirty="0"/>
              <a:t>n-m</a:t>
            </a:r>
            <a:r>
              <a:rPr lang="zh-CN" altLang="en-US" dirty="0"/>
              <a:t>，步长</a:t>
            </a:r>
            <a:r>
              <a:rPr lang="en-US" altLang="zh-CN" dirty="0"/>
              <a:t>1 </a:t>
            </a:r>
            <a:r>
              <a:rPr lang="zh-CN" altLang="en-US" dirty="0"/>
              <a:t>）</a:t>
            </a:r>
            <a:endParaRPr lang="en-US" altLang="zh-CN" dirty="0"/>
          </a:p>
          <a:p>
            <a:pPr lvl="2"/>
            <a:r>
              <a:rPr lang="zh-CN" altLang="en-US" dirty="0"/>
              <a:t>设</a:t>
            </a:r>
            <a:r>
              <a:rPr lang="en-US" altLang="zh-CN" dirty="0"/>
              <a:t>u=i+1, min = C[i+1][j]</a:t>
            </a:r>
            <a:r>
              <a:rPr lang="zh-CN" altLang="en-US" dirty="0"/>
              <a:t>，这个</a:t>
            </a:r>
            <a:r>
              <a:rPr lang="en-US" altLang="zh-CN" dirty="0"/>
              <a:t>min</a:t>
            </a:r>
            <a:r>
              <a:rPr lang="zh-CN" altLang="en-US" dirty="0"/>
              <a:t>加上</a:t>
            </a:r>
            <a:r>
              <a:rPr lang="en-US" altLang="zh-CN" dirty="0"/>
              <a:t>w[</a:t>
            </a:r>
            <a:r>
              <a:rPr lang="en-US" altLang="zh-CN" dirty="0" err="1"/>
              <a:t>i</a:t>
            </a:r>
            <a:r>
              <a:rPr lang="en-US" altLang="zh-CN" dirty="0"/>
              <a:t>][j]</a:t>
            </a:r>
            <a:r>
              <a:rPr lang="zh-CN" altLang="en-US" dirty="0"/>
              <a:t>就是以</a:t>
            </a:r>
            <a:r>
              <a:rPr lang="en-US" altLang="zh-CN" dirty="0"/>
              <a:t>i+1</a:t>
            </a:r>
            <a:r>
              <a:rPr lang="zh-CN" altLang="en-US" dirty="0"/>
              <a:t>为根时的</a:t>
            </a:r>
            <a:r>
              <a:rPr lang="en-US" altLang="zh-CN" dirty="0"/>
              <a:t>C[</a:t>
            </a:r>
            <a:r>
              <a:rPr lang="en-US" altLang="zh-CN" dirty="0" err="1"/>
              <a:t>i</a:t>
            </a:r>
            <a:r>
              <a:rPr lang="en-US" altLang="zh-CN" dirty="0"/>
              <a:t>][j]</a:t>
            </a:r>
            <a:endParaRPr lang="zh-CN" altLang="en-US" dirty="0"/>
          </a:p>
          <a:p>
            <a:pPr lvl="2"/>
            <a:r>
              <a:rPr lang="zh-CN" altLang="en-US" dirty="0"/>
              <a:t>循环（依次让当前区间内每个内部结点</a:t>
            </a:r>
            <a:r>
              <a:rPr lang="en-US" altLang="zh-CN" dirty="0"/>
              <a:t>k</a:t>
            </a:r>
            <a:r>
              <a:rPr lang="zh-CN" altLang="en-US" dirty="0"/>
              <a:t>为根，即</a:t>
            </a:r>
            <a:r>
              <a:rPr lang="en-US" altLang="zh-CN" dirty="0"/>
              <a:t>k</a:t>
            </a:r>
            <a:r>
              <a:rPr lang="zh-CN" altLang="en-US" dirty="0"/>
              <a:t>依次取</a:t>
            </a:r>
            <a:r>
              <a:rPr lang="en-US" altLang="zh-CN" dirty="0"/>
              <a:t>[i+1, </a:t>
            </a:r>
            <a:r>
              <a:rPr lang="en-US" altLang="zh-CN" dirty="0" err="1"/>
              <a:t>i+m</a:t>
            </a:r>
            <a:r>
              <a:rPr lang="en-US" altLang="zh-CN" dirty="0"/>
              <a:t>]</a:t>
            </a:r>
            <a:r>
              <a:rPr lang="zh-CN" altLang="en-US" dirty="0"/>
              <a:t>中的每个值 ） </a:t>
            </a:r>
          </a:p>
          <a:p>
            <a:pPr lvl="3"/>
            <a:r>
              <a:rPr lang="en-US" altLang="zh-CN" sz="2400" dirty="0"/>
              <a:t>min</a:t>
            </a:r>
            <a:r>
              <a:rPr lang="zh-CN" altLang="en-US" sz="2400" dirty="0"/>
              <a:t>记录这个过程中最小的</a:t>
            </a:r>
            <a:r>
              <a:rPr lang="en-US" altLang="zh-CN" sz="2400" dirty="0"/>
              <a:t>C[</a:t>
            </a:r>
            <a:r>
              <a:rPr lang="en-US" altLang="zh-CN" sz="2400" dirty="0" err="1"/>
              <a:t>i</a:t>
            </a:r>
            <a:r>
              <a:rPr lang="en-US" altLang="zh-CN" sz="2400" dirty="0"/>
              <a:t>][k-1]+C[k][j]</a:t>
            </a:r>
            <a:r>
              <a:rPr lang="zh-CN" altLang="en-US" sz="2400" dirty="0"/>
              <a:t>，</a:t>
            </a:r>
            <a:r>
              <a:rPr lang="en-US" altLang="zh-CN" sz="2400" dirty="0"/>
              <a:t>u</a:t>
            </a:r>
            <a:r>
              <a:rPr lang="zh-CN" altLang="en-US" sz="2400" dirty="0"/>
              <a:t>记录对应的</a:t>
            </a:r>
            <a:r>
              <a:rPr lang="en-US" altLang="zh-CN" sz="2400" dirty="0"/>
              <a:t>k</a:t>
            </a:r>
            <a:r>
              <a:rPr lang="zh-CN" altLang="en-US" sz="2400" dirty="0"/>
              <a:t>。</a:t>
            </a:r>
            <a:endParaRPr lang="en-US" altLang="zh-CN" sz="2400" dirty="0"/>
          </a:p>
          <a:p>
            <a:pPr lvl="3"/>
            <a:r>
              <a:rPr lang="zh-CN" altLang="en-US" sz="2400" dirty="0"/>
              <a:t>该层循环结束时得到局部结果：</a:t>
            </a:r>
            <a:r>
              <a:rPr lang="en-US" altLang="zh-CN" sz="2400" dirty="0"/>
              <a:t>R[</a:t>
            </a:r>
            <a:r>
              <a:rPr lang="en-US" altLang="zh-CN" sz="2400" dirty="0" err="1"/>
              <a:t>i</a:t>
            </a:r>
            <a:r>
              <a:rPr lang="en-US" altLang="zh-CN" sz="2400" dirty="0"/>
              <a:t>][j] = u</a:t>
            </a:r>
            <a:r>
              <a:rPr lang="zh-CN" altLang="en-US" sz="2400" dirty="0"/>
              <a:t>，</a:t>
            </a:r>
            <a:r>
              <a:rPr lang="en-US" altLang="zh-CN" sz="2400" dirty="0"/>
              <a:t>C[</a:t>
            </a:r>
            <a:r>
              <a:rPr lang="en-US" altLang="zh-CN" sz="2400" dirty="0" err="1"/>
              <a:t>i</a:t>
            </a:r>
            <a:r>
              <a:rPr lang="en-US" altLang="zh-CN" sz="2400" dirty="0"/>
              <a:t>][j] = </a:t>
            </a:r>
            <a:r>
              <a:rPr lang="en-US" altLang="zh-CN" sz="2400" dirty="0" err="1"/>
              <a:t>min+w</a:t>
            </a:r>
            <a:r>
              <a:rPr lang="en-US" altLang="zh-CN" sz="2400" dirty="0"/>
              <a:t>[</a:t>
            </a:r>
            <a:r>
              <a:rPr lang="en-US" altLang="zh-CN" sz="2400" dirty="0" err="1"/>
              <a:t>i</a:t>
            </a:r>
            <a:r>
              <a:rPr lang="en-US" altLang="zh-CN" sz="2400" dirty="0"/>
              <a:t>][j]</a:t>
            </a:r>
          </a:p>
          <a:p>
            <a:pPr lvl="4"/>
            <a:r>
              <a:rPr lang="zh-CN" altLang="en-US" sz="2400" dirty="0"/>
              <a:t>推算</a:t>
            </a:r>
            <a:r>
              <a:rPr lang="pl-PL" altLang="zh-CN" sz="2400" dirty="0"/>
              <a:t>W[i][j] </a:t>
            </a:r>
            <a:r>
              <a:rPr lang="zh-CN" altLang="en-US" sz="2400" dirty="0"/>
              <a:t>的公式为：</a:t>
            </a:r>
            <a:r>
              <a:rPr lang="pl-PL" altLang="zh-CN" sz="2400" dirty="0"/>
              <a:t>W[i][j] = W[i][j-1] + p[j] + q[j]</a:t>
            </a:r>
            <a:endParaRPr lang="en-US" altLang="zh-CN" sz="2400" dirty="0"/>
          </a:p>
          <a:p>
            <a:r>
              <a:rPr lang="zh-CN" altLang="en-US" dirty="0"/>
              <a:t>最后得到最优二叉搜索树的树根为</a:t>
            </a:r>
            <a:r>
              <a:rPr lang="en-US" altLang="zh-CN" dirty="0"/>
              <a:t>R[0][n]</a:t>
            </a:r>
            <a:r>
              <a:rPr lang="zh-CN" altLang="en-US" dirty="0"/>
              <a:t>，代价为</a:t>
            </a:r>
            <a:r>
              <a:rPr lang="en-US" altLang="zh-CN" dirty="0"/>
              <a:t>C[0][n]</a:t>
            </a:r>
            <a:endParaRPr lang="zh-CN" altLang="en-US" dirty="0"/>
          </a:p>
        </p:txBody>
      </p:sp>
      <p:sp>
        <p:nvSpPr>
          <p:cNvPr id="2" name="灯片编号占位符 1">
            <a:extLst>
              <a:ext uri="{FF2B5EF4-FFF2-40B4-BE49-F238E27FC236}">
                <a16:creationId xmlns:a16="http://schemas.microsoft.com/office/drawing/2014/main" id="{DA444828-22E2-8A65-5F98-5A0EBFDBDB50}"/>
              </a:ext>
            </a:extLst>
          </p:cNvPr>
          <p:cNvSpPr>
            <a:spLocks noGrp="1"/>
          </p:cNvSpPr>
          <p:nvPr>
            <p:ph type="sldNum" sz="quarter" idx="12"/>
          </p:nvPr>
        </p:nvSpPr>
        <p:spPr/>
        <p:txBody>
          <a:bodyPr/>
          <a:lstStyle/>
          <a:p>
            <a:pPr>
              <a:defRPr/>
            </a:pPr>
            <a:fld id="{82BC8E53-3928-4033-8D0B-01554133DC73}" type="slidenum">
              <a:rPr lang="en-US" altLang="zh-CN" smtClean="0"/>
              <a:pPr>
                <a:defRPr/>
              </a:pPr>
              <a:t>67</a:t>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7</a:t>
            </a:r>
            <a:r>
              <a:rPr lang="zh-CN" altLang="en-US" dirty="0"/>
              <a:t>章作业</a:t>
            </a:r>
            <a:r>
              <a:rPr lang="en-US" altLang="zh-CN" dirty="0"/>
              <a:t>1</a:t>
            </a:r>
            <a:r>
              <a:rPr lang="zh-CN" altLang="en-US" dirty="0"/>
              <a:t>（</a:t>
            </a:r>
            <a:r>
              <a:rPr lang="en-US" altLang="zh-CN" dirty="0"/>
              <a:t>1</a:t>
            </a:r>
            <a:r>
              <a:rPr lang="zh-CN" altLang="en-US" dirty="0"/>
              <a:t>）</a:t>
            </a:r>
          </a:p>
        </p:txBody>
      </p:sp>
      <p:sp>
        <p:nvSpPr>
          <p:cNvPr id="3" name="内容占位符 2"/>
          <p:cNvSpPr>
            <a:spLocks noGrp="1"/>
          </p:cNvSpPr>
          <p:nvPr>
            <p:ph idx="1"/>
          </p:nvPr>
        </p:nvSpPr>
        <p:spPr/>
        <p:txBody>
          <a:bodyPr/>
          <a:lstStyle/>
          <a:p>
            <a:r>
              <a:rPr lang="en-US" altLang="zh-CN" dirty="0"/>
              <a:t>1. </a:t>
            </a:r>
            <a:r>
              <a:rPr lang="zh-CN" altLang="en-US" dirty="0"/>
              <a:t>给定一组元素</a:t>
            </a:r>
            <a:r>
              <a:rPr lang="en-US" altLang="zh-CN" dirty="0"/>
              <a:t>k={1,8,2,6,5,4}</a:t>
            </a:r>
            <a:endParaRPr lang="zh-CN" altLang="en-US" dirty="0"/>
          </a:p>
          <a:p>
            <a:pPr lvl="1"/>
            <a:r>
              <a:rPr lang="en-US" altLang="zh-CN" dirty="0"/>
              <a:t>(1)</a:t>
            </a:r>
            <a:r>
              <a:rPr lang="zh-CN" altLang="en-US" dirty="0"/>
              <a:t>从空树开始，依次插入，形成二叉搜索树，并且加上中序线索。</a:t>
            </a:r>
          </a:p>
          <a:p>
            <a:pPr lvl="1"/>
            <a:r>
              <a:rPr lang="en-US" altLang="zh-CN" dirty="0"/>
              <a:t>(2)</a:t>
            </a:r>
            <a:r>
              <a:rPr lang="zh-CN" altLang="en-US" dirty="0"/>
              <a:t>把</a:t>
            </a:r>
            <a:r>
              <a:rPr lang="en-US" altLang="zh-CN" dirty="0"/>
              <a:t>k</a:t>
            </a:r>
            <a:r>
              <a:rPr lang="zh-CN" altLang="en-US" dirty="0"/>
              <a:t>排成有序表，画出折半搜索的判定树。</a:t>
            </a:r>
            <a:endParaRPr lang="en-US" altLang="zh-CN" dirty="0"/>
          </a:p>
          <a:p>
            <a:endParaRPr lang="zh-CN" altLang="en-US" dirty="0"/>
          </a:p>
        </p:txBody>
      </p:sp>
      <p:sp>
        <p:nvSpPr>
          <p:cNvPr id="4" name="灯片编号占位符 3">
            <a:extLst>
              <a:ext uri="{FF2B5EF4-FFF2-40B4-BE49-F238E27FC236}">
                <a16:creationId xmlns:a16="http://schemas.microsoft.com/office/drawing/2014/main" id="{D26A3233-3C63-4D1A-A8DF-6FE78AF5E917}"/>
              </a:ext>
            </a:extLst>
          </p:cNvPr>
          <p:cNvSpPr>
            <a:spLocks noGrp="1"/>
          </p:cNvSpPr>
          <p:nvPr>
            <p:ph type="sldNum" sz="quarter" idx="12"/>
          </p:nvPr>
        </p:nvSpPr>
        <p:spPr/>
        <p:txBody>
          <a:bodyPr/>
          <a:lstStyle/>
          <a:p>
            <a:fld id="{0C913308-F349-4B6D-A68A-DD1791B4A57B}" type="slidenum">
              <a:rPr lang="zh-CN" altLang="en-US" smtClean="0"/>
              <a:pPr/>
              <a:t>68</a:t>
            </a:fld>
            <a:endParaRPr lang="zh-CN" altLang="en-US"/>
          </a:p>
        </p:txBody>
      </p:sp>
    </p:spTree>
    <p:extLst>
      <p:ext uri="{BB962C8B-B14F-4D97-AF65-F5344CB8AC3E}">
        <p14:creationId xmlns:p14="http://schemas.microsoft.com/office/powerpoint/2010/main" val="117962543"/>
      </p:ext>
    </p:extLst>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7</a:t>
            </a:r>
            <a:r>
              <a:rPr lang="zh-CN" altLang="en-US" dirty="0"/>
              <a:t>章作业</a:t>
            </a:r>
            <a:r>
              <a:rPr lang="en-US" altLang="zh-CN" dirty="0"/>
              <a:t>1</a:t>
            </a:r>
            <a:r>
              <a:rPr lang="zh-CN" altLang="en-US" dirty="0"/>
              <a:t>（</a:t>
            </a:r>
            <a:r>
              <a:rPr lang="en-US" altLang="zh-CN" dirty="0"/>
              <a:t>2</a:t>
            </a:r>
            <a:r>
              <a:rPr lang="zh-CN" altLang="en-US" dirty="0"/>
              <a:t>）</a:t>
            </a:r>
          </a:p>
        </p:txBody>
      </p:sp>
      <p:sp>
        <p:nvSpPr>
          <p:cNvPr id="3" name="内容占位符 2"/>
          <p:cNvSpPr>
            <a:spLocks noGrp="1"/>
          </p:cNvSpPr>
          <p:nvPr>
            <p:ph idx="1"/>
          </p:nvPr>
        </p:nvSpPr>
        <p:spPr/>
        <p:txBody>
          <a:bodyPr>
            <a:normAutofit fontScale="70000" lnSpcReduction="20000"/>
          </a:bodyPr>
          <a:lstStyle/>
          <a:p>
            <a:pPr>
              <a:lnSpc>
                <a:spcPct val="120000"/>
              </a:lnSpc>
            </a:pPr>
            <a:r>
              <a:rPr lang="en-US" altLang="zh-CN" dirty="0"/>
              <a:t>2. </a:t>
            </a:r>
            <a:r>
              <a:rPr lang="zh-CN" altLang="en-US" dirty="0"/>
              <a:t>一个长度为</a:t>
            </a:r>
            <a:r>
              <a:rPr lang="en-US" altLang="zh-CN" dirty="0"/>
              <a:t>L(L≥1)</a:t>
            </a:r>
            <a:r>
              <a:rPr lang="zh-CN" altLang="en-US" dirty="0"/>
              <a:t>的升序序列</a:t>
            </a:r>
            <a:r>
              <a:rPr lang="en-US" altLang="zh-CN" dirty="0"/>
              <a:t>S</a:t>
            </a:r>
            <a:r>
              <a:rPr lang="zh-CN" altLang="en-US" dirty="0"/>
              <a:t>，处在第</a:t>
            </a:r>
            <a:r>
              <a:rPr lang="zh-CN" altLang="en-US" dirty="0">
                <a:sym typeface="Symbol"/>
              </a:rPr>
              <a:t></a:t>
            </a:r>
            <a:r>
              <a:rPr lang="en-US" altLang="zh-CN" dirty="0"/>
              <a:t>L/2</a:t>
            </a:r>
            <a:r>
              <a:rPr lang="zh-CN" altLang="en-US" dirty="0">
                <a:sym typeface="Symbol"/>
              </a:rPr>
              <a:t></a:t>
            </a:r>
            <a:r>
              <a:rPr lang="zh-CN" altLang="en-US" dirty="0"/>
              <a:t>个位置的数称为</a:t>
            </a:r>
            <a:r>
              <a:rPr lang="en-US" altLang="zh-CN" dirty="0"/>
              <a:t>S</a:t>
            </a:r>
            <a:r>
              <a:rPr lang="en-US" altLang="zh-CN" baseline="-25000" dirty="0"/>
              <a:t>m</a:t>
            </a:r>
            <a:r>
              <a:rPr lang="zh-CN" altLang="en-US" dirty="0"/>
              <a:t>。例如，若序列</a:t>
            </a:r>
            <a:r>
              <a:rPr lang="en-US" altLang="zh-CN" dirty="0"/>
              <a:t>S1=(11, 13, 15, 17, 19)</a:t>
            </a:r>
            <a:r>
              <a:rPr lang="zh-CN" altLang="en-US" dirty="0"/>
              <a:t>，则</a:t>
            </a:r>
            <a:r>
              <a:rPr lang="en-US" altLang="zh-CN" dirty="0"/>
              <a:t>S1</a:t>
            </a:r>
            <a:r>
              <a:rPr lang="zh-CN" altLang="en-US" dirty="0"/>
              <a:t>的</a:t>
            </a:r>
            <a:r>
              <a:rPr lang="en-US" altLang="zh-CN" dirty="0"/>
              <a:t>S</a:t>
            </a:r>
            <a:r>
              <a:rPr lang="en-US" altLang="zh-CN" baseline="-25000" dirty="0"/>
              <a:t>m</a:t>
            </a:r>
            <a:r>
              <a:rPr lang="zh-CN" altLang="en-US" dirty="0"/>
              <a:t>是</a:t>
            </a:r>
            <a:r>
              <a:rPr lang="en-US" altLang="zh-CN" dirty="0"/>
              <a:t>15</a:t>
            </a:r>
            <a:r>
              <a:rPr lang="zh-CN" altLang="en-US" dirty="0"/>
              <a:t>。两个序列的</a:t>
            </a:r>
            <a:r>
              <a:rPr lang="en-US" altLang="zh-CN" dirty="0"/>
              <a:t>S</a:t>
            </a:r>
            <a:r>
              <a:rPr lang="en-US" altLang="zh-CN" baseline="-25000" dirty="0"/>
              <a:t>m</a:t>
            </a:r>
            <a:r>
              <a:rPr lang="zh-CN" altLang="en-US" dirty="0"/>
              <a:t>是含它们所有元素的升序序列的</a:t>
            </a:r>
            <a:r>
              <a:rPr lang="en-US" altLang="zh-CN" dirty="0"/>
              <a:t>S</a:t>
            </a:r>
            <a:r>
              <a:rPr lang="en-US" altLang="zh-CN" baseline="-25000" dirty="0"/>
              <a:t>m</a:t>
            </a:r>
            <a:r>
              <a:rPr lang="en-US" altLang="zh-CN" dirty="0"/>
              <a:t> </a:t>
            </a:r>
            <a:r>
              <a:rPr lang="zh-CN" altLang="en-US" dirty="0"/>
              <a:t>。例如，若</a:t>
            </a:r>
            <a:r>
              <a:rPr lang="en-US" altLang="zh-CN" dirty="0"/>
              <a:t>S2=(2, 4, 6, 8, 20)</a:t>
            </a:r>
            <a:r>
              <a:rPr lang="zh-CN" altLang="en-US" dirty="0"/>
              <a:t>，则</a:t>
            </a:r>
            <a:r>
              <a:rPr lang="en-US" altLang="zh-CN" dirty="0"/>
              <a:t>S1</a:t>
            </a:r>
            <a:r>
              <a:rPr lang="zh-CN" altLang="en-US" dirty="0"/>
              <a:t>和</a:t>
            </a:r>
            <a:r>
              <a:rPr lang="en-US" altLang="zh-CN" dirty="0"/>
              <a:t>S2</a:t>
            </a:r>
            <a:r>
              <a:rPr lang="zh-CN" altLang="en-US" dirty="0"/>
              <a:t>的</a:t>
            </a:r>
            <a:r>
              <a:rPr lang="en-US" altLang="zh-CN" dirty="0"/>
              <a:t>S</a:t>
            </a:r>
            <a:r>
              <a:rPr lang="en-US" altLang="zh-CN" baseline="-25000" dirty="0"/>
              <a:t>m</a:t>
            </a:r>
            <a:r>
              <a:rPr lang="zh-CN" altLang="en-US" dirty="0"/>
              <a:t>是</a:t>
            </a:r>
            <a:r>
              <a:rPr lang="en-US" altLang="zh-CN" dirty="0"/>
              <a:t>11</a:t>
            </a:r>
            <a:r>
              <a:rPr lang="zh-CN" altLang="en-US" dirty="0"/>
              <a:t>。现有两个等长升序序列</a:t>
            </a:r>
            <a:r>
              <a:rPr lang="en-US" altLang="zh-CN" dirty="0"/>
              <a:t>A</a:t>
            </a:r>
            <a:r>
              <a:rPr lang="zh-CN" altLang="en-US" dirty="0"/>
              <a:t>和</a:t>
            </a:r>
            <a:r>
              <a:rPr lang="en-US" altLang="zh-CN" dirty="0"/>
              <a:t>B</a:t>
            </a:r>
            <a:r>
              <a:rPr lang="zh-CN" altLang="en-US" dirty="0"/>
              <a:t>，试设计一个在时间和空间两方面都尽可能高效的算法，找出两个序列</a:t>
            </a:r>
            <a:r>
              <a:rPr lang="en-US" altLang="zh-CN" dirty="0"/>
              <a:t>A</a:t>
            </a:r>
            <a:r>
              <a:rPr lang="zh-CN" altLang="en-US" dirty="0"/>
              <a:t>和</a:t>
            </a:r>
            <a:r>
              <a:rPr lang="en-US" altLang="zh-CN" dirty="0"/>
              <a:t>B</a:t>
            </a:r>
            <a:r>
              <a:rPr lang="zh-CN" altLang="en-US" dirty="0"/>
              <a:t>的</a:t>
            </a:r>
            <a:r>
              <a:rPr lang="en-US" altLang="zh-CN" dirty="0"/>
              <a:t>S</a:t>
            </a:r>
            <a:r>
              <a:rPr lang="en-US" altLang="zh-CN" baseline="-25000" dirty="0"/>
              <a:t>m</a:t>
            </a:r>
            <a:r>
              <a:rPr lang="en-US" altLang="zh-CN" dirty="0"/>
              <a:t> </a:t>
            </a:r>
            <a:r>
              <a:rPr lang="zh-CN" altLang="en-US" dirty="0"/>
              <a:t>。要求：</a:t>
            </a:r>
          </a:p>
          <a:p>
            <a:pPr lvl="1">
              <a:lnSpc>
                <a:spcPct val="120000"/>
              </a:lnSpc>
            </a:pPr>
            <a:r>
              <a:rPr lang="en-US" altLang="zh-CN" dirty="0"/>
              <a:t>(1)</a:t>
            </a:r>
            <a:r>
              <a:rPr lang="zh-CN" altLang="en-US" dirty="0"/>
              <a:t>给出算法的基本设计思想。</a:t>
            </a:r>
          </a:p>
          <a:p>
            <a:pPr lvl="1">
              <a:lnSpc>
                <a:spcPct val="120000"/>
              </a:lnSpc>
            </a:pPr>
            <a:r>
              <a:rPr lang="en-US" altLang="zh-CN" dirty="0"/>
              <a:t>(2)</a:t>
            </a:r>
            <a:r>
              <a:rPr lang="zh-CN" altLang="en-US" dirty="0"/>
              <a:t>说明你所设计算法的时间复杂度和空间复杂度。</a:t>
            </a:r>
            <a:endParaRPr lang="en-US" altLang="zh-CN" dirty="0"/>
          </a:p>
          <a:p>
            <a:pPr lvl="1">
              <a:lnSpc>
                <a:spcPct val="120000"/>
              </a:lnSpc>
            </a:pPr>
            <a:r>
              <a:rPr lang="en-US" altLang="zh-CN" dirty="0"/>
              <a:t>(3)</a:t>
            </a:r>
            <a:r>
              <a:rPr lang="zh-CN" altLang="en-US" dirty="0"/>
              <a:t>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p>
          <a:p>
            <a:pPr lvl="1">
              <a:lnSpc>
                <a:spcPct val="120000"/>
              </a:lnSpc>
            </a:pPr>
            <a:endParaRPr lang="zh-CN" altLang="en-US" dirty="0"/>
          </a:p>
        </p:txBody>
      </p:sp>
      <p:sp>
        <p:nvSpPr>
          <p:cNvPr id="4" name="灯片编号占位符 3">
            <a:extLst>
              <a:ext uri="{FF2B5EF4-FFF2-40B4-BE49-F238E27FC236}">
                <a16:creationId xmlns:a16="http://schemas.microsoft.com/office/drawing/2014/main" id="{22247CEA-DB85-4E24-A9B5-D02D99D8CF81}"/>
              </a:ext>
            </a:extLst>
          </p:cNvPr>
          <p:cNvSpPr>
            <a:spLocks noGrp="1"/>
          </p:cNvSpPr>
          <p:nvPr>
            <p:ph type="sldNum" sz="quarter" idx="12"/>
          </p:nvPr>
        </p:nvSpPr>
        <p:spPr/>
        <p:txBody>
          <a:bodyPr/>
          <a:lstStyle/>
          <a:p>
            <a:fld id="{0C913308-F349-4B6D-A68A-DD1791B4A57B}" type="slidenum">
              <a:rPr lang="zh-CN" altLang="en-US" smtClean="0"/>
              <a:pPr/>
              <a:t>69</a:t>
            </a:fld>
            <a:endParaRPr lang="zh-CN" altLang="en-US"/>
          </a:p>
        </p:txBody>
      </p:sp>
    </p:spTree>
    <p:extLst>
      <p:ext uri="{BB962C8B-B14F-4D97-AF65-F5344CB8AC3E}">
        <p14:creationId xmlns:p14="http://schemas.microsoft.com/office/powerpoint/2010/main" val="3392271374"/>
      </p:ext>
    </p:extLst>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a:extLst>
              <a:ext uri="{FF2B5EF4-FFF2-40B4-BE49-F238E27FC236}">
                <a16:creationId xmlns:a16="http://schemas.microsoft.com/office/drawing/2014/main" id="{5551D99F-4CD3-6F90-9C2B-9130EFD01DAB}"/>
              </a:ext>
            </a:extLst>
          </p:cNvPr>
          <p:cNvSpPr>
            <a:spLocks noGrp="1" noChangeArrowheads="1"/>
          </p:cNvSpPr>
          <p:nvPr>
            <p:ph type="title"/>
          </p:nvPr>
        </p:nvSpPr>
        <p:spPr/>
        <p:txBody>
          <a:bodyPr/>
          <a:lstStyle/>
          <a:p>
            <a:r>
              <a:rPr lang="en-US" altLang="zh-CN" dirty="0"/>
              <a:t>7.3 AVL</a:t>
            </a:r>
            <a:r>
              <a:rPr lang="zh-CN" altLang="en-US" dirty="0"/>
              <a:t>树（高度平衡的二叉搜索树）</a:t>
            </a:r>
          </a:p>
        </p:txBody>
      </p:sp>
      <p:sp>
        <p:nvSpPr>
          <p:cNvPr id="3" name="内容占位符 2">
            <a:extLst>
              <a:ext uri="{FF2B5EF4-FFF2-40B4-BE49-F238E27FC236}">
                <a16:creationId xmlns:a16="http://schemas.microsoft.com/office/drawing/2014/main" id="{CC7FA525-C799-4EBF-B1DA-AA0C8A58787F}"/>
              </a:ext>
            </a:extLst>
          </p:cNvPr>
          <p:cNvSpPr>
            <a:spLocks noGrp="1"/>
          </p:cNvSpPr>
          <p:nvPr>
            <p:ph idx="1"/>
          </p:nvPr>
        </p:nvSpPr>
        <p:spPr>
          <a:xfrm>
            <a:off x="628650" y="1825625"/>
            <a:ext cx="7886700" cy="1954213"/>
          </a:xfrm>
        </p:spPr>
        <p:txBody>
          <a:bodyPr>
            <a:normAutofit fontScale="85000" lnSpcReduction="20000"/>
          </a:bodyPr>
          <a:lstStyle/>
          <a:p>
            <a:r>
              <a:rPr lang="en-US" altLang="zh-CN" dirty="0"/>
              <a:t>7.3.1 AVL</a:t>
            </a:r>
            <a:r>
              <a:rPr lang="zh-CN" altLang="en-US" dirty="0"/>
              <a:t>树的概念</a:t>
            </a:r>
            <a:endParaRPr lang="en-US" altLang="zh-CN" dirty="0"/>
          </a:p>
          <a:p>
            <a:pPr lvl="1"/>
            <a:r>
              <a:rPr lang="en-US" altLang="zh-CN" dirty="0"/>
              <a:t>AVL</a:t>
            </a:r>
            <a:r>
              <a:rPr lang="zh-CN" altLang="en-US" dirty="0"/>
              <a:t>树：一棵</a:t>
            </a:r>
            <a:r>
              <a:rPr lang="en-US" altLang="zh-CN" dirty="0"/>
              <a:t>AVL</a:t>
            </a:r>
            <a:r>
              <a:rPr lang="zh-CN" altLang="en-US" dirty="0"/>
              <a:t>树或者是空树，或者是具有下列性质的二叉搜索树：它的左子树和右子树都是</a:t>
            </a:r>
            <a:r>
              <a:rPr lang="en-US" altLang="zh-CN" dirty="0"/>
              <a:t>AVL</a:t>
            </a:r>
            <a:r>
              <a:rPr lang="zh-CN" altLang="en-US" dirty="0"/>
              <a:t>树，且左子树和右子树的高度差的绝对值不超过</a:t>
            </a:r>
            <a:r>
              <a:rPr lang="en-US" altLang="zh-CN" dirty="0"/>
              <a:t>1</a:t>
            </a:r>
            <a:r>
              <a:rPr lang="zh-CN" altLang="en-US" dirty="0"/>
              <a:t>。</a:t>
            </a:r>
          </a:p>
          <a:p>
            <a:endParaRPr lang="zh-CN" altLang="en-US" dirty="0"/>
          </a:p>
        </p:txBody>
      </p:sp>
      <p:sp>
        <p:nvSpPr>
          <p:cNvPr id="212998" name="Rectangle 6">
            <a:extLst>
              <a:ext uri="{FF2B5EF4-FFF2-40B4-BE49-F238E27FC236}">
                <a16:creationId xmlns:a16="http://schemas.microsoft.com/office/drawing/2014/main" id="{C5CFFEE2-6BF6-EAA4-DDB6-BD91298F6C1C}"/>
              </a:ext>
            </a:extLst>
          </p:cNvPr>
          <p:cNvSpPr>
            <a:spLocks noChangeArrowheads="1"/>
          </p:cNvSpPr>
          <p:nvPr/>
        </p:nvSpPr>
        <p:spPr bwMode="auto">
          <a:xfrm>
            <a:off x="2286000" y="3886200"/>
            <a:ext cx="6064250" cy="579438"/>
          </a:xfrm>
          <a:prstGeom prst="rect">
            <a:avLst/>
          </a:prstGeom>
          <a:noFill/>
          <a:ln w="9525">
            <a:noFill/>
            <a:miter lim="800000"/>
            <a:headEnd/>
            <a:tailEnd/>
          </a:ln>
          <a:effectLst/>
        </p:spPr>
        <p:txBody>
          <a:bodyPr wrap="none">
            <a:spAutoFit/>
          </a:bodyPr>
          <a:lstStyle/>
          <a:p>
            <a:pPr>
              <a:defRPr/>
            </a:pPr>
            <a:r>
              <a:rPr lang="en-US" altLang="zh-CN" sz="1900">
                <a:latin typeface="Times New Roman" charset="0"/>
              </a:rPr>
              <a:t> </a:t>
            </a:r>
            <a:r>
              <a:rPr lang="zh-CN" altLang="en-US" sz="3200" b="1">
                <a:solidFill>
                  <a:srgbClr val="008080"/>
                </a:solidFill>
                <a:effectLst>
                  <a:outerShdw blurRad="38100" dist="38100" dir="2700000" algn="tl">
                    <a:srgbClr val="C0C0C0"/>
                  </a:outerShdw>
                </a:effectLst>
                <a:latin typeface="Times New Roman" charset="0"/>
                <a:ea typeface="仿宋_GB2312" pitchFamily="49" charset="-122"/>
              </a:rPr>
              <a:t>高度不平衡                     高度平衡</a:t>
            </a:r>
            <a:endParaRPr lang="zh-CN" altLang="en-US" sz="1900">
              <a:latin typeface="Times New Roman" charset="0"/>
            </a:endParaRPr>
          </a:p>
        </p:txBody>
      </p:sp>
      <p:sp>
        <p:nvSpPr>
          <p:cNvPr id="83974" name="Line 7">
            <a:extLst>
              <a:ext uri="{FF2B5EF4-FFF2-40B4-BE49-F238E27FC236}">
                <a16:creationId xmlns:a16="http://schemas.microsoft.com/office/drawing/2014/main" id="{6DFA0AD5-1BB4-D327-2B0A-3FDE82625EE4}"/>
              </a:ext>
            </a:extLst>
          </p:cNvPr>
          <p:cNvSpPr>
            <a:spLocks noChangeShapeType="1"/>
          </p:cNvSpPr>
          <p:nvPr/>
        </p:nvSpPr>
        <p:spPr bwMode="auto">
          <a:xfrm>
            <a:off x="5181600" y="5181600"/>
            <a:ext cx="3048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5" name="Line 8">
            <a:extLst>
              <a:ext uri="{FF2B5EF4-FFF2-40B4-BE49-F238E27FC236}">
                <a16:creationId xmlns:a16="http://schemas.microsoft.com/office/drawing/2014/main" id="{107D027E-729D-5CF7-A392-0FCDF208B65B}"/>
              </a:ext>
            </a:extLst>
          </p:cNvPr>
          <p:cNvSpPr>
            <a:spLocks noChangeShapeType="1"/>
          </p:cNvSpPr>
          <p:nvPr/>
        </p:nvSpPr>
        <p:spPr bwMode="auto">
          <a:xfrm>
            <a:off x="6553200" y="51054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6" name="Line 9">
            <a:extLst>
              <a:ext uri="{FF2B5EF4-FFF2-40B4-BE49-F238E27FC236}">
                <a16:creationId xmlns:a16="http://schemas.microsoft.com/office/drawing/2014/main" id="{3E2ACEF7-A704-71AE-8CC4-0F21C00FAD31}"/>
              </a:ext>
            </a:extLst>
          </p:cNvPr>
          <p:cNvSpPr>
            <a:spLocks noChangeShapeType="1"/>
          </p:cNvSpPr>
          <p:nvPr/>
        </p:nvSpPr>
        <p:spPr bwMode="auto">
          <a:xfrm>
            <a:off x="2743200" y="5486400"/>
            <a:ext cx="4572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7" name="Line 10">
            <a:extLst>
              <a:ext uri="{FF2B5EF4-FFF2-40B4-BE49-F238E27FC236}">
                <a16:creationId xmlns:a16="http://schemas.microsoft.com/office/drawing/2014/main" id="{E2B88C13-B5D3-5990-9203-97C48BCA79E2}"/>
              </a:ext>
            </a:extLst>
          </p:cNvPr>
          <p:cNvSpPr>
            <a:spLocks noChangeShapeType="1"/>
          </p:cNvSpPr>
          <p:nvPr/>
        </p:nvSpPr>
        <p:spPr bwMode="auto">
          <a:xfrm>
            <a:off x="2133600" y="4876800"/>
            <a:ext cx="4572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8" name="Line 11">
            <a:extLst>
              <a:ext uri="{FF2B5EF4-FFF2-40B4-BE49-F238E27FC236}">
                <a16:creationId xmlns:a16="http://schemas.microsoft.com/office/drawing/2014/main" id="{5DE52373-175C-D2EA-B356-59CAF97D7093}"/>
              </a:ext>
            </a:extLst>
          </p:cNvPr>
          <p:cNvSpPr>
            <a:spLocks noChangeShapeType="1"/>
          </p:cNvSpPr>
          <p:nvPr/>
        </p:nvSpPr>
        <p:spPr bwMode="auto">
          <a:xfrm>
            <a:off x="1524000" y="4267200"/>
            <a:ext cx="4572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79" name="Line 12">
            <a:extLst>
              <a:ext uri="{FF2B5EF4-FFF2-40B4-BE49-F238E27FC236}">
                <a16:creationId xmlns:a16="http://schemas.microsoft.com/office/drawing/2014/main" id="{13E1CC47-0B68-B71C-D1C3-BA9AB8EACE8C}"/>
              </a:ext>
            </a:extLst>
          </p:cNvPr>
          <p:cNvSpPr>
            <a:spLocks noChangeShapeType="1"/>
          </p:cNvSpPr>
          <p:nvPr/>
        </p:nvSpPr>
        <p:spPr bwMode="auto">
          <a:xfrm flipH="1">
            <a:off x="2133600" y="5562600"/>
            <a:ext cx="4572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80" name="Line 13">
            <a:extLst>
              <a:ext uri="{FF2B5EF4-FFF2-40B4-BE49-F238E27FC236}">
                <a16:creationId xmlns:a16="http://schemas.microsoft.com/office/drawing/2014/main" id="{87227E15-23D8-5241-2DA0-2835119AED60}"/>
              </a:ext>
            </a:extLst>
          </p:cNvPr>
          <p:cNvSpPr>
            <a:spLocks noChangeShapeType="1"/>
          </p:cNvSpPr>
          <p:nvPr/>
        </p:nvSpPr>
        <p:spPr bwMode="auto">
          <a:xfrm>
            <a:off x="5943600" y="4343400"/>
            <a:ext cx="457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81" name="Oval 14">
            <a:extLst>
              <a:ext uri="{FF2B5EF4-FFF2-40B4-BE49-F238E27FC236}">
                <a16:creationId xmlns:a16="http://schemas.microsoft.com/office/drawing/2014/main" id="{D21A6FD9-8B47-EE4E-11F7-44CD7E3357A6}"/>
              </a:ext>
            </a:extLst>
          </p:cNvPr>
          <p:cNvSpPr>
            <a:spLocks noChangeArrowheads="1"/>
          </p:cNvSpPr>
          <p:nvPr/>
        </p:nvSpPr>
        <p:spPr bwMode="auto">
          <a:xfrm>
            <a:off x="1219200" y="3962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83982" name="Oval 15">
            <a:extLst>
              <a:ext uri="{FF2B5EF4-FFF2-40B4-BE49-F238E27FC236}">
                <a16:creationId xmlns:a16="http://schemas.microsoft.com/office/drawing/2014/main" id="{941C214F-4B29-A057-E64E-BCF8D6A9D664}"/>
              </a:ext>
            </a:extLst>
          </p:cNvPr>
          <p:cNvSpPr>
            <a:spLocks noChangeArrowheads="1"/>
          </p:cNvSpPr>
          <p:nvPr/>
        </p:nvSpPr>
        <p:spPr bwMode="auto">
          <a:xfrm>
            <a:off x="1828800" y="45720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83983" name="Oval 16">
            <a:extLst>
              <a:ext uri="{FF2B5EF4-FFF2-40B4-BE49-F238E27FC236}">
                <a16:creationId xmlns:a16="http://schemas.microsoft.com/office/drawing/2014/main" id="{F7DEE459-9069-4105-06B1-07F3141B57CB}"/>
              </a:ext>
            </a:extLst>
          </p:cNvPr>
          <p:cNvSpPr>
            <a:spLocks noChangeArrowheads="1"/>
          </p:cNvSpPr>
          <p:nvPr/>
        </p:nvSpPr>
        <p:spPr bwMode="auto">
          <a:xfrm>
            <a:off x="2438400" y="5181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83984" name="Line 18">
            <a:extLst>
              <a:ext uri="{FF2B5EF4-FFF2-40B4-BE49-F238E27FC236}">
                <a16:creationId xmlns:a16="http://schemas.microsoft.com/office/drawing/2014/main" id="{76C3511D-B7F0-F2A1-4062-26EECA136D07}"/>
              </a:ext>
            </a:extLst>
          </p:cNvPr>
          <p:cNvSpPr>
            <a:spLocks noChangeShapeType="1"/>
          </p:cNvSpPr>
          <p:nvPr/>
        </p:nvSpPr>
        <p:spPr bwMode="auto">
          <a:xfrm flipH="1">
            <a:off x="5257800" y="4419600"/>
            <a:ext cx="3810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85" name="Oval 19">
            <a:extLst>
              <a:ext uri="{FF2B5EF4-FFF2-40B4-BE49-F238E27FC236}">
                <a16:creationId xmlns:a16="http://schemas.microsoft.com/office/drawing/2014/main" id="{25E7B1BC-CD75-A70E-2402-B5D80A7522A2}"/>
              </a:ext>
            </a:extLst>
          </p:cNvPr>
          <p:cNvSpPr>
            <a:spLocks noChangeArrowheads="1"/>
          </p:cNvSpPr>
          <p:nvPr/>
        </p:nvSpPr>
        <p:spPr bwMode="auto">
          <a:xfrm>
            <a:off x="4876800" y="4800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83986" name="Oval 20">
            <a:extLst>
              <a:ext uri="{FF2B5EF4-FFF2-40B4-BE49-F238E27FC236}">
                <a16:creationId xmlns:a16="http://schemas.microsoft.com/office/drawing/2014/main" id="{5C7E0A8F-5E78-2178-7F77-97505E70761D}"/>
              </a:ext>
            </a:extLst>
          </p:cNvPr>
          <p:cNvSpPr>
            <a:spLocks noChangeArrowheads="1"/>
          </p:cNvSpPr>
          <p:nvPr/>
        </p:nvSpPr>
        <p:spPr bwMode="auto">
          <a:xfrm>
            <a:off x="5334000" y="5562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83987" name="Oval 21">
            <a:extLst>
              <a:ext uri="{FF2B5EF4-FFF2-40B4-BE49-F238E27FC236}">
                <a16:creationId xmlns:a16="http://schemas.microsoft.com/office/drawing/2014/main" id="{316BDABA-268F-0AEC-E9D5-F0AA65EA7258}"/>
              </a:ext>
            </a:extLst>
          </p:cNvPr>
          <p:cNvSpPr>
            <a:spLocks noChangeArrowheads="1"/>
          </p:cNvSpPr>
          <p:nvPr/>
        </p:nvSpPr>
        <p:spPr bwMode="auto">
          <a:xfrm>
            <a:off x="5562600" y="39624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83988" name="Oval 22">
            <a:extLst>
              <a:ext uri="{FF2B5EF4-FFF2-40B4-BE49-F238E27FC236}">
                <a16:creationId xmlns:a16="http://schemas.microsoft.com/office/drawing/2014/main" id="{B9C9E43D-624D-28D7-917E-1D7028A03BF0}"/>
              </a:ext>
            </a:extLst>
          </p:cNvPr>
          <p:cNvSpPr>
            <a:spLocks noChangeArrowheads="1"/>
          </p:cNvSpPr>
          <p:nvPr/>
        </p:nvSpPr>
        <p:spPr bwMode="auto">
          <a:xfrm>
            <a:off x="6248400" y="4800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83989" name="Oval 23">
            <a:extLst>
              <a:ext uri="{FF2B5EF4-FFF2-40B4-BE49-F238E27FC236}">
                <a16:creationId xmlns:a16="http://schemas.microsoft.com/office/drawing/2014/main" id="{58BDE84F-B218-27B1-0B4C-2F1C8243F4DD}"/>
              </a:ext>
            </a:extLst>
          </p:cNvPr>
          <p:cNvSpPr>
            <a:spLocks noChangeArrowheads="1"/>
          </p:cNvSpPr>
          <p:nvPr/>
        </p:nvSpPr>
        <p:spPr bwMode="auto">
          <a:xfrm>
            <a:off x="6781800" y="55626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83990" name="Oval 24">
            <a:extLst>
              <a:ext uri="{FF2B5EF4-FFF2-40B4-BE49-F238E27FC236}">
                <a16:creationId xmlns:a16="http://schemas.microsoft.com/office/drawing/2014/main" id="{2EE3F4F9-E415-98A0-B007-8D955E5C0EDD}"/>
              </a:ext>
            </a:extLst>
          </p:cNvPr>
          <p:cNvSpPr>
            <a:spLocks noChangeArrowheads="1"/>
          </p:cNvSpPr>
          <p:nvPr/>
        </p:nvSpPr>
        <p:spPr bwMode="auto">
          <a:xfrm>
            <a:off x="1828800" y="5791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83991" name="Oval 26">
            <a:extLst>
              <a:ext uri="{FF2B5EF4-FFF2-40B4-BE49-F238E27FC236}">
                <a16:creationId xmlns:a16="http://schemas.microsoft.com/office/drawing/2014/main" id="{086F422F-B25C-9B92-3B2C-39EF2975E97A}"/>
              </a:ext>
            </a:extLst>
          </p:cNvPr>
          <p:cNvSpPr>
            <a:spLocks noChangeArrowheads="1"/>
          </p:cNvSpPr>
          <p:nvPr/>
        </p:nvSpPr>
        <p:spPr bwMode="auto">
          <a:xfrm>
            <a:off x="3048000" y="5791200"/>
            <a:ext cx="533400" cy="533400"/>
          </a:xfrm>
          <a:prstGeom prst="ellipse">
            <a:avLst/>
          </a:prstGeom>
          <a:solidFill>
            <a:schemeClr val="accent1"/>
          </a:solidFill>
          <a:ln w="38100">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kumimoji="1" lang="en-US" altLang="zh-CN" sz="3200" b="1">
                <a:latin typeface="Arial" panose="020B060402020202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96CFC8F2-45E5-713D-D06E-91BEB6C0139D}"/>
              </a:ext>
            </a:extLst>
          </p:cNvPr>
          <p:cNvSpPr>
            <a:spLocks noGrp="1"/>
          </p:cNvSpPr>
          <p:nvPr>
            <p:ph type="sldNum" sz="quarter" idx="12"/>
          </p:nvPr>
        </p:nvSpPr>
        <p:spPr/>
        <p:txBody>
          <a:bodyPr/>
          <a:lstStyle/>
          <a:p>
            <a:pPr>
              <a:defRPr/>
            </a:pPr>
            <a:fld id="{82BC8E53-3928-4033-8D0B-01554133DC73}" type="slidenum">
              <a:rPr lang="en-US" altLang="zh-CN" smtClean="0"/>
              <a:pPr>
                <a:defRPr/>
              </a:pPr>
              <a:t>70</a:t>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E267F29B-DDD8-6C47-D01D-0FF87BC55F80}"/>
              </a:ext>
            </a:extLst>
          </p:cNvPr>
          <p:cNvSpPr>
            <a:spLocks noChangeArrowheads="1"/>
          </p:cNvSpPr>
          <p:nvPr/>
        </p:nvSpPr>
        <p:spPr bwMode="auto">
          <a:xfrm>
            <a:off x="152400" y="838200"/>
            <a:ext cx="8991600" cy="579438"/>
          </a:xfrm>
          <a:prstGeom prst="rect">
            <a:avLst/>
          </a:prstGeom>
          <a:noFill/>
          <a:ln w="9525">
            <a:noFill/>
            <a:miter lim="800000"/>
            <a:headEnd/>
            <a:tailEnd/>
          </a:ln>
          <a:effectLst/>
        </p:spPr>
        <p:txBody>
          <a:bodyPr>
            <a:spAutoFit/>
          </a:bodyPr>
          <a:lstStyle/>
          <a:p>
            <a:pPr>
              <a:defRPr/>
            </a:pPr>
            <a:r>
              <a:rPr lang="en-US" altLang="zh-CN" sz="3200" b="1">
                <a:effectLst>
                  <a:outerShdw blurRad="38100" dist="38100" dir="2700000" algn="tl">
                    <a:srgbClr val="C0C0C0"/>
                  </a:outerShdw>
                </a:effectLst>
                <a:latin typeface="Times New Roman" charset="0"/>
                <a:ea typeface="楷体_GB2312" pitchFamily="49" charset="-122"/>
              </a:rPr>
              <a:t>    </a:t>
            </a:r>
            <a:endParaRPr lang="en-US" altLang="zh-CN">
              <a:latin typeface="Times New Roman" charset="0"/>
            </a:endParaRPr>
          </a:p>
        </p:txBody>
      </p:sp>
      <p:sp>
        <p:nvSpPr>
          <p:cNvPr id="214019" name="Rectangle 3">
            <a:extLst>
              <a:ext uri="{FF2B5EF4-FFF2-40B4-BE49-F238E27FC236}">
                <a16:creationId xmlns:a16="http://schemas.microsoft.com/office/drawing/2014/main" id="{C346267D-16D4-70CC-FEE9-B76522C6CAE6}"/>
              </a:ext>
            </a:extLst>
          </p:cNvPr>
          <p:cNvSpPr>
            <a:spLocks noGrp="1" noChangeArrowheads="1"/>
          </p:cNvSpPr>
          <p:nvPr>
            <p:ph type="title"/>
          </p:nvPr>
        </p:nvSpPr>
        <p:spPr/>
        <p:txBody>
          <a:bodyPr/>
          <a:lstStyle/>
          <a:p>
            <a:r>
              <a:rPr lang="zh-CN" altLang="en-US" dirty="0"/>
              <a:t>结点的平衡因子</a:t>
            </a:r>
            <a:r>
              <a:rPr lang="en-US" altLang="zh-CN" dirty="0"/>
              <a:t>(balance factor)</a:t>
            </a:r>
          </a:p>
        </p:txBody>
      </p:sp>
      <p:sp>
        <p:nvSpPr>
          <p:cNvPr id="214020" name="Rectangle 4">
            <a:extLst>
              <a:ext uri="{FF2B5EF4-FFF2-40B4-BE49-F238E27FC236}">
                <a16:creationId xmlns:a16="http://schemas.microsoft.com/office/drawing/2014/main" id="{CD5AFA94-FE5F-E0CB-0983-4285738CEB20}"/>
              </a:ext>
            </a:extLst>
          </p:cNvPr>
          <p:cNvSpPr>
            <a:spLocks noGrp="1" noChangeArrowheads="1"/>
          </p:cNvSpPr>
          <p:nvPr>
            <p:ph type="body" idx="1"/>
          </p:nvPr>
        </p:nvSpPr>
        <p:spPr/>
        <p:txBody>
          <a:bodyPr>
            <a:normAutofit fontScale="85000" lnSpcReduction="20000"/>
          </a:bodyPr>
          <a:lstStyle/>
          <a:p>
            <a:r>
              <a:rPr lang="zh-CN" altLang="en-US" dirty="0"/>
              <a:t>每个结点附加一个数字，给出该结点右子树的高度减去左子树的高度所得的高度差，这个数字即为结点的平衡因子（用</a:t>
            </a:r>
            <a:r>
              <a:rPr lang="en-US" altLang="zh-CN" dirty="0"/>
              <a:t>bf</a:t>
            </a:r>
            <a:r>
              <a:rPr lang="zh-CN" altLang="en-US" dirty="0"/>
              <a:t>表示）。</a:t>
            </a:r>
          </a:p>
          <a:p>
            <a:r>
              <a:rPr lang="en-US" altLang="zh-CN" dirty="0"/>
              <a:t>AVL</a:t>
            </a:r>
            <a:r>
              <a:rPr lang="zh-CN" altLang="en-US" dirty="0"/>
              <a:t>树任一结点平衡因子只能取 </a:t>
            </a:r>
            <a:r>
              <a:rPr lang="en-US" altLang="zh-CN" dirty="0"/>
              <a:t>-1, 0, 1</a:t>
            </a:r>
          </a:p>
          <a:p>
            <a:r>
              <a:rPr lang="zh-CN" altLang="en-US" dirty="0"/>
              <a:t>如果一个结点的平衡因子的绝对值大于</a:t>
            </a:r>
            <a:r>
              <a:rPr lang="en-US" altLang="zh-CN" dirty="0"/>
              <a:t>1,</a:t>
            </a:r>
            <a:r>
              <a:rPr lang="zh-CN" altLang="en-US" dirty="0"/>
              <a:t>则这棵二叉搜索树就失去了平衡，不再是</a:t>
            </a:r>
            <a:r>
              <a:rPr lang="en-US" altLang="zh-CN" dirty="0"/>
              <a:t>AVL</a:t>
            </a:r>
            <a:r>
              <a:rPr lang="zh-CN" altLang="en-US" dirty="0"/>
              <a:t>树。</a:t>
            </a:r>
          </a:p>
          <a:p>
            <a:r>
              <a:rPr lang="zh-CN" altLang="en-US" dirty="0"/>
              <a:t>如果一棵二叉搜索树是高度平衡的，且有 </a:t>
            </a:r>
            <a:r>
              <a:rPr lang="en-US" altLang="zh-CN" dirty="0"/>
              <a:t>n </a:t>
            </a:r>
            <a:r>
              <a:rPr lang="zh-CN" altLang="en-US" dirty="0"/>
              <a:t>个结点，其高度可保持在</a:t>
            </a:r>
            <a:r>
              <a:rPr lang="en-US" altLang="zh-CN" dirty="0"/>
              <a:t>O(log</a:t>
            </a:r>
            <a:r>
              <a:rPr lang="en-US" altLang="zh-CN" baseline="-25000" dirty="0"/>
              <a:t>2</a:t>
            </a:r>
            <a:r>
              <a:rPr lang="en-US" altLang="zh-CN" dirty="0"/>
              <a:t>n)</a:t>
            </a:r>
            <a:r>
              <a:rPr lang="zh-CN" altLang="en-US" dirty="0"/>
              <a:t>，平均搜索长度也可保持在</a:t>
            </a:r>
            <a:r>
              <a:rPr lang="en-US" altLang="zh-CN" dirty="0"/>
              <a:t>O(log</a:t>
            </a:r>
            <a:r>
              <a:rPr lang="en-US" altLang="zh-CN" baseline="-25000" dirty="0"/>
              <a:t>2</a:t>
            </a:r>
            <a:r>
              <a:rPr lang="en-US" altLang="zh-CN" dirty="0"/>
              <a:t>n)</a:t>
            </a:r>
            <a:r>
              <a:rPr lang="zh-CN" altLang="en-US" dirty="0"/>
              <a:t>。</a:t>
            </a:r>
          </a:p>
        </p:txBody>
      </p:sp>
      <p:sp>
        <p:nvSpPr>
          <p:cNvPr id="2" name="灯片编号占位符 1">
            <a:extLst>
              <a:ext uri="{FF2B5EF4-FFF2-40B4-BE49-F238E27FC236}">
                <a16:creationId xmlns:a16="http://schemas.microsoft.com/office/drawing/2014/main" id="{53A995EC-930F-B3A2-84B6-8224C650BEDB}"/>
              </a:ext>
            </a:extLst>
          </p:cNvPr>
          <p:cNvSpPr>
            <a:spLocks noGrp="1"/>
          </p:cNvSpPr>
          <p:nvPr>
            <p:ph type="sldNum" sz="quarter" idx="12"/>
          </p:nvPr>
        </p:nvSpPr>
        <p:spPr/>
        <p:txBody>
          <a:bodyPr/>
          <a:lstStyle/>
          <a:p>
            <a:pPr>
              <a:defRPr/>
            </a:pPr>
            <a:fld id="{82BC8E53-3928-4033-8D0B-01554133DC73}" type="slidenum">
              <a:rPr lang="en-US" altLang="zh-CN" smtClean="0"/>
              <a:pPr>
                <a:defRPr/>
              </a:pPr>
              <a:t>71</a:t>
            </a:fld>
            <a:endParaRPr lang="en-US" altLang="zh-CN"/>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a:extLst>
              <a:ext uri="{FF2B5EF4-FFF2-40B4-BE49-F238E27FC236}">
                <a16:creationId xmlns:a16="http://schemas.microsoft.com/office/drawing/2014/main" id="{6AAF0A8F-3702-DE24-E6F4-3509DA428EE0}"/>
              </a:ext>
            </a:extLst>
          </p:cNvPr>
          <p:cNvSpPr>
            <a:spLocks noGrp="1" noChangeArrowheads="1"/>
          </p:cNvSpPr>
          <p:nvPr>
            <p:ph type="title"/>
          </p:nvPr>
        </p:nvSpPr>
        <p:spPr/>
        <p:txBody>
          <a:bodyPr/>
          <a:lstStyle/>
          <a:p>
            <a:r>
              <a:rPr lang="en-US" altLang="zh-CN"/>
              <a:t>AVL</a:t>
            </a:r>
            <a:r>
              <a:rPr lang="zh-CN" altLang="en-US"/>
              <a:t>树的类定义</a:t>
            </a:r>
          </a:p>
        </p:txBody>
      </p:sp>
      <p:sp>
        <p:nvSpPr>
          <p:cNvPr id="3" name="内容占位符 2">
            <a:extLst>
              <a:ext uri="{FF2B5EF4-FFF2-40B4-BE49-F238E27FC236}">
                <a16:creationId xmlns:a16="http://schemas.microsoft.com/office/drawing/2014/main" id="{C3083077-C073-4CE5-89C1-3CAF48CFA927}"/>
              </a:ext>
            </a:extLst>
          </p:cNvPr>
          <p:cNvSpPr>
            <a:spLocks noGrp="1"/>
          </p:cNvSpPr>
          <p:nvPr>
            <p:ph idx="1"/>
          </p:nvPr>
        </p:nvSpPr>
        <p:spPr/>
        <p:txBody>
          <a:bodyPr>
            <a:normAutofit fontScale="85000" lnSpcReduction="20000"/>
          </a:bodyPr>
          <a:lstStyle/>
          <a:p>
            <a:pPr marL="0" indent="0">
              <a:buNone/>
            </a:pPr>
            <a:r>
              <a:rPr lang="en-US" altLang="zh-CN" dirty="0"/>
              <a:t>//AVL</a:t>
            </a:r>
            <a:r>
              <a:rPr lang="zh-CN" altLang="en-US" dirty="0"/>
              <a:t>树结点 </a:t>
            </a:r>
            <a:endParaRPr lang="en-US" altLang="zh-CN" dirty="0"/>
          </a:p>
          <a:p>
            <a:pPr marL="0" indent="0">
              <a:buNone/>
            </a:pPr>
            <a:r>
              <a:rPr lang="en-US" altLang="zh-CN" dirty="0"/>
              <a:t>template &lt;class K&gt;</a:t>
            </a:r>
          </a:p>
          <a:p>
            <a:pPr marL="0" indent="0">
              <a:buNone/>
            </a:pPr>
            <a:r>
              <a:rPr lang="en-US" altLang="zh-CN" dirty="0"/>
              <a:t>struct </a:t>
            </a:r>
            <a:r>
              <a:rPr lang="en-US" altLang="zh-CN" dirty="0" err="1"/>
              <a:t>AVLNode</a:t>
            </a:r>
            <a:r>
              <a:rPr lang="en-US" altLang="zh-CN" dirty="0"/>
              <a:t> : public </a:t>
            </a:r>
            <a:r>
              <a:rPr lang="en-US" altLang="zh-CN" dirty="0" err="1"/>
              <a:t>BSTNode</a:t>
            </a:r>
            <a:r>
              <a:rPr lang="en-US" altLang="zh-CN" dirty="0"/>
              <a:t>&lt;K&gt; {</a:t>
            </a:r>
          </a:p>
          <a:p>
            <a:pPr marL="0" indent="0">
              <a:buNone/>
            </a:pPr>
            <a:r>
              <a:rPr lang="en-US" altLang="zh-CN" dirty="0"/>
              <a:t>        int bf;</a:t>
            </a:r>
          </a:p>
          <a:p>
            <a:pPr marL="0" indent="0">
              <a:buNone/>
            </a:pPr>
            <a:r>
              <a:rPr lang="en-US" altLang="zh-CN" dirty="0"/>
              <a:t>        </a:t>
            </a:r>
            <a:r>
              <a:rPr lang="en-US" altLang="zh-CN" dirty="0" err="1"/>
              <a:t>AVLNode</a:t>
            </a:r>
            <a:r>
              <a:rPr lang="en-US" altLang="zh-CN" dirty="0"/>
              <a:t> ( ) : </a:t>
            </a:r>
            <a:r>
              <a:rPr lang="en-US" altLang="zh-CN" dirty="0" err="1"/>
              <a:t>BSTNode</a:t>
            </a:r>
            <a:r>
              <a:rPr lang="en-US" altLang="zh-CN" dirty="0"/>
              <a:t>&lt;K&gt;( ), bf (0) { }</a:t>
            </a:r>
          </a:p>
          <a:p>
            <a:pPr marL="0" indent="0">
              <a:buNone/>
            </a:pPr>
            <a:r>
              <a:rPr lang="en-US" altLang="zh-CN" dirty="0"/>
              <a:t>        </a:t>
            </a:r>
            <a:r>
              <a:rPr lang="en-US" altLang="zh-CN" dirty="0" err="1"/>
              <a:t>AVLNode</a:t>
            </a:r>
            <a:r>
              <a:rPr lang="en-US" altLang="zh-CN" dirty="0"/>
              <a:t> ( K d, </a:t>
            </a:r>
            <a:r>
              <a:rPr lang="en-US" altLang="zh-CN" dirty="0" err="1"/>
              <a:t>AVLNode</a:t>
            </a:r>
            <a:r>
              <a:rPr lang="en-US" altLang="zh-CN" dirty="0"/>
              <a:t>&lt;K&gt; *</a:t>
            </a:r>
          </a:p>
          <a:p>
            <a:pPr marL="0" indent="0">
              <a:buNone/>
            </a:pPr>
            <a:r>
              <a:rPr lang="en-US" altLang="zh-CN" dirty="0"/>
              <a:t>           l = NULL, </a:t>
            </a:r>
            <a:r>
              <a:rPr lang="en-US" altLang="zh-CN" dirty="0" err="1"/>
              <a:t>AVLNode</a:t>
            </a:r>
            <a:r>
              <a:rPr lang="en-US" altLang="zh-CN" dirty="0"/>
              <a:t>&lt;K&gt; *r = NULL)</a:t>
            </a:r>
          </a:p>
          <a:p>
            <a:pPr marL="0" indent="0">
              <a:buNone/>
            </a:pPr>
            <a:r>
              <a:rPr lang="en-US" altLang="zh-CN" dirty="0"/>
              <a:t>           : </a:t>
            </a:r>
            <a:r>
              <a:rPr lang="en-US" altLang="zh-CN" dirty="0" err="1"/>
              <a:t>BSTNode</a:t>
            </a:r>
            <a:r>
              <a:rPr lang="en-US" altLang="zh-CN" dirty="0"/>
              <a:t>&lt;K&gt; (d, l, r), bf (0) { }</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2BD4A386-DFD2-E983-D1F3-D3A3FDF54473}"/>
              </a:ext>
            </a:extLst>
          </p:cNvPr>
          <p:cNvSpPr>
            <a:spLocks noGrp="1"/>
          </p:cNvSpPr>
          <p:nvPr>
            <p:ph type="sldNum" sz="quarter" idx="12"/>
          </p:nvPr>
        </p:nvSpPr>
        <p:spPr/>
        <p:txBody>
          <a:bodyPr/>
          <a:lstStyle/>
          <a:p>
            <a:pPr>
              <a:defRPr/>
            </a:pPr>
            <a:fld id="{82BC8E53-3928-4033-8D0B-01554133DC73}" type="slidenum">
              <a:rPr lang="en-US" altLang="zh-CN" smtClean="0"/>
              <a:pPr>
                <a:defRPr/>
              </a:pPr>
              <a:t>72</a:t>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D7D933-561D-4473-950E-1FF37260516E}"/>
              </a:ext>
            </a:extLst>
          </p:cNvPr>
          <p:cNvSpPr>
            <a:spLocks noGrp="1"/>
          </p:cNvSpPr>
          <p:nvPr>
            <p:ph idx="1"/>
          </p:nvPr>
        </p:nvSpPr>
        <p:spPr>
          <a:xfrm>
            <a:off x="628650" y="188640"/>
            <a:ext cx="7886700" cy="6480720"/>
          </a:xfrm>
        </p:spPr>
        <p:txBody>
          <a:bodyPr>
            <a:normAutofit fontScale="47500" lnSpcReduction="20000"/>
          </a:bodyPr>
          <a:lstStyle/>
          <a:p>
            <a:pPr marL="0" indent="0">
              <a:buNone/>
            </a:pPr>
            <a:r>
              <a:rPr lang="en-US" altLang="zh-CN" dirty="0"/>
              <a:t>template &lt;class K&gt;  class </a:t>
            </a:r>
            <a:r>
              <a:rPr lang="en-US" altLang="zh-CN" dirty="0" err="1"/>
              <a:t>AVLTree</a:t>
            </a:r>
            <a:r>
              <a:rPr lang="en-US" altLang="zh-CN" dirty="0"/>
              <a:t> : public BST&lt;K&gt; {</a:t>
            </a:r>
          </a:p>
          <a:p>
            <a:pPr marL="0" indent="0">
              <a:buNone/>
            </a:pPr>
            <a:r>
              <a:rPr lang="en-US" altLang="zh-CN" dirty="0"/>
              <a:t>protected:		  </a:t>
            </a:r>
          </a:p>
          <a:p>
            <a:pPr marL="0" indent="0">
              <a:buNone/>
            </a:pPr>
            <a:r>
              <a:rPr lang="en-US" altLang="zh-CN" dirty="0"/>
              <a:t>   </a:t>
            </a:r>
            <a:r>
              <a:rPr lang="en-US" altLang="zh-CN" dirty="0" err="1"/>
              <a:t>AVLNode</a:t>
            </a:r>
            <a:r>
              <a:rPr lang="en-US" altLang="zh-CN" dirty="0"/>
              <a:t>&lt;K&gt; *Search(K x, </a:t>
            </a:r>
            <a:r>
              <a:rPr lang="en-US" altLang="zh-CN" dirty="0" err="1"/>
              <a:t>AVLNode</a:t>
            </a:r>
            <a:r>
              <a:rPr lang="en-US" altLang="zh-CN" dirty="0"/>
              <a:t>&lt;K&gt; *&amp;par) const;</a:t>
            </a:r>
          </a:p>
          <a:p>
            <a:pPr marL="0" indent="0">
              <a:buNone/>
            </a:pPr>
            <a:r>
              <a:rPr lang="en-US" altLang="zh-CN" dirty="0"/>
              <a:t>   bool Insert (</a:t>
            </a:r>
            <a:r>
              <a:rPr lang="en-US" altLang="zh-CN" dirty="0" err="1"/>
              <a:t>AVLNode</a:t>
            </a:r>
            <a:r>
              <a:rPr lang="en-US" altLang="zh-CN" dirty="0"/>
              <a:t> &lt;K&gt; *&amp; </a:t>
            </a:r>
            <a:r>
              <a:rPr lang="en-US" altLang="zh-CN" dirty="0" err="1"/>
              <a:t>ptr</a:t>
            </a:r>
            <a:r>
              <a:rPr lang="en-US" altLang="zh-CN" dirty="0"/>
              <a:t>, K&amp; el);</a:t>
            </a:r>
          </a:p>
          <a:p>
            <a:pPr marL="0" indent="0">
              <a:buNone/>
            </a:pPr>
            <a:r>
              <a:rPr lang="en-US" altLang="zh-CN" dirty="0"/>
              <a:t>   bool Remove (</a:t>
            </a:r>
            <a:r>
              <a:rPr lang="en-US" altLang="zh-CN" dirty="0" err="1"/>
              <a:t>AVLNode</a:t>
            </a:r>
            <a:r>
              <a:rPr lang="en-US" altLang="zh-CN" dirty="0"/>
              <a:t> &lt;K&gt; *&amp; </a:t>
            </a:r>
            <a:r>
              <a:rPr lang="en-US" altLang="zh-CN" dirty="0" err="1"/>
              <a:t>ptr</a:t>
            </a:r>
            <a:r>
              <a:rPr lang="en-US" altLang="zh-CN" dirty="0"/>
              <a:t>, K x, K&amp; el);</a:t>
            </a:r>
          </a:p>
          <a:p>
            <a:pPr marL="0" indent="0">
              <a:buNone/>
            </a:pPr>
            <a:r>
              <a:rPr lang="en-US" altLang="zh-CN" dirty="0"/>
              <a:t>   void </a:t>
            </a:r>
            <a:r>
              <a:rPr lang="en-US" altLang="zh-CN" dirty="0" err="1"/>
              <a:t>RotateL</a:t>
            </a:r>
            <a:r>
              <a:rPr lang="en-US" altLang="zh-CN" dirty="0"/>
              <a:t> (</a:t>
            </a:r>
            <a:r>
              <a:rPr lang="en-US" altLang="zh-CN" dirty="0" err="1"/>
              <a:t>AVLNode</a:t>
            </a:r>
            <a:r>
              <a:rPr lang="en-US" altLang="zh-CN" dirty="0"/>
              <a:t>&lt;K&gt; *&amp; </a:t>
            </a:r>
            <a:r>
              <a:rPr lang="en-US" altLang="zh-CN" dirty="0" err="1"/>
              <a:t>ptr</a:t>
            </a:r>
            <a:r>
              <a:rPr lang="en-US" altLang="zh-CN" dirty="0"/>
              <a:t>);</a:t>
            </a:r>
          </a:p>
          <a:p>
            <a:pPr marL="0" indent="0">
              <a:buNone/>
            </a:pPr>
            <a:r>
              <a:rPr lang="en-US" altLang="zh-CN" dirty="0"/>
              <a:t>   void </a:t>
            </a:r>
            <a:r>
              <a:rPr lang="en-US" altLang="zh-CN" dirty="0" err="1"/>
              <a:t>RotateR</a:t>
            </a:r>
            <a:r>
              <a:rPr lang="en-US" altLang="zh-CN" dirty="0"/>
              <a:t> (</a:t>
            </a:r>
            <a:r>
              <a:rPr lang="en-US" altLang="zh-CN" dirty="0" err="1"/>
              <a:t>AVLNode</a:t>
            </a:r>
            <a:r>
              <a:rPr lang="en-US" altLang="zh-CN" dirty="0"/>
              <a:t>&lt;K&gt; *&amp; </a:t>
            </a:r>
            <a:r>
              <a:rPr lang="en-US" altLang="zh-CN" dirty="0" err="1"/>
              <a:t>ptr</a:t>
            </a:r>
            <a:r>
              <a:rPr lang="en-US" altLang="zh-CN" dirty="0"/>
              <a:t>); 	</a:t>
            </a:r>
          </a:p>
          <a:p>
            <a:pPr marL="0" indent="0">
              <a:buNone/>
            </a:pPr>
            <a:r>
              <a:rPr lang="en-US" altLang="zh-CN" dirty="0"/>
              <a:t>   void </a:t>
            </a:r>
            <a:r>
              <a:rPr lang="en-US" altLang="zh-CN" dirty="0" err="1"/>
              <a:t>RotateLR</a:t>
            </a:r>
            <a:r>
              <a:rPr lang="en-US" altLang="zh-CN" dirty="0"/>
              <a:t> (</a:t>
            </a:r>
            <a:r>
              <a:rPr lang="en-US" altLang="zh-CN" dirty="0" err="1"/>
              <a:t>AVLNode</a:t>
            </a:r>
            <a:r>
              <a:rPr lang="en-US" altLang="zh-CN" dirty="0"/>
              <a:t>&lt;K&gt; *&amp; </a:t>
            </a:r>
            <a:r>
              <a:rPr lang="en-US" altLang="zh-CN" dirty="0" err="1"/>
              <a:t>ptr</a:t>
            </a:r>
            <a:r>
              <a:rPr lang="en-US" altLang="zh-CN" dirty="0"/>
              <a:t>);</a:t>
            </a:r>
          </a:p>
          <a:p>
            <a:pPr marL="0" indent="0">
              <a:buNone/>
            </a:pPr>
            <a:r>
              <a:rPr lang="en-US" altLang="zh-CN" dirty="0"/>
              <a:t>   void </a:t>
            </a:r>
            <a:r>
              <a:rPr lang="en-US" altLang="zh-CN" dirty="0" err="1"/>
              <a:t>RotateRL</a:t>
            </a:r>
            <a:r>
              <a:rPr lang="en-US" altLang="zh-CN" dirty="0"/>
              <a:t> (</a:t>
            </a:r>
            <a:r>
              <a:rPr lang="en-US" altLang="zh-CN" dirty="0" err="1"/>
              <a:t>AVLNode</a:t>
            </a:r>
            <a:r>
              <a:rPr lang="en-US" altLang="zh-CN" dirty="0"/>
              <a:t>&lt;K&gt; *&amp; </a:t>
            </a:r>
            <a:r>
              <a:rPr lang="en-US" altLang="zh-CN" dirty="0" err="1"/>
              <a:t>ptr</a:t>
            </a:r>
            <a:r>
              <a:rPr lang="en-US" altLang="zh-CN" dirty="0"/>
              <a:t>);</a:t>
            </a:r>
          </a:p>
          <a:p>
            <a:pPr marL="0" indent="0">
              <a:buNone/>
            </a:pPr>
            <a:r>
              <a:rPr lang="en-US" altLang="zh-CN" dirty="0"/>
              <a:t>   int Height (</a:t>
            </a:r>
            <a:r>
              <a:rPr lang="en-US" altLang="zh-CN" dirty="0" err="1"/>
              <a:t>AVLNode</a:t>
            </a:r>
            <a:r>
              <a:rPr lang="en-US" altLang="zh-CN" dirty="0"/>
              <a:t>&lt;K&gt; * </a:t>
            </a:r>
            <a:r>
              <a:rPr lang="en-US" altLang="zh-CN" dirty="0" err="1"/>
              <a:t>ptr</a:t>
            </a:r>
            <a:r>
              <a:rPr lang="en-US" altLang="zh-CN" dirty="0"/>
              <a:t>) const;	</a:t>
            </a:r>
          </a:p>
          <a:p>
            <a:pPr marL="0" indent="0">
              <a:buNone/>
            </a:pPr>
            <a:r>
              <a:rPr lang="en-US" altLang="zh-CN" dirty="0"/>
              <a:t>public:</a:t>
            </a:r>
          </a:p>
          <a:p>
            <a:pPr marL="0" indent="0">
              <a:buNone/>
            </a:pPr>
            <a:r>
              <a:rPr lang="en-US" altLang="zh-CN" dirty="0"/>
              <a:t>    </a:t>
            </a:r>
            <a:r>
              <a:rPr lang="en-US" altLang="zh-CN" dirty="0" err="1"/>
              <a:t>AVLTree</a:t>
            </a:r>
            <a:r>
              <a:rPr lang="en-US" altLang="zh-CN" dirty="0"/>
              <a:t> ( ) : BST&lt;K&gt; ( ) { } </a:t>
            </a:r>
          </a:p>
          <a:p>
            <a:pPr marL="0" indent="0">
              <a:buNone/>
            </a:pPr>
            <a:r>
              <a:rPr lang="en-US" altLang="zh-CN" dirty="0"/>
              <a:t>    </a:t>
            </a:r>
            <a:r>
              <a:rPr lang="en-US" altLang="zh-CN" dirty="0" err="1"/>
              <a:t>AVLTree</a:t>
            </a:r>
            <a:r>
              <a:rPr lang="en-US" altLang="zh-CN" dirty="0"/>
              <a:t> (K Ref ) : BST&lt;K&gt; (Ref ) { }</a:t>
            </a:r>
          </a:p>
          <a:p>
            <a:pPr marL="0" indent="0">
              <a:buNone/>
            </a:pPr>
            <a:r>
              <a:rPr lang="en-US" altLang="zh-CN" dirty="0"/>
              <a:t>    bool Insert (K&amp; el)  { return Insert (root, el); }</a:t>
            </a:r>
          </a:p>
          <a:p>
            <a:pPr marL="0" indent="0">
              <a:buNone/>
            </a:pPr>
            <a:r>
              <a:rPr lang="en-US" altLang="zh-CN" dirty="0"/>
              <a:t>    bool Remove (K x, K&amp; el) { return Remove (root, x, el); }</a:t>
            </a:r>
          </a:p>
          <a:p>
            <a:pPr marL="0" indent="0">
              <a:buNone/>
            </a:pPr>
            <a:r>
              <a:rPr lang="en-US" altLang="zh-CN" dirty="0"/>
              <a:t>    template&lt;K&gt; friend </a:t>
            </a:r>
            <a:r>
              <a:rPr lang="en-US" altLang="zh-CN" dirty="0" err="1"/>
              <a:t>istream</a:t>
            </a:r>
            <a:r>
              <a:rPr lang="en-US" altLang="zh-CN" dirty="0"/>
              <a:t>&amp; operator &gt;&gt; (</a:t>
            </a:r>
            <a:r>
              <a:rPr lang="en-US" altLang="zh-CN" dirty="0" err="1"/>
              <a:t>istream</a:t>
            </a:r>
            <a:r>
              <a:rPr lang="en-US" altLang="zh-CN" dirty="0"/>
              <a:t>&amp; in,   </a:t>
            </a:r>
            <a:r>
              <a:rPr lang="en-US" altLang="zh-CN" dirty="0" err="1"/>
              <a:t>AVLTree</a:t>
            </a:r>
            <a:r>
              <a:rPr lang="en-US" altLang="zh-CN" dirty="0"/>
              <a:t>&lt; K&gt;&amp; Tree);</a:t>
            </a:r>
          </a:p>
          <a:p>
            <a:pPr marL="0" indent="0">
              <a:buNone/>
            </a:pPr>
            <a:r>
              <a:rPr lang="en-US" altLang="zh-CN" dirty="0"/>
              <a:t>   template&lt;K&gt; friend </a:t>
            </a:r>
            <a:r>
              <a:rPr lang="en-US" altLang="zh-CN" dirty="0" err="1"/>
              <a:t>ostream</a:t>
            </a:r>
            <a:r>
              <a:rPr lang="en-US" altLang="zh-CN" dirty="0"/>
              <a:t>&amp; operator &lt;&lt; (</a:t>
            </a:r>
            <a:r>
              <a:rPr lang="en-US" altLang="zh-CN" dirty="0" err="1"/>
              <a:t>ostream</a:t>
            </a:r>
            <a:r>
              <a:rPr lang="en-US" altLang="zh-CN" dirty="0"/>
              <a:t>&amp; out,   const  </a:t>
            </a:r>
            <a:r>
              <a:rPr lang="en-US" altLang="zh-CN" dirty="0" err="1"/>
              <a:t>AVLTree</a:t>
            </a:r>
            <a:r>
              <a:rPr lang="en-US" altLang="zh-CN" dirty="0"/>
              <a:t>&lt; K&gt;&amp; Tree);</a:t>
            </a:r>
          </a:p>
          <a:p>
            <a:pPr marL="0" indent="0">
              <a:buNone/>
            </a:pPr>
            <a:r>
              <a:rPr lang="en-US" altLang="zh-CN" dirty="0"/>
              <a:t>    int Height ( ) const;</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9CE6D1D2-4929-309C-420D-07FDED43BC30}"/>
              </a:ext>
            </a:extLst>
          </p:cNvPr>
          <p:cNvSpPr>
            <a:spLocks noGrp="1"/>
          </p:cNvSpPr>
          <p:nvPr>
            <p:ph type="sldNum" sz="quarter" idx="12"/>
          </p:nvPr>
        </p:nvSpPr>
        <p:spPr/>
        <p:txBody>
          <a:bodyPr/>
          <a:lstStyle/>
          <a:p>
            <a:pPr>
              <a:defRPr/>
            </a:pPr>
            <a:fld id="{82BC8E53-3928-4033-8D0B-01554133DC73}" type="slidenum">
              <a:rPr lang="en-US" altLang="zh-CN" smtClean="0"/>
              <a:pPr>
                <a:defRPr/>
              </a:pPr>
              <a:t>73</a:t>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a:extLst>
              <a:ext uri="{FF2B5EF4-FFF2-40B4-BE49-F238E27FC236}">
                <a16:creationId xmlns:a16="http://schemas.microsoft.com/office/drawing/2014/main" id="{2F0458AD-E787-A226-5D87-400D5DA2813F}"/>
              </a:ext>
            </a:extLst>
          </p:cNvPr>
          <p:cNvSpPr>
            <a:spLocks noGrp="1" noChangeArrowheads="1"/>
          </p:cNvSpPr>
          <p:nvPr>
            <p:ph type="title"/>
          </p:nvPr>
        </p:nvSpPr>
        <p:spPr/>
        <p:txBody>
          <a:bodyPr/>
          <a:lstStyle/>
          <a:p>
            <a:r>
              <a:rPr lang="en-US" altLang="zh-CN" dirty="0"/>
              <a:t>7.3.2 </a:t>
            </a:r>
            <a:r>
              <a:rPr lang="zh-CN" altLang="en-US" dirty="0"/>
              <a:t>平衡化旋转</a:t>
            </a:r>
          </a:p>
        </p:txBody>
      </p:sp>
      <p:sp>
        <p:nvSpPr>
          <p:cNvPr id="218115" name="Rectangle 3">
            <a:extLst>
              <a:ext uri="{FF2B5EF4-FFF2-40B4-BE49-F238E27FC236}">
                <a16:creationId xmlns:a16="http://schemas.microsoft.com/office/drawing/2014/main" id="{E30E1496-5623-F024-FEF8-9A9BBB147A5E}"/>
              </a:ext>
            </a:extLst>
          </p:cNvPr>
          <p:cNvSpPr>
            <a:spLocks noGrp="1" noChangeArrowheads="1"/>
          </p:cNvSpPr>
          <p:nvPr>
            <p:ph type="body" idx="1"/>
          </p:nvPr>
        </p:nvSpPr>
        <p:spPr/>
        <p:txBody>
          <a:bodyPr>
            <a:normAutofit/>
          </a:bodyPr>
          <a:lstStyle/>
          <a:p>
            <a:r>
              <a:rPr lang="zh-CN" altLang="en-US" dirty="0"/>
              <a:t>平衡化旋转有两类：</a:t>
            </a:r>
          </a:p>
          <a:p>
            <a:pPr lvl="1"/>
            <a:r>
              <a:rPr lang="zh-CN" altLang="en-US" dirty="0"/>
              <a:t> 单旋转 </a:t>
            </a:r>
            <a:r>
              <a:rPr lang="en-US" altLang="zh-CN" dirty="0"/>
              <a:t>(</a:t>
            </a:r>
            <a:r>
              <a:rPr lang="zh-CN" altLang="en-US" dirty="0"/>
              <a:t>左单旋和右单旋</a:t>
            </a:r>
            <a:r>
              <a:rPr lang="en-US" altLang="zh-CN" dirty="0"/>
              <a:t>)</a:t>
            </a:r>
          </a:p>
          <a:p>
            <a:pPr lvl="1"/>
            <a:r>
              <a:rPr lang="en-US" altLang="zh-CN" dirty="0"/>
              <a:t> </a:t>
            </a:r>
            <a:r>
              <a:rPr lang="zh-CN" altLang="en-US" dirty="0"/>
              <a:t>双旋转 </a:t>
            </a:r>
            <a:r>
              <a:rPr lang="en-US" altLang="zh-CN" dirty="0"/>
              <a:t>(</a:t>
            </a:r>
            <a:r>
              <a:rPr lang="zh-CN" altLang="en-US" dirty="0"/>
              <a:t>先左后右双旋和先右后左双旋</a:t>
            </a:r>
            <a:r>
              <a:rPr lang="en-US" altLang="zh-CN" dirty="0"/>
              <a:t>)</a:t>
            </a:r>
          </a:p>
        </p:txBody>
      </p:sp>
      <p:sp>
        <p:nvSpPr>
          <p:cNvPr id="2" name="灯片编号占位符 1">
            <a:extLst>
              <a:ext uri="{FF2B5EF4-FFF2-40B4-BE49-F238E27FC236}">
                <a16:creationId xmlns:a16="http://schemas.microsoft.com/office/drawing/2014/main" id="{9E1778FA-2605-A521-8A9E-1185A83513B1}"/>
              </a:ext>
            </a:extLst>
          </p:cNvPr>
          <p:cNvSpPr>
            <a:spLocks noGrp="1"/>
          </p:cNvSpPr>
          <p:nvPr>
            <p:ph type="sldNum" sz="quarter" idx="12"/>
          </p:nvPr>
        </p:nvSpPr>
        <p:spPr/>
        <p:txBody>
          <a:bodyPr/>
          <a:lstStyle/>
          <a:p>
            <a:pPr>
              <a:defRPr/>
            </a:pPr>
            <a:fld id="{82BC8E53-3928-4033-8D0B-01554133DC73}" type="slidenum">
              <a:rPr lang="en-US" altLang="zh-CN" smtClean="0"/>
              <a:pPr>
                <a:defRPr/>
              </a:pPr>
              <a:t>74</a:t>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AE3E429-CFDD-4373-AF6C-A0F3E685C68F}"/>
              </a:ext>
            </a:extLst>
          </p:cNvPr>
          <p:cNvSpPr>
            <a:spLocks noGrp="1"/>
          </p:cNvSpPr>
          <p:nvPr>
            <p:ph type="title"/>
          </p:nvPr>
        </p:nvSpPr>
        <p:spPr/>
        <p:txBody>
          <a:bodyPr/>
          <a:lstStyle/>
          <a:p>
            <a:r>
              <a:rPr lang="zh-CN" altLang="en-US" dirty="0"/>
              <a:t>插入结点时的旋转</a:t>
            </a:r>
          </a:p>
        </p:txBody>
      </p:sp>
      <p:sp>
        <p:nvSpPr>
          <p:cNvPr id="219144" name="Rectangle 8">
            <a:extLst>
              <a:ext uri="{FF2B5EF4-FFF2-40B4-BE49-F238E27FC236}">
                <a16:creationId xmlns:a16="http://schemas.microsoft.com/office/drawing/2014/main" id="{487DB9E1-ADE7-2805-9DEC-D93479313498}"/>
              </a:ext>
            </a:extLst>
          </p:cNvPr>
          <p:cNvSpPr>
            <a:spLocks noGrp="1" noChangeArrowheads="1"/>
          </p:cNvSpPr>
          <p:nvPr>
            <p:ph type="body" idx="1"/>
          </p:nvPr>
        </p:nvSpPr>
        <p:spPr/>
        <p:txBody>
          <a:bodyPr>
            <a:normAutofit fontScale="62500" lnSpcReduction="20000"/>
          </a:bodyPr>
          <a:lstStyle/>
          <a:p>
            <a:r>
              <a:rPr lang="zh-CN" altLang="en-US" dirty="0"/>
              <a:t>每插入一个新结点时，</a:t>
            </a:r>
            <a:r>
              <a:rPr lang="en-US" altLang="zh-CN" dirty="0"/>
              <a:t>AVL </a:t>
            </a:r>
            <a:r>
              <a:rPr lang="zh-CN" altLang="en-US" dirty="0"/>
              <a:t>树中相关结点的平衡状态会发生改变。因此，在插入一 个新结点后，需要从插入位置沿通向根的路径回溯，检查各结点的平衡因子。</a:t>
            </a:r>
          </a:p>
          <a:p>
            <a:r>
              <a:rPr lang="zh-CN" altLang="en-US" dirty="0"/>
              <a:t>如果在某一结点发现高度不平衡，停止回溯。从发生不平衡的结点起，沿刚才回溯的路径取直接下两层的结点。</a:t>
            </a:r>
          </a:p>
          <a:p>
            <a:r>
              <a:rPr lang="zh-CN" altLang="en-US" dirty="0"/>
              <a:t>如果这三个结点处于一条直线上，则采用单旋转进行平衡化。单旋转可按其方向分为左单旋转和右单旋转，其中一个是另一 个的镜像，其方向与不平衡的形状相关。</a:t>
            </a:r>
          </a:p>
          <a:p>
            <a:r>
              <a:rPr lang="zh-CN" altLang="en-US" dirty="0"/>
              <a:t>如果这三个结点处于一条折线上，则采用双旋转进行平衡化。双旋转分为先左后右和先右后左两类。</a:t>
            </a:r>
          </a:p>
        </p:txBody>
      </p:sp>
      <p:sp>
        <p:nvSpPr>
          <p:cNvPr id="90115" name="Line 20">
            <a:extLst>
              <a:ext uri="{FF2B5EF4-FFF2-40B4-BE49-F238E27FC236}">
                <a16:creationId xmlns:a16="http://schemas.microsoft.com/office/drawing/2014/main" id="{BB3E4BF9-AE7E-B2BB-B191-3A9E06ACCB44}"/>
              </a:ext>
            </a:extLst>
          </p:cNvPr>
          <p:cNvSpPr>
            <a:spLocks noChangeShapeType="1"/>
          </p:cNvSpPr>
          <p:nvPr/>
        </p:nvSpPr>
        <p:spPr bwMode="auto">
          <a:xfrm>
            <a:off x="5181600" y="56388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431FDF0A-88D5-6A92-E678-084236434B40}"/>
              </a:ext>
            </a:extLst>
          </p:cNvPr>
          <p:cNvSpPr>
            <a:spLocks noGrp="1"/>
          </p:cNvSpPr>
          <p:nvPr>
            <p:ph type="sldNum" sz="quarter" idx="12"/>
          </p:nvPr>
        </p:nvSpPr>
        <p:spPr/>
        <p:txBody>
          <a:bodyPr/>
          <a:lstStyle/>
          <a:p>
            <a:pPr>
              <a:defRPr/>
            </a:pPr>
            <a:fld id="{82BC8E53-3928-4033-8D0B-01554133DC73}" type="slidenum">
              <a:rPr lang="en-US" altLang="zh-CN" smtClean="0"/>
              <a:pPr>
                <a:defRPr/>
              </a:pPr>
              <a:t>75</a:t>
            </a:fld>
            <a:endParaRPr lang="en-US" altLang="zh-CN"/>
          </a:p>
        </p:txBody>
      </p:sp>
    </p:spTree>
  </p:cSld>
  <p:clrMapOvr>
    <a:masterClrMapping/>
  </p:clrMapOvr>
  <p:transition>
    <p:spli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Line 1026">
            <a:extLst>
              <a:ext uri="{FF2B5EF4-FFF2-40B4-BE49-F238E27FC236}">
                <a16:creationId xmlns:a16="http://schemas.microsoft.com/office/drawing/2014/main" id="{3F49AC5E-17EB-4438-D4FA-DA781BE02805}"/>
              </a:ext>
            </a:extLst>
          </p:cNvPr>
          <p:cNvSpPr>
            <a:spLocks noChangeShapeType="1"/>
          </p:cNvSpPr>
          <p:nvPr/>
        </p:nvSpPr>
        <p:spPr bwMode="auto">
          <a:xfrm flipV="1">
            <a:off x="7450138" y="32512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39" name="Line 1027">
            <a:extLst>
              <a:ext uri="{FF2B5EF4-FFF2-40B4-BE49-F238E27FC236}">
                <a16:creationId xmlns:a16="http://schemas.microsoft.com/office/drawing/2014/main" id="{E4CA476D-49AE-905E-2C60-20B55C053C02}"/>
              </a:ext>
            </a:extLst>
          </p:cNvPr>
          <p:cNvSpPr>
            <a:spLocks noChangeShapeType="1"/>
          </p:cNvSpPr>
          <p:nvPr/>
        </p:nvSpPr>
        <p:spPr bwMode="auto">
          <a:xfrm>
            <a:off x="7450138" y="27940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0" name="Line 1028">
            <a:extLst>
              <a:ext uri="{FF2B5EF4-FFF2-40B4-BE49-F238E27FC236}">
                <a16:creationId xmlns:a16="http://schemas.microsoft.com/office/drawing/2014/main" id="{3C16EBAF-0419-5884-C247-055951BE0FDC}"/>
              </a:ext>
            </a:extLst>
          </p:cNvPr>
          <p:cNvSpPr>
            <a:spLocks noChangeShapeType="1"/>
          </p:cNvSpPr>
          <p:nvPr/>
        </p:nvSpPr>
        <p:spPr bwMode="auto">
          <a:xfrm>
            <a:off x="5087938" y="33274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1" name="Line 1029">
            <a:extLst>
              <a:ext uri="{FF2B5EF4-FFF2-40B4-BE49-F238E27FC236}">
                <a16:creationId xmlns:a16="http://schemas.microsoft.com/office/drawing/2014/main" id="{3214B2AE-02CF-37C4-F0D6-159227AAB65B}"/>
              </a:ext>
            </a:extLst>
          </p:cNvPr>
          <p:cNvSpPr>
            <a:spLocks noChangeShapeType="1"/>
          </p:cNvSpPr>
          <p:nvPr/>
        </p:nvSpPr>
        <p:spPr bwMode="auto">
          <a:xfrm flipV="1">
            <a:off x="5087938" y="27178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2" name="Line 1030">
            <a:extLst>
              <a:ext uri="{FF2B5EF4-FFF2-40B4-BE49-F238E27FC236}">
                <a16:creationId xmlns:a16="http://schemas.microsoft.com/office/drawing/2014/main" id="{3D803A06-4FA4-0EB8-3407-EF8C2731530B}"/>
              </a:ext>
            </a:extLst>
          </p:cNvPr>
          <p:cNvSpPr>
            <a:spLocks noChangeShapeType="1"/>
          </p:cNvSpPr>
          <p:nvPr/>
        </p:nvSpPr>
        <p:spPr bwMode="auto">
          <a:xfrm>
            <a:off x="2954338" y="2794000"/>
            <a:ext cx="9144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3" name="Line 1031">
            <a:extLst>
              <a:ext uri="{FF2B5EF4-FFF2-40B4-BE49-F238E27FC236}">
                <a16:creationId xmlns:a16="http://schemas.microsoft.com/office/drawing/2014/main" id="{858874B8-B13E-514B-39C0-94445F5B84D6}"/>
              </a:ext>
            </a:extLst>
          </p:cNvPr>
          <p:cNvSpPr>
            <a:spLocks noChangeShapeType="1"/>
          </p:cNvSpPr>
          <p:nvPr/>
        </p:nvSpPr>
        <p:spPr bwMode="auto">
          <a:xfrm flipH="1">
            <a:off x="1049338" y="2794000"/>
            <a:ext cx="91440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144" name="Oval 1033">
            <a:extLst>
              <a:ext uri="{FF2B5EF4-FFF2-40B4-BE49-F238E27FC236}">
                <a16:creationId xmlns:a16="http://schemas.microsoft.com/office/drawing/2014/main" id="{E6FBAF79-D4F3-BEC5-DA38-16A22FCDC26A}"/>
              </a:ext>
            </a:extLst>
          </p:cNvPr>
          <p:cNvSpPr>
            <a:spLocks noChangeArrowheads="1"/>
          </p:cNvSpPr>
          <p:nvPr/>
        </p:nvSpPr>
        <p:spPr bwMode="auto">
          <a:xfrm>
            <a:off x="1887538" y="25654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45" name="Oval 1034">
            <a:extLst>
              <a:ext uri="{FF2B5EF4-FFF2-40B4-BE49-F238E27FC236}">
                <a16:creationId xmlns:a16="http://schemas.microsoft.com/office/drawing/2014/main" id="{60D76DC7-4863-3A78-7BDF-43187912C066}"/>
              </a:ext>
            </a:extLst>
          </p:cNvPr>
          <p:cNvSpPr>
            <a:spLocks noChangeArrowheads="1"/>
          </p:cNvSpPr>
          <p:nvPr/>
        </p:nvSpPr>
        <p:spPr bwMode="auto">
          <a:xfrm>
            <a:off x="1354138" y="30988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46" name="Oval 1035">
            <a:extLst>
              <a:ext uri="{FF2B5EF4-FFF2-40B4-BE49-F238E27FC236}">
                <a16:creationId xmlns:a16="http://schemas.microsoft.com/office/drawing/2014/main" id="{1A36038A-AA56-A838-6750-A85B9492C959}"/>
              </a:ext>
            </a:extLst>
          </p:cNvPr>
          <p:cNvSpPr>
            <a:spLocks noChangeArrowheads="1"/>
          </p:cNvSpPr>
          <p:nvPr/>
        </p:nvSpPr>
        <p:spPr bwMode="auto">
          <a:xfrm>
            <a:off x="820738" y="36322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47" name="Oval 1036">
            <a:extLst>
              <a:ext uri="{FF2B5EF4-FFF2-40B4-BE49-F238E27FC236}">
                <a16:creationId xmlns:a16="http://schemas.microsoft.com/office/drawing/2014/main" id="{D2300149-80EF-3A75-855A-37C58D732B60}"/>
              </a:ext>
            </a:extLst>
          </p:cNvPr>
          <p:cNvSpPr>
            <a:spLocks noChangeArrowheads="1"/>
          </p:cNvSpPr>
          <p:nvPr/>
        </p:nvSpPr>
        <p:spPr bwMode="auto">
          <a:xfrm>
            <a:off x="2725738" y="25654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48" name="Oval 1037">
            <a:extLst>
              <a:ext uri="{FF2B5EF4-FFF2-40B4-BE49-F238E27FC236}">
                <a16:creationId xmlns:a16="http://schemas.microsoft.com/office/drawing/2014/main" id="{1201B99A-6293-A5B0-2E67-7F8AB263355A}"/>
              </a:ext>
            </a:extLst>
          </p:cNvPr>
          <p:cNvSpPr>
            <a:spLocks noChangeArrowheads="1"/>
          </p:cNvSpPr>
          <p:nvPr/>
        </p:nvSpPr>
        <p:spPr bwMode="auto">
          <a:xfrm>
            <a:off x="3259138" y="30988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49" name="Oval 1038">
            <a:extLst>
              <a:ext uri="{FF2B5EF4-FFF2-40B4-BE49-F238E27FC236}">
                <a16:creationId xmlns:a16="http://schemas.microsoft.com/office/drawing/2014/main" id="{2BADA79F-1ED8-2EC1-6646-E1AEC37D473D}"/>
              </a:ext>
            </a:extLst>
          </p:cNvPr>
          <p:cNvSpPr>
            <a:spLocks noChangeArrowheads="1"/>
          </p:cNvSpPr>
          <p:nvPr/>
        </p:nvSpPr>
        <p:spPr bwMode="auto">
          <a:xfrm>
            <a:off x="3792538" y="36322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2879" name="Rectangle 1039">
            <a:extLst>
              <a:ext uri="{FF2B5EF4-FFF2-40B4-BE49-F238E27FC236}">
                <a16:creationId xmlns:a16="http://schemas.microsoft.com/office/drawing/2014/main" id="{F3359E52-6FB4-2B01-78E2-3363421F6DE5}"/>
              </a:ext>
            </a:extLst>
          </p:cNvPr>
          <p:cNvSpPr>
            <a:spLocks noChangeArrowheads="1"/>
          </p:cNvSpPr>
          <p:nvPr/>
        </p:nvSpPr>
        <p:spPr bwMode="auto">
          <a:xfrm>
            <a:off x="592138" y="4005263"/>
            <a:ext cx="1612900" cy="519112"/>
          </a:xfrm>
          <a:prstGeom prst="rect">
            <a:avLst/>
          </a:prstGeom>
          <a:noFill/>
          <a:ln w="9525">
            <a:noFill/>
            <a:miter lim="800000"/>
            <a:headEnd/>
            <a:tailEnd/>
          </a:ln>
          <a:effectLst/>
        </p:spPr>
        <p:txBody>
          <a:bodyPr wrap="none">
            <a:spAutoFit/>
          </a:bodyPr>
          <a:lstStyle/>
          <a:p>
            <a:pPr>
              <a:defRPr/>
            </a:pPr>
            <a:r>
              <a:rPr lang="zh-CN" altLang="en-US" sz="2800" b="1">
                <a:effectLst>
                  <a:outerShdw blurRad="38100" dist="38100" dir="2700000" algn="tl">
                    <a:srgbClr val="C0C0C0"/>
                  </a:outerShdw>
                </a:effectLst>
                <a:latin typeface="Times New Roman" charset="0"/>
                <a:ea typeface="隶书" pitchFamily="49" charset="-122"/>
              </a:rPr>
              <a:t>右单旋转</a:t>
            </a:r>
            <a:endParaRPr lang="zh-CN" altLang="en-US" sz="2800" b="1">
              <a:effectLst>
                <a:outerShdw blurRad="38100" dist="38100" dir="2700000" algn="tl">
                  <a:srgbClr val="C0C0C0"/>
                </a:outerShdw>
              </a:effectLst>
              <a:latin typeface="Times New Roman" charset="0"/>
              <a:ea typeface="楷体_GB2312" pitchFamily="49" charset="-122"/>
            </a:endParaRPr>
          </a:p>
        </p:txBody>
      </p:sp>
      <p:sp>
        <p:nvSpPr>
          <p:cNvPr id="292880" name="Rectangle 1040">
            <a:extLst>
              <a:ext uri="{FF2B5EF4-FFF2-40B4-BE49-F238E27FC236}">
                <a16:creationId xmlns:a16="http://schemas.microsoft.com/office/drawing/2014/main" id="{1AF8138A-6926-B122-1841-ADBE89D588C3}"/>
              </a:ext>
            </a:extLst>
          </p:cNvPr>
          <p:cNvSpPr>
            <a:spLocks noChangeArrowheads="1"/>
          </p:cNvSpPr>
          <p:nvPr/>
        </p:nvSpPr>
        <p:spPr bwMode="auto">
          <a:xfrm>
            <a:off x="2420938" y="4005263"/>
            <a:ext cx="1612900" cy="519112"/>
          </a:xfrm>
          <a:prstGeom prst="rect">
            <a:avLst/>
          </a:prstGeom>
          <a:noFill/>
          <a:ln w="9525">
            <a:noFill/>
            <a:miter lim="800000"/>
            <a:headEnd/>
            <a:tailEnd/>
          </a:ln>
          <a:effectLst/>
        </p:spPr>
        <p:txBody>
          <a:bodyPr wrap="none">
            <a:spAutoFit/>
          </a:bodyPr>
          <a:lstStyle/>
          <a:p>
            <a:pPr>
              <a:defRPr/>
            </a:pPr>
            <a:r>
              <a:rPr lang="zh-CN" altLang="en-US" sz="2800" b="1">
                <a:effectLst>
                  <a:outerShdw blurRad="38100" dist="38100" dir="2700000" algn="tl">
                    <a:srgbClr val="C0C0C0"/>
                  </a:outerShdw>
                </a:effectLst>
                <a:latin typeface="Times New Roman" charset="0"/>
                <a:ea typeface="隶书" pitchFamily="49" charset="-122"/>
              </a:rPr>
              <a:t>左单旋转</a:t>
            </a:r>
            <a:endParaRPr lang="zh-CN" altLang="en-US" sz="2800" b="1">
              <a:effectLst>
                <a:outerShdw blurRad="38100" dist="38100" dir="2700000" algn="tl">
                  <a:srgbClr val="C0C0C0"/>
                </a:outerShdw>
              </a:effectLst>
              <a:latin typeface="Times New Roman" charset="0"/>
              <a:ea typeface="楷体_GB2312" pitchFamily="49" charset="-122"/>
            </a:endParaRPr>
          </a:p>
        </p:txBody>
      </p:sp>
      <p:sp>
        <p:nvSpPr>
          <p:cNvPr id="91152" name="Oval 1041">
            <a:extLst>
              <a:ext uri="{FF2B5EF4-FFF2-40B4-BE49-F238E27FC236}">
                <a16:creationId xmlns:a16="http://schemas.microsoft.com/office/drawing/2014/main" id="{511348EB-1446-8D0A-EFF1-B78CA21BB257}"/>
              </a:ext>
            </a:extLst>
          </p:cNvPr>
          <p:cNvSpPr>
            <a:spLocks noChangeArrowheads="1"/>
          </p:cNvSpPr>
          <p:nvPr/>
        </p:nvSpPr>
        <p:spPr bwMode="auto">
          <a:xfrm>
            <a:off x="4859338" y="30988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53" name="Oval 1042">
            <a:extLst>
              <a:ext uri="{FF2B5EF4-FFF2-40B4-BE49-F238E27FC236}">
                <a16:creationId xmlns:a16="http://schemas.microsoft.com/office/drawing/2014/main" id="{2FD52337-2A23-117B-9E89-43C63D455DE7}"/>
              </a:ext>
            </a:extLst>
          </p:cNvPr>
          <p:cNvSpPr>
            <a:spLocks noChangeArrowheads="1"/>
          </p:cNvSpPr>
          <p:nvPr/>
        </p:nvSpPr>
        <p:spPr bwMode="auto">
          <a:xfrm>
            <a:off x="5392738" y="25654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54" name="Oval 1043">
            <a:extLst>
              <a:ext uri="{FF2B5EF4-FFF2-40B4-BE49-F238E27FC236}">
                <a16:creationId xmlns:a16="http://schemas.microsoft.com/office/drawing/2014/main" id="{D1098430-CAA3-0C5C-B431-6E593976BEF3}"/>
              </a:ext>
            </a:extLst>
          </p:cNvPr>
          <p:cNvSpPr>
            <a:spLocks noChangeArrowheads="1"/>
          </p:cNvSpPr>
          <p:nvPr/>
        </p:nvSpPr>
        <p:spPr bwMode="auto">
          <a:xfrm>
            <a:off x="5392738" y="36322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55" name="Line 1044">
            <a:extLst>
              <a:ext uri="{FF2B5EF4-FFF2-40B4-BE49-F238E27FC236}">
                <a16:creationId xmlns:a16="http://schemas.microsoft.com/office/drawing/2014/main" id="{FADF7BAA-A8B6-165A-AD83-2939132DF780}"/>
              </a:ext>
            </a:extLst>
          </p:cNvPr>
          <p:cNvSpPr>
            <a:spLocks noChangeShapeType="1"/>
          </p:cNvSpPr>
          <p:nvPr/>
        </p:nvSpPr>
        <p:spPr bwMode="auto">
          <a:xfrm>
            <a:off x="5181600" y="56388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2885" name="Rectangle 1045">
            <a:extLst>
              <a:ext uri="{FF2B5EF4-FFF2-40B4-BE49-F238E27FC236}">
                <a16:creationId xmlns:a16="http://schemas.microsoft.com/office/drawing/2014/main" id="{C6857D29-0CAB-C910-291D-27FF347AFDC1}"/>
              </a:ext>
            </a:extLst>
          </p:cNvPr>
          <p:cNvSpPr>
            <a:spLocks noChangeArrowheads="1"/>
          </p:cNvSpPr>
          <p:nvPr/>
        </p:nvSpPr>
        <p:spPr bwMode="auto">
          <a:xfrm>
            <a:off x="4252913" y="4027488"/>
            <a:ext cx="2058987" cy="519112"/>
          </a:xfrm>
          <a:prstGeom prst="rect">
            <a:avLst/>
          </a:prstGeom>
          <a:noFill/>
          <a:ln w="9525">
            <a:noFill/>
            <a:miter lim="800000"/>
            <a:headEnd/>
            <a:tailEnd/>
          </a:ln>
          <a:effectLst/>
        </p:spPr>
        <p:txBody>
          <a:bodyPr wrap="none">
            <a:spAutoFit/>
          </a:bodyPr>
          <a:lstStyle/>
          <a:p>
            <a:pPr>
              <a:defRPr/>
            </a:pPr>
            <a:r>
              <a:rPr lang="en-US" altLang="zh-CN" sz="2800" b="1">
                <a:effectLst>
                  <a:outerShdw blurRad="38100" dist="38100" dir="2700000" algn="tl">
                    <a:srgbClr val="C0C0C0"/>
                  </a:outerShdw>
                </a:effectLst>
                <a:latin typeface="Times New Roman" charset="0"/>
                <a:ea typeface="隶书" pitchFamily="49" charset="-122"/>
              </a:rPr>
              <a:t> </a:t>
            </a:r>
            <a:r>
              <a:rPr lang="zh-CN" altLang="en-US" sz="2800" b="1">
                <a:effectLst>
                  <a:outerShdw blurRad="38100" dist="38100" dir="2700000" algn="tl">
                    <a:srgbClr val="C0C0C0"/>
                  </a:outerShdw>
                </a:effectLst>
                <a:latin typeface="Times New Roman" charset="0"/>
                <a:ea typeface="隶书" pitchFamily="49" charset="-122"/>
              </a:rPr>
              <a:t>左右双旋转</a:t>
            </a:r>
            <a:endParaRPr lang="zh-CN" altLang="en-US" sz="2800" b="1">
              <a:effectLst>
                <a:outerShdw blurRad="38100" dist="38100" dir="2700000" algn="tl">
                  <a:srgbClr val="C0C0C0"/>
                </a:outerShdw>
              </a:effectLst>
              <a:latin typeface="Times New Roman" charset="0"/>
              <a:ea typeface="楷体_GB2312" pitchFamily="49" charset="-122"/>
            </a:endParaRPr>
          </a:p>
        </p:txBody>
      </p:sp>
      <p:sp>
        <p:nvSpPr>
          <p:cNvPr id="91157" name="Oval 1046">
            <a:extLst>
              <a:ext uri="{FF2B5EF4-FFF2-40B4-BE49-F238E27FC236}">
                <a16:creationId xmlns:a16="http://schemas.microsoft.com/office/drawing/2014/main" id="{4A6ABACE-C123-EC76-A5E4-C1B524387F35}"/>
              </a:ext>
            </a:extLst>
          </p:cNvPr>
          <p:cNvSpPr>
            <a:spLocks noChangeArrowheads="1"/>
          </p:cNvSpPr>
          <p:nvPr/>
        </p:nvSpPr>
        <p:spPr bwMode="auto">
          <a:xfrm>
            <a:off x="7754938" y="30988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58" name="Oval 1047">
            <a:extLst>
              <a:ext uri="{FF2B5EF4-FFF2-40B4-BE49-F238E27FC236}">
                <a16:creationId xmlns:a16="http://schemas.microsoft.com/office/drawing/2014/main" id="{311BEBF5-F694-F65D-209A-EBECC3F87E88}"/>
              </a:ext>
            </a:extLst>
          </p:cNvPr>
          <p:cNvSpPr>
            <a:spLocks noChangeArrowheads="1"/>
          </p:cNvSpPr>
          <p:nvPr/>
        </p:nvSpPr>
        <p:spPr bwMode="auto">
          <a:xfrm>
            <a:off x="7221538" y="25654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1159" name="Oval 1048">
            <a:extLst>
              <a:ext uri="{FF2B5EF4-FFF2-40B4-BE49-F238E27FC236}">
                <a16:creationId xmlns:a16="http://schemas.microsoft.com/office/drawing/2014/main" id="{5328C6B6-4083-7AAF-95A0-6A3C980276D4}"/>
              </a:ext>
            </a:extLst>
          </p:cNvPr>
          <p:cNvSpPr>
            <a:spLocks noChangeArrowheads="1"/>
          </p:cNvSpPr>
          <p:nvPr/>
        </p:nvSpPr>
        <p:spPr bwMode="auto">
          <a:xfrm>
            <a:off x="7221538" y="3632200"/>
            <a:ext cx="304800" cy="304800"/>
          </a:xfrm>
          <a:prstGeom prst="ellipse">
            <a:avLst/>
          </a:prstGeom>
          <a:solidFill>
            <a:schemeClr val="accent1"/>
          </a:solidFill>
          <a:ln w="9525">
            <a:solidFill>
              <a:schemeClr val="tx1"/>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92889" name="Rectangle 1049">
            <a:extLst>
              <a:ext uri="{FF2B5EF4-FFF2-40B4-BE49-F238E27FC236}">
                <a16:creationId xmlns:a16="http://schemas.microsoft.com/office/drawing/2014/main" id="{4C56BB0E-A96E-F5E3-2D7F-7519427DC202}"/>
              </a:ext>
            </a:extLst>
          </p:cNvPr>
          <p:cNvSpPr>
            <a:spLocks noChangeArrowheads="1"/>
          </p:cNvSpPr>
          <p:nvPr/>
        </p:nvSpPr>
        <p:spPr bwMode="auto">
          <a:xfrm>
            <a:off x="6570663" y="4005263"/>
            <a:ext cx="1970087" cy="519112"/>
          </a:xfrm>
          <a:prstGeom prst="rect">
            <a:avLst/>
          </a:prstGeom>
          <a:noFill/>
          <a:ln w="9525">
            <a:noFill/>
            <a:miter lim="800000"/>
            <a:headEnd/>
            <a:tailEnd/>
          </a:ln>
          <a:effectLst/>
        </p:spPr>
        <p:txBody>
          <a:bodyPr wrap="none">
            <a:spAutoFit/>
          </a:bodyPr>
          <a:lstStyle/>
          <a:p>
            <a:pPr>
              <a:defRPr/>
            </a:pPr>
            <a:r>
              <a:rPr lang="zh-CN" altLang="en-US" sz="2800" b="1">
                <a:effectLst>
                  <a:outerShdw blurRad="38100" dist="38100" dir="2700000" algn="tl">
                    <a:srgbClr val="C0C0C0"/>
                  </a:outerShdw>
                </a:effectLst>
                <a:latin typeface="Times New Roman" charset="0"/>
                <a:ea typeface="隶书" pitchFamily="49" charset="-122"/>
              </a:rPr>
              <a:t>右左双旋转</a:t>
            </a:r>
          </a:p>
        </p:txBody>
      </p:sp>
      <p:sp>
        <p:nvSpPr>
          <p:cNvPr id="2" name="灯片编号占位符 1">
            <a:extLst>
              <a:ext uri="{FF2B5EF4-FFF2-40B4-BE49-F238E27FC236}">
                <a16:creationId xmlns:a16="http://schemas.microsoft.com/office/drawing/2014/main" id="{006832EB-B578-502E-AC35-694AC2F8743D}"/>
              </a:ext>
            </a:extLst>
          </p:cNvPr>
          <p:cNvSpPr>
            <a:spLocks noGrp="1"/>
          </p:cNvSpPr>
          <p:nvPr>
            <p:ph type="sldNum" sz="quarter" idx="12"/>
          </p:nvPr>
        </p:nvSpPr>
        <p:spPr/>
        <p:txBody>
          <a:bodyPr/>
          <a:lstStyle/>
          <a:p>
            <a:pPr>
              <a:defRPr/>
            </a:pPr>
            <a:fld id="{A5CDC942-AD50-4CB1-AAEC-9B389C2C8E01}" type="slidenum">
              <a:rPr lang="en-US" altLang="zh-CN" smtClean="0"/>
              <a:pPr>
                <a:defRPr/>
              </a:pPr>
              <a:t>76</a:t>
            </a:fld>
            <a:endParaRPr lang="en-US" altLang="zh-CN"/>
          </a:p>
        </p:txBody>
      </p:sp>
    </p:spTree>
  </p:cSld>
  <p:clrMapOvr>
    <a:masterClrMapping/>
  </p:clrMapOvr>
  <p:transition>
    <p:spli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Line 2">
            <a:extLst>
              <a:ext uri="{FF2B5EF4-FFF2-40B4-BE49-F238E27FC236}">
                <a16:creationId xmlns:a16="http://schemas.microsoft.com/office/drawing/2014/main" id="{B952FD64-3191-557A-005F-FBB3A347F193}"/>
              </a:ext>
            </a:extLst>
          </p:cNvPr>
          <p:cNvSpPr>
            <a:spLocks noChangeShapeType="1"/>
          </p:cNvSpPr>
          <p:nvPr/>
        </p:nvSpPr>
        <p:spPr bwMode="auto">
          <a:xfrm>
            <a:off x="5177086" y="5732462"/>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64" name="Rectangle 5">
            <a:extLst>
              <a:ext uri="{FF2B5EF4-FFF2-40B4-BE49-F238E27FC236}">
                <a16:creationId xmlns:a16="http://schemas.microsoft.com/office/drawing/2014/main" id="{703A80C9-20BA-778A-F3FF-527F5CE083D8}"/>
              </a:ext>
            </a:extLst>
          </p:cNvPr>
          <p:cNvSpPr>
            <a:spLocks noChangeArrowheads="1"/>
          </p:cNvSpPr>
          <p:nvPr/>
        </p:nvSpPr>
        <p:spPr bwMode="auto">
          <a:xfrm>
            <a:off x="5442199" y="5794375"/>
            <a:ext cx="381000" cy="6350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165" name="AutoShape 30">
            <a:extLst>
              <a:ext uri="{FF2B5EF4-FFF2-40B4-BE49-F238E27FC236}">
                <a16:creationId xmlns:a16="http://schemas.microsoft.com/office/drawing/2014/main" id="{367235A9-0EF8-0BD4-4FF1-B9287BC28602}"/>
              </a:ext>
            </a:extLst>
          </p:cNvPr>
          <p:cNvSpPr>
            <a:spLocks noChangeArrowheads="1"/>
          </p:cNvSpPr>
          <p:nvPr/>
        </p:nvSpPr>
        <p:spPr bwMode="auto">
          <a:xfrm flipH="1">
            <a:off x="3222874" y="6280150"/>
            <a:ext cx="914400" cy="533400"/>
          </a:xfrm>
          <a:prstGeom prst="wedgeRoundRectCallout">
            <a:avLst>
              <a:gd name="adj1" fmla="val 75518"/>
              <a:gd name="adj2" fmla="val -35120"/>
              <a:gd name="adj3" fmla="val 16667"/>
            </a:avLst>
          </a:prstGeom>
          <a:solidFill>
            <a:srgbClr val="FFFFCC"/>
          </a:solidFill>
          <a:ln w="9525">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92166" name="Text Box 31">
            <a:extLst>
              <a:ext uri="{FF2B5EF4-FFF2-40B4-BE49-F238E27FC236}">
                <a16:creationId xmlns:a16="http://schemas.microsoft.com/office/drawing/2014/main" id="{3CBF819E-A941-84F6-B8A2-DB5FF8F23EEE}"/>
              </a:ext>
            </a:extLst>
          </p:cNvPr>
          <p:cNvSpPr txBox="1">
            <a:spLocks noChangeArrowheads="1"/>
          </p:cNvSpPr>
          <p:nvPr/>
        </p:nvSpPr>
        <p:spPr bwMode="auto">
          <a:xfrm>
            <a:off x="3235574" y="6188869"/>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2800" b="1">
                <a:solidFill>
                  <a:schemeClr val="tx2"/>
                </a:solidFill>
                <a:latin typeface="Times New Roman" panose="02020603050405020304" pitchFamily="18" charset="0"/>
                <a:ea typeface="仿宋_GB2312" pitchFamily="49" charset="-122"/>
              </a:rPr>
              <a:t>插入</a:t>
            </a:r>
            <a:endParaRPr lang="zh-CN" altLang="en-US" sz="2400">
              <a:solidFill>
                <a:schemeClr val="bg2"/>
              </a:solidFill>
              <a:latin typeface="Times New Roman" panose="02020603050405020304" pitchFamily="18" charset="0"/>
              <a:ea typeface="宋体" panose="02010600030101010101" pitchFamily="2" charset="-122"/>
            </a:endParaRPr>
          </a:p>
        </p:txBody>
      </p:sp>
      <p:sp>
        <p:nvSpPr>
          <p:cNvPr id="92167" name="AutoShape 32">
            <a:extLst>
              <a:ext uri="{FF2B5EF4-FFF2-40B4-BE49-F238E27FC236}">
                <a16:creationId xmlns:a16="http://schemas.microsoft.com/office/drawing/2014/main" id="{84476901-8B2D-F33B-9E08-687E52E4956C}"/>
              </a:ext>
            </a:extLst>
          </p:cNvPr>
          <p:cNvSpPr>
            <a:spLocks noChangeArrowheads="1"/>
          </p:cNvSpPr>
          <p:nvPr/>
        </p:nvSpPr>
        <p:spPr bwMode="auto">
          <a:xfrm flipH="1">
            <a:off x="5324724" y="3603625"/>
            <a:ext cx="914400" cy="765175"/>
          </a:xfrm>
          <a:prstGeom prst="wedgeRoundRectCallout">
            <a:avLst>
              <a:gd name="adj1" fmla="val 96005"/>
              <a:gd name="adj2" fmla="val 54356"/>
              <a:gd name="adj3" fmla="val 16667"/>
            </a:avLst>
          </a:prstGeom>
          <a:solidFill>
            <a:srgbClr val="FFFFCC"/>
          </a:solidFill>
          <a:ln w="19050">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357409" name="Text Box 33">
            <a:extLst>
              <a:ext uri="{FF2B5EF4-FFF2-40B4-BE49-F238E27FC236}">
                <a16:creationId xmlns:a16="http://schemas.microsoft.com/office/drawing/2014/main" id="{79B39C9F-FD39-B667-F8C5-7DD42D7CDA22}"/>
              </a:ext>
            </a:extLst>
          </p:cNvPr>
          <p:cNvSpPr txBox="1">
            <a:spLocks noChangeArrowheads="1"/>
          </p:cNvSpPr>
          <p:nvPr/>
        </p:nvSpPr>
        <p:spPr bwMode="auto">
          <a:xfrm>
            <a:off x="5386636" y="3533775"/>
            <a:ext cx="914400" cy="749300"/>
          </a:xfrm>
          <a:prstGeom prst="rect">
            <a:avLst/>
          </a:prstGeom>
          <a:noFill/>
          <a:ln w="9525">
            <a:noFill/>
            <a:miter lim="800000"/>
            <a:headEnd/>
            <a:tailEnd/>
          </a:ln>
          <a:effectLst/>
        </p:spPr>
        <p:txBody>
          <a:bodyPr>
            <a:spAutoFit/>
          </a:bodyPr>
          <a:lstStyle/>
          <a:p>
            <a:pPr>
              <a:lnSpc>
                <a:spcPct val="90000"/>
              </a:lnSpc>
              <a:defRPr/>
            </a:pPr>
            <a:r>
              <a:rPr lang="zh-CN" altLang="en-US" b="1">
                <a:solidFill>
                  <a:schemeClr val="tx2"/>
                </a:solidFill>
                <a:effectLst>
                  <a:outerShdw blurRad="38100" dist="38100" dir="2700000" algn="tl">
                    <a:srgbClr val="C0C0C0"/>
                  </a:outerShdw>
                </a:effectLst>
                <a:latin typeface="Times New Roman" charset="0"/>
                <a:ea typeface="仿宋_GB2312" pitchFamily="49" charset="-122"/>
              </a:rPr>
              <a:t>左单</a:t>
            </a:r>
          </a:p>
          <a:p>
            <a:pPr>
              <a:lnSpc>
                <a:spcPct val="90000"/>
              </a:lnSpc>
              <a:defRPr/>
            </a:pPr>
            <a:r>
              <a:rPr lang="zh-CN" altLang="en-US" b="1">
                <a:solidFill>
                  <a:schemeClr val="tx2"/>
                </a:solidFill>
                <a:effectLst>
                  <a:outerShdw blurRad="38100" dist="38100" dir="2700000" algn="tl">
                    <a:srgbClr val="C0C0C0"/>
                  </a:outerShdw>
                </a:effectLst>
                <a:latin typeface="Times New Roman" charset="0"/>
                <a:ea typeface="仿宋_GB2312" pitchFamily="49" charset="-122"/>
              </a:rPr>
              <a:t>旋转</a:t>
            </a:r>
            <a:endParaRPr lang="zh-CN" altLang="en-US">
              <a:solidFill>
                <a:schemeClr val="bg2"/>
              </a:solidFill>
              <a:latin typeface="Times New Roman" charset="0"/>
            </a:endParaRPr>
          </a:p>
        </p:txBody>
      </p:sp>
      <p:grpSp>
        <p:nvGrpSpPr>
          <p:cNvPr id="92169" name="Group 85">
            <a:extLst>
              <a:ext uri="{FF2B5EF4-FFF2-40B4-BE49-F238E27FC236}">
                <a16:creationId xmlns:a16="http://schemas.microsoft.com/office/drawing/2014/main" id="{A68E2132-B8BA-609D-25D3-4275950BE399}"/>
              </a:ext>
            </a:extLst>
          </p:cNvPr>
          <p:cNvGrpSpPr>
            <a:grpSpLocks/>
          </p:cNvGrpSpPr>
          <p:nvPr/>
        </p:nvGrpSpPr>
        <p:grpSpPr bwMode="auto">
          <a:xfrm>
            <a:off x="395536" y="3657600"/>
            <a:ext cx="2962275" cy="2719387"/>
            <a:chOff x="252" y="2070"/>
            <a:chExt cx="1866" cy="1713"/>
          </a:xfrm>
        </p:grpSpPr>
        <p:sp>
          <p:nvSpPr>
            <p:cNvPr id="92221" name="Text Box 35">
              <a:extLst>
                <a:ext uri="{FF2B5EF4-FFF2-40B4-BE49-F238E27FC236}">
                  <a16:creationId xmlns:a16="http://schemas.microsoft.com/office/drawing/2014/main" id="{5F618DF2-8B82-D074-9753-716FC8B40AEA}"/>
                </a:ext>
              </a:extLst>
            </p:cNvPr>
            <p:cNvSpPr txBox="1">
              <a:spLocks noChangeArrowheads="1"/>
            </p:cNvSpPr>
            <p:nvPr/>
          </p:nvSpPr>
          <p:spPr bwMode="auto">
            <a:xfrm>
              <a:off x="1068" y="207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2222" name="Text Box 36">
              <a:extLst>
                <a:ext uri="{FF2B5EF4-FFF2-40B4-BE49-F238E27FC236}">
                  <a16:creationId xmlns:a16="http://schemas.microsoft.com/office/drawing/2014/main" id="{5121D9A3-4EA8-AE3F-99BA-A794FFAEE66E}"/>
                </a:ext>
              </a:extLst>
            </p:cNvPr>
            <p:cNvSpPr txBox="1">
              <a:spLocks noChangeArrowheads="1"/>
            </p:cNvSpPr>
            <p:nvPr/>
          </p:nvSpPr>
          <p:spPr bwMode="auto">
            <a:xfrm>
              <a:off x="1404" y="239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2223" name="Text Box 37">
              <a:extLst>
                <a:ext uri="{FF2B5EF4-FFF2-40B4-BE49-F238E27FC236}">
                  <a16:creationId xmlns:a16="http://schemas.microsoft.com/office/drawing/2014/main" id="{3F9ECFC9-404E-CB65-CFFE-BB86764D2F6D}"/>
                </a:ext>
              </a:extLst>
            </p:cNvPr>
            <p:cNvSpPr txBox="1">
              <a:spLocks noChangeArrowheads="1"/>
            </p:cNvSpPr>
            <p:nvPr/>
          </p:nvSpPr>
          <p:spPr bwMode="auto">
            <a:xfrm>
              <a:off x="1703" y="274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2224" name="Text Box 38">
              <a:extLst>
                <a:ext uri="{FF2B5EF4-FFF2-40B4-BE49-F238E27FC236}">
                  <a16:creationId xmlns:a16="http://schemas.microsoft.com/office/drawing/2014/main" id="{1EDF665B-84DA-AF57-14DB-51039409BC89}"/>
                </a:ext>
              </a:extLst>
            </p:cNvPr>
            <p:cNvSpPr txBox="1">
              <a:spLocks noChangeArrowheads="1"/>
            </p:cNvSpPr>
            <p:nvPr/>
          </p:nvSpPr>
          <p:spPr bwMode="auto">
            <a:xfrm>
              <a:off x="252" y="2399"/>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2225" name="Text Box 39">
              <a:extLst>
                <a:ext uri="{FF2B5EF4-FFF2-40B4-BE49-F238E27FC236}">
                  <a16:creationId xmlns:a16="http://schemas.microsoft.com/office/drawing/2014/main" id="{BBC9AA3F-A1E5-BDC2-036D-2AACC37DD2C5}"/>
                </a:ext>
              </a:extLst>
            </p:cNvPr>
            <p:cNvSpPr txBox="1">
              <a:spLocks noChangeArrowheads="1"/>
            </p:cNvSpPr>
            <p:nvPr/>
          </p:nvSpPr>
          <p:spPr bwMode="auto">
            <a:xfrm>
              <a:off x="790" y="269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grpSp>
          <p:nvGrpSpPr>
            <p:cNvPr id="92226" name="Group 40">
              <a:extLst>
                <a:ext uri="{FF2B5EF4-FFF2-40B4-BE49-F238E27FC236}">
                  <a16:creationId xmlns:a16="http://schemas.microsoft.com/office/drawing/2014/main" id="{431EDCAC-6B15-A937-FDE7-640BE1D110A6}"/>
                </a:ext>
              </a:extLst>
            </p:cNvPr>
            <p:cNvGrpSpPr>
              <a:grpSpLocks/>
            </p:cNvGrpSpPr>
            <p:nvPr/>
          </p:nvGrpSpPr>
          <p:grpSpPr bwMode="auto">
            <a:xfrm>
              <a:off x="550" y="2291"/>
              <a:ext cx="1568" cy="1492"/>
              <a:chOff x="550" y="2372"/>
              <a:chExt cx="1568" cy="1492"/>
            </a:xfrm>
          </p:grpSpPr>
          <p:sp>
            <p:nvSpPr>
              <p:cNvPr id="92230" name="Line 41">
                <a:extLst>
                  <a:ext uri="{FF2B5EF4-FFF2-40B4-BE49-F238E27FC236}">
                    <a16:creationId xmlns:a16="http://schemas.microsoft.com/office/drawing/2014/main" id="{3271F4EE-E87D-25A3-5399-0AFDDFA526CD}"/>
                  </a:ext>
                </a:extLst>
              </p:cNvPr>
              <p:cNvSpPr>
                <a:spLocks noChangeShapeType="1"/>
              </p:cNvSpPr>
              <p:nvPr/>
            </p:nvSpPr>
            <p:spPr bwMode="auto">
              <a:xfrm flipH="1">
                <a:off x="1418" y="3211"/>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31" name="Line 42">
                <a:extLst>
                  <a:ext uri="{FF2B5EF4-FFF2-40B4-BE49-F238E27FC236}">
                    <a16:creationId xmlns:a16="http://schemas.microsoft.com/office/drawing/2014/main" id="{AC84A039-93D9-DB23-D004-45AEE24A5DA7}"/>
                  </a:ext>
                </a:extLst>
              </p:cNvPr>
              <p:cNvSpPr>
                <a:spLocks noChangeShapeType="1"/>
              </p:cNvSpPr>
              <p:nvPr/>
            </p:nvSpPr>
            <p:spPr bwMode="auto">
              <a:xfrm>
                <a:off x="1650" y="3216"/>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32" name="Line 43">
                <a:extLst>
                  <a:ext uri="{FF2B5EF4-FFF2-40B4-BE49-F238E27FC236}">
                    <a16:creationId xmlns:a16="http://schemas.microsoft.com/office/drawing/2014/main" id="{6B3ACD8C-A9EA-B4A6-C52D-36C0F938D2F9}"/>
                  </a:ext>
                </a:extLst>
              </p:cNvPr>
              <p:cNvSpPr>
                <a:spLocks noChangeShapeType="1"/>
              </p:cNvSpPr>
              <p:nvPr/>
            </p:nvSpPr>
            <p:spPr bwMode="auto">
              <a:xfrm>
                <a:off x="944" y="2471"/>
                <a:ext cx="692" cy="689"/>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33" name="Line 44">
                <a:extLst>
                  <a:ext uri="{FF2B5EF4-FFF2-40B4-BE49-F238E27FC236}">
                    <a16:creationId xmlns:a16="http://schemas.microsoft.com/office/drawing/2014/main" id="{743FD0A1-50A5-FE79-E52D-8F7D1F5671EE}"/>
                  </a:ext>
                </a:extLst>
              </p:cNvPr>
              <p:cNvSpPr>
                <a:spLocks noChangeShapeType="1"/>
              </p:cNvSpPr>
              <p:nvPr/>
            </p:nvSpPr>
            <p:spPr bwMode="auto">
              <a:xfrm flipH="1">
                <a:off x="646" y="2564"/>
                <a:ext cx="240" cy="24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34" name="Rectangle 45">
                <a:extLst>
                  <a:ext uri="{FF2B5EF4-FFF2-40B4-BE49-F238E27FC236}">
                    <a16:creationId xmlns:a16="http://schemas.microsoft.com/office/drawing/2014/main" id="{9232C7AE-F805-A08B-D72D-04176D18D1BD}"/>
                  </a:ext>
                </a:extLst>
              </p:cNvPr>
              <p:cNvSpPr>
                <a:spLocks noChangeArrowheads="1"/>
              </p:cNvSpPr>
              <p:nvPr/>
            </p:nvSpPr>
            <p:spPr bwMode="auto">
              <a:xfrm>
                <a:off x="550" y="2756"/>
                <a:ext cx="240" cy="802"/>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235" name="Oval 46">
                <a:extLst>
                  <a:ext uri="{FF2B5EF4-FFF2-40B4-BE49-F238E27FC236}">
                    <a16:creationId xmlns:a16="http://schemas.microsoft.com/office/drawing/2014/main" id="{7696D010-5C96-53AE-2D31-F534D6A619C8}"/>
                  </a:ext>
                </a:extLst>
              </p:cNvPr>
              <p:cNvSpPr>
                <a:spLocks noChangeArrowheads="1"/>
              </p:cNvSpPr>
              <p:nvPr/>
            </p:nvSpPr>
            <p:spPr bwMode="auto">
              <a:xfrm>
                <a:off x="838" y="2372"/>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36" name="Line 47">
                <a:extLst>
                  <a:ext uri="{FF2B5EF4-FFF2-40B4-BE49-F238E27FC236}">
                    <a16:creationId xmlns:a16="http://schemas.microsoft.com/office/drawing/2014/main" id="{AF42DF0F-2F35-F792-308C-2EC05C0C7C24}"/>
                  </a:ext>
                </a:extLst>
              </p:cNvPr>
              <p:cNvSpPr>
                <a:spLocks noChangeShapeType="1"/>
              </p:cNvSpPr>
              <p:nvPr/>
            </p:nvSpPr>
            <p:spPr bwMode="auto">
              <a:xfrm flipH="1">
                <a:off x="1028" y="2900"/>
                <a:ext cx="230" cy="24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37" name="Oval 48">
                <a:extLst>
                  <a:ext uri="{FF2B5EF4-FFF2-40B4-BE49-F238E27FC236}">
                    <a16:creationId xmlns:a16="http://schemas.microsoft.com/office/drawing/2014/main" id="{207AF5C5-0A21-4287-E889-A1EBEFAB931F}"/>
                  </a:ext>
                </a:extLst>
              </p:cNvPr>
              <p:cNvSpPr>
                <a:spLocks noChangeArrowheads="1"/>
              </p:cNvSpPr>
              <p:nvPr/>
            </p:nvSpPr>
            <p:spPr bwMode="auto">
              <a:xfrm>
                <a:off x="1174" y="2708"/>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38" name="Rectangle 49">
                <a:extLst>
                  <a:ext uri="{FF2B5EF4-FFF2-40B4-BE49-F238E27FC236}">
                    <a16:creationId xmlns:a16="http://schemas.microsoft.com/office/drawing/2014/main" id="{34943C21-B4B2-1AFC-A5F2-DAE7AB44F1C8}"/>
                  </a:ext>
                </a:extLst>
              </p:cNvPr>
              <p:cNvSpPr>
                <a:spLocks noChangeArrowheads="1"/>
              </p:cNvSpPr>
              <p:nvPr/>
            </p:nvSpPr>
            <p:spPr bwMode="auto">
              <a:xfrm>
                <a:off x="934" y="3092"/>
                <a:ext cx="240" cy="772"/>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239" name="Rectangle 50">
                <a:extLst>
                  <a:ext uri="{FF2B5EF4-FFF2-40B4-BE49-F238E27FC236}">
                    <a16:creationId xmlns:a16="http://schemas.microsoft.com/office/drawing/2014/main" id="{D9F271FD-88F4-A135-9673-214298ACA1D1}"/>
                  </a:ext>
                </a:extLst>
              </p:cNvPr>
              <p:cNvSpPr>
                <a:spLocks noChangeArrowheads="1"/>
              </p:cNvSpPr>
              <p:nvPr/>
            </p:nvSpPr>
            <p:spPr bwMode="auto">
              <a:xfrm>
                <a:off x="1324" y="3458"/>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240" name="Oval 51">
                <a:extLst>
                  <a:ext uri="{FF2B5EF4-FFF2-40B4-BE49-F238E27FC236}">
                    <a16:creationId xmlns:a16="http://schemas.microsoft.com/office/drawing/2014/main" id="{E4531412-3312-09D0-D4F2-9648C756CBA0}"/>
                  </a:ext>
                </a:extLst>
              </p:cNvPr>
              <p:cNvSpPr>
                <a:spLocks noChangeArrowheads="1"/>
              </p:cNvSpPr>
              <p:nvPr/>
            </p:nvSpPr>
            <p:spPr bwMode="auto">
              <a:xfrm>
                <a:off x="1499" y="3032"/>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41" name="Rectangle 52">
                <a:extLst>
                  <a:ext uri="{FF2B5EF4-FFF2-40B4-BE49-F238E27FC236}">
                    <a16:creationId xmlns:a16="http://schemas.microsoft.com/office/drawing/2014/main" id="{6B11B7D3-16BE-A972-4E0D-5214AB86B286}"/>
                  </a:ext>
                </a:extLst>
              </p:cNvPr>
              <p:cNvSpPr>
                <a:spLocks noChangeArrowheads="1"/>
              </p:cNvSpPr>
              <p:nvPr/>
            </p:nvSpPr>
            <p:spPr bwMode="auto">
              <a:xfrm>
                <a:off x="1681" y="3455"/>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242" name="Text Box 53">
                <a:extLst>
                  <a:ext uri="{FF2B5EF4-FFF2-40B4-BE49-F238E27FC236}">
                    <a16:creationId xmlns:a16="http://schemas.microsoft.com/office/drawing/2014/main" id="{F6D217D6-F692-3CAA-E8D0-CF5B070B23DD}"/>
                  </a:ext>
                </a:extLst>
              </p:cNvPr>
              <p:cNvSpPr txBox="1">
                <a:spLocks noChangeArrowheads="1"/>
              </p:cNvSpPr>
              <p:nvPr/>
            </p:nvSpPr>
            <p:spPr bwMode="auto">
              <a:xfrm>
                <a:off x="1159" y="3466"/>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2243" name="Text Box 54">
                <a:extLst>
                  <a:ext uri="{FF2B5EF4-FFF2-40B4-BE49-F238E27FC236}">
                    <a16:creationId xmlns:a16="http://schemas.microsoft.com/office/drawing/2014/main" id="{06F122B2-AE70-7532-6C7D-1371EA78134B}"/>
                  </a:ext>
                </a:extLst>
              </p:cNvPr>
              <p:cNvSpPr txBox="1">
                <a:spLocks noChangeArrowheads="1"/>
              </p:cNvSpPr>
              <p:nvPr/>
            </p:nvSpPr>
            <p:spPr bwMode="auto">
              <a:xfrm>
                <a:off x="1647" y="3470"/>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hlink"/>
                    </a:solidFill>
                    <a:latin typeface="Times New Roman" panose="02020603050405020304" pitchFamily="18" charset="0"/>
                    <a:ea typeface="宋体" panose="02010600030101010101" pitchFamily="2" charset="-122"/>
                  </a:rPr>
                  <a:t>h-1</a:t>
                </a:r>
              </a:p>
            </p:txBody>
          </p:sp>
        </p:grpSp>
        <p:sp>
          <p:nvSpPr>
            <p:cNvPr id="357431" name="Text Box 55">
              <a:extLst>
                <a:ext uri="{FF2B5EF4-FFF2-40B4-BE49-F238E27FC236}">
                  <a16:creationId xmlns:a16="http://schemas.microsoft.com/office/drawing/2014/main" id="{247E130F-7E7F-E3CC-8677-2C5D46E55AE4}"/>
                </a:ext>
              </a:extLst>
            </p:cNvPr>
            <p:cNvSpPr txBox="1">
              <a:spLocks noChangeArrowheads="1"/>
            </p:cNvSpPr>
            <p:nvPr/>
          </p:nvSpPr>
          <p:spPr bwMode="auto">
            <a:xfrm>
              <a:off x="854" y="2260"/>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357432" name="Text Box 56">
              <a:extLst>
                <a:ext uri="{FF2B5EF4-FFF2-40B4-BE49-F238E27FC236}">
                  <a16:creationId xmlns:a16="http://schemas.microsoft.com/office/drawing/2014/main" id="{779EF0F2-635C-C4D2-4A90-B7792A4DC2F9}"/>
                </a:ext>
              </a:extLst>
            </p:cNvPr>
            <p:cNvSpPr txBox="1">
              <a:spLocks noChangeArrowheads="1"/>
            </p:cNvSpPr>
            <p:nvPr/>
          </p:nvSpPr>
          <p:spPr bwMode="auto">
            <a:xfrm>
              <a:off x="1185" y="2593"/>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357433" name="Text Box 57">
              <a:extLst>
                <a:ext uri="{FF2B5EF4-FFF2-40B4-BE49-F238E27FC236}">
                  <a16:creationId xmlns:a16="http://schemas.microsoft.com/office/drawing/2014/main" id="{34B20705-B439-6234-DCD2-7D24B0FBC4F7}"/>
                </a:ext>
              </a:extLst>
            </p:cNvPr>
            <p:cNvSpPr txBox="1">
              <a:spLocks noChangeArrowheads="1"/>
            </p:cNvSpPr>
            <p:nvPr/>
          </p:nvSpPr>
          <p:spPr bwMode="auto">
            <a:xfrm>
              <a:off x="1517" y="2927"/>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grpSp>
      <p:grpSp>
        <p:nvGrpSpPr>
          <p:cNvPr id="92170" name="Group 88">
            <a:extLst>
              <a:ext uri="{FF2B5EF4-FFF2-40B4-BE49-F238E27FC236}">
                <a16:creationId xmlns:a16="http://schemas.microsoft.com/office/drawing/2014/main" id="{A89F73A2-EB8F-CA70-FBAA-808056A2055B}"/>
              </a:ext>
            </a:extLst>
          </p:cNvPr>
          <p:cNvGrpSpPr>
            <a:grpSpLocks/>
          </p:cNvGrpSpPr>
          <p:nvPr/>
        </p:nvGrpSpPr>
        <p:grpSpPr bwMode="auto">
          <a:xfrm>
            <a:off x="3149849" y="3681412"/>
            <a:ext cx="2743200" cy="2978150"/>
            <a:chOff x="1987" y="2085"/>
            <a:chExt cx="1728" cy="1876"/>
          </a:xfrm>
        </p:grpSpPr>
        <p:sp>
          <p:nvSpPr>
            <p:cNvPr id="92197" name="Text Box 59">
              <a:extLst>
                <a:ext uri="{FF2B5EF4-FFF2-40B4-BE49-F238E27FC236}">
                  <a16:creationId xmlns:a16="http://schemas.microsoft.com/office/drawing/2014/main" id="{4CC38B2C-64A3-7013-F57A-AEF54BCA2B10}"/>
                </a:ext>
              </a:extLst>
            </p:cNvPr>
            <p:cNvSpPr txBox="1">
              <a:spLocks noChangeArrowheads="1"/>
            </p:cNvSpPr>
            <p:nvPr/>
          </p:nvSpPr>
          <p:spPr bwMode="auto">
            <a:xfrm>
              <a:off x="1987" y="2421"/>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2198" name="Text Box 60">
              <a:extLst>
                <a:ext uri="{FF2B5EF4-FFF2-40B4-BE49-F238E27FC236}">
                  <a16:creationId xmlns:a16="http://schemas.microsoft.com/office/drawing/2014/main" id="{1F185629-DE0A-6A26-ADD2-CE7C8631A059}"/>
                </a:ext>
              </a:extLst>
            </p:cNvPr>
            <p:cNvSpPr txBox="1">
              <a:spLocks noChangeArrowheads="1"/>
            </p:cNvSpPr>
            <p:nvPr/>
          </p:nvSpPr>
          <p:spPr bwMode="auto">
            <a:xfrm>
              <a:off x="2790" y="208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2199" name="Text Box 61">
              <a:extLst>
                <a:ext uri="{FF2B5EF4-FFF2-40B4-BE49-F238E27FC236}">
                  <a16:creationId xmlns:a16="http://schemas.microsoft.com/office/drawing/2014/main" id="{C9722F96-FEB3-6528-C804-CB2EE844647C}"/>
                </a:ext>
              </a:extLst>
            </p:cNvPr>
            <p:cNvSpPr txBox="1">
              <a:spLocks noChangeArrowheads="1"/>
            </p:cNvSpPr>
            <p:nvPr/>
          </p:nvSpPr>
          <p:spPr bwMode="auto">
            <a:xfrm>
              <a:off x="3078" y="244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2200" name="Text Box 62">
              <a:extLst>
                <a:ext uri="{FF2B5EF4-FFF2-40B4-BE49-F238E27FC236}">
                  <a16:creationId xmlns:a16="http://schemas.microsoft.com/office/drawing/2014/main" id="{13888C3A-35F5-725F-9768-EC9C83C7D5AB}"/>
                </a:ext>
              </a:extLst>
            </p:cNvPr>
            <p:cNvSpPr txBox="1">
              <a:spLocks noChangeArrowheads="1"/>
            </p:cNvSpPr>
            <p:nvPr/>
          </p:nvSpPr>
          <p:spPr bwMode="auto">
            <a:xfrm>
              <a:off x="3428" y="2776"/>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2201" name="Text Box 63">
              <a:extLst>
                <a:ext uri="{FF2B5EF4-FFF2-40B4-BE49-F238E27FC236}">
                  <a16:creationId xmlns:a16="http://schemas.microsoft.com/office/drawing/2014/main" id="{062FC5E6-15DE-7228-F897-EB8645ADACED}"/>
                </a:ext>
              </a:extLst>
            </p:cNvPr>
            <p:cNvSpPr txBox="1">
              <a:spLocks noChangeArrowheads="1"/>
            </p:cNvSpPr>
            <p:nvPr/>
          </p:nvSpPr>
          <p:spPr bwMode="auto">
            <a:xfrm>
              <a:off x="2550" y="2728"/>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grpSp>
          <p:nvGrpSpPr>
            <p:cNvPr id="92202" name="Group 87">
              <a:extLst>
                <a:ext uri="{FF2B5EF4-FFF2-40B4-BE49-F238E27FC236}">
                  <a16:creationId xmlns:a16="http://schemas.microsoft.com/office/drawing/2014/main" id="{DA792AF5-A5E1-7455-0630-5A980E35E9A9}"/>
                </a:ext>
              </a:extLst>
            </p:cNvPr>
            <p:cNvGrpSpPr>
              <a:grpSpLocks/>
            </p:cNvGrpSpPr>
            <p:nvPr/>
          </p:nvGrpSpPr>
          <p:grpSpPr bwMode="auto">
            <a:xfrm>
              <a:off x="2266" y="2334"/>
              <a:ext cx="1409" cy="1627"/>
              <a:chOff x="2266" y="2334"/>
              <a:chExt cx="1409" cy="1627"/>
            </a:xfrm>
          </p:grpSpPr>
          <p:sp>
            <p:nvSpPr>
              <p:cNvPr id="92206" name="Line 65">
                <a:extLst>
                  <a:ext uri="{FF2B5EF4-FFF2-40B4-BE49-F238E27FC236}">
                    <a16:creationId xmlns:a16="http://schemas.microsoft.com/office/drawing/2014/main" id="{858656A9-A154-C5FE-DA45-E6487BA377EA}"/>
                  </a:ext>
                </a:extLst>
              </p:cNvPr>
              <p:cNvSpPr>
                <a:spLocks noChangeShapeType="1"/>
              </p:cNvSpPr>
              <p:nvPr/>
            </p:nvSpPr>
            <p:spPr bwMode="auto">
              <a:xfrm flipH="1">
                <a:off x="2794" y="2814"/>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07" name="Line 66">
                <a:extLst>
                  <a:ext uri="{FF2B5EF4-FFF2-40B4-BE49-F238E27FC236}">
                    <a16:creationId xmlns:a16="http://schemas.microsoft.com/office/drawing/2014/main" id="{D805F089-AAAE-13AC-5000-F1F4D00F3264}"/>
                  </a:ext>
                </a:extLst>
              </p:cNvPr>
              <p:cNvSpPr>
                <a:spLocks noChangeShapeType="1"/>
              </p:cNvSpPr>
              <p:nvPr/>
            </p:nvSpPr>
            <p:spPr bwMode="auto">
              <a:xfrm flipH="1">
                <a:off x="2362" y="2526"/>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08" name="Rectangle 67">
                <a:extLst>
                  <a:ext uri="{FF2B5EF4-FFF2-40B4-BE49-F238E27FC236}">
                    <a16:creationId xmlns:a16="http://schemas.microsoft.com/office/drawing/2014/main" id="{8ECD4294-DEBA-6C84-F0D3-D9F0FD692C82}"/>
                  </a:ext>
                </a:extLst>
              </p:cNvPr>
              <p:cNvSpPr>
                <a:spLocks noChangeArrowheads="1"/>
              </p:cNvSpPr>
              <p:nvPr/>
            </p:nvSpPr>
            <p:spPr bwMode="auto">
              <a:xfrm>
                <a:off x="2671" y="3054"/>
                <a:ext cx="240" cy="762"/>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209" name="Rectangle 68">
                <a:extLst>
                  <a:ext uri="{FF2B5EF4-FFF2-40B4-BE49-F238E27FC236}">
                    <a16:creationId xmlns:a16="http://schemas.microsoft.com/office/drawing/2014/main" id="{46B4F202-85CE-30EB-C91B-FD5A23D7B45F}"/>
                  </a:ext>
                </a:extLst>
              </p:cNvPr>
              <p:cNvSpPr>
                <a:spLocks noChangeArrowheads="1"/>
              </p:cNvSpPr>
              <p:nvPr/>
            </p:nvSpPr>
            <p:spPr bwMode="auto">
              <a:xfrm>
                <a:off x="2266" y="2718"/>
                <a:ext cx="240" cy="801"/>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210" name="Line 69">
                <a:extLst>
                  <a:ext uri="{FF2B5EF4-FFF2-40B4-BE49-F238E27FC236}">
                    <a16:creationId xmlns:a16="http://schemas.microsoft.com/office/drawing/2014/main" id="{E776CAA7-94FB-EA24-F8D2-5B2C92C9CC00}"/>
                  </a:ext>
                </a:extLst>
              </p:cNvPr>
              <p:cNvSpPr>
                <a:spLocks noChangeShapeType="1"/>
              </p:cNvSpPr>
              <p:nvPr/>
            </p:nvSpPr>
            <p:spPr bwMode="auto">
              <a:xfrm>
                <a:off x="2698" y="2471"/>
                <a:ext cx="589" cy="589"/>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11" name="Oval 70">
                <a:extLst>
                  <a:ext uri="{FF2B5EF4-FFF2-40B4-BE49-F238E27FC236}">
                    <a16:creationId xmlns:a16="http://schemas.microsoft.com/office/drawing/2014/main" id="{9CF7B7E3-390F-9D58-44D0-86AB65ACBE66}"/>
                  </a:ext>
                </a:extLst>
              </p:cNvPr>
              <p:cNvSpPr>
                <a:spLocks noChangeArrowheads="1"/>
              </p:cNvSpPr>
              <p:nvPr/>
            </p:nvSpPr>
            <p:spPr bwMode="auto">
              <a:xfrm>
                <a:off x="2890" y="2670"/>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12" name="Oval 71">
                <a:extLst>
                  <a:ext uri="{FF2B5EF4-FFF2-40B4-BE49-F238E27FC236}">
                    <a16:creationId xmlns:a16="http://schemas.microsoft.com/office/drawing/2014/main" id="{627C3A83-CD04-14C3-7F10-6A45AE012BF1}"/>
                  </a:ext>
                </a:extLst>
              </p:cNvPr>
              <p:cNvSpPr>
                <a:spLocks noChangeArrowheads="1"/>
              </p:cNvSpPr>
              <p:nvPr/>
            </p:nvSpPr>
            <p:spPr bwMode="auto">
              <a:xfrm>
                <a:off x="2554" y="2334"/>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13" name="Line 72">
                <a:extLst>
                  <a:ext uri="{FF2B5EF4-FFF2-40B4-BE49-F238E27FC236}">
                    <a16:creationId xmlns:a16="http://schemas.microsoft.com/office/drawing/2014/main" id="{669BA676-7E9D-4A9D-3047-E0D44AA6D603}"/>
                  </a:ext>
                </a:extLst>
              </p:cNvPr>
              <p:cNvSpPr>
                <a:spLocks noChangeShapeType="1"/>
              </p:cNvSpPr>
              <p:nvPr/>
            </p:nvSpPr>
            <p:spPr bwMode="auto">
              <a:xfrm flipH="1">
                <a:off x="3141" y="3163"/>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4" name="Line 73">
                <a:extLst>
                  <a:ext uri="{FF2B5EF4-FFF2-40B4-BE49-F238E27FC236}">
                    <a16:creationId xmlns:a16="http://schemas.microsoft.com/office/drawing/2014/main" id="{CE7AD5C9-ADE1-87D8-8399-CA8F83869A6A}"/>
                  </a:ext>
                </a:extLst>
              </p:cNvPr>
              <p:cNvSpPr>
                <a:spLocks noChangeShapeType="1"/>
              </p:cNvSpPr>
              <p:nvPr/>
            </p:nvSpPr>
            <p:spPr bwMode="auto">
              <a:xfrm>
                <a:off x="3373" y="3168"/>
                <a:ext cx="166" cy="257"/>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15" name="Rectangle 74">
                <a:extLst>
                  <a:ext uri="{FF2B5EF4-FFF2-40B4-BE49-F238E27FC236}">
                    <a16:creationId xmlns:a16="http://schemas.microsoft.com/office/drawing/2014/main" id="{85A80D20-F403-3D0A-AF89-AD869C27222C}"/>
                  </a:ext>
                </a:extLst>
              </p:cNvPr>
              <p:cNvSpPr>
                <a:spLocks noChangeArrowheads="1"/>
              </p:cNvSpPr>
              <p:nvPr/>
            </p:nvSpPr>
            <p:spPr bwMode="auto">
              <a:xfrm>
                <a:off x="3065" y="3428"/>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216" name="Oval 75">
                <a:extLst>
                  <a:ext uri="{FF2B5EF4-FFF2-40B4-BE49-F238E27FC236}">
                    <a16:creationId xmlns:a16="http://schemas.microsoft.com/office/drawing/2014/main" id="{361B38AA-3914-E705-5C07-A724E8449AB2}"/>
                  </a:ext>
                </a:extLst>
              </p:cNvPr>
              <p:cNvSpPr>
                <a:spLocks noChangeArrowheads="1"/>
              </p:cNvSpPr>
              <p:nvPr/>
            </p:nvSpPr>
            <p:spPr bwMode="auto">
              <a:xfrm>
                <a:off x="3222" y="2984"/>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217" name="Text Box 76">
                <a:extLst>
                  <a:ext uri="{FF2B5EF4-FFF2-40B4-BE49-F238E27FC236}">
                    <a16:creationId xmlns:a16="http://schemas.microsoft.com/office/drawing/2014/main" id="{AEC4B64B-812E-338F-A14B-F472A5C40BB3}"/>
                  </a:ext>
                </a:extLst>
              </p:cNvPr>
              <p:cNvSpPr txBox="1">
                <a:spLocks noChangeArrowheads="1"/>
              </p:cNvSpPr>
              <p:nvPr/>
            </p:nvSpPr>
            <p:spPr bwMode="auto">
              <a:xfrm>
                <a:off x="2882" y="3418"/>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2218" name="Text Box 77">
                <a:extLst>
                  <a:ext uri="{FF2B5EF4-FFF2-40B4-BE49-F238E27FC236}">
                    <a16:creationId xmlns:a16="http://schemas.microsoft.com/office/drawing/2014/main" id="{EB865332-46E9-102C-26C1-DC9490F932AD}"/>
                  </a:ext>
                </a:extLst>
              </p:cNvPr>
              <p:cNvSpPr txBox="1">
                <a:spLocks noChangeArrowheads="1"/>
              </p:cNvSpPr>
              <p:nvPr/>
            </p:nvSpPr>
            <p:spPr bwMode="auto">
              <a:xfrm>
                <a:off x="3416" y="3422"/>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p>
            </p:txBody>
          </p:sp>
          <p:sp>
            <p:nvSpPr>
              <p:cNvPr id="92219" name="Rectangle 78">
                <a:extLst>
                  <a:ext uri="{FF2B5EF4-FFF2-40B4-BE49-F238E27FC236}">
                    <a16:creationId xmlns:a16="http://schemas.microsoft.com/office/drawing/2014/main" id="{DEE3487C-EEF2-CB72-EFD8-B6C97B7B60D6}"/>
                  </a:ext>
                </a:extLst>
              </p:cNvPr>
              <p:cNvSpPr>
                <a:spLocks noChangeArrowheads="1"/>
              </p:cNvSpPr>
              <p:nvPr/>
            </p:nvSpPr>
            <p:spPr bwMode="auto">
              <a:xfrm>
                <a:off x="3426" y="3812"/>
                <a:ext cx="249" cy="149"/>
              </a:xfrm>
              <a:prstGeom prst="rect">
                <a:avLst/>
              </a:prstGeom>
              <a:solidFill>
                <a:schemeClr val="accent2"/>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220" name="Freeform 79">
                <a:extLst>
                  <a:ext uri="{FF2B5EF4-FFF2-40B4-BE49-F238E27FC236}">
                    <a16:creationId xmlns:a16="http://schemas.microsoft.com/office/drawing/2014/main" id="{CE50917A-31FE-5F83-E69E-42A28E304F54}"/>
                  </a:ext>
                </a:extLst>
              </p:cNvPr>
              <p:cNvSpPr>
                <a:spLocks/>
              </p:cNvSpPr>
              <p:nvPr/>
            </p:nvSpPr>
            <p:spPr bwMode="auto">
              <a:xfrm>
                <a:off x="2551" y="2623"/>
                <a:ext cx="256" cy="75"/>
              </a:xfrm>
              <a:custGeom>
                <a:avLst/>
                <a:gdLst>
                  <a:gd name="T0" fmla="*/ 256 w 256"/>
                  <a:gd name="T1" fmla="*/ 75 h 75"/>
                  <a:gd name="T2" fmla="*/ 210 w 256"/>
                  <a:gd name="T3" fmla="*/ 20 h 75"/>
                  <a:gd name="T4" fmla="*/ 137 w 256"/>
                  <a:gd name="T5" fmla="*/ 2 h 75"/>
                  <a:gd name="T6" fmla="*/ 64 w 256"/>
                  <a:gd name="T7" fmla="*/ 11 h 75"/>
                  <a:gd name="T8" fmla="*/ 0 w 256"/>
                  <a:gd name="T9" fmla="*/ 6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7456" name="Text Box 80">
              <a:extLst>
                <a:ext uri="{FF2B5EF4-FFF2-40B4-BE49-F238E27FC236}">
                  <a16:creationId xmlns:a16="http://schemas.microsoft.com/office/drawing/2014/main" id="{8CD946C3-54E9-154C-93C5-7DC576F97C87}"/>
                </a:ext>
              </a:extLst>
            </p:cNvPr>
            <p:cNvSpPr txBox="1">
              <a:spLocks noChangeArrowheads="1"/>
            </p:cNvSpPr>
            <p:nvPr/>
          </p:nvSpPr>
          <p:spPr bwMode="auto">
            <a:xfrm>
              <a:off x="2576" y="2306"/>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357457" name="Text Box 81">
              <a:extLst>
                <a:ext uri="{FF2B5EF4-FFF2-40B4-BE49-F238E27FC236}">
                  <a16:creationId xmlns:a16="http://schemas.microsoft.com/office/drawing/2014/main" id="{A80DE6B8-BA6A-D244-94ED-CCC5B163C368}"/>
                </a:ext>
              </a:extLst>
            </p:cNvPr>
            <p:cNvSpPr txBox="1">
              <a:spLocks noChangeArrowheads="1"/>
            </p:cNvSpPr>
            <p:nvPr/>
          </p:nvSpPr>
          <p:spPr bwMode="auto">
            <a:xfrm>
              <a:off x="2915" y="2642"/>
              <a:ext cx="212" cy="288"/>
            </a:xfrm>
            <a:prstGeom prst="rect">
              <a:avLst/>
            </a:prstGeom>
            <a:noFill/>
            <a:ln w="9525">
              <a:noFill/>
              <a:miter lim="800000"/>
              <a:headEnd/>
              <a:tailEnd/>
            </a:ln>
            <a:effectLst/>
          </p:spPr>
          <p:txBody>
            <a:bodyPr wrap="none">
              <a:spAutoFit/>
            </a:bodyPr>
            <a:lstStyle/>
            <a:p>
              <a:pPr>
                <a:defRPr/>
              </a:pPr>
              <a:r>
                <a:rPr lang="en-US" altLang="zh-CN" b="1">
                  <a:solidFill>
                    <a:schemeClr val="hlink"/>
                  </a:solidFill>
                  <a:effectLst>
                    <a:outerShdw blurRad="38100" dist="38100" dir="2700000" algn="tl">
                      <a:srgbClr val="C0C0C0"/>
                    </a:outerShdw>
                  </a:effectLst>
                  <a:latin typeface="Times New Roman" charset="0"/>
                </a:rPr>
                <a:t>1</a:t>
              </a:r>
              <a:endParaRPr lang="en-US" altLang="zh-CN">
                <a:solidFill>
                  <a:schemeClr val="hlink"/>
                </a:solidFill>
                <a:latin typeface="Times New Roman" charset="0"/>
              </a:endParaRPr>
            </a:p>
          </p:txBody>
        </p:sp>
        <p:sp>
          <p:nvSpPr>
            <p:cNvPr id="357458" name="Text Box 82">
              <a:extLst>
                <a:ext uri="{FF2B5EF4-FFF2-40B4-BE49-F238E27FC236}">
                  <a16:creationId xmlns:a16="http://schemas.microsoft.com/office/drawing/2014/main" id="{5F8ACA4C-59EB-A62B-E274-041BC1B8C73E}"/>
                </a:ext>
              </a:extLst>
            </p:cNvPr>
            <p:cNvSpPr txBox="1">
              <a:spLocks noChangeArrowheads="1"/>
            </p:cNvSpPr>
            <p:nvPr/>
          </p:nvSpPr>
          <p:spPr bwMode="auto">
            <a:xfrm>
              <a:off x="3250" y="2954"/>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grpSp>
      <p:grpSp>
        <p:nvGrpSpPr>
          <p:cNvPr id="92171" name="Group 86">
            <a:extLst>
              <a:ext uri="{FF2B5EF4-FFF2-40B4-BE49-F238E27FC236}">
                <a16:creationId xmlns:a16="http://schemas.microsoft.com/office/drawing/2014/main" id="{23AD05C2-89EC-4E70-B8EC-45F517807713}"/>
              </a:ext>
            </a:extLst>
          </p:cNvPr>
          <p:cNvGrpSpPr>
            <a:grpSpLocks/>
          </p:cNvGrpSpPr>
          <p:nvPr/>
        </p:nvGrpSpPr>
        <p:grpSpPr bwMode="auto">
          <a:xfrm>
            <a:off x="6202611" y="3690937"/>
            <a:ext cx="2593975" cy="2484438"/>
            <a:chOff x="3910" y="2091"/>
            <a:chExt cx="1634" cy="1565"/>
          </a:xfrm>
        </p:grpSpPr>
        <p:grpSp>
          <p:nvGrpSpPr>
            <p:cNvPr id="92172" name="Group 6">
              <a:extLst>
                <a:ext uri="{FF2B5EF4-FFF2-40B4-BE49-F238E27FC236}">
                  <a16:creationId xmlns:a16="http://schemas.microsoft.com/office/drawing/2014/main" id="{C99DE0B7-3354-700B-7FFA-B566B0C2250B}"/>
                </a:ext>
              </a:extLst>
            </p:cNvPr>
            <p:cNvGrpSpPr>
              <a:grpSpLocks/>
            </p:cNvGrpSpPr>
            <p:nvPr/>
          </p:nvGrpSpPr>
          <p:grpSpPr bwMode="auto">
            <a:xfrm>
              <a:off x="3910" y="2091"/>
              <a:ext cx="1634" cy="1565"/>
              <a:chOff x="3919" y="2262"/>
              <a:chExt cx="1634" cy="1565"/>
            </a:xfrm>
          </p:grpSpPr>
          <p:sp>
            <p:nvSpPr>
              <p:cNvPr id="92174" name="Text Box 7">
                <a:extLst>
                  <a:ext uri="{FF2B5EF4-FFF2-40B4-BE49-F238E27FC236}">
                    <a16:creationId xmlns:a16="http://schemas.microsoft.com/office/drawing/2014/main" id="{3FD6A340-BA7E-2883-7D97-BC598D492070}"/>
                  </a:ext>
                </a:extLst>
              </p:cNvPr>
              <p:cNvSpPr txBox="1">
                <a:spLocks noChangeArrowheads="1"/>
              </p:cNvSpPr>
              <p:nvPr/>
            </p:nvSpPr>
            <p:spPr bwMode="auto">
              <a:xfrm>
                <a:off x="3919" y="296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2175" name="Line 8">
                <a:extLst>
                  <a:ext uri="{FF2B5EF4-FFF2-40B4-BE49-F238E27FC236}">
                    <a16:creationId xmlns:a16="http://schemas.microsoft.com/office/drawing/2014/main" id="{AAC892D2-6417-2A05-EB49-F1B8AA22AEBC}"/>
                  </a:ext>
                </a:extLst>
              </p:cNvPr>
              <p:cNvSpPr>
                <a:spLocks noChangeShapeType="1"/>
              </p:cNvSpPr>
              <p:nvPr/>
            </p:nvSpPr>
            <p:spPr bwMode="auto">
              <a:xfrm flipH="1">
                <a:off x="4238" y="3014"/>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6" name="Line 9">
                <a:extLst>
                  <a:ext uri="{FF2B5EF4-FFF2-40B4-BE49-F238E27FC236}">
                    <a16:creationId xmlns:a16="http://schemas.microsoft.com/office/drawing/2014/main" id="{FFA531E4-FB9C-611A-3A5A-76FE9E99080B}"/>
                  </a:ext>
                </a:extLst>
              </p:cNvPr>
              <p:cNvSpPr>
                <a:spLocks noChangeShapeType="1"/>
              </p:cNvSpPr>
              <p:nvPr/>
            </p:nvSpPr>
            <p:spPr bwMode="auto">
              <a:xfrm>
                <a:off x="4470" y="3019"/>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7" name="Line 10">
                <a:extLst>
                  <a:ext uri="{FF2B5EF4-FFF2-40B4-BE49-F238E27FC236}">
                    <a16:creationId xmlns:a16="http://schemas.microsoft.com/office/drawing/2014/main" id="{792E212B-F117-3D75-0803-A374731A3FB0}"/>
                  </a:ext>
                </a:extLst>
              </p:cNvPr>
              <p:cNvSpPr>
                <a:spLocks noChangeShapeType="1"/>
              </p:cNvSpPr>
              <p:nvPr/>
            </p:nvSpPr>
            <p:spPr bwMode="auto">
              <a:xfrm>
                <a:off x="4828" y="2673"/>
                <a:ext cx="269" cy="261"/>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8" name="Line 11">
                <a:extLst>
                  <a:ext uri="{FF2B5EF4-FFF2-40B4-BE49-F238E27FC236}">
                    <a16:creationId xmlns:a16="http://schemas.microsoft.com/office/drawing/2014/main" id="{AAA6F792-18F0-FF3C-A61F-6BB446139534}"/>
                  </a:ext>
                </a:extLst>
              </p:cNvPr>
              <p:cNvSpPr>
                <a:spLocks noChangeShapeType="1"/>
              </p:cNvSpPr>
              <p:nvPr/>
            </p:nvSpPr>
            <p:spPr bwMode="auto">
              <a:xfrm flipH="1">
                <a:off x="4473" y="2694"/>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9" name="Oval 12">
                <a:extLst>
                  <a:ext uri="{FF2B5EF4-FFF2-40B4-BE49-F238E27FC236}">
                    <a16:creationId xmlns:a16="http://schemas.microsoft.com/office/drawing/2014/main" id="{EE8CEF81-50B0-875C-7255-58764C347A92}"/>
                  </a:ext>
                </a:extLst>
              </p:cNvPr>
              <p:cNvSpPr>
                <a:spLocks noChangeArrowheads="1"/>
              </p:cNvSpPr>
              <p:nvPr/>
            </p:nvSpPr>
            <p:spPr bwMode="auto">
              <a:xfrm>
                <a:off x="4329" y="2838"/>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180" name="Oval 13">
                <a:extLst>
                  <a:ext uri="{FF2B5EF4-FFF2-40B4-BE49-F238E27FC236}">
                    <a16:creationId xmlns:a16="http://schemas.microsoft.com/office/drawing/2014/main" id="{4677B929-8B6A-090C-2E85-A062A5599DA8}"/>
                  </a:ext>
                </a:extLst>
              </p:cNvPr>
              <p:cNvSpPr>
                <a:spLocks noChangeArrowheads="1"/>
              </p:cNvSpPr>
              <p:nvPr/>
            </p:nvSpPr>
            <p:spPr bwMode="auto">
              <a:xfrm>
                <a:off x="4665" y="2502"/>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181" name="Rectangle 14">
                <a:extLst>
                  <a:ext uri="{FF2B5EF4-FFF2-40B4-BE49-F238E27FC236}">
                    <a16:creationId xmlns:a16="http://schemas.microsoft.com/office/drawing/2014/main" id="{65D2A524-6F31-999D-2A95-3A62B9F13E50}"/>
                  </a:ext>
                </a:extLst>
              </p:cNvPr>
              <p:cNvSpPr>
                <a:spLocks noChangeArrowheads="1"/>
              </p:cNvSpPr>
              <p:nvPr/>
            </p:nvSpPr>
            <p:spPr bwMode="auto">
              <a:xfrm>
                <a:off x="4123" y="3295"/>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182" name="Rectangle 15">
                <a:extLst>
                  <a:ext uri="{FF2B5EF4-FFF2-40B4-BE49-F238E27FC236}">
                    <a16:creationId xmlns:a16="http://schemas.microsoft.com/office/drawing/2014/main" id="{379D31C0-D6B2-9776-F534-3C6B0F237DBE}"/>
                  </a:ext>
                </a:extLst>
              </p:cNvPr>
              <p:cNvSpPr>
                <a:spLocks noChangeArrowheads="1"/>
              </p:cNvSpPr>
              <p:nvPr/>
            </p:nvSpPr>
            <p:spPr bwMode="auto">
              <a:xfrm>
                <a:off x="4496" y="3295"/>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2183" name="Text Box 16">
                <a:extLst>
                  <a:ext uri="{FF2B5EF4-FFF2-40B4-BE49-F238E27FC236}">
                    <a16:creationId xmlns:a16="http://schemas.microsoft.com/office/drawing/2014/main" id="{A8C13CF1-4C14-8A40-58D2-7D070C7E2070}"/>
                  </a:ext>
                </a:extLst>
              </p:cNvPr>
              <p:cNvSpPr txBox="1">
                <a:spLocks noChangeArrowheads="1"/>
              </p:cNvSpPr>
              <p:nvPr/>
            </p:nvSpPr>
            <p:spPr bwMode="auto">
              <a:xfrm>
                <a:off x="4425" y="2262"/>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2184" name="Text Box 17">
                <a:extLst>
                  <a:ext uri="{FF2B5EF4-FFF2-40B4-BE49-F238E27FC236}">
                    <a16:creationId xmlns:a16="http://schemas.microsoft.com/office/drawing/2014/main" id="{8188D798-758B-B3E6-5BD0-CC23F4974EE1}"/>
                  </a:ext>
                </a:extLst>
              </p:cNvPr>
              <p:cNvSpPr txBox="1">
                <a:spLocks noChangeArrowheads="1"/>
              </p:cNvSpPr>
              <p:nvPr/>
            </p:nvSpPr>
            <p:spPr bwMode="auto">
              <a:xfrm>
                <a:off x="5193" y="259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2185" name="Text Box 18">
                <a:extLst>
                  <a:ext uri="{FF2B5EF4-FFF2-40B4-BE49-F238E27FC236}">
                    <a16:creationId xmlns:a16="http://schemas.microsoft.com/office/drawing/2014/main" id="{9DCF1F6F-AFC8-6C4B-C369-5FC1214A4752}"/>
                  </a:ext>
                </a:extLst>
              </p:cNvPr>
              <p:cNvSpPr txBox="1">
                <a:spLocks noChangeArrowheads="1"/>
              </p:cNvSpPr>
              <p:nvPr/>
            </p:nvSpPr>
            <p:spPr bwMode="auto">
              <a:xfrm>
                <a:off x="4041" y="2617"/>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2186" name="Text Box 19">
                <a:extLst>
                  <a:ext uri="{FF2B5EF4-FFF2-40B4-BE49-F238E27FC236}">
                    <a16:creationId xmlns:a16="http://schemas.microsoft.com/office/drawing/2014/main" id="{626991CF-F756-83FB-4C35-4FBBB233700F}"/>
                  </a:ext>
                </a:extLst>
              </p:cNvPr>
              <p:cNvSpPr txBox="1">
                <a:spLocks noChangeArrowheads="1"/>
              </p:cNvSpPr>
              <p:nvPr/>
            </p:nvSpPr>
            <p:spPr bwMode="auto">
              <a:xfrm>
                <a:off x="4556" y="296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357396" name="Text Box 20">
                <a:extLst>
                  <a:ext uri="{FF2B5EF4-FFF2-40B4-BE49-F238E27FC236}">
                    <a16:creationId xmlns:a16="http://schemas.microsoft.com/office/drawing/2014/main" id="{B170D826-53D6-3F58-9970-25890FBF90CA}"/>
                  </a:ext>
                </a:extLst>
              </p:cNvPr>
              <p:cNvSpPr txBox="1">
                <a:spLocks noChangeArrowheads="1"/>
              </p:cNvSpPr>
              <p:nvPr/>
            </p:nvSpPr>
            <p:spPr bwMode="auto">
              <a:xfrm>
                <a:off x="4337" y="2814"/>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357397" name="Text Box 21">
                <a:extLst>
                  <a:ext uri="{FF2B5EF4-FFF2-40B4-BE49-F238E27FC236}">
                    <a16:creationId xmlns:a16="http://schemas.microsoft.com/office/drawing/2014/main" id="{5EE210B9-CAF5-7DB4-FB76-8E86C8504F1A}"/>
                  </a:ext>
                </a:extLst>
              </p:cNvPr>
              <p:cNvSpPr txBox="1">
                <a:spLocks noChangeArrowheads="1"/>
              </p:cNvSpPr>
              <p:nvPr/>
            </p:nvSpPr>
            <p:spPr bwMode="auto">
              <a:xfrm>
                <a:off x="4674" y="2471"/>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92189" name="Line 22">
                <a:extLst>
                  <a:ext uri="{FF2B5EF4-FFF2-40B4-BE49-F238E27FC236}">
                    <a16:creationId xmlns:a16="http://schemas.microsoft.com/office/drawing/2014/main" id="{5FAAA5DB-5C57-8DEB-CBF8-4945261A1FE7}"/>
                  </a:ext>
                </a:extLst>
              </p:cNvPr>
              <p:cNvSpPr>
                <a:spLocks noChangeShapeType="1"/>
              </p:cNvSpPr>
              <p:nvPr/>
            </p:nvSpPr>
            <p:spPr bwMode="auto">
              <a:xfrm flipH="1">
                <a:off x="4947" y="3028"/>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0" name="Line 23">
                <a:extLst>
                  <a:ext uri="{FF2B5EF4-FFF2-40B4-BE49-F238E27FC236}">
                    <a16:creationId xmlns:a16="http://schemas.microsoft.com/office/drawing/2014/main" id="{FCC932FE-13DF-4322-ECDA-ED8FE8A09183}"/>
                  </a:ext>
                </a:extLst>
              </p:cNvPr>
              <p:cNvSpPr>
                <a:spLocks noChangeShapeType="1"/>
              </p:cNvSpPr>
              <p:nvPr/>
            </p:nvSpPr>
            <p:spPr bwMode="auto">
              <a:xfrm>
                <a:off x="5179" y="3033"/>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1" name="Rectangle 24">
                <a:extLst>
                  <a:ext uri="{FF2B5EF4-FFF2-40B4-BE49-F238E27FC236}">
                    <a16:creationId xmlns:a16="http://schemas.microsoft.com/office/drawing/2014/main" id="{DC8DC868-9537-D51E-5B67-02B724E7163F}"/>
                  </a:ext>
                </a:extLst>
              </p:cNvPr>
              <p:cNvSpPr>
                <a:spLocks noChangeArrowheads="1"/>
              </p:cNvSpPr>
              <p:nvPr/>
            </p:nvSpPr>
            <p:spPr bwMode="auto">
              <a:xfrm>
                <a:off x="4871" y="3293"/>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192" name="Oval 25">
                <a:extLst>
                  <a:ext uri="{FF2B5EF4-FFF2-40B4-BE49-F238E27FC236}">
                    <a16:creationId xmlns:a16="http://schemas.microsoft.com/office/drawing/2014/main" id="{3C9722B9-736D-2677-F222-165C135451BC}"/>
                  </a:ext>
                </a:extLst>
              </p:cNvPr>
              <p:cNvSpPr>
                <a:spLocks noChangeArrowheads="1"/>
              </p:cNvSpPr>
              <p:nvPr/>
            </p:nvSpPr>
            <p:spPr bwMode="auto">
              <a:xfrm>
                <a:off x="5028" y="2849"/>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2193" name="Rectangle 26">
                <a:extLst>
                  <a:ext uri="{FF2B5EF4-FFF2-40B4-BE49-F238E27FC236}">
                    <a16:creationId xmlns:a16="http://schemas.microsoft.com/office/drawing/2014/main" id="{EBE1EF13-8553-1796-1426-C4011F6E1557}"/>
                  </a:ext>
                </a:extLst>
              </p:cNvPr>
              <p:cNvSpPr>
                <a:spLocks noChangeArrowheads="1"/>
              </p:cNvSpPr>
              <p:nvPr/>
            </p:nvSpPr>
            <p:spPr bwMode="auto">
              <a:xfrm>
                <a:off x="5228" y="3290"/>
                <a:ext cx="249"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2194" name="Text Box 27">
                <a:extLst>
                  <a:ext uri="{FF2B5EF4-FFF2-40B4-BE49-F238E27FC236}">
                    <a16:creationId xmlns:a16="http://schemas.microsoft.com/office/drawing/2014/main" id="{F89F1322-B752-C09F-73F1-565F6C63D64A}"/>
                  </a:ext>
                </a:extLst>
              </p:cNvPr>
              <p:cNvSpPr txBox="1">
                <a:spLocks noChangeArrowheads="1"/>
              </p:cNvSpPr>
              <p:nvPr/>
            </p:nvSpPr>
            <p:spPr bwMode="auto">
              <a:xfrm>
                <a:off x="4715" y="3283"/>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2195" name="Text Box 28">
                <a:extLst>
                  <a:ext uri="{FF2B5EF4-FFF2-40B4-BE49-F238E27FC236}">
                    <a16:creationId xmlns:a16="http://schemas.microsoft.com/office/drawing/2014/main" id="{7B7DE5AE-D0C4-2922-3B7F-FDF7535D40C5}"/>
                  </a:ext>
                </a:extLst>
              </p:cNvPr>
              <p:cNvSpPr txBox="1">
                <a:spLocks noChangeArrowheads="1"/>
              </p:cNvSpPr>
              <p:nvPr/>
            </p:nvSpPr>
            <p:spPr bwMode="auto">
              <a:xfrm>
                <a:off x="5231" y="3305"/>
                <a:ext cx="32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p>
            </p:txBody>
          </p:sp>
          <p:sp>
            <p:nvSpPr>
              <p:cNvPr id="92196" name="Rectangle 29">
                <a:extLst>
                  <a:ext uri="{FF2B5EF4-FFF2-40B4-BE49-F238E27FC236}">
                    <a16:creationId xmlns:a16="http://schemas.microsoft.com/office/drawing/2014/main" id="{DC1E7640-80D3-27C5-1930-FAEF94098EF9}"/>
                  </a:ext>
                </a:extLst>
              </p:cNvPr>
              <p:cNvSpPr>
                <a:spLocks noChangeArrowheads="1"/>
              </p:cNvSpPr>
              <p:nvPr/>
            </p:nvSpPr>
            <p:spPr bwMode="auto">
              <a:xfrm>
                <a:off x="5232" y="3696"/>
                <a:ext cx="240" cy="131"/>
              </a:xfrm>
              <a:prstGeom prst="rect">
                <a:avLst/>
              </a:prstGeom>
              <a:solidFill>
                <a:schemeClr val="accent2"/>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hlink"/>
                  </a:solidFill>
                  <a:latin typeface="Times New Roman" panose="02020603050405020304" pitchFamily="18" charset="0"/>
                  <a:ea typeface="宋体" panose="02010600030101010101" pitchFamily="2" charset="-122"/>
                </a:endParaRPr>
              </a:p>
            </p:txBody>
          </p:sp>
        </p:grpSp>
        <p:sp>
          <p:nvSpPr>
            <p:cNvPr id="357460" name="Text Box 84">
              <a:extLst>
                <a:ext uri="{FF2B5EF4-FFF2-40B4-BE49-F238E27FC236}">
                  <a16:creationId xmlns:a16="http://schemas.microsoft.com/office/drawing/2014/main" id="{10194F3B-81F0-D15C-7414-678A924B484E}"/>
                </a:ext>
              </a:extLst>
            </p:cNvPr>
            <p:cNvSpPr txBox="1">
              <a:spLocks noChangeArrowheads="1"/>
            </p:cNvSpPr>
            <p:nvPr/>
          </p:nvSpPr>
          <p:spPr bwMode="auto">
            <a:xfrm>
              <a:off x="5045" y="2639"/>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grpSp>
      <p:sp>
        <p:nvSpPr>
          <p:cNvPr id="2" name="标题 1">
            <a:extLst>
              <a:ext uri="{FF2B5EF4-FFF2-40B4-BE49-F238E27FC236}">
                <a16:creationId xmlns:a16="http://schemas.microsoft.com/office/drawing/2014/main" id="{9177F0F8-7F9F-4F76-92AC-E943C926F5AC}"/>
              </a:ext>
            </a:extLst>
          </p:cNvPr>
          <p:cNvSpPr>
            <a:spLocks noGrp="1"/>
          </p:cNvSpPr>
          <p:nvPr>
            <p:ph type="title"/>
          </p:nvPr>
        </p:nvSpPr>
        <p:spPr/>
        <p:txBody>
          <a:bodyPr/>
          <a:lstStyle/>
          <a:p>
            <a:r>
              <a:rPr lang="zh-CN" altLang="en-US" dirty="0"/>
              <a:t>左单旋转 </a:t>
            </a:r>
          </a:p>
        </p:txBody>
      </p:sp>
      <p:sp>
        <p:nvSpPr>
          <p:cNvPr id="3" name="内容占位符 2">
            <a:extLst>
              <a:ext uri="{FF2B5EF4-FFF2-40B4-BE49-F238E27FC236}">
                <a16:creationId xmlns:a16="http://schemas.microsoft.com/office/drawing/2014/main" id="{0C40296A-B449-488B-BF1A-12F97F678A35}"/>
              </a:ext>
            </a:extLst>
          </p:cNvPr>
          <p:cNvSpPr>
            <a:spLocks noGrp="1"/>
          </p:cNvSpPr>
          <p:nvPr>
            <p:ph idx="1"/>
          </p:nvPr>
        </p:nvSpPr>
        <p:spPr>
          <a:xfrm>
            <a:off x="628650" y="1825624"/>
            <a:ext cx="7886700" cy="1831976"/>
          </a:xfrm>
        </p:spPr>
        <p:txBody>
          <a:bodyPr>
            <a:normAutofit fontScale="77500" lnSpcReduction="20000"/>
          </a:bodyPr>
          <a:lstStyle/>
          <a:p>
            <a:r>
              <a:rPr lang="zh-CN" altLang="en-US" dirty="0"/>
              <a:t>在结点</a:t>
            </a:r>
            <a:r>
              <a:rPr lang="en-US" altLang="zh-CN" dirty="0"/>
              <a:t>A</a:t>
            </a:r>
            <a:r>
              <a:rPr lang="zh-CN" altLang="en-US" dirty="0"/>
              <a:t>的右子女的右子树</a:t>
            </a:r>
            <a:r>
              <a:rPr lang="en-US" altLang="zh-CN" dirty="0"/>
              <a:t>E</a:t>
            </a:r>
            <a:r>
              <a:rPr lang="zh-CN" altLang="en-US" dirty="0"/>
              <a:t>中插入新结点，该子树高度增</a:t>
            </a:r>
            <a:r>
              <a:rPr lang="en-US" altLang="zh-CN" dirty="0"/>
              <a:t>1</a:t>
            </a:r>
            <a:r>
              <a:rPr lang="zh-CN" altLang="en-US" dirty="0"/>
              <a:t>导致结点</a:t>
            </a:r>
            <a:r>
              <a:rPr lang="en-US" altLang="zh-CN" dirty="0"/>
              <a:t>A</a:t>
            </a:r>
            <a:r>
              <a:rPr lang="zh-CN" altLang="en-US" dirty="0"/>
              <a:t>的平衡因子变成</a:t>
            </a:r>
            <a:r>
              <a:rPr lang="en-US" altLang="zh-CN" dirty="0"/>
              <a:t>2</a:t>
            </a:r>
            <a:r>
              <a:rPr lang="zh-CN" altLang="en-US" dirty="0"/>
              <a:t>，出现不平衡。为使树恢复平衡，从</a:t>
            </a:r>
            <a:r>
              <a:rPr lang="en-US" altLang="zh-CN" dirty="0"/>
              <a:t>A</a:t>
            </a:r>
            <a:r>
              <a:rPr lang="zh-CN" altLang="en-US" dirty="0"/>
              <a:t>沿插入路径连续取</a:t>
            </a:r>
            <a:r>
              <a:rPr lang="en-US" altLang="zh-CN" dirty="0"/>
              <a:t>3</a:t>
            </a:r>
            <a:r>
              <a:rPr lang="zh-CN" altLang="en-US" dirty="0"/>
              <a:t>个结点</a:t>
            </a:r>
            <a:r>
              <a:rPr lang="en-US" altLang="zh-CN" dirty="0"/>
              <a:t>A</a:t>
            </a:r>
            <a:r>
              <a:rPr lang="zh-CN" altLang="en-US" dirty="0"/>
              <a:t>、</a:t>
            </a:r>
            <a:r>
              <a:rPr lang="en-US" altLang="zh-CN" dirty="0"/>
              <a:t>C</a:t>
            </a:r>
            <a:r>
              <a:rPr lang="zh-CN" altLang="en-US" dirty="0"/>
              <a:t>和</a:t>
            </a:r>
            <a:r>
              <a:rPr lang="en-US" altLang="zh-CN" dirty="0"/>
              <a:t>E</a:t>
            </a:r>
            <a:r>
              <a:rPr lang="zh-CN" altLang="en-US" dirty="0"/>
              <a:t>，以结点</a:t>
            </a:r>
            <a:r>
              <a:rPr lang="en-US" altLang="zh-CN" dirty="0"/>
              <a:t>C</a:t>
            </a:r>
            <a:r>
              <a:rPr lang="zh-CN" altLang="en-US" dirty="0"/>
              <a:t>为旋转轴，让结点</a:t>
            </a:r>
            <a:r>
              <a:rPr lang="en-US" altLang="zh-CN" dirty="0"/>
              <a:t>A</a:t>
            </a:r>
            <a:r>
              <a:rPr lang="zh-CN" altLang="en-US" dirty="0"/>
              <a:t>反时针旋转。</a:t>
            </a:r>
          </a:p>
          <a:p>
            <a:endParaRPr lang="zh-CN" altLang="en-US" dirty="0"/>
          </a:p>
        </p:txBody>
      </p:sp>
      <p:sp>
        <p:nvSpPr>
          <p:cNvPr id="4" name="灯片编号占位符 3">
            <a:extLst>
              <a:ext uri="{FF2B5EF4-FFF2-40B4-BE49-F238E27FC236}">
                <a16:creationId xmlns:a16="http://schemas.microsoft.com/office/drawing/2014/main" id="{A9F6D5E5-9B3A-D752-61EB-69F407A39EB3}"/>
              </a:ext>
            </a:extLst>
          </p:cNvPr>
          <p:cNvSpPr>
            <a:spLocks noGrp="1"/>
          </p:cNvSpPr>
          <p:nvPr>
            <p:ph type="sldNum" sz="quarter" idx="12"/>
          </p:nvPr>
        </p:nvSpPr>
        <p:spPr/>
        <p:txBody>
          <a:bodyPr/>
          <a:lstStyle/>
          <a:p>
            <a:pPr>
              <a:defRPr/>
            </a:pPr>
            <a:fld id="{82BC8E53-3928-4033-8D0B-01554133DC73}" type="slidenum">
              <a:rPr lang="en-US" altLang="zh-CN" smtClean="0"/>
              <a:pPr>
                <a:defRPr/>
              </a:pPr>
              <a:t>77</a:t>
            </a:fld>
            <a:endParaRPr lang="en-US" altLang="zh-CN"/>
          </a:p>
        </p:txBody>
      </p:sp>
    </p:spTree>
  </p:cSld>
  <p:clrMapOvr>
    <a:masterClrMapping/>
  </p:clrMapOvr>
  <p:transition>
    <p:spli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1AAB8A-855B-4803-BF3B-65322A9F56E1}"/>
              </a:ext>
            </a:extLst>
          </p:cNvPr>
          <p:cNvSpPr>
            <a:spLocks noGrp="1"/>
          </p:cNvSpPr>
          <p:nvPr>
            <p:ph idx="1"/>
          </p:nvPr>
        </p:nvSpPr>
        <p:spPr>
          <a:xfrm>
            <a:off x="628650" y="404664"/>
            <a:ext cx="7886700" cy="5772299"/>
          </a:xfrm>
        </p:spPr>
        <p:txBody>
          <a:bodyPr>
            <a:normAutofit fontScale="92500" lnSpcReduction="10000"/>
          </a:bodyPr>
          <a:lstStyle/>
          <a:p>
            <a:pPr marL="0" indent="0">
              <a:buNone/>
            </a:pPr>
            <a:r>
              <a:rPr lang="en-US" altLang="zh-CN" dirty="0"/>
              <a:t>template &lt;class K&gt;</a:t>
            </a:r>
          </a:p>
          <a:p>
            <a:pPr marL="0" indent="0">
              <a:buNone/>
            </a:pPr>
            <a:r>
              <a:rPr lang="en-US" altLang="zh-CN" dirty="0"/>
              <a:t>void </a:t>
            </a:r>
            <a:r>
              <a:rPr lang="en-US" altLang="zh-CN" dirty="0" err="1"/>
              <a:t>AVLTree</a:t>
            </a:r>
            <a:r>
              <a:rPr lang="en-US" altLang="zh-CN" dirty="0"/>
              <a:t>&lt;K&gt; ::</a:t>
            </a:r>
          </a:p>
          <a:p>
            <a:pPr marL="0" indent="0">
              <a:buNone/>
            </a:pPr>
            <a:r>
              <a:rPr lang="en-US" altLang="zh-CN" dirty="0" err="1"/>
              <a:t>RotateL</a:t>
            </a:r>
            <a:r>
              <a:rPr lang="en-US" altLang="zh-CN" dirty="0"/>
              <a:t> ( </a:t>
            </a:r>
            <a:r>
              <a:rPr lang="en-US" altLang="zh-CN" dirty="0" err="1"/>
              <a:t>AVLNode</a:t>
            </a:r>
            <a:r>
              <a:rPr lang="en-US" altLang="zh-CN" dirty="0"/>
              <a:t>&lt;K&gt; * &amp;</a:t>
            </a:r>
            <a:r>
              <a:rPr lang="en-US" altLang="zh-CN" dirty="0" err="1"/>
              <a:t>ptr</a:t>
            </a:r>
            <a:r>
              <a:rPr lang="en-US" altLang="zh-CN" dirty="0"/>
              <a:t>) {</a:t>
            </a:r>
          </a:p>
          <a:p>
            <a:pPr marL="0" indent="0">
              <a:buNone/>
            </a:pPr>
            <a:r>
              <a:rPr lang="en-US" altLang="zh-CN" dirty="0"/>
              <a:t>//</a:t>
            </a:r>
            <a:r>
              <a:rPr lang="zh-CN" altLang="en-US" dirty="0"/>
              <a:t>左单旋转的算法</a:t>
            </a:r>
          </a:p>
          <a:p>
            <a:pPr marL="0" indent="0">
              <a:buNone/>
            </a:pPr>
            <a:r>
              <a:rPr lang="zh-CN" altLang="en-US" dirty="0"/>
              <a:t>     </a:t>
            </a:r>
            <a:r>
              <a:rPr lang="en-US" altLang="zh-CN" dirty="0" err="1"/>
              <a:t>AVLNode</a:t>
            </a:r>
            <a:r>
              <a:rPr lang="en-US" altLang="zh-CN" dirty="0"/>
              <a:t>&lt;K&gt; *</a:t>
            </a:r>
            <a:r>
              <a:rPr lang="en-US" altLang="zh-CN" dirty="0" err="1"/>
              <a:t>subL</a:t>
            </a:r>
            <a:r>
              <a:rPr lang="en-US" altLang="zh-CN" dirty="0"/>
              <a:t> = </a:t>
            </a:r>
            <a:r>
              <a:rPr lang="en-US" altLang="zh-CN" dirty="0" err="1"/>
              <a:t>ptr</a:t>
            </a:r>
            <a:r>
              <a:rPr lang="en-US" altLang="zh-CN" dirty="0"/>
              <a:t>;</a:t>
            </a:r>
          </a:p>
          <a:p>
            <a:pPr marL="0" indent="0">
              <a:buNone/>
            </a:pPr>
            <a:r>
              <a:rPr lang="en-US" altLang="zh-CN" dirty="0"/>
              <a:t>     </a:t>
            </a:r>
            <a:r>
              <a:rPr lang="en-US" altLang="zh-CN" dirty="0" err="1"/>
              <a:t>ptr</a:t>
            </a:r>
            <a:r>
              <a:rPr lang="en-US" altLang="zh-CN" dirty="0"/>
              <a:t> = </a:t>
            </a:r>
            <a:r>
              <a:rPr lang="en-US" altLang="zh-CN" dirty="0" err="1"/>
              <a:t>subL</a:t>
            </a:r>
            <a:r>
              <a:rPr lang="en-US" altLang="zh-CN" dirty="0"/>
              <a:t>-&gt;right; </a:t>
            </a:r>
          </a:p>
          <a:p>
            <a:pPr marL="0" indent="0">
              <a:buNone/>
            </a:pPr>
            <a:r>
              <a:rPr lang="en-US" altLang="zh-CN" dirty="0"/>
              <a:t>     </a:t>
            </a:r>
            <a:r>
              <a:rPr lang="en-US" altLang="zh-CN" dirty="0" err="1"/>
              <a:t>subL</a:t>
            </a:r>
            <a:r>
              <a:rPr lang="en-US" altLang="zh-CN" dirty="0"/>
              <a:t>-&gt;right = </a:t>
            </a:r>
            <a:r>
              <a:rPr lang="en-US" altLang="zh-CN" dirty="0" err="1"/>
              <a:t>ptr</a:t>
            </a:r>
            <a:r>
              <a:rPr lang="en-US" altLang="zh-CN" dirty="0"/>
              <a:t>-&gt;left;</a:t>
            </a:r>
          </a:p>
          <a:p>
            <a:pPr marL="0" indent="0">
              <a:buNone/>
            </a:pPr>
            <a:r>
              <a:rPr lang="en-US" altLang="zh-CN" dirty="0"/>
              <a:t>     </a:t>
            </a:r>
            <a:r>
              <a:rPr lang="en-US" altLang="zh-CN" dirty="0" err="1"/>
              <a:t>ptr</a:t>
            </a:r>
            <a:r>
              <a:rPr lang="en-US" altLang="zh-CN" dirty="0"/>
              <a:t>-&gt;left = </a:t>
            </a:r>
            <a:r>
              <a:rPr lang="en-US" altLang="zh-CN" dirty="0" err="1"/>
              <a:t>subL</a:t>
            </a:r>
            <a:r>
              <a:rPr lang="en-US" altLang="zh-CN" dirty="0"/>
              <a:t>;	   </a:t>
            </a:r>
          </a:p>
          <a:p>
            <a:pPr marL="0" indent="0">
              <a:buNone/>
            </a:pPr>
            <a:r>
              <a:rPr lang="en-US" altLang="zh-CN" dirty="0"/>
              <a:t>     </a:t>
            </a:r>
            <a:r>
              <a:rPr lang="en-US" altLang="zh-CN" dirty="0" err="1"/>
              <a:t>ptr</a:t>
            </a:r>
            <a:r>
              <a:rPr lang="en-US" altLang="zh-CN" dirty="0"/>
              <a:t>-&gt;bf = </a:t>
            </a:r>
            <a:r>
              <a:rPr lang="en-US" altLang="zh-CN" dirty="0" err="1"/>
              <a:t>subL</a:t>
            </a:r>
            <a:r>
              <a:rPr lang="en-US" altLang="zh-CN" dirty="0"/>
              <a:t>-&gt;bf = 0;</a:t>
            </a:r>
          </a:p>
          <a:p>
            <a:pPr marL="0" indent="0">
              <a:buNone/>
            </a:pPr>
            <a:r>
              <a:rPr lang="en-US" altLang="zh-CN" dirty="0"/>
              <a:t>} </a:t>
            </a:r>
            <a:endParaRPr lang="zh-CN" altLang="en-US" dirty="0"/>
          </a:p>
        </p:txBody>
      </p:sp>
      <p:sp>
        <p:nvSpPr>
          <p:cNvPr id="2" name="灯片编号占位符 1">
            <a:extLst>
              <a:ext uri="{FF2B5EF4-FFF2-40B4-BE49-F238E27FC236}">
                <a16:creationId xmlns:a16="http://schemas.microsoft.com/office/drawing/2014/main" id="{AA65B4B7-1399-04F1-4CDA-8533BD289379}"/>
              </a:ext>
            </a:extLst>
          </p:cNvPr>
          <p:cNvSpPr>
            <a:spLocks noGrp="1"/>
          </p:cNvSpPr>
          <p:nvPr>
            <p:ph type="sldNum" sz="quarter" idx="12"/>
          </p:nvPr>
        </p:nvSpPr>
        <p:spPr/>
        <p:txBody>
          <a:bodyPr/>
          <a:lstStyle/>
          <a:p>
            <a:pPr>
              <a:defRPr/>
            </a:pPr>
            <a:fld id="{82BC8E53-3928-4033-8D0B-01554133DC73}" type="slidenum">
              <a:rPr lang="en-US" altLang="zh-CN" smtClean="0"/>
              <a:pPr>
                <a:defRPr/>
              </a:pPr>
              <a:t>78</a:t>
            </a:fld>
            <a:endParaRPr lang="en-US" altLang="zh-CN"/>
          </a:p>
        </p:txBody>
      </p:sp>
    </p:spTree>
  </p:cSld>
  <p:clrMapOvr>
    <a:masterClrMapping/>
  </p:clrMapOvr>
  <p:transition>
    <p:spli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55">
            <a:extLst>
              <a:ext uri="{FF2B5EF4-FFF2-40B4-BE49-F238E27FC236}">
                <a16:creationId xmlns:a16="http://schemas.microsoft.com/office/drawing/2014/main" id="{F62A4AB7-D5D9-8E7A-C30E-B89623AB4D61}"/>
              </a:ext>
            </a:extLst>
          </p:cNvPr>
          <p:cNvSpPr txBox="1">
            <a:spLocks noChangeArrowheads="1"/>
          </p:cNvSpPr>
          <p:nvPr/>
        </p:nvSpPr>
        <p:spPr bwMode="auto">
          <a:xfrm flipH="1">
            <a:off x="6321425" y="5132388"/>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p>
        </p:txBody>
      </p:sp>
      <p:sp>
        <p:nvSpPr>
          <p:cNvPr id="94212" name="AutoShape 58">
            <a:extLst>
              <a:ext uri="{FF2B5EF4-FFF2-40B4-BE49-F238E27FC236}">
                <a16:creationId xmlns:a16="http://schemas.microsoft.com/office/drawing/2014/main" id="{6E9023D5-9FDD-7475-85CD-20B1088BBB89}"/>
              </a:ext>
            </a:extLst>
          </p:cNvPr>
          <p:cNvSpPr>
            <a:spLocks noChangeArrowheads="1"/>
          </p:cNvSpPr>
          <p:nvPr/>
        </p:nvSpPr>
        <p:spPr bwMode="auto">
          <a:xfrm flipH="1">
            <a:off x="2201862" y="6196012"/>
            <a:ext cx="914400" cy="533400"/>
          </a:xfrm>
          <a:prstGeom prst="wedgeRoundRectCallout">
            <a:avLst>
              <a:gd name="adj1" fmla="val 172740"/>
              <a:gd name="adj2" fmla="val -43156"/>
              <a:gd name="adj3" fmla="val 16667"/>
            </a:avLst>
          </a:prstGeom>
          <a:solidFill>
            <a:srgbClr val="FFFFCC"/>
          </a:solidFill>
          <a:ln w="9525">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94213" name="Text Box 59">
            <a:extLst>
              <a:ext uri="{FF2B5EF4-FFF2-40B4-BE49-F238E27FC236}">
                <a16:creationId xmlns:a16="http://schemas.microsoft.com/office/drawing/2014/main" id="{21183179-2C0E-B6D4-805D-93A8A418E3CE}"/>
              </a:ext>
            </a:extLst>
          </p:cNvPr>
          <p:cNvSpPr txBox="1">
            <a:spLocks noChangeArrowheads="1"/>
          </p:cNvSpPr>
          <p:nvPr/>
        </p:nvSpPr>
        <p:spPr bwMode="auto">
          <a:xfrm>
            <a:off x="2216150" y="6227762"/>
            <a:ext cx="901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2800" b="1">
                <a:solidFill>
                  <a:schemeClr val="tx2"/>
                </a:solidFill>
                <a:latin typeface="Times New Roman" panose="02020603050405020304" pitchFamily="18" charset="0"/>
                <a:ea typeface="仿宋_GB2312" pitchFamily="49" charset="-122"/>
              </a:rPr>
              <a:t>插入</a:t>
            </a:r>
            <a:endParaRPr lang="zh-CN" altLang="en-US" sz="2400">
              <a:solidFill>
                <a:schemeClr val="bg2"/>
              </a:solidFill>
              <a:latin typeface="Times New Roman" panose="02020603050405020304" pitchFamily="18" charset="0"/>
              <a:ea typeface="宋体" panose="02010600030101010101" pitchFamily="2" charset="-122"/>
            </a:endParaRPr>
          </a:p>
        </p:txBody>
      </p:sp>
      <p:grpSp>
        <p:nvGrpSpPr>
          <p:cNvPr id="94214" name="Group 143">
            <a:extLst>
              <a:ext uri="{FF2B5EF4-FFF2-40B4-BE49-F238E27FC236}">
                <a16:creationId xmlns:a16="http://schemas.microsoft.com/office/drawing/2014/main" id="{0B096139-24F6-CF76-E34F-FA0C37ECD96E}"/>
              </a:ext>
            </a:extLst>
          </p:cNvPr>
          <p:cNvGrpSpPr>
            <a:grpSpLocks/>
          </p:cNvGrpSpPr>
          <p:nvPr/>
        </p:nvGrpSpPr>
        <p:grpSpPr bwMode="auto">
          <a:xfrm>
            <a:off x="3490913" y="3509963"/>
            <a:ext cx="2500312" cy="2992437"/>
            <a:chOff x="2199" y="2031"/>
            <a:chExt cx="1575" cy="1885"/>
          </a:xfrm>
        </p:grpSpPr>
        <p:sp>
          <p:nvSpPr>
            <p:cNvPr id="94265" name="Text Box 86">
              <a:extLst>
                <a:ext uri="{FF2B5EF4-FFF2-40B4-BE49-F238E27FC236}">
                  <a16:creationId xmlns:a16="http://schemas.microsoft.com/office/drawing/2014/main" id="{C5A38A90-E1AB-5165-37C6-E5C11C8B5367}"/>
                </a:ext>
              </a:extLst>
            </p:cNvPr>
            <p:cNvSpPr txBox="1">
              <a:spLocks noChangeArrowheads="1"/>
            </p:cNvSpPr>
            <p:nvPr/>
          </p:nvSpPr>
          <p:spPr bwMode="auto">
            <a:xfrm flipH="1">
              <a:off x="2494" y="2404"/>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4266" name="Text Box 87">
              <a:extLst>
                <a:ext uri="{FF2B5EF4-FFF2-40B4-BE49-F238E27FC236}">
                  <a16:creationId xmlns:a16="http://schemas.microsoft.com/office/drawing/2014/main" id="{56A4EB33-6D9B-4C35-95A2-62ED090F748D}"/>
                </a:ext>
              </a:extLst>
            </p:cNvPr>
            <p:cNvSpPr txBox="1">
              <a:spLocks noChangeArrowheads="1"/>
            </p:cNvSpPr>
            <p:nvPr/>
          </p:nvSpPr>
          <p:spPr bwMode="auto">
            <a:xfrm flipH="1">
              <a:off x="2809" y="2031"/>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4267" name="Text Box 88">
              <a:extLst>
                <a:ext uri="{FF2B5EF4-FFF2-40B4-BE49-F238E27FC236}">
                  <a16:creationId xmlns:a16="http://schemas.microsoft.com/office/drawing/2014/main" id="{D97FB766-2F7C-385C-5BF1-AB14EFBA8C11}"/>
                </a:ext>
              </a:extLst>
            </p:cNvPr>
            <p:cNvSpPr txBox="1">
              <a:spLocks noChangeArrowheads="1"/>
            </p:cNvSpPr>
            <p:nvPr/>
          </p:nvSpPr>
          <p:spPr bwMode="auto">
            <a:xfrm flipH="1">
              <a:off x="3473" y="2332"/>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4268" name="Text Box 89">
              <a:extLst>
                <a:ext uri="{FF2B5EF4-FFF2-40B4-BE49-F238E27FC236}">
                  <a16:creationId xmlns:a16="http://schemas.microsoft.com/office/drawing/2014/main" id="{74BE6883-7F6D-7B9D-6CBA-8228C512A658}"/>
                </a:ext>
              </a:extLst>
            </p:cNvPr>
            <p:cNvSpPr txBox="1">
              <a:spLocks noChangeArrowheads="1"/>
            </p:cNvSpPr>
            <p:nvPr/>
          </p:nvSpPr>
          <p:spPr bwMode="auto">
            <a:xfrm flipH="1">
              <a:off x="3036" y="267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4269" name="Text Box 90">
              <a:extLst>
                <a:ext uri="{FF2B5EF4-FFF2-40B4-BE49-F238E27FC236}">
                  <a16:creationId xmlns:a16="http://schemas.microsoft.com/office/drawing/2014/main" id="{EF7FEA52-9632-90BA-F3E7-3873A6A927D7}"/>
                </a:ext>
              </a:extLst>
            </p:cNvPr>
            <p:cNvSpPr txBox="1">
              <a:spLocks noChangeArrowheads="1"/>
            </p:cNvSpPr>
            <p:nvPr/>
          </p:nvSpPr>
          <p:spPr bwMode="auto">
            <a:xfrm flipH="1">
              <a:off x="2199" y="272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grpSp>
          <p:nvGrpSpPr>
            <p:cNvPr id="94270" name="Group 142">
              <a:extLst>
                <a:ext uri="{FF2B5EF4-FFF2-40B4-BE49-F238E27FC236}">
                  <a16:creationId xmlns:a16="http://schemas.microsoft.com/office/drawing/2014/main" id="{851A8676-8DA2-69DE-01CC-854E0098129C}"/>
                </a:ext>
              </a:extLst>
            </p:cNvPr>
            <p:cNvGrpSpPr>
              <a:grpSpLocks/>
            </p:cNvGrpSpPr>
            <p:nvPr/>
          </p:nvGrpSpPr>
          <p:grpSpPr bwMode="auto">
            <a:xfrm>
              <a:off x="2221" y="2271"/>
              <a:ext cx="1404" cy="1645"/>
              <a:chOff x="2221" y="2271"/>
              <a:chExt cx="1404" cy="1645"/>
            </a:xfrm>
          </p:grpSpPr>
          <p:sp>
            <p:nvSpPr>
              <p:cNvPr id="94274" name="Line 92">
                <a:extLst>
                  <a:ext uri="{FF2B5EF4-FFF2-40B4-BE49-F238E27FC236}">
                    <a16:creationId xmlns:a16="http://schemas.microsoft.com/office/drawing/2014/main" id="{EE6D6646-D7C0-BEFA-FE73-369C8D2681DA}"/>
                  </a:ext>
                </a:extLst>
              </p:cNvPr>
              <p:cNvSpPr>
                <a:spLocks noChangeShapeType="1"/>
              </p:cNvSpPr>
              <p:nvPr/>
            </p:nvSpPr>
            <p:spPr bwMode="auto">
              <a:xfrm>
                <a:off x="2857" y="2751"/>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75" name="Line 93">
                <a:extLst>
                  <a:ext uri="{FF2B5EF4-FFF2-40B4-BE49-F238E27FC236}">
                    <a16:creationId xmlns:a16="http://schemas.microsoft.com/office/drawing/2014/main" id="{1EA6FA7E-01DC-3425-ADC3-7AF27A8D767E}"/>
                  </a:ext>
                </a:extLst>
              </p:cNvPr>
              <p:cNvSpPr>
                <a:spLocks noChangeShapeType="1"/>
              </p:cNvSpPr>
              <p:nvPr/>
            </p:nvSpPr>
            <p:spPr bwMode="auto">
              <a:xfrm>
                <a:off x="3289" y="2463"/>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76" name="Rectangle 94">
                <a:extLst>
                  <a:ext uri="{FF2B5EF4-FFF2-40B4-BE49-F238E27FC236}">
                    <a16:creationId xmlns:a16="http://schemas.microsoft.com/office/drawing/2014/main" id="{7BD3F5B6-CE01-418A-2234-C291503BB020}"/>
                  </a:ext>
                </a:extLst>
              </p:cNvPr>
              <p:cNvSpPr>
                <a:spLocks noChangeArrowheads="1"/>
              </p:cNvSpPr>
              <p:nvPr/>
            </p:nvSpPr>
            <p:spPr bwMode="auto">
              <a:xfrm flipH="1">
                <a:off x="2980" y="2991"/>
                <a:ext cx="240" cy="771"/>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4277" name="Rectangle 95">
                <a:extLst>
                  <a:ext uri="{FF2B5EF4-FFF2-40B4-BE49-F238E27FC236}">
                    <a16:creationId xmlns:a16="http://schemas.microsoft.com/office/drawing/2014/main" id="{9FE59782-4292-B759-82F6-A8FF00F0D9B4}"/>
                  </a:ext>
                </a:extLst>
              </p:cNvPr>
              <p:cNvSpPr>
                <a:spLocks noChangeArrowheads="1"/>
              </p:cNvSpPr>
              <p:nvPr/>
            </p:nvSpPr>
            <p:spPr bwMode="auto">
              <a:xfrm flipH="1">
                <a:off x="3385" y="2655"/>
                <a:ext cx="240" cy="763"/>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4278" name="Line 96">
                <a:extLst>
                  <a:ext uri="{FF2B5EF4-FFF2-40B4-BE49-F238E27FC236}">
                    <a16:creationId xmlns:a16="http://schemas.microsoft.com/office/drawing/2014/main" id="{31BEA912-6774-CB5C-4E8A-73F40870A644}"/>
                  </a:ext>
                </a:extLst>
              </p:cNvPr>
              <p:cNvSpPr>
                <a:spLocks noChangeShapeType="1"/>
              </p:cNvSpPr>
              <p:nvPr/>
            </p:nvSpPr>
            <p:spPr bwMode="auto">
              <a:xfrm flipH="1">
                <a:off x="2604" y="2408"/>
                <a:ext cx="589" cy="589"/>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79" name="Oval 97">
                <a:extLst>
                  <a:ext uri="{FF2B5EF4-FFF2-40B4-BE49-F238E27FC236}">
                    <a16:creationId xmlns:a16="http://schemas.microsoft.com/office/drawing/2014/main" id="{D7D1C396-4759-3361-C30E-813AAB26187E}"/>
                  </a:ext>
                </a:extLst>
              </p:cNvPr>
              <p:cNvSpPr>
                <a:spLocks noChangeArrowheads="1"/>
              </p:cNvSpPr>
              <p:nvPr/>
            </p:nvSpPr>
            <p:spPr bwMode="auto">
              <a:xfrm flipH="1">
                <a:off x="2761" y="2607"/>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80" name="Oval 98">
                <a:extLst>
                  <a:ext uri="{FF2B5EF4-FFF2-40B4-BE49-F238E27FC236}">
                    <a16:creationId xmlns:a16="http://schemas.microsoft.com/office/drawing/2014/main" id="{C2C30EBF-3FD9-DA68-11C8-AED76C3015B7}"/>
                  </a:ext>
                </a:extLst>
              </p:cNvPr>
              <p:cNvSpPr>
                <a:spLocks noChangeArrowheads="1"/>
              </p:cNvSpPr>
              <p:nvPr/>
            </p:nvSpPr>
            <p:spPr bwMode="auto">
              <a:xfrm flipH="1">
                <a:off x="3097" y="2271"/>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81" name="Line 99">
                <a:extLst>
                  <a:ext uri="{FF2B5EF4-FFF2-40B4-BE49-F238E27FC236}">
                    <a16:creationId xmlns:a16="http://schemas.microsoft.com/office/drawing/2014/main" id="{3AC84995-BF72-FEFE-66FA-2BED70CF03AC}"/>
                  </a:ext>
                </a:extLst>
              </p:cNvPr>
              <p:cNvSpPr>
                <a:spLocks noChangeShapeType="1"/>
              </p:cNvSpPr>
              <p:nvPr/>
            </p:nvSpPr>
            <p:spPr bwMode="auto">
              <a:xfrm>
                <a:off x="2567" y="3100"/>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82" name="Line 100">
                <a:extLst>
                  <a:ext uri="{FF2B5EF4-FFF2-40B4-BE49-F238E27FC236}">
                    <a16:creationId xmlns:a16="http://schemas.microsoft.com/office/drawing/2014/main" id="{425BB8A3-C69E-B037-9B6D-38A26544C272}"/>
                  </a:ext>
                </a:extLst>
              </p:cNvPr>
              <p:cNvSpPr>
                <a:spLocks noChangeShapeType="1"/>
              </p:cNvSpPr>
              <p:nvPr/>
            </p:nvSpPr>
            <p:spPr bwMode="auto">
              <a:xfrm flipH="1">
                <a:off x="2352" y="3105"/>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83" name="Rectangle 101">
                <a:extLst>
                  <a:ext uri="{FF2B5EF4-FFF2-40B4-BE49-F238E27FC236}">
                    <a16:creationId xmlns:a16="http://schemas.microsoft.com/office/drawing/2014/main" id="{04DCD966-9AFD-0ADE-F2E3-EFCB1EACF319}"/>
                  </a:ext>
                </a:extLst>
              </p:cNvPr>
              <p:cNvSpPr>
                <a:spLocks noChangeArrowheads="1"/>
              </p:cNvSpPr>
              <p:nvPr/>
            </p:nvSpPr>
            <p:spPr bwMode="auto">
              <a:xfrm flipH="1">
                <a:off x="2586" y="3365"/>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84" name="Oval 102">
                <a:extLst>
                  <a:ext uri="{FF2B5EF4-FFF2-40B4-BE49-F238E27FC236}">
                    <a16:creationId xmlns:a16="http://schemas.microsoft.com/office/drawing/2014/main" id="{7E80FF10-8694-F452-FD30-40A9CD2BCECE}"/>
                  </a:ext>
                </a:extLst>
              </p:cNvPr>
              <p:cNvSpPr>
                <a:spLocks noChangeArrowheads="1"/>
              </p:cNvSpPr>
              <p:nvPr/>
            </p:nvSpPr>
            <p:spPr bwMode="auto">
              <a:xfrm flipH="1">
                <a:off x="2429" y="2921"/>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85" name="Rectangle 103">
                <a:extLst>
                  <a:ext uri="{FF2B5EF4-FFF2-40B4-BE49-F238E27FC236}">
                    <a16:creationId xmlns:a16="http://schemas.microsoft.com/office/drawing/2014/main" id="{CB9C2047-E365-65EB-CA99-560F7C753C85}"/>
                  </a:ext>
                </a:extLst>
              </p:cNvPr>
              <p:cNvSpPr>
                <a:spLocks noChangeArrowheads="1"/>
              </p:cNvSpPr>
              <p:nvPr/>
            </p:nvSpPr>
            <p:spPr bwMode="auto">
              <a:xfrm flipH="1">
                <a:off x="2229" y="3362"/>
                <a:ext cx="249"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86" name="Text Box 104">
                <a:extLst>
                  <a:ext uri="{FF2B5EF4-FFF2-40B4-BE49-F238E27FC236}">
                    <a16:creationId xmlns:a16="http://schemas.microsoft.com/office/drawing/2014/main" id="{2883ABF4-B449-E61D-2636-A96537B196E6}"/>
                  </a:ext>
                </a:extLst>
              </p:cNvPr>
              <p:cNvSpPr txBox="1">
                <a:spLocks noChangeArrowheads="1"/>
              </p:cNvSpPr>
              <p:nvPr/>
            </p:nvSpPr>
            <p:spPr bwMode="auto">
              <a:xfrm flipH="1">
                <a:off x="2538" y="3355"/>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4287" name="Text Box 105">
                <a:extLst>
                  <a:ext uri="{FF2B5EF4-FFF2-40B4-BE49-F238E27FC236}">
                    <a16:creationId xmlns:a16="http://schemas.microsoft.com/office/drawing/2014/main" id="{70A3BA1B-518A-A090-2ABD-05BCF6CCF728}"/>
                  </a:ext>
                </a:extLst>
              </p:cNvPr>
              <p:cNvSpPr txBox="1">
                <a:spLocks noChangeArrowheads="1"/>
              </p:cNvSpPr>
              <p:nvPr/>
            </p:nvSpPr>
            <p:spPr bwMode="auto">
              <a:xfrm flipH="1">
                <a:off x="2235" y="3350"/>
                <a:ext cx="27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p>
            </p:txBody>
          </p:sp>
          <p:sp>
            <p:nvSpPr>
              <p:cNvPr id="94288" name="Rectangle 106">
                <a:extLst>
                  <a:ext uri="{FF2B5EF4-FFF2-40B4-BE49-F238E27FC236}">
                    <a16:creationId xmlns:a16="http://schemas.microsoft.com/office/drawing/2014/main" id="{5AABAE06-41C9-5987-BBCD-BFFA8D98D33B}"/>
                  </a:ext>
                </a:extLst>
              </p:cNvPr>
              <p:cNvSpPr>
                <a:spLocks noChangeArrowheads="1"/>
              </p:cNvSpPr>
              <p:nvPr/>
            </p:nvSpPr>
            <p:spPr bwMode="auto">
              <a:xfrm flipH="1">
                <a:off x="2221" y="3767"/>
                <a:ext cx="265" cy="149"/>
              </a:xfrm>
              <a:prstGeom prst="rect">
                <a:avLst/>
              </a:prstGeom>
              <a:solidFill>
                <a:schemeClr val="accent2"/>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89" name="Freeform 107">
                <a:extLst>
                  <a:ext uri="{FF2B5EF4-FFF2-40B4-BE49-F238E27FC236}">
                    <a16:creationId xmlns:a16="http://schemas.microsoft.com/office/drawing/2014/main" id="{8BA1FAD2-3A31-968B-3D3D-A48361AC6699}"/>
                  </a:ext>
                </a:extLst>
              </p:cNvPr>
              <p:cNvSpPr>
                <a:spLocks/>
              </p:cNvSpPr>
              <p:nvPr/>
            </p:nvSpPr>
            <p:spPr bwMode="auto">
              <a:xfrm flipH="1">
                <a:off x="3097" y="2560"/>
                <a:ext cx="256" cy="75"/>
              </a:xfrm>
              <a:custGeom>
                <a:avLst/>
                <a:gdLst>
                  <a:gd name="T0" fmla="*/ 256 w 256"/>
                  <a:gd name="T1" fmla="*/ 75 h 75"/>
                  <a:gd name="T2" fmla="*/ 210 w 256"/>
                  <a:gd name="T3" fmla="*/ 20 h 75"/>
                  <a:gd name="T4" fmla="*/ 137 w 256"/>
                  <a:gd name="T5" fmla="*/ 2 h 75"/>
                  <a:gd name="T6" fmla="*/ 64 w 256"/>
                  <a:gd name="T7" fmla="*/ 11 h 75"/>
                  <a:gd name="T8" fmla="*/ 0 w 256"/>
                  <a:gd name="T9" fmla="*/ 6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22316" name="Text Box 108">
              <a:extLst>
                <a:ext uri="{FF2B5EF4-FFF2-40B4-BE49-F238E27FC236}">
                  <a16:creationId xmlns:a16="http://schemas.microsoft.com/office/drawing/2014/main" id="{90E3281C-ED08-D254-F077-DF6FA1493F52}"/>
                </a:ext>
              </a:extLst>
            </p:cNvPr>
            <p:cNvSpPr txBox="1">
              <a:spLocks noChangeArrowheads="1"/>
            </p:cNvSpPr>
            <p:nvPr/>
          </p:nvSpPr>
          <p:spPr bwMode="auto">
            <a:xfrm flipH="1">
              <a:off x="3043" y="2235"/>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222317" name="Text Box 109">
              <a:extLst>
                <a:ext uri="{FF2B5EF4-FFF2-40B4-BE49-F238E27FC236}">
                  <a16:creationId xmlns:a16="http://schemas.microsoft.com/office/drawing/2014/main" id="{C4D0D79A-0D61-2316-D452-BD1B757DE08F}"/>
                </a:ext>
              </a:extLst>
            </p:cNvPr>
            <p:cNvSpPr txBox="1">
              <a:spLocks noChangeArrowheads="1"/>
            </p:cNvSpPr>
            <p:nvPr/>
          </p:nvSpPr>
          <p:spPr bwMode="auto">
            <a:xfrm flipH="1">
              <a:off x="2721" y="2570"/>
              <a:ext cx="308" cy="288"/>
            </a:xfrm>
            <a:prstGeom prst="rect">
              <a:avLst/>
            </a:prstGeom>
            <a:noFill/>
            <a:ln w="9525">
              <a:noFill/>
              <a:miter lim="800000"/>
              <a:headEnd/>
              <a:tailEnd/>
            </a:ln>
            <a:effectLst/>
          </p:spPr>
          <p:txBody>
            <a:bodyPr wrap="none">
              <a:spAutoFit/>
            </a:bodyPr>
            <a:lstStyle/>
            <a:p>
              <a:pPr>
                <a:defRPr/>
              </a:pPr>
              <a:r>
                <a:rPr lang="en-US" altLang="zh-CN" b="1">
                  <a:solidFill>
                    <a:schemeClr val="hlink"/>
                  </a:solidFill>
                  <a:effectLst>
                    <a:outerShdw blurRad="38100" dist="38100" dir="2700000" algn="tl">
                      <a:srgbClr val="C0C0C0"/>
                    </a:outerShdw>
                  </a:effectLst>
                  <a:latin typeface="楷体_GB2312" pitchFamily="49" charset="-122"/>
                  <a:ea typeface="楷体_GB2312" pitchFamily="49" charset="-122"/>
                </a:rPr>
                <a:t>-</a:t>
              </a:r>
              <a:r>
                <a:rPr lang="en-US" altLang="zh-CN" b="1">
                  <a:solidFill>
                    <a:schemeClr val="hlink"/>
                  </a:solidFill>
                  <a:effectLst>
                    <a:outerShdw blurRad="38100" dist="38100" dir="2700000" algn="tl">
                      <a:srgbClr val="C0C0C0"/>
                    </a:outerShdw>
                  </a:effectLst>
                  <a:latin typeface="Times New Roman" charset="0"/>
                </a:rPr>
                <a:t>1</a:t>
              </a:r>
              <a:endParaRPr lang="en-US" altLang="zh-CN">
                <a:solidFill>
                  <a:schemeClr val="hlink"/>
                </a:solidFill>
                <a:latin typeface="Times New Roman" charset="0"/>
              </a:endParaRPr>
            </a:p>
          </p:txBody>
        </p:sp>
        <p:sp>
          <p:nvSpPr>
            <p:cNvPr id="222318" name="Text Box 110">
              <a:extLst>
                <a:ext uri="{FF2B5EF4-FFF2-40B4-BE49-F238E27FC236}">
                  <a16:creationId xmlns:a16="http://schemas.microsoft.com/office/drawing/2014/main" id="{4642CE57-EE71-EF87-583F-2CE2BF3CD2BE}"/>
                </a:ext>
              </a:extLst>
            </p:cNvPr>
            <p:cNvSpPr txBox="1">
              <a:spLocks noChangeArrowheads="1"/>
            </p:cNvSpPr>
            <p:nvPr/>
          </p:nvSpPr>
          <p:spPr bwMode="auto">
            <a:xfrm flipH="1">
              <a:off x="2379" y="2887"/>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grpSp>
      <p:grpSp>
        <p:nvGrpSpPr>
          <p:cNvPr id="94215" name="Group 117">
            <a:extLst>
              <a:ext uri="{FF2B5EF4-FFF2-40B4-BE49-F238E27FC236}">
                <a16:creationId xmlns:a16="http://schemas.microsoft.com/office/drawing/2014/main" id="{A7CA8615-351B-0FBB-C433-408BAB5F74FD}"/>
              </a:ext>
            </a:extLst>
          </p:cNvPr>
          <p:cNvGrpSpPr>
            <a:grpSpLocks/>
          </p:cNvGrpSpPr>
          <p:nvPr/>
        </p:nvGrpSpPr>
        <p:grpSpPr bwMode="auto">
          <a:xfrm>
            <a:off x="458788" y="3851275"/>
            <a:ext cx="2489200" cy="2359025"/>
            <a:chOff x="289" y="2390"/>
            <a:chExt cx="1568" cy="1486"/>
          </a:xfrm>
        </p:grpSpPr>
        <p:sp>
          <p:nvSpPr>
            <p:cNvPr id="94251" name="Line 118">
              <a:extLst>
                <a:ext uri="{FF2B5EF4-FFF2-40B4-BE49-F238E27FC236}">
                  <a16:creationId xmlns:a16="http://schemas.microsoft.com/office/drawing/2014/main" id="{2F6BF37D-1C3B-62A6-378A-A84C18D0D27F}"/>
                </a:ext>
              </a:extLst>
            </p:cNvPr>
            <p:cNvSpPr>
              <a:spLocks noChangeShapeType="1"/>
            </p:cNvSpPr>
            <p:nvPr/>
          </p:nvSpPr>
          <p:spPr bwMode="auto">
            <a:xfrm>
              <a:off x="1176" y="2900"/>
              <a:ext cx="230" cy="24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52" name="Line 119">
              <a:extLst>
                <a:ext uri="{FF2B5EF4-FFF2-40B4-BE49-F238E27FC236}">
                  <a16:creationId xmlns:a16="http://schemas.microsoft.com/office/drawing/2014/main" id="{F0F9C679-8899-9DCC-9125-A70BBD2611BC}"/>
                </a:ext>
              </a:extLst>
            </p:cNvPr>
            <p:cNvSpPr>
              <a:spLocks noChangeShapeType="1"/>
            </p:cNvSpPr>
            <p:nvPr/>
          </p:nvSpPr>
          <p:spPr bwMode="auto">
            <a:xfrm>
              <a:off x="806" y="3229"/>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3" name="Line 120">
              <a:extLst>
                <a:ext uri="{FF2B5EF4-FFF2-40B4-BE49-F238E27FC236}">
                  <a16:creationId xmlns:a16="http://schemas.microsoft.com/office/drawing/2014/main" id="{26A3AB92-B92E-5FE2-C77A-6010BAD0FA31}"/>
                </a:ext>
              </a:extLst>
            </p:cNvPr>
            <p:cNvSpPr>
              <a:spLocks noChangeShapeType="1"/>
            </p:cNvSpPr>
            <p:nvPr/>
          </p:nvSpPr>
          <p:spPr bwMode="auto">
            <a:xfrm flipH="1">
              <a:off x="591" y="3234"/>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4" name="Line 121">
              <a:extLst>
                <a:ext uri="{FF2B5EF4-FFF2-40B4-BE49-F238E27FC236}">
                  <a16:creationId xmlns:a16="http://schemas.microsoft.com/office/drawing/2014/main" id="{D1E76B2E-CB63-9C44-C97B-843894FBFE1C}"/>
                </a:ext>
              </a:extLst>
            </p:cNvPr>
            <p:cNvSpPr>
              <a:spLocks noChangeShapeType="1"/>
            </p:cNvSpPr>
            <p:nvPr/>
          </p:nvSpPr>
          <p:spPr bwMode="auto">
            <a:xfrm flipH="1">
              <a:off x="771" y="2489"/>
              <a:ext cx="692" cy="689"/>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55" name="Line 122">
              <a:extLst>
                <a:ext uri="{FF2B5EF4-FFF2-40B4-BE49-F238E27FC236}">
                  <a16:creationId xmlns:a16="http://schemas.microsoft.com/office/drawing/2014/main" id="{34CDFA77-479C-4DE5-E251-7BFEDC3CA1BE}"/>
                </a:ext>
              </a:extLst>
            </p:cNvPr>
            <p:cNvSpPr>
              <a:spLocks noChangeShapeType="1"/>
            </p:cNvSpPr>
            <p:nvPr/>
          </p:nvSpPr>
          <p:spPr bwMode="auto">
            <a:xfrm>
              <a:off x="1521" y="2582"/>
              <a:ext cx="240" cy="24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56" name="Rectangle 123">
              <a:extLst>
                <a:ext uri="{FF2B5EF4-FFF2-40B4-BE49-F238E27FC236}">
                  <a16:creationId xmlns:a16="http://schemas.microsoft.com/office/drawing/2014/main" id="{4F9C772C-E47A-FA8E-2B3E-15E5E7C242F3}"/>
                </a:ext>
              </a:extLst>
            </p:cNvPr>
            <p:cNvSpPr>
              <a:spLocks noChangeArrowheads="1"/>
            </p:cNvSpPr>
            <p:nvPr/>
          </p:nvSpPr>
          <p:spPr bwMode="auto">
            <a:xfrm flipH="1">
              <a:off x="1617" y="2774"/>
              <a:ext cx="240" cy="72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dirty="0">
                  <a:solidFill>
                    <a:schemeClr val="hlink"/>
                  </a:solidFill>
                  <a:latin typeface="Times New Roman" panose="02020603050405020304" pitchFamily="18" charset="0"/>
                  <a:ea typeface="宋体" panose="02010600030101010101" pitchFamily="2" charset="-122"/>
                </a:rPr>
                <a:t>h</a:t>
              </a:r>
            </a:p>
          </p:txBody>
        </p:sp>
        <p:sp>
          <p:nvSpPr>
            <p:cNvPr id="94257" name="Oval 124">
              <a:extLst>
                <a:ext uri="{FF2B5EF4-FFF2-40B4-BE49-F238E27FC236}">
                  <a16:creationId xmlns:a16="http://schemas.microsoft.com/office/drawing/2014/main" id="{C04E3864-4F98-02A6-B37D-253C160E4683}"/>
                </a:ext>
              </a:extLst>
            </p:cNvPr>
            <p:cNvSpPr>
              <a:spLocks noChangeArrowheads="1"/>
            </p:cNvSpPr>
            <p:nvPr/>
          </p:nvSpPr>
          <p:spPr bwMode="auto">
            <a:xfrm flipH="1">
              <a:off x="1329" y="2390"/>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58" name="Oval 125">
              <a:extLst>
                <a:ext uri="{FF2B5EF4-FFF2-40B4-BE49-F238E27FC236}">
                  <a16:creationId xmlns:a16="http://schemas.microsoft.com/office/drawing/2014/main" id="{B514CA2C-76C3-3467-9C6F-594AF5073D93}"/>
                </a:ext>
              </a:extLst>
            </p:cNvPr>
            <p:cNvSpPr>
              <a:spLocks noChangeArrowheads="1"/>
            </p:cNvSpPr>
            <p:nvPr/>
          </p:nvSpPr>
          <p:spPr bwMode="auto">
            <a:xfrm flipH="1">
              <a:off x="993" y="2726"/>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59" name="Rectangle 126">
              <a:extLst>
                <a:ext uri="{FF2B5EF4-FFF2-40B4-BE49-F238E27FC236}">
                  <a16:creationId xmlns:a16="http://schemas.microsoft.com/office/drawing/2014/main" id="{071518A6-8DF4-E645-EE18-8780DC997727}"/>
                </a:ext>
              </a:extLst>
            </p:cNvPr>
            <p:cNvSpPr>
              <a:spLocks noChangeArrowheads="1"/>
            </p:cNvSpPr>
            <p:nvPr/>
          </p:nvSpPr>
          <p:spPr bwMode="auto">
            <a:xfrm flipH="1">
              <a:off x="1233" y="3110"/>
              <a:ext cx="240" cy="763"/>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4260" name="Rectangle 127">
              <a:extLst>
                <a:ext uri="{FF2B5EF4-FFF2-40B4-BE49-F238E27FC236}">
                  <a16:creationId xmlns:a16="http://schemas.microsoft.com/office/drawing/2014/main" id="{F45E2366-FD0E-FBB7-C064-46592228CB96}"/>
                </a:ext>
              </a:extLst>
            </p:cNvPr>
            <p:cNvSpPr>
              <a:spLocks noChangeArrowheads="1"/>
            </p:cNvSpPr>
            <p:nvPr/>
          </p:nvSpPr>
          <p:spPr bwMode="auto">
            <a:xfrm flipH="1">
              <a:off x="843" y="3476"/>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61" name="Oval 128">
              <a:extLst>
                <a:ext uri="{FF2B5EF4-FFF2-40B4-BE49-F238E27FC236}">
                  <a16:creationId xmlns:a16="http://schemas.microsoft.com/office/drawing/2014/main" id="{4D50ECDD-ECF3-7700-86D5-7BC7F6F499B1}"/>
                </a:ext>
              </a:extLst>
            </p:cNvPr>
            <p:cNvSpPr>
              <a:spLocks noChangeArrowheads="1"/>
            </p:cNvSpPr>
            <p:nvPr/>
          </p:nvSpPr>
          <p:spPr bwMode="auto">
            <a:xfrm flipH="1">
              <a:off x="668" y="3050"/>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62" name="Rectangle 129">
              <a:extLst>
                <a:ext uri="{FF2B5EF4-FFF2-40B4-BE49-F238E27FC236}">
                  <a16:creationId xmlns:a16="http://schemas.microsoft.com/office/drawing/2014/main" id="{334DF865-4B9A-6F10-2BF8-07762F8F8133}"/>
                </a:ext>
              </a:extLst>
            </p:cNvPr>
            <p:cNvSpPr>
              <a:spLocks noChangeArrowheads="1"/>
            </p:cNvSpPr>
            <p:nvPr/>
          </p:nvSpPr>
          <p:spPr bwMode="auto">
            <a:xfrm flipH="1">
              <a:off x="486" y="3473"/>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63" name="Text Box 130">
              <a:extLst>
                <a:ext uri="{FF2B5EF4-FFF2-40B4-BE49-F238E27FC236}">
                  <a16:creationId xmlns:a16="http://schemas.microsoft.com/office/drawing/2014/main" id="{F4B3B9BE-6A6C-B8EE-D3E3-9FEEFA8F83F3}"/>
                </a:ext>
              </a:extLst>
            </p:cNvPr>
            <p:cNvSpPr txBox="1">
              <a:spLocks noChangeArrowheads="1"/>
            </p:cNvSpPr>
            <p:nvPr/>
          </p:nvSpPr>
          <p:spPr bwMode="auto">
            <a:xfrm flipH="1">
              <a:off x="804" y="3484"/>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4264" name="Text Box 131">
              <a:extLst>
                <a:ext uri="{FF2B5EF4-FFF2-40B4-BE49-F238E27FC236}">
                  <a16:creationId xmlns:a16="http://schemas.microsoft.com/office/drawing/2014/main" id="{BAEAE24C-5642-22CA-ADF4-57836B47A758}"/>
                </a:ext>
              </a:extLst>
            </p:cNvPr>
            <p:cNvSpPr txBox="1">
              <a:spLocks noChangeArrowheads="1"/>
            </p:cNvSpPr>
            <p:nvPr/>
          </p:nvSpPr>
          <p:spPr bwMode="auto">
            <a:xfrm flipH="1">
              <a:off x="289" y="3488"/>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grpSp>
      <p:grpSp>
        <p:nvGrpSpPr>
          <p:cNvPr id="94216" name="Group 135">
            <a:extLst>
              <a:ext uri="{FF2B5EF4-FFF2-40B4-BE49-F238E27FC236}">
                <a16:creationId xmlns:a16="http://schemas.microsoft.com/office/drawing/2014/main" id="{786CCF9E-8202-A247-2EB2-373D834D3E1E}"/>
              </a:ext>
            </a:extLst>
          </p:cNvPr>
          <p:cNvGrpSpPr>
            <a:grpSpLocks/>
          </p:cNvGrpSpPr>
          <p:nvPr/>
        </p:nvGrpSpPr>
        <p:grpSpPr bwMode="auto">
          <a:xfrm>
            <a:off x="706438" y="3500438"/>
            <a:ext cx="2513012" cy="1809750"/>
            <a:chOff x="445" y="2025"/>
            <a:chExt cx="1583" cy="1140"/>
          </a:xfrm>
        </p:grpSpPr>
        <p:sp>
          <p:nvSpPr>
            <p:cNvPr id="94243" name="Text Box 112">
              <a:extLst>
                <a:ext uri="{FF2B5EF4-FFF2-40B4-BE49-F238E27FC236}">
                  <a16:creationId xmlns:a16="http://schemas.microsoft.com/office/drawing/2014/main" id="{258FAF71-02D7-359B-E3A7-16ECCA9B126D}"/>
                </a:ext>
              </a:extLst>
            </p:cNvPr>
            <p:cNvSpPr txBox="1">
              <a:spLocks noChangeArrowheads="1"/>
            </p:cNvSpPr>
            <p:nvPr/>
          </p:nvSpPr>
          <p:spPr bwMode="auto">
            <a:xfrm flipH="1">
              <a:off x="1038" y="202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4244" name="Text Box 113">
              <a:extLst>
                <a:ext uri="{FF2B5EF4-FFF2-40B4-BE49-F238E27FC236}">
                  <a16:creationId xmlns:a16="http://schemas.microsoft.com/office/drawing/2014/main" id="{287E64A4-85BB-376D-98B2-EF0D77990FC1}"/>
                </a:ext>
              </a:extLst>
            </p:cNvPr>
            <p:cNvSpPr txBox="1">
              <a:spLocks noChangeArrowheads="1"/>
            </p:cNvSpPr>
            <p:nvPr/>
          </p:nvSpPr>
          <p:spPr bwMode="auto">
            <a:xfrm flipH="1">
              <a:off x="733" y="238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4245" name="Text Box 114">
              <a:extLst>
                <a:ext uri="{FF2B5EF4-FFF2-40B4-BE49-F238E27FC236}">
                  <a16:creationId xmlns:a16="http://schemas.microsoft.com/office/drawing/2014/main" id="{4B8D7F72-E889-372B-01F8-49944DFEE57E}"/>
                </a:ext>
              </a:extLst>
            </p:cNvPr>
            <p:cNvSpPr txBox="1">
              <a:spLocks noChangeArrowheads="1"/>
            </p:cNvSpPr>
            <p:nvPr/>
          </p:nvSpPr>
          <p:spPr bwMode="auto">
            <a:xfrm flipH="1">
              <a:off x="445" y="2671"/>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94246" name="Text Box 115">
              <a:extLst>
                <a:ext uri="{FF2B5EF4-FFF2-40B4-BE49-F238E27FC236}">
                  <a16:creationId xmlns:a16="http://schemas.microsoft.com/office/drawing/2014/main" id="{9083F003-C019-D02A-620F-222302E09B9C}"/>
                </a:ext>
              </a:extLst>
            </p:cNvPr>
            <p:cNvSpPr txBox="1">
              <a:spLocks noChangeArrowheads="1"/>
            </p:cNvSpPr>
            <p:nvPr/>
          </p:nvSpPr>
          <p:spPr bwMode="auto">
            <a:xfrm flipH="1">
              <a:off x="1727" y="230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4247" name="Text Box 116">
              <a:extLst>
                <a:ext uri="{FF2B5EF4-FFF2-40B4-BE49-F238E27FC236}">
                  <a16:creationId xmlns:a16="http://schemas.microsoft.com/office/drawing/2014/main" id="{94EAA604-C66D-839C-6767-EE860DB11F56}"/>
                </a:ext>
              </a:extLst>
            </p:cNvPr>
            <p:cNvSpPr txBox="1">
              <a:spLocks noChangeArrowheads="1"/>
            </p:cNvSpPr>
            <p:nvPr/>
          </p:nvSpPr>
          <p:spPr bwMode="auto">
            <a:xfrm flipH="1">
              <a:off x="1315" y="2649"/>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222340" name="Text Box 132">
              <a:extLst>
                <a:ext uri="{FF2B5EF4-FFF2-40B4-BE49-F238E27FC236}">
                  <a16:creationId xmlns:a16="http://schemas.microsoft.com/office/drawing/2014/main" id="{06654746-6B1C-15C2-209F-0E8FC76D51FD}"/>
                </a:ext>
              </a:extLst>
            </p:cNvPr>
            <p:cNvSpPr txBox="1">
              <a:spLocks noChangeArrowheads="1"/>
            </p:cNvSpPr>
            <p:nvPr/>
          </p:nvSpPr>
          <p:spPr bwMode="auto">
            <a:xfrm flipH="1">
              <a:off x="1273" y="2206"/>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222341" name="Text Box 133">
              <a:extLst>
                <a:ext uri="{FF2B5EF4-FFF2-40B4-BE49-F238E27FC236}">
                  <a16:creationId xmlns:a16="http://schemas.microsoft.com/office/drawing/2014/main" id="{091506D4-D715-B0DA-F85E-4440E56633A6}"/>
                </a:ext>
              </a:extLst>
            </p:cNvPr>
            <p:cNvSpPr txBox="1">
              <a:spLocks noChangeArrowheads="1"/>
            </p:cNvSpPr>
            <p:nvPr/>
          </p:nvSpPr>
          <p:spPr bwMode="auto">
            <a:xfrm flipH="1">
              <a:off x="681" y="2877"/>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222342" name="Text Box 134">
              <a:extLst>
                <a:ext uri="{FF2B5EF4-FFF2-40B4-BE49-F238E27FC236}">
                  <a16:creationId xmlns:a16="http://schemas.microsoft.com/office/drawing/2014/main" id="{A23FB9C8-DAA0-1583-08EB-482E4BD21230}"/>
                </a:ext>
              </a:extLst>
            </p:cNvPr>
            <p:cNvSpPr txBox="1">
              <a:spLocks noChangeArrowheads="1"/>
            </p:cNvSpPr>
            <p:nvPr/>
          </p:nvSpPr>
          <p:spPr bwMode="auto">
            <a:xfrm flipH="1">
              <a:off x="1015" y="2552"/>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grpSp>
      <p:grpSp>
        <p:nvGrpSpPr>
          <p:cNvPr id="94217" name="Group 141">
            <a:extLst>
              <a:ext uri="{FF2B5EF4-FFF2-40B4-BE49-F238E27FC236}">
                <a16:creationId xmlns:a16="http://schemas.microsoft.com/office/drawing/2014/main" id="{B6BAB65D-B398-1B91-2EE9-B38FE4A362AF}"/>
              </a:ext>
            </a:extLst>
          </p:cNvPr>
          <p:cNvGrpSpPr>
            <a:grpSpLocks/>
          </p:cNvGrpSpPr>
          <p:nvPr/>
        </p:nvGrpSpPr>
        <p:grpSpPr bwMode="auto">
          <a:xfrm>
            <a:off x="6319838" y="3536950"/>
            <a:ext cx="2359025" cy="2495550"/>
            <a:chOff x="3981" y="2048"/>
            <a:chExt cx="1486" cy="1572"/>
          </a:xfrm>
        </p:grpSpPr>
        <p:grpSp>
          <p:nvGrpSpPr>
            <p:cNvPr id="94218" name="Group 139">
              <a:extLst>
                <a:ext uri="{FF2B5EF4-FFF2-40B4-BE49-F238E27FC236}">
                  <a16:creationId xmlns:a16="http://schemas.microsoft.com/office/drawing/2014/main" id="{8C101D04-8B9C-5D2D-9CAF-C27DF0D8FFF2}"/>
                </a:ext>
              </a:extLst>
            </p:cNvPr>
            <p:cNvGrpSpPr>
              <a:grpSpLocks/>
            </p:cNvGrpSpPr>
            <p:nvPr/>
          </p:nvGrpSpPr>
          <p:grpSpPr bwMode="auto">
            <a:xfrm>
              <a:off x="3982" y="2286"/>
              <a:ext cx="1358" cy="1334"/>
              <a:chOff x="3982" y="2286"/>
              <a:chExt cx="1358" cy="1334"/>
            </a:xfrm>
          </p:grpSpPr>
          <p:sp>
            <p:nvSpPr>
              <p:cNvPr id="94228" name="Rectangle 67">
                <a:extLst>
                  <a:ext uri="{FF2B5EF4-FFF2-40B4-BE49-F238E27FC236}">
                    <a16:creationId xmlns:a16="http://schemas.microsoft.com/office/drawing/2014/main" id="{6574EEA0-54B9-EC2D-7060-BB758E6544B0}"/>
                  </a:ext>
                </a:extLst>
              </p:cNvPr>
              <p:cNvSpPr>
                <a:spLocks noChangeArrowheads="1"/>
              </p:cNvSpPr>
              <p:nvPr/>
            </p:nvSpPr>
            <p:spPr bwMode="auto">
              <a:xfrm flipH="1">
                <a:off x="3986" y="3074"/>
                <a:ext cx="249"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29" name="Line 68">
                <a:extLst>
                  <a:ext uri="{FF2B5EF4-FFF2-40B4-BE49-F238E27FC236}">
                    <a16:creationId xmlns:a16="http://schemas.microsoft.com/office/drawing/2014/main" id="{2D7A0526-9B7C-AD7F-8C7A-71458B6B3B66}"/>
                  </a:ext>
                </a:extLst>
              </p:cNvPr>
              <p:cNvSpPr>
                <a:spLocks noChangeShapeType="1"/>
              </p:cNvSpPr>
              <p:nvPr/>
            </p:nvSpPr>
            <p:spPr bwMode="auto">
              <a:xfrm flipH="1">
                <a:off x="4137" y="2845"/>
                <a:ext cx="138" cy="228"/>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0" name="Line 69">
                <a:extLst>
                  <a:ext uri="{FF2B5EF4-FFF2-40B4-BE49-F238E27FC236}">
                    <a16:creationId xmlns:a16="http://schemas.microsoft.com/office/drawing/2014/main" id="{2CE66A17-9496-15DC-F4CC-FA4D41DE750D}"/>
                  </a:ext>
                </a:extLst>
              </p:cNvPr>
              <p:cNvSpPr>
                <a:spLocks noChangeShapeType="1"/>
              </p:cNvSpPr>
              <p:nvPr/>
            </p:nvSpPr>
            <p:spPr bwMode="auto">
              <a:xfrm>
                <a:off x="5042" y="2798"/>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1" name="Line 70">
                <a:extLst>
                  <a:ext uri="{FF2B5EF4-FFF2-40B4-BE49-F238E27FC236}">
                    <a16:creationId xmlns:a16="http://schemas.microsoft.com/office/drawing/2014/main" id="{5583AC8C-EA4C-35C3-E64E-07A5B6876FF2}"/>
                  </a:ext>
                </a:extLst>
              </p:cNvPr>
              <p:cNvSpPr>
                <a:spLocks noChangeShapeType="1"/>
              </p:cNvSpPr>
              <p:nvPr/>
            </p:nvSpPr>
            <p:spPr bwMode="auto">
              <a:xfrm flipH="1">
                <a:off x="4827" y="2803"/>
                <a:ext cx="166" cy="302"/>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2" name="Line 71">
                <a:extLst>
                  <a:ext uri="{FF2B5EF4-FFF2-40B4-BE49-F238E27FC236}">
                    <a16:creationId xmlns:a16="http://schemas.microsoft.com/office/drawing/2014/main" id="{9EA3AE02-04DB-9AAB-9FF9-6B714721255C}"/>
                  </a:ext>
                </a:extLst>
              </p:cNvPr>
              <p:cNvSpPr>
                <a:spLocks noChangeShapeType="1"/>
              </p:cNvSpPr>
              <p:nvPr/>
            </p:nvSpPr>
            <p:spPr bwMode="auto">
              <a:xfrm flipH="1">
                <a:off x="4366" y="2457"/>
                <a:ext cx="269" cy="261"/>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33" name="Line 72">
                <a:extLst>
                  <a:ext uri="{FF2B5EF4-FFF2-40B4-BE49-F238E27FC236}">
                    <a16:creationId xmlns:a16="http://schemas.microsoft.com/office/drawing/2014/main" id="{C2569B90-6B11-7755-98B1-E9C8472B012D}"/>
                  </a:ext>
                </a:extLst>
              </p:cNvPr>
              <p:cNvSpPr>
                <a:spLocks noChangeShapeType="1"/>
              </p:cNvSpPr>
              <p:nvPr/>
            </p:nvSpPr>
            <p:spPr bwMode="auto">
              <a:xfrm>
                <a:off x="4750" y="2478"/>
                <a:ext cx="240" cy="240"/>
              </a:xfrm>
              <a:prstGeom prst="line">
                <a:avLst/>
              </a:prstGeom>
              <a:noFill/>
              <a:ln w="2857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34" name="Oval 73">
                <a:extLst>
                  <a:ext uri="{FF2B5EF4-FFF2-40B4-BE49-F238E27FC236}">
                    <a16:creationId xmlns:a16="http://schemas.microsoft.com/office/drawing/2014/main" id="{A56873B1-E15D-2805-CCA7-E4A3CEA2D5C6}"/>
                  </a:ext>
                </a:extLst>
              </p:cNvPr>
              <p:cNvSpPr>
                <a:spLocks noChangeArrowheads="1"/>
              </p:cNvSpPr>
              <p:nvPr/>
            </p:nvSpPr>
            <p:spPr bwMode="auto">
              <a:xfrm flipH="1">
                <a:off x="4894" y="2622"/>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35" name="Oval 74">
                <a:extLst>
                  <a:ext uri="{FF2B5EF4-FFF2-40B4-BE49-F238E27FC236}">
                    <a16:creationId xmlns:a16="http://schemas.microsoft.com/office/drawing/2014/main" id="{D3C56E58-6E57-2E1E-C8B6-0AB1009FB024}"/>
                  </a:ext>
                </a:extLst>
              </p:cNvPr>
              <p:cNvSpPr>
                <a:spLocks noChangeArrowheads="1"/>
              </p:cNvSpPr>
              <p:nvPr/>
            </p:nvSpPr>
            <p:spPr bwMode="auto">
              <a:xfrm flipH="1">
                <a:off x="4558" y="228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36" name="Rectangle 75">
                <a:extLst>
                  <a:ext uri="{FF2B5EF4-FFF2-40B4-BE49-F238E27FC236}">
                    <a16:creationId xmlns:a16="http://schemas.microsoft.com/office/drawing/2014/main" id="{DCAFBE8D-B2F3-5279-F7C6-21BA8DBFBC27}"/>
                  </a:ext>
                </a:extLst>
              </p:cNvPr>
              <p:cNvSpPr>
                <a:spLocks noChangeArrowheads="1"/>
              </p:cNvSpPr>
              <p:nvPr/>
            </p:nvSpPr>
            <p:spPr bwMode="auto">
              <a:xfrm flipH="1">
                <a:off x="5100" y="3079"/>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4237" name="Rectangle 76">
                <a:extLst>
                  <a:ext uri="{FF2B5EF4-FFF2-40B4-BE49-F238E27FC236}">
                    <a16:creationId xmlns:a16="http://schemas.microsoft.com/office/drawing/2014/main" id="{5B213A3F-70EC-9D85-085F-AF43F958DC92}"/>
                  </a:ext>
                </a:extLst>
              </p:cNvPr>
              <p:cNvSpPr>
                <a:spLocks noChangeArrowheads="1"/>
              </p:cNvSpPr>
              <p:nvPr/>
            </p:nvSpPr>
            <p:spPr bwMode="auto">
              <a:xfrm flipH="1">
                <a:off x="4727" y="3079"/>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4238" name="Line 77">
                <a:extLst>
                  <a:ext uri="{FF2B5EF4-FFF2-40B4-BE49-F238E27FC236}">
                    <a16:creationId xmlns:a16="http://schemas.microsoft.com/office/drawing/2014/main" id="{87957238-F66E-E3FD-967F-B4753D386105}"/>
                  </a:ext>
                </a:extLst>
              </p:cNvPr>
              <p:cNvSpPr>
                <a:spLocks noChangeShapeType="1"/>
              </p:cNvSpPr>
              <p:nvPr/>
            </p:nvSpPr>
            <p:spPr bwMode="auto">
              <a:xfrm>
                <a:off x="4333" y="2812"/>
                <a:ext cx="183" cy="274"/>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9" name="Rectangle 78">
                <a:extLst>
                  <a:ext uri="{FF2B5EF4-FFF2-40B4-BE49-F238E27FC236}">
                    <a16:creationId xmlns:a16="http://schemas.microsoft.com/office/drawing/2014/main" id="{9B8F826D-AD3F-B001-E5D7-729FDDAF1578}"/>
                  </a:ext>
                </a:extLst>
              </p:cNvPr>
              <p:cNvSpPr>
                <a:spLocks noChangeArrowheads="1"/>
              </p:cNvSpPr>
              <p:nvPr/>
            </p:nvSpPr>
            <p:spPr bwMode="auto">
              <a:xfrm flipH="1">
                <a:off x="4352" y="3077"/>
                <a:ext cx="240" cy="400"/>
              </a:xfrm>
              <a:prstGeom prst="rect">
                <a:avLst/>
              </a:prstGeom>
              <a:solidFill>
                <a:srgbClr val="66FF66"/>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4240" name="Oval 79">
                <a:extLst>
                  <a:ext uri="{FF2B5EF4-FFF2-40B4-BE49-F238E27FC236}">
                    <a16:creationId xmlns:a16="http://schemas.microsoft.com/office/drawing/2014/main" id="{F5CAE8AF-6263-C6AC-CB32-9B1D4F36C3FE}"/>
                  </a:ext>
                </a:extLst>
              </p:cNvPr>
              <p:cNvSpPr>
                <a:spLocks noChangeArrowheads="1"/>
              </p:cNvSpPr>
              <p:nvPr/>
            </p:nvSpPr>
            <p:spPr bwMode="auto">
              <a:xfrm flipH="1">
                <a:off x="4195" y="2633"/>
                <a:ext cx="240" cy="240"/>
              </a:xfrm>
              <a:prstGeom prst="ellipse">
                <a:avLst/>
              </a:prstGeom>
              <a:solidFill>
                <a:srgbClr val="66FF66"/>
              </a:solidFill>
              <a:ln w="28575">
                <a:solidFill>
                  <a:srgbClr val="006666"/>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4241" name="Text Box 80">
                <a:extLst>
                  <a:ext uri="{FF2B5EF4-FFF2-40B4-BE49-F238E27FC236}">
                    <a16:creationId xmlns:a16="http://schemas.microsoft.com/office/drawing/2014/main" id="{9F738849-E1C4-777F-0A58-270ED24883DB}"/>
                  </a:ext>
                </a:extLst>
              </p:cNvPr>
              <p:cNvSpPr txBox="1">
                <a:spLocks noChangeArrowheads="1"/>
              </p:cNvSpPr>
              <p:nvPr/>
            </p:nvSpPr>
            <p:spPr bwMode="auto">
              <a:xfrm flipH="1">
                <a:off x="4304" y="3067"/>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p>
            </p:txBody>
          </p:sp>
          <p:sp>
            <p:nvSpPr>
              <p:cNvPr id="94242" name="Rectangle 81">
                <a:extLst>
                  <a:ext uri="{FF2B5EF4-FFF2-40B4-BE49-F238E27FC236}">
                    <a16:creationId xmlns:a16="http://schemas.microsoft.com/office/drawing/2014/main" id="{B2A882F0-A5EB-5102-3B3E-0B7FC77421A7}"/>
                  </a:ext>
                </a:extLst>
              </p:cNvPr>
              <p:cNvSpPr>
                <a:spLocks noChangeArrowheads="1"/>
              </p:cNvSpPr>
              <p:nvPr/>
            </p:nvSpPr>
            <p:spPr bwMode="auto">
              <a:xfrm flipH="1">
                <a:off x="3982" y="3480"/>
                <a:ext cx="249" cy="140"/>
              </a:xfrm>
              <a:prstGeom prst="rect">
                <a:avLst/>
              </a:prstGeom>
              <a:solidFill>
                <a:schemeClr val="accent2"/>
              </a:solidFill>
              <a:ln w="28575">
                <a:solidFill>
                  <a:srgbClr val="006666"/>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hlink"/>
                  </a:solidFill>
                  <a:latin typeface="Times New Roman" panose="02020603050405020304" pitchFamily="18" charset="0"/>
                  <a:ea typeface="宋体" panose="02010600030101010101" pitchFamily="2" charset="-122"/>
                </a:endParaRPr>
              </a:p>
            </p:txBody>
          </p:sp>
        </p:grpSp>
        <p:sp>
          <p:nvSpPr>
            <p:cNvPr id="94219" name="Text Box 61">
              <a:extLst>
                <a:ext uri="{FF2B5EF4-FFF2-40B4-BE49-F238E27FC236}">
                  <a16:creationId xmlns:a16="http://schemas.microsoft.com/office/drawing/2014/main" id="{FB229879-A4FE-0672-E2F9-6B6679C0766F}"/>
                </a:ext>
              </a:extLst>
            </p:cNvPr>
            <p:cNvSpPr txBox="1">
              <a:spLocks noChangeArrowheads="1"/>
            </p:cNvSpPr>
            <p:nvPr/>
          </p:nvSpPr>
          <p:spPr bwMode="auto">
            <a:xfrm flipH="1">
              <a:off x="4307" y="204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4220" name="Text Box 62">
              <a:extLst>
                <a:ext uri="{FF2B5EF4-FFF2-40B4-BE49-F238E27FC236}">
                  <a16:creationId xmlns:a16="http://schemas.microsoft.com/office/drawing/2014/main" id="{9DF3C4DD-1CA1-1A3F-6055-81F5B036B946}"/>
                </a:ext>
              </a:extLst>
            </p:cNvPr>
            <p:cNvSpPr txBox="1">
              <a:spLocks noChangeArrowheads="1"/>
            </p:cNvSpPr>
            <p:nvPr/>
          </p:nvSpPr>
          <p:spPr bwMode="auto">
            <a:xfrm flipH="1">
              <a:off x="5166" y="274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4221" name="Text Box 63">
              <a:extLst>
                <a:ext uri="{FF2B5EF4-FFF2-40B4-BE49-F238E27FC236}">
                  <a16:creationId xmlns:a16="http://schemas.microsoft.com/office/drawing/2014/main" id="{33C27D9E-296D-364F-5A2B-9BA556BF0B9A}"/>
                </a:ext>
              </a:extLst>
            </p:cNvPr>
            <p:cNvSpPr txBox="1">
              <a:spLocks noChangeArrowheads="1"/>
            </p:cNvSpPr>
            <p:nvPr/>
          </p:nvSpPr>
          <p:spPr bwMode="auto">
            <a:xfrm flipH="1">
              <a:off x="4596" y="2739"/>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4222" name="Text Box 64">
              <a:extLst>
                <a:ext uri="{FF2B5EF4-FFF2-40B4-BE49-F238E27FC236}">
                  <a16:creationId xmlns:a16="http://schemas.microsoft.com/office/drawing/2014/main" id="{BA617675-9F32-55F2-CE9A-C9FB25E7BA9E}"/>
                </a:ext>
              </a:extLst>
            </p:cNvPr>
            <p:cNvSpPr txBox="1">
              <a:spLocks noChangeArrowheads="1"/>
            </p:cNvSpPr>
            <p:nvPr/>
          </p:nvSpPr>
          <p:spPr bwMode="auto">
            <a:xfrm flipH="1">
              <a:off x="5102" y="237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4223" name="Text Box 65">
              <a:extLst>
                <a:ext uri="{FF2B5EF4-FFF2-40B4-BE49-F238E27FC236}">
                  <a16:creationId xmlns:a16="http://schemas.microsoft.com/office/drawing/2014/main" id="{DA647C5F-A628-419B-D3B3-7AAE692CD0C4}"/>
                </a:ext>
              </a:extLst>
            </p:cNvPr>
            <p:cNvSpPr txBox="1">
              <a:spLocks noChangeArrowheads="1"/>
            </p:cNvSpPr>
            <p:nvPr/>
          </p:nvSpPr>
          <p:spPr bwMode="auto">
            <a:xfrm flipH="1">
              <a:off x="3984" y="238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222290" name="Text Box 82">
              <a:extLst>
                <a:ext uri="{FF2B5EF4-FFF2-40B4-BE49-F238E27FC236}">
                  <a16:creationId xmlns:a16="http://schemas.microsoft.com/office/drawing/2014/main" id="{45C08108-E5EB-CC5C-B2E2-ACA04CE24DB9}"/>
                </a:ext>
              </a:extLst>
            </p:cNvPr>
            <p:cNvSpPr txBox="1">
              <a:spLocks noChangeArrowheads="1"/>
            </p:cNvSpPr>
            <p:nvPr/>
          </p:nvSpPr>
          <p:spPr bwMode="auto">
            <a:xfrm flipH="1">
              <a:off x="4161" y="2597"/>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1</a:t>
              </a:r>
            </a:p>
          </p:txBody>
        </p:sp>
        <p:sp>
          <p:nvSpPr>
            <p:cNvPr id="222291" name="Text Box 83">
              <a:extLst>
                <a:ext uri="{FF2B5EF4-FFF2-40B4-BE49-F238E27FC236}">
                  <a16:creationId xmlns:a16="http://schemas.microsoft.com/office/drawing/2014/main" id="{A69AD678-F55D-4BB1-C8FE-1266FBD0C7E7}"/>
                </a:ext>
              </a:extLst>
            </p:cNvPr>
            <p:cNvSpPr txBox="1">
              <a:spLocks noChangeArrowheads="1"/>
            </p:cNvSpPr>
            <p:nvPr/>
          </p:nvSpPr>
          <p:spPr bwMode="auto">
            <a:xfrm flipH="1">
              <a:off x="4576" y="2256"/>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222292" name="Text Box 84">
              <a:extLst>
                <a:ext uri="{FF2B5EF4-FFF2-40B4-BE49-F238E27FC236}">
                  <a16:creationId xmlns:a16="http://schemas.microsoft.com/office/drawing/2014/main" id="{5EB784B8-E265-6E40-71DA-E2A3C63101A1}"/>
                </a:ext>
              </a:extLst>
            </p:cNvPr>
            <p:cNvSpPr txBox="1">
              <a:spLocks noChangeArrowheads="1"/>
            </p:cNvSpPr>
            <p:nvPr/>
          </p:nvSpPr>
          <p:spPr bwMode="auto">
            <a:xfrm flipH="1">
              <a:off x="4905" y="2599"/>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94227" name="Text Box 138">
              <a:extLst>
                <a:ext uri="{FF2B5EF4-FFF2-40B4-BE49-F238E27FC236}">
                  <a16:creationId xmlns:a16="http://schemas.microsoft.com/office/drawing/2014/main" id="{EE6158C4-A42E-B0A1-145D-59D07357E7C7}"/>
                </a:ext>
              </a:extLst>
            </p:cNvPr>
            <p:cNvSpPr txBox="1">
              <a:spLocks noChangeArrowheads="1"/>
            </p:cNvSpPr>
            <p:nvPr/>
          </p:nvSpPr>
          <p:spPr bwMode="auto">
            <a:xfrm flipH="1">
              <a:off x="3981" y="3070"/>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p>
          </p:txBody>
        </p:sp>
      </p:grpSp>
      <p:sp>
        <p:nvSpPr>
          <p:cNvPr id="3" name="内容占位符 2">
            <a:extLst>
              <a:ext uri="{FF2B5EF4-FFF2-40B4-BE49-F238E27FC236}">
                <a16:creationId xmlns:a16="http://schemas.microsoft.com/office/drawing/2014/main" id="{8C115939-97B3-46BF-BD15-47105DA6BF9F}"/>
              </a:ext>
            </a:extLst>
          </p:cNvPr>
          <p:cNvSpPr>
            <a:spLocks noGrp="1"/>
          </p:cNvSpPr>
          <p:nvPr>
            <p:ph idx="1"/>
          </p:nvPr>
        </p:nvSpPr>
        <p:spPr>
          <a:xfrm>
            <a:off x="658020" y="278268"/>
            <a:ext cx="7886700" cy="3566657"/>
          </a:xfrm>
        </p:spPr>
        <p:txBody>
          <a:bodyPr>
            <a:normAutofit lnSpcReduction="10000"/>
          </a:bodyPr>
          <a:lstStyle/>
          <a:p>
            <a:r>
              <a:rPr lang="zh-CN" altLang="en-US" dirty="0"/>
              <a:t>右单旋转</a:t>
            </a:r>
          </a:p>
          <a:p>
            <a:pPr lvl="1"/>
            <a:r>
              <a:rPr lang="zh-CN" altLang="en-US" dirty="0"/>
              <a:t>在结点</a:t>
            </a:r>
            <a:r>
              <a:rPr lang="en-US" altLang="zh-CN" dirty="0"/>
              <a:t>A</a:t>
            </a:r>
            <a:r>
              <a:rPr lang="zh-CN" altLang="en-US" dirty="0"/>
              <a:t>的左子女的左子树</a:t>
            </a:r>
            <a:r>
              <a:rPr lang="en-US" altLang="zh-CN" dirty="0"/>
              <a:t>D</a:t>
            </a:r>
            <a:r>
              <a:rPr lang="zh-CN" altLang="en-US" dirty="0"/>
              <a:t>上插入新结点使其高度增</a:t>
            </a:r>
            <a:r>
              <a:rPr lang="en-US" altLang="zh-CN" dirty="0"/>
              <a:t>1</a:t>
            </a:r>
            <a:r>
              <a:rPr lang="zh-CN" altLang="en-US" dirty="0"/>
              <a:t>导致结点</a:t>
            </a:r>
            <a:r>
              <a:rPr lang="en-US" altLang="zh-CN" dirty="0"/>
              <a:t>A</a:t>
            </a:r>
            <a:r>
              <a:rPr lang="zh-CN" altLang="en-US" dirty="0"/>
              <a:t>的平衡因子增到</a:t>
            </a:r>
            <a:r>
              <a:rPr lang="en-US" altLang="zh-CN" dirty="0"/>
              <a:t>-2</a:t>
            </a:r>
            <a:r>
              <a:rPr lang="zh-CN" altLang="en-US" dirty="0"/>
              <a:t>，造成不平衡。为使树恢复平衡，从</a:t>
            </a:r>
            <a:r>
              <a:rPr lang="en-US" altLang="zh-CN" dirty="0"/>
              <a:t>A</a:t>
            </a:r>
            <a:r>
              <a:rPr lang="zh-CN" altLang="en-US" dirty="0"/>
              <a:t>沿插入路径连续取</a:t>
            </a:r>
            <a:r>
              <a:rPr lang="en-US" altLang="zh-CN" dirty="0"/>
              <a:t>3 </a:t>
            </a:r>
            <a:r>
              <a:rPr lang="zh-CN" altLang="en-US" dirty="0"/>
              <a:t>个结点</a:t>
            </a:r>
            <a:r>
              <a:rPr lang="en-US" altLang="zh-CN" dirty="0"/>
              <a:t>A</a:t>
            </a:r>
            <a:r>
              <a:rPr lang="zh-CN" altLang="en-US" dirty="0"/>
              <a:t>、</a:t>
            </a:r>
            <a:r>
              <a:rPr lang="en-US" altLang="zh-CN" dirty="0"/>
              <a:t>B</a:t>
            </a:r>
            <a:r>
              <a:rPr lang="zh-CN" altLang="en-US" dirty="0"/>
              <a:t>和</a:t>
            </a:r>
            <a:r>
              <a:rPr lang="en-US" altLang="zh-CN" dirty="0"/>
              <a:t>D</a:t>
            </a:r>
            <a:r>
              <a:rPr lang="zh-CN" altLang="en-US" dirty="0"/>
              <a:t>，以结点</a:t>
            </a:r>
            <a:r>
              <a:rPr lang="en-US" altLang="zh-CN" dirty="0"/>
              <a:t>B</a:t>
            </a:r>
            <a:r>
              <a:rPr lang="zh-CN" altLang="en-US" dirty="0"/>
              <a:t>为旋转轴，将结点</a:t>
            </a:r>
            <a:r>
              <a:rPr lang="en-US" altLang="zh-CN" dirty="0"/>
              <a:t>A</a:t>
            </a:r>
            <a:r>
              <a:rPr lang="zh-CN" altLang="en-US" dirty="0"/>
              <a:t>顺时针旋转。</a:t>
            </a:r>
          </a:p>
        </p:txBody>
      </p:sp>
      <p:sp>
        <p:nvSpPr>
          <p:cNvPr id="2" name="灯片编号占位符 1">
            <a:extLst>
              <a:ext uri="{FF2B5EF4-FFF2-40B4-BE49-F238E27FC236}">
                <a16:creationId xmlns:a16="http://schemas.microsoft.com/office/drawing/2014/main" id="{99C3C97D-2FF9-E8A2-9FB8-904827797408}"/>
              </a:ext>
            </a:extLst>
          </p:cNvPr>
          <p:cNvSpPr>
            <a:spLocks noGrp="1"/>
          </p:cNvSpPr>
          <p:nvPr>
            <p:ph type="sldNum" sz="quarter" idx="12"/>
          </p:nvPr>
        </p:nvSpPr>
        <p:spPr/>
        <p:txBody>
          <a:bodyPr/>
          <a:lstStyle/>
          <a:p>
            <a:pPr>
              <a:defRPr/>
            </a:pPr>
            <a:fld id="{82BC8E53-3928-4033-8D0B-01554133DC73}" type="slidenum">
              <a:rPr lang="en-US" altLang="zh-CN" smtClean="0"/>
              <a:pPr>
                <a:defRPr/>
              </a:pPr>
              <a:t>79</a:t>
            </a:fld>
            <a:endParaRPr lang="en-US" altLang="zh-CN"/>
          </a:p>
        </p:txBody>
      </p:sp>
    </p:spTree>
  </p:cSld>
  <p:clrMapOvr>
    <a:masterClrMapping/>
  </p:clrMapOvr>
  <p:transition>
    <p:spli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5610F44-A1D8-4C1A-AA08-1755007E8B06}"/>
              </a:ext>
            </a:extLst>
          </p:cNvPr>
          <p:cNvSpPr>
            <a:spLocks noGrp="1"/>
          </p:cNvSpPr>
          <p:nvPr>
            <p:ph idx="1"/>
          </p:nvPr>
        </p:nvSpPr>
        <p:spPr>
          <a:xfrm>
            <a:off x="628650" y="548680"/>
            <a:ext cx="7886700" cy="5628283"/>
          </a:xfrm>
        </p:spPr>
        <p:txBody>
          <a:bodyPr>
            <a:normAutofit fontScale="92500" lnSpcReduction="10000"/>
          </a:bodyPr>
          <a:lstStyle/>
          <a:p>
            <a:pPr marL="0" indent="0">
              <a:buNone/>
            </a:pPr>
            <a:r>
              <a:rPr lang="en-US" altLang="zh-CN" dirty="0"/>
              <a:t>//</a:t>
            </a:r>
            <a:r>
              <a:rPr lang="zh-CN" altLang="en-US" dirty="0"/>
              <a:t>右单旋转的算法</a:t>
            </a:r>
          </a:p>
          <a:p>
            <a:pPr marL="0" indent="0">
              <a:buNone/>
            </a:pPr>
            <a:r>
              <a:rPr lang="en-US" altLang="zh-CN" dirty="0"/>
              <a:t>template &lt;class K&gt;</a:t>
            </a:r>
          </a:p>
          <a:p>
            <a:pPr marL="0" indent="0">
              <a:buNone/>
            </a:pPr>
            <a:r>
              <a:rPr lang="en-US" altLang="zh-CN" dirty="0"/>
              <a:t>void </a:t>
            </a:r>
            <a:r>
              <a:rPr lang="en-US" altLang="zh-CN" dirty="0" err="1"/>
              <a:t>AVLTree</a:t>
            </a:r>
            <a:r>
              <a:rPr lang="en-US" altLang="zh-CN" dirty="0"/>
              <a:t>&lt;K&gt; ::</a:t>
            </a:r>
          </a:p>
          <a:p>
            <a:pPr marL="0" indent="0">
              <a:buNone/>
            </a:pPr>
            <a:r>
              <a:rPr lang="en-US" altLang="zh-CN" dirty="0" err="1"/>
              <a:t>RotateR</a:t>
            </a:r>
            <a:r>
              <a:rPr lang="en-US" altLang="zh-CN" dirty="0"/>
              <a:t> ( </a:t>
            </a:r>
            <a:r>
              <a:rPr lang="en-US" altLang="zh-CN" dirty="0" err="1"/>
              <a:t>AVLNode</a:t>
            </a:r>
            <a:r>
              <a:rPr lang="en-US" altLang="zh-CN" dirty="0"/>
              <a:t>&lt;K&gt; * &amp;</a:t>
            </a:r>
            <a:r>
              <a:rPr lang="en-US" altLang="zh-CN" dirty="0" err="1"/>
              <a:t>ptr</a:t>
            </a:r>
            <a:r>
              <a:rPr lang="en-US" altLang="zh-CN" dirty="0"/>
              <a:t>) { </a:t>
            </a:r>
          </a:p>
          <a:p>
            <a:pPr marL="0" indent="0">
              <a:buNone/>
            </a:pPr>
            <a:r>
              <a:rPr lang="en-US" altLang="zh-CN" dirty="0"/>
              <a:t>     </a:t>
            </a:r>
            <a:r>
              <a:rPr lang="en-US" altLang="zh-CN" dirty="0" err="1"/>
              <a:t>AVLNode</a:t>
            </a:r>
            <a:r>
              <a:rPr lang="en-US" altLang="zh-CN" dirty="0"/>
              <a:t>&lt;K&gt; *</a:t>
            </a:r>
            <a:r>
              <a:rPr lang="en-US" altLang="zh-CN" dirty="0" err="1"/>
              <a:t>subR</a:t>
            </a:r>
            <a:r>
              <a:rPr lang="en-US" altLang="zh-CN" dirty="0"/>
              <a:t> = </a:t>
            </a:r>
            <a:r>
              <a:rPr lang="en-US" altLang="zh-CN" dirty="0" err="1"/>
              <a:t>ptr</a:t>
            </a:r>
            <a:r>
              <a:rPr lang="en-US" altLang="zh-CN" dirty="0"/>
              <a:t>;</a:t>
            </a:r>
          </a:p>
          <a:p>
            <a:pPr marL="0" indent="0">
              <a:buNone/>
            </a:pPr>
            <a:r>
              <a:rPr lang="en-US" altLang="zh-CN" dirty="0"/>
              <a:t>     </a:t>
            </a:r>
            <a:r>
              <a:rPr lang="en-US" altLang="zh-CN" dirty="0" err="1"/>
              <a:t>ptr</a:t>
            </a:r>
            <a:r>
              <a:rPr lang="en-US" altLang="zh-CN" dirty="0"/>
              <a:t> = </a:t>
            </a:r>
            <a:r>
              <a:rPr lang="en-US" altLang="zh-CN" dirty="0" err="1"/>
              <a:t>subR</a:t>
            </a:r>
            <a:r>
              <a:rPr lang="en-US" altLang="zh-CN" dirty="0"/>
              <a:t>-&gt;left; </a:t>
            </a:r>
          </a:p>
          <a:p>
            <a:pPr marL="0" indent="0">
              <a:buNone/>
            </a:pPr>
            <a:r>
              <a:rPr lang="en-US" altLang="zh-CN" dirty="0"/>
              <a:t>     </a:t>
            </a:r>
            <a:r>
              <a:rPr lang="en-US" altLang="zh-CN" dirty="0" err="1"/>
              <a:t>subR</a:t>
            </a:r>
            <a:r>
              <a:rPr lang="en-US" altLang="zh-CN" dirty="0"/>
              <a:t>-&gt;left = </a:t>
            </a:r>
            <a:r>
              <a:rPr lang="en-US" altLang="zh-CN" dirty="0" err="1"/>
              <a:t>ptr</a:t>
            </a:r>
            <a:r>
              <a:rPr lang="en-US" altLang="zh-CN" dirty="0"/>
              <a:t>-&gt;right;</a:t>
            </a:r>
          </a:p>
          <a:p>
            <a:pPr marL="0" indent="0">
              <a:buNone/>
            </a:pPr>
            <a:r>
              <a:rPr lang="en-US" altLang="zh-CN" dirty="0"/>
              <a:t>     </a:t>
            </a:r>
            <a:r>
              <a:rPr lang="en-US" altLang="zh-CN" dirty="0" err="1"/>
              <a:t>ptr</a:t>
            </a:r>
            <a:r>
              <a:rPr lang="en-US" altLang="zh-CN" dirty="0"/>
              <a:t>-&gt;right = </a:t>
            </a:r>
            <a:r>
              <a:rPr lang="en-US" altLang="zh-CN" dirty="0" err="1"/>
              <a:t>subR</a:t>
            </a:r>
            <a:r>
              <a:rPr lang="en-US" altLang="zh-CN" dirty="0"/>
              <a:t>;	   </a:t>
            </a:r>
          </a:p>
          <a:p>
            <a:pPr marL="0" indent="0">
              <a:buNone/>
            </a:pPr>
            <a:r>
              <a:rPr lang="en-US" altLang="zh-CN" dirty="0"/>
              <a:t>     </a:t>
            </a:r>
            <a:r>
              <a:rPr lang="en-US" altLang="zh-CN" dirty="0" err="1"/>
              <a:t>ptr</a:t>
            </a:r>
            <a:r>
              <a:rPr lang="en-US" altLang="zh-CN" dirty="0"/>
              <a:t>-&gt;bf = </a:t>
            </a:r>
            <a:r>
              <a:rPr lang="en-US" altLang="zh-CN" dirty="0" err="1"/>
              <a:t>subR</a:t>
            </a:r>
            <a:r>
              <a:rPr lang="en-US" altLang="zh-CN" dirty="0"/>
              <a:t>-&gt;bf = 0;</a:t>
            </a:r>
          </a:p>
          <a:p>
            <a:pPr marL="0" indent="0">
              <a:buNone/>
            </a:pPr>
            <a:r>
              <a:rPr lang="en-US" altLang="zh-CN" dirty="0"/>
              <a:t>} </a:t>
            </a:r>
            <a:endParaRPr lang="zh-CN" altLang="en-US" dirty="0"/>
          </a:p>
        </p:txBody>
      </p:sp>
      <p:sp>
        <p:nvSpPr>
          <p:cNvPr id="2" name="灯片编号占位符 1">
            <a:extLst>
              <a:ext uri="{FF2B5EF4-FFF2-40B4-BE49-F238E27FC236}">
                <a16:creationId xmlns:a16="http://schemas.microsoft.com/office/drawing/2014/main" id="{A1F1AE0C-2BA4-083F-39B1-3185A151B9BC}"/>
              </a:ext>
            </a:extLst>
          </p:cNvPr>
          <p:cNvSpPr>
            <a:spLocks noGrp="1"/>
          </p:cNvSpPr>
          <p:nvPr>
            <p:ph type="sldNum" sz="quarter" idx="12"/>
          </p:nvPr>
        </p:nvSpPr>
        <p:spPr/>
        <p:txBody>
          <a:bodyPr/>
          <a:lstStyle/>
          <a:p>
            <a:pPr>
              <a:defRPr/>
            </a:pPr>
            <a:fld id="{82BC8E53-3928-4033-8D0B-01554133DC73}" type="slidenum">
              <a:rPr lang="en-US" altLang="zh-CN" smtClean="0"/>
              <a:pPr>
                <a:defRPr/>
              </a:pPr>
              <a:t>80</a:t>
            </a:fld>
            <a:endParaRPr lang="en-US" altLang="zh-CN"/>
          </a:p>
        </p:txBody>
      </p:sp>
    </p:spTree>
  </p:cSld>
  <p:clrMapOvr>
    <a:masterClrMapping/>
  </p:clrMapOvr>
  <p:transition>
    <p:spli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D149039-52E8-4FCB-8C06-A586B95B1F5A}"/>
              </a:ext>
            </a:extLst>
          </p:cNvPr>
          <p:cNvSpPr>
            <a:spLocks noGrp="1"/>
          </p:cNvSpPr>
          <p:nvPr>
            <p:ph type="title"/>
          </p:nvPr>
        </p:nvSpPr>
        <p:spPr>
          <a:xfrm>
            <a:off x="179512" y="365125"/>
            <a:ext cx="8640960" cy="1325563"/>
          </a:xfrm>
        </p:spPr>
        <p:txBody>
          <a:bodyPr>
            <a:normAutofit/>
          </a:bodyPr>
          <a:lstStyle/>
          <a:p>
            <a:r>
              <a:rPr lang="zh-CN" altLang="en-US" dirty="0"/>
              <a:t>先左后右双旋转 </a:t>
            </a:r>
            <a:r>
              <a:rPr lang="en-US" altLang="zh-CN" dirty="0"/>
              <a:t>(</a:t>
            </a:r>
            <a:r>
              <a:rPr lang="en-US" altLang="zh-CN" dirty="0" err="1"/>
              <a:t>RotationLeftRight</a:t>
            </a:r>
            <a:r>
              <a:rPr lang="en-US" altLang="zh-CN" dirty="0"/>
              <a:t>)</a:t>
            </a:r>
            <a:endParaRPr lang="zh-CN" altLang="en-US" dirty="0"/>
          </a:p>
        </p:txBody>
      </p:sp>
      <p:sp>
        <p:nvSpPr>
          <p:cNvPr id="3" name="内容占位符 2">
            <a:extLst>
              <a:ext uri="{FF2B5EF4-FFF2-40B4-BE49-F238E27FC236}">
                <a16:creationId xmlns:a16="http://schemas.microsoft.com/office/drawing/2014/main" id="{62F5BE73-48ED-43A9-9BFB-FE790D713D88}"/>
              </a:ext>
            </a:extLst>
          </p:cNvPr>
          <p:cNvSpPr>
            <a:spLocks noGrp="1"/>
          </p:cNvSpPr>
          <p:nvPr>
            <p:ph idx="1"/>
          </p:nvPr>
        </p:nvSpPr>
        <p:spPr/>
        <p:txBody>
          <a:bodyPr>
            <a:normAutofit lnSpcReduction="10000"/>
          </a:bodyPr>
          <a:lstStyle/>
          <a:p>
            <a:r>
              <a:rPr lang="zh-CN" altLang="en-US" dirty="0"/>
              <a:t>在结点</a:t>
            </a:r>
            <a:r>
              <a:rPr lang="en-US" altLang="zh-CN" dirty="0"/>
              <a:t>A</a:t>
            </a:r>
            <a:r>
              <a:rPr lang="zh-CN" altLang="en-US" dirty="0"/>
              <a:t>的左子女的右子树中插入新结点，该子树的高度增</a:t>
            </a:r>
            <a:r>
              <a:rPr lang="en-US" altLang="zh-CN" dirty="0"/>
              <a:t>1</a:t>
            </a:r>
            <a:r>
              <a:rPr lang="zh-CN" altLang="en-US" dirty="0"/>
              <a:t>导致结点</a:t>
            </a:r>
            <a:r>
              <a:rPr lang="en-US" altLang="zh-CN" dirty="0"/>
              <a:t>A</a:t>
            </a:r>
            <a:r>
              <a:rPr lang="zh-CN" altLang="en-US" dirty="0"/>
              <a:t>的平衡因子变为</a:t>
            </a:r>
            <a:r>
              <a:rPr lang="en-US" altLang="zh-CN" dirty="0"/>
              <a:t>-2</a:t>
            </a:r>
            <a:r>
              <a:rPr lang="zh-CN" altLang="en-US" dirty="0"/>
              <a:t>，造成不平衡。以结点</a:t>
            </a:r>
            <a:r>
              <a:rPr lang="en-US" altLang="zh-CN" dirty="0"/>
              <a:t>E</a:t>
            </a:r>
            <a:r>
              <a:rPr lang="zh-CN" altLang="en-US" dirty="0"/>
              <a:t>为旋转轴，将结点</a:t>
            </a:r>
            <a:r>
              <a:rPr lang="en-US" altLang="zh-CN" dirty="0"/>
              <a:t>B</a:t>
            </a:r>
            <a:r>
              <a:rPr lang="zh-CN" altLang="en-US" dirty="0"/>
              <a:t>反时针旋转，以</a:t>
            </a:r>
            <a:r>
              <a:rPr lang="en-US" altLang="zh-CN" dirty="0"/>
              <a:t>E</a:t>
            </a:r>
            <a:r>
              <a:rPr lang="zh-CN" altLang="en-US" dirty="0"/>
              <a:t>代替原来</a:t>
            </a:r>
            <a:r>
              <a:rPr lang="en-US" altLang="zh-CN" dirty="0"/>
              <a:t>B</a:t>
            </a:r>
            <a:r>
              <a:rPr lang="zh-CN" altLang="en-US" dirty="0"/>
              <a:t>的位置。</a:t>
            </a:r>
            <a:endParaRPr lang="en-US" altLang="zh-CN" dirty="0"/>
          </a:p>
          <a:p>
            <a:r>
              <a:rPr lang="zh-CN" altLang="en-US" dirty="0"/>
              <a:t>再以结点</a:t>
            </a:r>
            <a:r>
              <a:rPr lang="en-US" altLang="zh-CN" dirty="0"/>
              <a:t>E</a:t>
            </a:r>
            <a:r>
              <a:rPr lang="zh-CN" altLang="en-US" dirty="0"/>
              <a:t>为旋转轴，将结点</a:t>
            </a:r>
            <a:r>
              <a:rPr lang="en-US" altLang="zh-CN" dirty="0"/>
              <a:t>A</a:t>
            </a:r>
            <a:r>
              <a:rPr lang="zh-CN" altLang="en-US" dirty="0"/>
              <a:t>顺时针旋转。使之平衡化。</a:t>
            </a:r>
            <a:endParaRPr lang="en-US" altLang="zh-CN" dirty="0"/>
          </a:p>
          <a:p>
            <a:r>
              <a:rPr lang="zh-CN" altLang="en-US" dirty="0"/>
              <a:t>如下图所示</a:t>
            </a:r>
          </a:p>
        </p:txBody>
      </p:sp>
      <p:sp>
        <p:nvSpPr>
          <p:cNvPr id="2" name="灯片编号占位符 1">
            <a:extLst>
              <a:ext uri="{FF2B5EF4-FFF2-40B4-BE49-F238E27FC236}">
                <a16:creationId xmlns:a16="http://schemas.microsoft.com/office/drawing/2014/main" id="{B8DEF4C9-B7F3-8BBD-5F27-3F6EEFC15601}"/>
              </a:ext>
            </a:extLst>
          </p:cNvPr>
          <p:cNvSpPr>
            <a:spLocks noGrp="1"/>
          </p:cNvSpPr>
          <p:nvPr>
            <p:ph type="sldNum" sz="quarter" idx="12"/>
          </p:nvPr>
        </p:nvSpPr>
        <p:spPr/>
        <p:txBody>
          <a:bodyPr/>
          <a:lstStyle/>
          <a:p>
            <a:pPr>
              <a:defRPr/>
            </a:pPr>
            <a:fld id="{82BC8E53-3928-4033-8D0B-01554133DC73}" type="slidenum">
              <a:rPr lang="en-US" altLang="zh-CN" smtClean="0"/>
              <a:pPr>
                <a:defRPr/>
              </a:pPr>
              <a:t>81</a:t>
            </a:fld>
            <a:endParaRPr lang="en-US" altLang="zh-CN"/>
          </a:p>
        </p:txBody>
      </p:sp>
    </p:spTree>
  </p:cSld>
  <p:clrMapOvr>
    <a:masterClrMapping/>
  </p:clrMapOvr>
  <p:transition>
    <p:spli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98A98CD-5AD5-45C2-B854-FFDA1EAB4816}"/>
              </a:ext>
            </a:extLst>
          </p:cNvPr>
          <p:cNvGrpSpPr/>
          <p:nvPr/>
        </p:nvGrpSpPr>
        <p:grpSpPr>
          <a:xfrm>
            <a:off x="723106" y="3233044"/>
            <a:ext cx="7697788" cy="3535363"/>
            <a:chOff x="501650" y="1466850"/>
            <a:chExt cx="7697788" cy="3535363"/>
          </a:xfrm>
        </p:grpSpPr>
        <p:sp>
          <p:nvSpPr>
            <p:cNvPr id="97282" name="AutoShape 59">
              <a:extLst>
                <a:ext uri="{FF2B5EF4-FFF2-40B4-BE49-F238E27FC236}">
                  <a16:creationId xmlns:a16="http://schemas.microsoft.com/office/drawing/2014/main" id="{55EC49DD-8223-0A28-D3E6-3D61D2D53C58}"/>
                </a:ext>
              </a:extLst>
            </p:cNvPr>
            <p:cNvSpPr>
              <a:spLocks noChangeArrowheads="1"/>
            </p:cNvSpPr>
            <p:nvPr/>
          </p:nvSpPr>
          <p:spPr bwMode="auto">
            <a:xfrm flipH="1">
              <a:off x="501650" y="2117725"/>
              <a:ext cx="914400" cy="838200"/>
            </a:xfrm>
            <a:prstGeom prst="wedgeRoundRectCallout">
              <a:avLst>
                <a:gd name="adj1" fmla="val -142884"/>
                <a:gd name="adj2" fmla="val 17611"/>
                <a:gd name="adj3" fmla="val 16667"/>
              </a:avLst>
            </a:prstGeom>
            <a:solidFill>
              <a:srgbClr val="FFFFCC"/>
            </a:solidFill>
            <a:ln w="19050">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224261" name="Text Box 5">
              <a:extLst>
                <a:ext uri="{FF2B5EF4-FFF2-40B4-BE49-F238E27FC236}">
                  <a16:creationId xmlns:a16="http://schemas.microsoft.com/office/drawing/2014/main" id="{94FF6DAD-953F-96CE-D140-31A624C03CB7}"/>
                </a:ext>
              </a:extLst>
            </p:cNvPr>
            <p:cNvSpPr txBox="1">
              <a:spLocks noChangeArrowheads="1"/>
            </p:cNvSpPr>
            <p:nvPr/>
          </p:nvSpPr>
          <p:spPr bwMode="auto">
            <a:xfrm>
              <a:off x="590550" y="2095500"/>
              <a:ext cx="914400" cy="822325"/>
            </a:xfrm>
            <a:prstGeom prst="rect">
              <a:avLst/>
            </a:prstGeom>
            <a:noFill/>
            <a:ln w="9525">
              <a:noFill/>
              <a:miter lim="800000"/>
              <a:headEnd/>
              <a:tailEnd/>
            </a:ln>
            <a:effectLst/>
          </p:spPr>
          <p:txBody>
            <a:bodyPr>
              <a:spAutoFit/>
            </a:bodyPr>
            <a:lstStyle/>
            <a:p>
              <a:pPr>
                <a:defRPr/>
              </a:pPr>
              <a:r>
                <a:rPr lang="zh-CN" altLang="en-US" b="1" dirty="0">
                  <a:solidFill>
                    <a:schemeClr val="tx2"/>
                  </a:solidFill>
                  <a:effectLst>
                    <a:outerShdw blurRad="38100" dist="38100" dir="2700000" algn="tl">
                      <a:srgbClr val="C0C0C0"/>
                    </a:outerShdw>
                  </a:effectLst>
                  <a:latin typeface="Times New Roman" charset="0"/>
                  <a:ea typeface="仿宋_GB2312" pitchFamily="49" charset="-122"/>
                </a:rPr>
                <a:t>右单</a:t>
              </a:r>
            </a:p>
            <a:p>
              <a:pPr>
                <a:defRPr/>
              </a:pPr>
              <a:r>
                <a:rPr lang="zh-CN" altLang="en-US" b="1" dirty="0">
                  <a:solidFill>
                    <a:schemeClr val="tx2"/>
                  </a:solidFill>
                  <a:effectLst>
                    <a:outerShdw blurRad="38100" dist="38100" dir="2700000" algn="tl">
                      <a:srgbClr val="C0C0C0"/>
                    </a:outerShdw>
                  </a:effectLst>
                  <a:latin typeface="Times New Roman" charset="0"/>
                  <a:ea typeface="仿宋_GB2312" pitchFamily="49" charset="-122"/>
                </a:rPr>
                <a:t>旋转</a:t>
              </a:r>
              <a:endParaRPr lang="zh-CN" altLang="en-US" dirty="0">
                <a:solidFill>
                  <a:schemeClr val="bg2"/>
                </a:solidFill>
                <a:latin typeface="Times New Roman" charset="0"/>
              </a:endParaRPr>
            </a:p>
          </p:txBody>
        </p:sp>
        <p:grpSp>
          <p:nvGrpSpPr>
            <p:cNvPr id="97285" name="Group 6">
              <a:extLst>
                <a:ext uri="{FF2B5EF4-FFF2-40B4-BE49-F238E27FC236}">
                  <a16:creationId xmlns:a16="http://schemas.microsoft.com/office/drawing/2014/main" id="{630CDF03-283A-6B86-34F5-FDD58D7DFA8F}"/>
                </a:ext>
              </a:extLst>
            </p:cNvPr>
            <p:cNvGrpSpPr>
              <a:grpSpLocks/>
            </p:cNvGrpSpPr>
            <p:nvPr/>
          </p:nvGrpSpPr>
          <p:grpSpPr bwMode="auto">
            <a:xfrm>
              <a:off x="849313" y="1466850"/>
              <a:ext cx="3581400" cy="3535363"/>
              <a:chOff x="517" y="1752"/>
              <a:chExt cx="2256" cy="2227"/>
            </a:xfrm>
          </p:grpSpPr>
          <p:sp>
            <p:nvSpPr>
              <p:cNvPr id="97313" name="Text Box 7">
                <a:extLst>
                  <a:ext uri="{FF2B5EF4-FFF2-40B4-BE49-F238E27FC236}">
                    <a16:creationId xmlns:a16="http://schemas.microsoft.com/office/drawing/2014/main" id="{C0271636-B900-5D52-FC84-E01BD01BD836}"/>
                  </a:ext>
                </a:extLst>
              </p:cNvPr>
              <p:cNvSpPr txBox="1">
                <a:spLocks noChangeArrowheads="1"/>
              </p:cNvSpPr>
              <p:nvPr/>
            </p:nvSpPr>
            <p:spPr bwMode="auto">
              <a:xfrm>
                <a:off x="1504" y="1752"/>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7314" name="Text Box 8">
                <a:extLst>
                  <a:ext uri="{FF2B5EF4-FFF2-40B4-BE49-F238E27FC236}">
                    <a16:creationId xmlns:a16="http://schemas.microsoft.com/office/drawing/2014/main" id="{1F093003-1BD4-A528-5136-4AA534E40D45}"/>
                  </a:ext>
                </a:extLst>
              </p:cNvPr>
              <p:cNvSpPr txBox="1">
                <a:spLocks noChangeArrowheads="1"/>
              </p:cNvSpPr>
              <p:nvPr/>
            </p:nvSpPr>
            <p:spPr bwMode="auto">
              <a:xfrm>
                <a:off x="1168" y="2213"/>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grpSp>
            <p:nvGrpSpPr>
              <p:cNvPr id="97315" name="Group 9">
                <a:extLst>
                  <a:ext uri="{FF2B5EF4-FFF2-40B4-BE49-F238E27FC236}">
                    <a16:creationId xmlns:a16="http://schemas.microsoft.com/office/drawing/2014/main" id="{8856CD28-C8D2-2EC4-6203-C00178B939E9}"/>
                  </a:ext>
                </a:extLst>
              </p:cNvPr>
              <p:cNvGrpSpPr>
                <a:grpSpLocks/>
              </p:cNvGrpSpPr>
              <p:nvPr/>
            </p:nvGrpSpPr>
            <p:grpSpPr bwMode="auto">
              <a:xfrm>
                <a:off x="517" y="1979"/>
                <a:ext cx="2256" cy="2000"/>
                <a:chOff x="544" y="1943"/>
                <a:chExt cx="2256" cy="2000"/>
              </a:xfrm>
            </p:grpSpPr>
            <p:sp>
              <p:nvSpPr>
                <p:cNvPr id="97316" name="Line 10">
                  <a:extLst>
                    <a:ext uri="{FF2B5EF4-FFF2-40B4-BE49-F238E27FC236}">
                      <a16:creationId xmlns:a16="http://schemas.microsoft.com/office/drawing/2014/main" id="{E8794D78-1F1A-695D-D0CE-925716B8EA7F}"/>
                    </a:ext>
                  </a:extLst>
                </p:cNvPr>
                <p:cNvSpPr>
                  <a:spLocks noChangeShapeType="1"/>
                </p:cNvSpPr>
                <p:nvPr/>
              </p:nvSpPr>
              <p:spPr bwMode="auto">
                <a:xfrm>
                  <a:off x="1264" y="2885"/>
                  <a:ext cx="240" cy="288"/>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17" name="Line 11">
                  <a:extLst>
                    <a:ext uri="{FF2B5EF4-FFF2-40B4-BE49-F238E27FC236}">
                      <a16:creationId xmlns:a16="http://schemas.microsoft.com/office/drawing/2014/main" id="{AFD2FB35-4B47-8DE6-1E94-8158171AF381}"/>
                    </a:ext>
                  </a:extLst>
                </p:cNvPr>
                <p:cNvSpPr>
                  <a:spLocks noChangeShapeType="1"/>
                </p:cNvSpPr>
                <p:nvPr/>
              </p:nvSpPr>
              <p:spPr bwMode="auto">
                <a:xfrm>
                  <a:off x="1984" y="2165"/>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18" name="Line 12">
                  <a:extLst>
                    <a:ext uri="{FF2B5EF4-FFF2-40B4-BE49-F238E27FC236}">
                      <a16:creationId xmlns:a16="http://schemas.microsoft.com/office/drawing/2014/main" id="{7DD96C16-8123-06C7-A4FC-9177D0982F3B}"/>
                    </a:ext>
                  </a:extLst>
                </p:cNvPr>
                <p:cNvSpPr>
                  <a:spLocks noChangeShapeType="1"/>
                </p:cNvSpPr>
                <p:nvPr/>
              </p:nvSpPr>
              <p:spPr bwMode="auto">
                <a:xfrm flipH="1">
                  <a:off x="928" y="2165"/>
                  <a:ext cx="912" cy="100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19" name="Rectangle 13">
                  <a:extLst>
                    <a:ext uri="{FF2B5EF4-FFF2-40B4-BE49-F238E27FC236}">
                      <a16:creationId xmlns:a16="http://schemas.microsoft.com/office/drawing/2014/main" id="{D98F1C1E-D74C-12E0-2151-D7820AA7473D}"/>
                    </a:ext>
                  </a:extLst>
                </p:cNvPr>
                <p:cNvSpPr>
                  <a:spLocks noChangeArrowheads="1"/>
                </p:cNvSpPr>
                <p:nvPr/>
              </p:nvSpPr>
              <p:spPr bwMode="auto">
                <a:xfrm>
                  <a:off x="2368" y="2501"/>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7320" name="Line 14">
                  <a:extLst>
                    <a:ext uri="{FF2B5EF4-FFF2-40B4-BE49-F238E27FC236}">
                      <a16:creationId xmlns:a16="http://schemas.microsoft.com/office/drawing/2014/main" id="{5A65E1EE-6A89-E462-836A-36E228C1C0FF}"/>
                    </a:ext>
                  </a:extLst>
                </p:cNvPr>
                <p:cNvSpPr>
                  <a:spLocks noChangeShapeType="1"/>
                </p:cNvSpPr>
                <p:nvPr/>
              </p:nvSpPr>
              <p:spPr bwMode="auto">
                <a:xfrm>
                  <a:off x="1600" y="2549"/>
                  <a:ext cx="288" cy="28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21" name="Oval 15">
                  <a:extLst>
                    <a:ext uri="{FF2B5EF4-FFF2-40B4-BE49-F238E27FC236}">
                      <a16:creationId xmlns:a16="http://schemas.microsoft.com/office/drawing/2014/main" id="{AFBE625F-8C30-A4AE-EE9B-D5D49CCF3550}"/>
                    </a:ext>
                  </a:extLst>
                </p:cNvPr>
                <p:cNvSpPr>
                  <a:spLocks noChangeArrowheads="1"/>
                </p:cNvSpPr>
                <p:nvPr/>
              </p:nvSpPr>
              <p:spPr bwMode="auto">
                <a:xfrm>
                  <a:off x="1456" y="2357"/>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22" name="Oval 16">
                  <a:extLst>
                    <a:ext uri="{FF2B5EF4-FFF2-40B4-BE49-F238E27FC236}">
                      <a16:creationId xmlns:a16="http://schemas.microsoft.com/office/drawing/2014/main" id="{C28FFC82-EBB9-4F8F-00CC-DDCF0A26DF57}"/>
                    </a:ext>
                  </a:extLst>
                </p:cNvPr>
                <p:cNvSpPr>
                  <a:spLocks noChangeArrowheads="1"/>
                </p:cNvSpPr>
                <p:nvPr/>
              </p:nvSpPr>
              <p:spPr bwMode="auto">
                <a:xfrm>
                  <a:off x="1792" y="1973"/>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23" name="Rectangle 17">
                  <a:extLst>
                    <a:ext uri="{FF2B5EF4-FFF2-40B4-BE49-F238E27FC236}">
                      <a16:creationId xmlns:a16="http://schemas.microsoft.com/office/drawing/2014/main" id="{3056BE0F-101B-7AE0-6CF3-7C64F934873A}"/>
                    </a:ext>
                  </a:extLst>
                </p:cNvPr>
                <p:cNvSpPr>
                  <a:spLocks noChangeArrowheads="1"/>
                </p:cNvSpPr>
                <p:nvPr/>
              </p:nvSpPr>
              <p:spPr bwMode="auto">
                <a:xfrm>
                  <a:off x="784" y="3173"/>
                  <a:ext cx="240" cy="77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7324" name="Text Box 18">
                  <a:extLst>
                    <a:ext uri="{FF2B5EF4-FFF2-40B4-BE49-F238E27FC236}">
                      <a16:creationId xmlns:a16="http://schemas.microsoft.com/office/drawing/2014/main" id="{A28E19B1-EB15-8528-7928-20B0022F1A59}"/>
                    </a:ext>
                  </a:extLst>
                </p:cNvPr>
                <p:cNvSpPr txBox="1">
                  <a:spLocks noChangeArrowheads="1"/>
                </p:cNvSpPr>
                <p:nvPr/>
              </p:nvSpPr>
              <p:spPr bwMode="auto">
                <a:xfrm>
                  <a:off x="2499" y="216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7325" name="Text Box 19">
                  <a:extLst>
                    <a:ext uri="{FF2B5EF4-FFF2-40B4-BE49-F238E27FC236}">
                      <a16:creationId xmlns:a16="http://schemas.microsoft.com/office/drawing/2014/main" id="{6CB2DC70-68D2-4302-0E2B-4B0198B3FC6F}"/>
                    </a:ext>
                  </a:extLst>
                </p:cNvPr>
                <p:cNvSpPr txBox="1">
                  <a:spLocks noChangeArrowheads="1"/>
                </p:cNvSpPr>
                <p:nvPr/>
              </p:nvSpPr>
              <p:spPr bwMode="auto">
                <a:xfrm>
                  <a:off x="544" y="2856"/>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97326" name="Rectangle 20">
                  <a:extLst>
                    <a:ext uri="{FF2B5EF4-FFF2-40B4-BE49-F238E27FC236}">
                      <a16:creationId xmlns:a16="http://schemas.microsoft.com/office/drawing/2014/main" id="{348B3F56-73FA-DC0D-B840-86DDFC142844}"/>
                    </a:ext>
                  </a:extLst>
                </p:cNvPr>
                <p:cNvSpPr>
                  <a:spLocks noChangeArrowheads="1"/>
                </p:cNvSpPr>
                <p:nvPr/>
              </p:nvSpPr>
              <p:spPr bwMode="auto">
                <a:xfrm>
                  <a:off x="1408" y="3182"/>
                  <a:ext cx="240" cy="642"/>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7327" name="Oval 21">
                  <a:extLst>
                    <a:ext uri="{FF2B5EF4-FFF2-40B4-BE49-F238E27FC236}">
                      <a16:creationId xmlns:a16="http://schemas.microsoft.com/office/drawing/2014/main" id="{FBE0F11F-9E12-A657-A69D-2A7F000E5644}"/>
                    </a:ext>
                  </a:extLst>
                </p:cNvPr>
                <p:cNvSpPr>
                  <a:spLocks noChangeArrowheads="1"/>
                </p:cNvSpPr>
                <p:nvPr/>
              </p:nvSpPr>
              <p:spPr bwMode="auto">
                <a:xfrm>
                  <a:off x="1120" y="2741"/>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28" name="Rectangle 22">
                  <a:extLst>
                    <a:ext uri="{FF2B5EF4-FFF2-40B4-BE49-F238E27FC236}">
                      <a16:creationId xmlns:a16="http://schemas.microsoft.com/office/drawing/2014/main" id="{714256F0-138D-B8FC-9BAB-3AB080D8CD4E}"/>
                    </a:ext>
                  </a:extLst>
                </p:cNvPr>
                <p:cNvSpPr>
                  <a:spLocks noChangeArrowheads="1"/>
                </p:cNvSpPr>
                <p:nvPr/>
              </p:nvSpPr>
              <p:spPr bwMode="auto">
                <a:xfrm>
                  <a:off x="1888" y="2693"/>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7329" name="Text Box 23">
                  <a:extLst>
                    <a:ext uri="{FF2B5EF4-FFF2-40B4-BE49-F238E27FC236}">
                      <a16:creationId xmlns:a16="http://schemas.microsoft.com/office/drawing/2014/main" id="{2CEFBC5A-37B6-0B89-5825-F2C4AA5FCAA5}"/>
                    </a:ext>
                  </a:extLst>
                </p:cNvPr>
                <p:cNvSpPr txBox="1">
                  <a:spLocks noChangeArrowheads="1"/>
                </p:cNvSpPr>
                <p:nvPr/>
              </p:nvSpPr>
              <p:spPr bwMode="auto">
                <a:xfrm>
                  <a:off x="1888" y="2741"/>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97330" name="Text Box 24">
                  <a:extLst>
                    <a:ext uri="{FF2B5EF4-FFF2-40B4-BE49-F238E27FC236}">
                      <a16:creationId xmlns:a16="http://schemas.microsoft.com/office/drawing/2014/main" id="{1B7698CA-A816-B7F4-28D6-93CD6324C51C}"/>
                    </a:ext>
                  </a:extLst>
                </p:cNvPr>
                <p:cNvSpPr txBox="1">
                  <a:spLocks noChangeArrowheads="1"/>
                </p:cNvSpPr>
                <p:nvPr/>
              </p:nvSpPr>
              <p:spPr bwMode="auto">
                <a:xfrm>
                  <a:off x="1390" y="3336"/>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97331" name="Text Box 25">
                  <a:extLst>
                    <a:ext uri="{FF2B5EF4-FFF2-40B4-BE49-F238E27FC236}">
                      <a16:creationId xmlns:a16="http://schemas.microsoft.com/office/drawing/2014/main" id="{2F975E2F-7622-83E3-C0A8-921F632D7C16}"/>
                    </a:ext>
                  </a:extLst>
                </p:cNvPr>
                <p:cNvSpPr txBox="1">
                  <a:spLocks noChangeArrowheads="1"/>
                </p:cNvSpPr>
                <p:nvPr/>
              </p:nvSpPr>
              <p:spPr bwMode="auto">
                <a:xfrm>
                  <a:off x="880" y="2520"/>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7332" name="Text Box 26">
                  <a:extLst>
                    <a:ext uri="{FF2B5EF4-FFF2-40B4-BE49-F238E27FC236}">
                      <a16:creationId xmlns:a16="http://schemas.microsoft.com/office/drawing/2014/main" id="{D83612C9-F1CD-D1E8-4FAA-FA94890B8FB7}"/>
                    </a:ext>
                  </a:extLst>
                </p:cNvPr>
                <p:cNvSpPr txBox="1">
                  <a:spLocks noChangeArrowheads="1"/>
                </p:cNvSpPr>
                <p:nvPr/>
              </p:nvSpPr>
              <p:spPr bwMode="auto">
                <a:xfrm>
                  <a:off x="1472" y="2837"/>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97333" name="Text Box 27">
                  <a:extLst>
                    <a:ext uri="{FF2B5EF4-FFF2-40B4-BE49-F238E27FC236}">
                      <a16:creationId xmlns:a16="http://schemas.microsoft.com/office/drawing/2014/main" id="{DDBE4F82-5B38-D28F-DCE6-105DA1AC8931}"/>
                    </a:ext>
                  </a:extLst>
                </p:cNvPr>
                <p:cNvSpPr txBox="1">
                  <a:spLocks noChangeArrowheads="1"/>
                </p:cNvSpPr>
                <p:nvPr/>
              </p:nvSpPr>
              <p:spPr bwMode="auto">
                <a:xfrm>
                  <a:off x="1957" y="2376"/>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224284" name="Text Box 28">
                  <a:extLst>
                    <a:ext uri="{FF2B5EF4-FFF2-40B4-BE49-F238E27FC236}">
                      <a16:creationId xmlns:a16="http://schemas.microsoft.com/office/drawing/2014/main" id="{6B358D98-15C0-C08A-BA17-2D082C47F5A3}"/>
                    </a:ext>
                  </a:extLst>
                </p:cNvPr>
                <p:cNvSpPr txBox="1">
                  <a:spLocks noChangeArrowheads="1"/>
                </p:cNvSpPr>
                <p:nvPr/>
              </p:nvSpPr>
              <p:spPr bwMode="auto">
                <a:xfrm>
                  <a:off x="1127" y="2709"/>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224285" name="Text Box 29">
                  <a:extLst>
                    <a:ext uri="{FF2B5EF4-FFF2-40B4-BE49-F238E27FC236}">
                      <a16:creationId xmlns:a16="http://schemas.microsoft.com/office/drawing/2014/main" id="{328C094A-5A0E-952C-B632-6C71B3256C54}"/>
                    </a:ext>
                  </a:extLst>
                </p:cNvPr>
                <p:cNvSpPr txBox="1">
                  <a:spLocks noChangeArrowheads="1"/>
                </p:cNvSpPr>
                <p:nvPr/>
              </p:nvSpPr>
              <p:spPr bwMode="auto">
                <a:xfrm>
                  <a:off x="1741" y="1943"/>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宋体" pitchFamily="2" charset="-122"/>
                    </a:rPr>
                    <a:t>-</a:t>
                  </a:r>
                  <a:r>
                    <a:rPr lang="en-US" altLang="zh-CN" b="1">
                      <a:solidFill>
                        <a:srgbClr val="FF33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224286" name="Text Box 30">
                  <a:extLst>
                    <a:ext uri="{FF2B5EF4-FFF2-40B4-BE49-F238E27FC236}">
                      <a16:creationId xmlns:a16="http://schemas.microsoft.com/office/drawing/2014/main" id="{03AC18B1-EB4E-3B83-A89D-C6367DC5437A}"/>
                    </a:ext>
                  </a:extLst>
                </p:cNvPr>
                <p:cNvSpPr txBox="1">
                  <a:spLocks noChangeArrowheads="1"/>
                </p:cNvSpPr>
                <p:nvPr/>
              </p:nvSpPr>
              <p:spPr bwMode="auto">
                <a:xfrm>
                  <a:off x="1408" y="2325"/>
                  <a:ext cx="310" cy="288"/>
                </a:xfrm>
                <a:prstGeom prst="rect">
                  <a:avLst/>
                </a:prstGeom>
                <a:noFill/>
                <a:ln w="9525">
                  <a:noFill/>
                  <a:miter lim="800000"/>
                  <a:headEnd/>
                  <a:tailEnd/>
                </a:ln>
                <a:effectLst/>
              </p:spPr>
              <p:txBody>
                <a:bodyPr wrap="none">
                  <a:spAutoFit/>
                </a:bodyPr>
                <a:lstStyle/>
                <a:p>
                  <a:pPr>
                    <a:defRPr/>
                  </a:pPr>
                  <a:r>
                    <a:rPr lang="en-US" altLang="zh-CN" b="1">
                      <a:solidFill>
                        <a:schemeClr val="hlink"/>
                      </a:solidFill>
                      <a:effectLst>
                        <a:outerShdw blurRad="38100" dist="38100" dir="2700000" algn="tl">
                          <a:srgbClr val="C0C0C0"/>
                        </a:outerShdw>
                      </a:effectLst>
                      <a:latin typeface="隶书" pitchFamily="49" charset="-122"/>
                      <a:ea typeface="隶书" pitchFamily="49" charset="-122"/>
                    </a:rPr>
                    <a:t>-</a:t>
                  </a:r>
                  <a:r>
                    <a:rPr lang="en-US" altLang="zh-CN" b="1">
                      <a:solidFill>
                        <a:schemeClr val="hlink"/>
                      </a:solidFill>
                      <a:effectLst>
                        <a:outerShdw blurRad="38100" dist="38100" dir="2700000" algn="tl">
                          <a:srgbClr val="C0C0C0"/>
                        </a:outerShdw>
                      </a:effectLst>
                      <a:latin typeface="Times New Roman" charset="0"/>
                    </a:rPr>
                    <a:t>2</a:t>
                  </a:r>
                </a:p>
              </p:txBody>
            </p:sp>
            <p:sp>
              <p:nvSpPr>
                <p:cNvPr id="97337" name="Rectangle 31">
                  <a:extLst>
                    <a:ext uri="{FF2B5EF4-FFF2-40B4-BE49-F238E27FC236}">
                      <a16:creationId xmlns:a16="http://schemas.microsoft.com/office/drawing/2014/main" id="{0EB90F99-5BE1-8AE4-472E-B92891E31031}"/>
                    </a:ext>
                  </a:extLst>
                </p:cNvPr>
                <p:cNvSpPr>
                  <a:spLocks noChangeArrowheads="1"/>
                </p:cNvSpPr>
                <p:nvPr/>
              </p:nvSpPr>
              <p:spPr bwMode="auto">
                <a:xfrm>
                  <a:off x="1404" y="3809"/>
                  <a:ext cx="240" cy="121"/>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grpSp>
        </p:grpSp>
        <p:grpSp>
          <p:nvGrpSpPr>
            <p:cNvPr id="97286" name="Group 32">
              <a:extLst>
                <a:ext uri="{FF2B5EF4-FFF2-40B4-BE49-F238E27FC236}">
                  <a16:creationId xmlns:a16="http://schemas.microsoft.com/office/drawing/2014/main" id="{52115C1B-B71B-F867-624C-CFD608B39F03}"/>
                </a:ext>
              </a:extLst>
            </p:cNvPr>
            <p:cNvGrpSpPr>
              <a:grpSpLocks/>
            </p:cNvGrpSpPr>
            <p:nvPr/>
          </p:nvGrpSpPr>
          <p:grpSpPr bwMode="auto">
            <a:xfrm>
              <a:off x="4799013" y="1524000"/>
              <a:ext cx="3400425" cy="2865438"/>
              <a:chOff x="3023" y="1761"/>
              <a:chExt cx="2142" cy="1805"/>
            </a:xfrm>
          </p:grpSpPr>
          <p:sp>
            <p:nvSpPr>
              <p:cNvPr id="97288" name="Text Box 33">
                <a:extLst>
                  <a:ext uri="{FF2B5EF4-FFF2-40B4-BE49-F238E27FC236}">
                    <a16:creationId xmlns:a16="http://schemas.microsoft.com/office/drawing/2014/main" id="{3CC2B954-9413-922C-F2A3-423B38C8B312}"/>
                  </a:ext>
                </a:extLst>
              </p:cNvPr>
              <p:cNvSpPr txBox="1">
                <a:spLocks noChangeArrowheads="1"/>
              </p:cNvSpPr>
              <p:nvPr/>
            </p:nvSpPr>
            <p:spPr bwMode="auto">
              <a:xfrm>
                <a:off x="3824" y="2520"/>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97289" name="Text Box 34">
                <a:extLst>
                  <a:ext uri="{FF2B5EF4-FFF2-40B4-BE49-F238E27FC236}">
                    <a16:creationId xmlns:a16="http://schemas.microsoft.com/office/drawing/2014/main" id="{73122725-B230-77E3-6EC1-8BC0F7D2A84C}"/>
                  </a:ext>
                </a:extLst>
              </p:cNvPr>
              <p:cNvSpPr txBox="1">
                <a:spLocks noChangeArrowheads="1"/>
              </p:cNvSpPr>
              <p:nvPr/>
            </p:nvSpPr>
            <p:spPr bwMode="auto">
              <a:xfrm>
                <a:off x="4000" y="2520"/>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97290" name="Text Box 35">
                <a:extLst>
                  <a:ext uri="{FF2B5EF4-FFF2-40B4-BE49-F238E27FC236}">
                    <a16:creationId xmlns:a16="http://schemas.microsoft.com/office/drawing/2014/main" id="{45A9EEED-F886-DCB5-E0E7-7DB5298F5F9E}"/>
                  </a:ext>
                </a:extLst>
              </p:cNvPr>
              <p:cNvSpPr txBox="1">
                <a:spLocks noChangeArrowheads="1"/>
              </p:cNvSpPr>
              <p:nvPr/>
            </p:nvSpPr>
            <p:spPr bwMode="auto">
              <a:xfrm>
                <a:off x="3023" y="252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grpSp>
            <p:nvGrpSpPr>
              <p:cNvPr id="97291" name="Group 36">
                <a:extLst>
                  <a:ext uri="{FF2B5EF4-FFF2-40B4-BE49-F238E27FC236}">
                    <a16:creationId xmlns:a16="http://schemas.microsoft.com/office/drawing/2014/main" id="{9ACC9CE2-BEA1-DE26-B65C-5C6AB8440EEF}"/>
                  </a:ext>
                </a:extLst>
              </p:cNvPr>
              <p:cNvGrpSpPr>
                <a:grpSpLocks/>
              </p:cNvGrpSpPr>
              <p:nvPr/>
            </p:nvGrpSpPr>
            <p:grpSpPr bwMode="auto">
              <a:xfrm>
                <a:off x="3267" y="1761"/>
                <a:ext cx="1898" cy="1805"/>
                <a:chOff x="3267" y="1752"/>
                <a:chExt cx="1898" cy="1805"/>
              </a:xfrm>
            </p:grpSpPr>
            <p:sp>
              <p:nvSpPr>
                <p:cNvPr id="97296" name="Line 37">
                  <a:extLst>
                    <a:ext uri="{FF2B5EF4-FFF2-40B4-BE49-F238E27FC236}">
                      <a16:creationId xmlns:a16="http://schemas.microsoft.com/office/drawing/2014/main" id="{DE3162F7-7867-0BB4-0F1C-30A3957DB681}"/>
                    </a:ext>
                  </a:extLst>
                </p:cNvPr>
                <p:cNvSpPr>
                  <a:spLocks noChangeShapeType="1"/>
                </p:cNvSpPr>
                <p:nvPr/>
              </p:nvSpPr>
              <p:spPr bwMode="auto">
                <a:xfrm flipH="1">
                  <a:off x="4240" y="2549"/>
                  <a:ext cx="144" cy="384"/>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7" name="Line 38">
                  <a:extLst>
                    <a:ext uri="{FF2B5EF4-FFF2-40B4-BE49-F238E27FC236}">
                      <a16:creationId xmlns:a16="http://schemas.microsoft.com/office/drawing/2014/main" id="{83619003-23C0-FF29-7353-789A65FE06F3}"/>
                    </a:ext>
                  </a:extLst>
                </p:cNvPr>
                <p:cNvSpPr>
                  <a:spLocks noChangeShapeType="1"/>
                </p:cNvSpPr>
                <p:nvPr/>
              </p:nvSpPr>
              <p:spPr bwMode="auto">
                <a:xfrm>
                  <a:off x="4096" y="2165"/>
                  <a:ext cx="672" cy="67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8" name="Line 39">
                  <a:extLst>
                    <a:ext uri="{FF2B5EF4-FFF2-40B4-BE49-F238E27FC236}">
                      <a16:creationId xmlns:a16="http://schemas.microsoft.com/office/drawing/2014/main" id="{A2257901-A76B-E5D4-10F9-00F999E20A9F}"/>
                    </a:ext>
                  </a:extLst>
                </p:cNvPr>
                <p:cNvSpPr>
                  <a:spLocks noChangeShapeType="1"/>
                </p:cNvSpPr>
                <p:nvPr/>
              </p:nvSpPr>
              <p:spPr bwMode="auto">
                <a:xfrm flipH="1">
                  <a:off x="3280" y="2165"/>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9" name="Rectangle 40">
                  <a:extLst>
                    <a:ext uri="{FF2B5EF4-FFF2-40B4-BE49-F238E27FC236}">
                      <a16:creationId xmlns:a16="http://schemas.microsoft.com/office/drawing/2014/main" id="{93EE2F4F-4A70-7B14-13CD-71F32B0B81DF}"/>
                    </a:ext>
                  </a:extLst>
                </p:cNvPr>
                <p:cNvSpPr>
                  <a:spLocks noChangeArrowheads="1"/>
                </p:cNvSpPr>
                <p:nvPr/>
              </p:nvSpPr>
              <p:spPr bwMode="auto">
                <a:xfrm>
                  <a:off x="4720" y="2837"/>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7300" name="Line 41">
                  <a:extLst>
                    <a:ext uri="{FF2B5EF4-FFF2-40B4-BE49-F238E27FC236}">
                      <a16:creationId xmlns:a16="http://schemas.microsoft.com/office/drawing/2014/main" id="{314C9E37-D6EF-7C53-7077-00F89A653D13}"/>
                    </a:ext>
                  </a:extLst>
                </p:cNvPr>
                <p:cNvSpPr>
                  <a:spLocks noChangeShapeType="1"/>
                </p:cNvSpPr>
                <p:nvPr/>
              </p:nvSpPr>
              <p:spPr bwMode="auto">
                <a:xfrm>
                  <a:off x="3712" y="2549"/>
                  <a:ext cx="192" cy="336"/>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01" name="Oval 42">
                  <a:extLst>
                    <a:ext uri="{FF2B5EF4-FFF2-40B4-BE49-F238E27FC236}">
                      <a16:creationId xmlns:a16="http://schemas.microsoft.com/office/drawing/2014/main" id="{080D49E0-F514-52DA-1DF2-EBAD547F6576}"/>
                    </a:ext>
                  </a:extLst>
                </p:cNvPr>
                <p:cNvSpPr>
                  <a:spLocks noChangeArrowheads="1"/>
                </p:cNvSpPr>
                <p:nvPr/>
              </p:nvSpPr>
              <p:spPr bwMode="auto">
                <a:xfrm>
                  <a:off x="3568" y="2357"/>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02" name="Oval 43">
                  <a:extLst>
                    <a:ext uri="{FF2B5EF4-FFF2-40B4-BE49-F238E27FC236}">
                      <a16:creationId xmlns:a16="http://schemas.microsoft.com/office/drawing/2014/main" id="{996C81C5-5447-E186-B38A-FCB3BFFFED45}"/>
                    </a:ext>
                  </a:extLst>
                </p:cNvPr>
                <p:cNvSpPr>
                  <a:spLocks noChangeArrowheads="1"/>
                </p:cNvSpPr>
                <p:nvPr/>
              </p:nvSpPr>
              <p:spPr bwMode="auto">
                <a:xfrm>
                  <a:off x="3904" y="1973"/>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03" name="Text Box 44">
                  <a:extLst>
                    <a:ext uri="{FF2B5EF4-FFF2-40B4-BE49-F238E27FC236}">
                      <a16:creationId xmlns:a16="http://schemas.microsoft.com/office/drawing/2014/main" id="{0828681B-2C2E-E62D-45B5-322ABE106D00}"/>
                    </a:ext>
                  </a:extLst>
                </p:cNvPr>
                <p:cNvSpPr txBox="1">
                  <a:spLocks noChangeArrowheads="1"/>
                </p:cNvSpPr>
                <p:nvPr/>
              </p:nvSpPr>
              <p:spPr bwMode="auto">
                <a:xfrm>
                  <a:off x="4515" y="216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7304" name="Oval 45">
                  <a:extLst>
                    <a:ext uri="{FF2B5EF4-FFF2-40B4-BE49-F238E27FC236}">
                      <a16:creationId xmlns:a16="http://schemas.microsoft.com/office/drawing/2014/main" id="{7AF4E46B-DD04-EC29-CAED-7BB738201D19}"/>
                    </a:ext>
                  </a:extLst>
                </p:cNvPr>
                <p:cNvSpPr>
                  <a:spLocks noChangeArrowheads="1"/>
                </p:cNvSpPr>
                <p:nvPr/>
              </p:nvSpPr>
              <p:spPr bwMode="auto">
                <a:xfrm>
                  <a:off x="4288" y="2357"/>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7305" name="Rectangle 46">
                  <a:extLst>
                    <a:ext uri="{FF2B5EF4-FFF2-40B4-BE49-F238E27FC236}">
                      <a16:creationId xmlns:a16="http://schemas.microsoft.com/office/drawing/2014/main" id="{5E23AE13-6F79-21A5-20A2-F2F53DBEBEA0}"/>
                    </a:ext>
                  </a:extLst>
                </p:cNvPr>
                <p:cNvSpPr>
                  <a:spLocks noChangeArrowheads="1"/>
                </p:cNvSpPr>
                <p:nvPr/>
              </p:nvSpPr>
              <p:spPr bwMode="auto">
                <a:xfrm>
                  <a:off x="4144" y="2837"/>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7306" name="Text Box 47">
                  <a:extLst>
                    <a:ext uri="{FF2B5EF4-FFF2-40B4-BE49-F238E27FC236}">
                      <a16:creationId xmlns:a16="http://schemas.microsoft.com/office/drawing/2014/main" id="{80D0691E-764F-9544-323B-8D50A3B82E9B}"/>
                    </a:ext>
                  </a:extLst>
                </p:cNvPr>
                <p:cNvSpPr txBox="1">
                  <a:spLocks noChangeArrowheads="1"/>
                </p:cNvSpPr>
                <p:nvPr/>
              </p:nvSpPr>
              <p:spPr bwMode="auto">
                <a:xfrm>
                  <a:off x="4135" y="2915"/>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hlink"/>
                      </a:solidFill>
                      <a:latin typeface="Times New Roman" panose="02020603050405020304" pitchFamily="18" charset="0"/>
                      <a:ea typeface="宋体" panose="02010600030101010101" pitchFamily="2" charset="-122"/>
                    </a:rPr>
                    <a:t>h-1</a:t>
                  </a:r>
                  <a:endParaRPr kumimoji="1" lang="en-US" altLang="zh-CN" sz="2400" dirty="0">
                    <a:solidFill>
                      <a:schemeClr val="hlink"/>
                    </a:solidFill>
                    <a:latin typeface="Times New Roman" panose="02020603050405020304" pitchFamily="18" charset="0"/>
                    <a:ea typeface="宋体" panose="02010600030101010101" pitchFamily="2" charset="-122"/>
                  </a:endParaRPr>
                </a:p>
              </p:txBody>
            </p:sp>
            <p:sp>
              <p:nvSpPr>
                <p:cNvPr id="97307" name="Text Box 48">
                  <a:extLst>
                    <a:ext uri="{FF2B5EF4-FFF2-40B4-BE49-F238E27FC236}">
                      <a16:creationId xmlns:a16="http://schemas.microsoft.com/office/drawing/2014/main" id="{F3D636F1-F61F-16E1-1E68-3E32FE6C0263}"/>
                    </a:ext>
                  </a:extLst>
                </p:cNvPr>
                <p:cNvSpPr txBox="1">
                  <a:spLocks noChangeArrowheads="1"/>
                </p:cNvSpPr>
                <p:nvPr/>
              </p:nvSpPr>
              <p:spPr bwMode="auto">
                <a:xfrm>
                  <a:off x="4864" y="252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7308" name="Text Box 49">
                  <a:extLst>
                    <a:ext uri="{FF2B5EF4-FFF2-40B4-BE49-F238E27FC236}">
                      <a16:creationId xmlns:a16="http://schemas.microsoft.com/office/drawing/2014/main" id="{CFA40D67-8364-103B-D0F0-D67F008019A0}"/>
                    </a:ext>
                  </a:extLst>
                </p:cNvPr>
                <p:cNvSpPr txBox="1">
                  <a:spLocks noChangeArrowheads="1"/>
                </p:cNvSpPr>
                <p:nvPr/>
              </p:nvSpPr>
              <p:spPr bwMode="auto">
                <a:xfrm>
                  <a:off x="3664" y="175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7309" name="Text Box 50">
                  <a:extLst>
                    <a:ext uri="{FF2B5EF4-FFF2-40B4-BE49-F238E27FC236}">
                      <a16:creationId xmlns:a16="http://schemas.microsoft.com/office/drawing/2014/main" id="{86FF8215-AFC4-AC5E-76CD-F764EF45544D}"/>
                    </a:ext>
                  </a:extLst>
                </p:cNvPr>
                <p:cNvSpPr txBox="1">
                  <a:spLocks noChangeArrowheads="1"/>
                </p:cNvSpPr>
                <p:nvPr/>
              </p:nvSpPr>
              <p:spPr bwMode="auto">
                <a:xfrm>
                  <a:off x="3267" y="2165"/>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224307" name="Text Box 51">
                  <a:extLst>
                    <a:ext uri="{FF2B5EF4-FFF2-40B4-BE49-F238E27FC236}">
                      <a16:creationId xmlns:a16="http://schemas.microsoft.com/office/drawing/2014/main" id="{0B1AF193-6B45-993B-229E-55640E84C0D8}"/>
                    </a:ext>
                  </a:extLst>
                </p:cNvPr>
                <p:cNvSpPr txBox="1">
                  <a:spLocks noChangeArrowheads="1"/>
                </p:cNvSpPr>
                <p:nvPr/>
              </p:nvSpPr>
              <p:spPr bwMode="auto">
                <a:xfrm>
                  <a:off x="3922" y="1945"/>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224308" name="Text Box 52">
                  <a:extLst>
                    <a:ext uri="{FF2B5EF4-FFF2-40B4-BE49-F238E27FC236}">
                      <a16:creationId xmlns:a16="http://schemas.microsoft.com/office/drawing/2014/main" id="{F32C86B4-C087-A259-69AE-C3F3F323AADA}"/>
                    </a:ext>
                  </a:extLst>
                </p:cNvPr>
                <p:cNvSpPr txBox="1">
                  <a:spLocks noChangeArrowheads="1"/>
                </p:cNvSpPr>
                <p:nvPr/>
              </p:nvSpPr>
              <p:spPr bwMode="auto">
                <a:xfrm>
                  <a:off x="3581" y="2325"/>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224309" name="Text Box 53">
                  <a:extLst>
                    <a:ext uri="{FF2B5EF4-FFF2-40B4-BE49-F238E27FC236}">
                      <a16:creationId xmlns:a16="http://schemas.microsoft.com/office/drawing/2014/main" id="{534ACD7D-6FD8-DC5E-C458-553A33CD61F6}"/>
                    </a:ext>
                  </a:extLst>
                </p:cNvPr>
                <p:cNvSpPr txBox="1">
                  <a:spLocks noChangeArrowheads="1"/>
                </p:cNvSpPr>
                <p:nvPr/>
              </p:nvSpPr>
              <p:spPr bwMode="auto">
                <a:xfrm>
                  <a:off x="4309" y="2317"/>
                  <a:ext cx="213" cy="291"/>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1</a:t>
                  </a:r>
                </a:p>
              </p:txBody>
            </p:sp>
          </p:grpSp>
          <p:sp>
            <p:nvSpPr>
              <p:cNvPr id="97292" name="Rectangle 54">
                <a:extLst>
                  <a:ext uri="{FF2B5EF4-FFF2-40B4-BE49-F238E27FC236}">
                    <a16:creationId xmlns:a16="http://schemas.microsoft.com/office/drawing/2014/main" id="{9C713C1C-8962-B671-95D5-4BED8E081A89}"/>
                  </a:ext>
                </a:extLst>
              </p:cNvPr>
              <p:cNvSpPr>
                <a:spLocks noChangeArrowheads="1"/>
              </p:cNvSpPr>
              <p:nvPr/>
            </p:nvSpPr>
            <p:spPr bwMode="auto">
              <a:xfrm>
                <a:off x="3184" y="2846"/>
                <a:ext cx="240" cy="706"/>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7293" name="Rectangle 55">
                <a:extLst>
                  <a:ext uri="{FF2B5EF4-FFF2-40B4-BE49-F238E27FC236}">
                    <a16:creationId xmlns:a16="http://schemas.microsoft.com/office/drawing/2014/main" id="{BA45CE3E-018B-F5A9-5EB9-BFFD014BB19B}"/>
                  </a:ext>
                </a:extLst>
              </p:cNvPr>
              <p:cNvSpPr>
                <a:spLocks noChangeArrowheads="1"/>
              </p:cNvSpPr>
              <p:nvPr/>
            </p:nvSpPr>
            <p:spPr bwMode="auto">
              <a:xfrm>
                <a:off x="3760" y="2846"/>
                <a:ext cx="240" cy="54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7294" name="Rectangle 56">
                <a:extLst>
                  <a:ext uri="{FF2B5EF4-FFF2-40B4-BE49-F238E27FC236}">
                    <a16:creationId xmlns:a16="http://schemas.microsoft.com/office/drawing/2014/main" id="{2E23DFAF-98A0-1728-2D37-2355FF6B5394}"/>
                  </a:ext>
                </a:extLst>
              </p:cNvPr>
              <p:cNvSpPr>
                <a:spLocks noChangeArrowheads="1"/>
              </p:cNvSpPr>
              <p:nvPr/>
            </p:nvSpPr>
            <p:spPr bwMode="auto">
              <a:xfrm>
                <a:off x="3755" y="3373"/>
                <a:ext cx="249" cy="155"/>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7295" name="Text Box 57">
                <a:extLst>
                  <a:ext uri="{FF2B5EF4-FFF2-40B4-BE49-F238E27FC236}">
                    <a16:creationId xmlns:a16="http://schemas.microsoft.com/office/drawing/2014/main" id="{1D10A2A1-712E-9AA7-ACA8-0BB737D08FC6}"/>
                  </a:ext>
                </a:extLst>
              </p:cNvPr>
              <p:cNvSpPr txBox="1">
                <a:spLocks noChangeArrowheads="1"/>
              </p:cNvSpPr>
              <p:nvPr/>
            </p:nvSpPr>
            <p:spPr bwMode="auto">
              <a:xfrm>
                <a:off x="3752" y="2919"/>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grpSp>
        <p:sp>
          <p:nvSpPr>
            <p:cNvPr id="97287" name="Freeform 58">
              <a:extLst>
                <a:ext uri="{FF2B5EF4-FFF2-40B4-BE49-F238E27FC236}">
                  <a16:creationId xmlns:a16="http://schemas.microsoft.com/office/drawing/2014/main" id="{1F022941-5907-5174-0516-21A02DE8B6D6}"/>
                </a:ext>
              </a:extLst>
            </p:cNvPr>
            <p:cNvSpPr>
              <a:spLocks/>
            </p:cNvSpPr>
            <p:nvPr/>
          </p:nvSpPr>
          <p:spPr bwMode="auto">
            <a:xfrm flipH="1">
              <a:off x="2816225" y="2411413"/>
              <a:ext cx="406400" cy="119062"/>
            </a:xfrm>
            <a:custGeom>
              <a:avLst/>
              <a:gdLst>
                <a:gd name="T0" fmla="*/ 2147483646 w 256"/>
                <a:gd name="T1" fmla="*/ 2147483646 h 75"/>
                <a:gd name="T2" fmla="*/ 2147483646 w 256"/>
                <a:gd name="T3" fmla="*/ 2147483646 h 75"/>
                <a:gd name="T4" fmla="*/ 2147483646 w 256"/>
                <a:gd name="T5" fmla="*/ 2147483646 h 75"/>
                <a:gd name="T6" fmla="*/ 2147483646 w 256"/>
                <a:gd name="T7" fmla="*/ 2147483646 h 75"/>
                <a:gd name="T8" fmla="*/ 0 w 256"/>
                <a:gd name="T9" fmla="*/ 214748364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60" name="组合 59">
            <a:extLst>
              <a:ext uri="{FF2B5EF4-FFF2-40B4-BE49-F238E27FC236}">
                <a16:creationId xmlns:a16="http://schemas.microsoft.com/office/drawing/2014/main" id="{F78C83D7-F88C-461E-BF9E-5BCF42731C13}"/>
              </a:ext>
            </a:extLst>
          </p:cNvPr>
          <p:cNvGrpSpPr/>
          <p:nvPr/>
        </p:nvGrpSpPr>
        <p:grpSpPr>
          <a:xfrm>
            <a:off x="1037431" y="-83243"/>
            <a:ext cx="7424738" cy="3709987"/>
            <a:chOff x="863600" y="2862263"/>
            <a:chExt cx="7424738" cy="3709987"/>
          </a:xfrm>
        </p:grpSpPr>
        <p:sp>
          <p:nvSpPr>
            <p:cNvPr id="61" name="AutoShape 65">
              <a:extLst>
                <a:ext uri="{FF2B5EF4-FFF2-40B4-BE49-F238E27FC236}">
                  <a16:creationId xmlns:a16="http://schemas.microsoft.com/office/drawing/2014/main" id="{6F44C147-39F0-48A5-889D-C2DB4DE9FB01}"/>
                </a:ext>
              </a:extLst>
            </p:cNvPr>
            <p:cNvSpPr>
              <a:spLocks noChangeArrowheads="1"/>
            </p:cNvSpPr>
            <p:nvPr/>
          </p:nvSpPr>
          <p:spPr bwMode="auto">
            <a:xfrm flipH="1">
              <a:off x="863600" y="6003130"/>
              <a:ext cx="879476" cy="439739"/>
            </a:xfrm>
            <a:prstGeom prst="wedgeRoundRectCallout">
              <a:avLst>
                <a:gd name="adj1" fmla="val -88023"/>
                <a:gd name="adj2" fmla="val -111310"/>
                <a:gd name="adj3" fmla="val 16667"/>
              </a:avLst>
            </a:prstGeom>
            <a:solidFill>
              <a:srgbClr val="FFFFCC"/>
            </a:solidFill>
            <a:ln w="9525">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62" name="Text Box 66">
              <a:extLst>
                <a:ext uri="{FF2B5EF4-FFF2-40B4-BE49-F238E27FC236}">
                  <a16:creationId xmlns:a16="http://schemas.microsoft.com/office/drawing/2014/main" id="{A532FD46-D808-4E69-A05F-28BA0BB1875B}"/>
                </a:ext>
              </a:extLst>
            </p:cNvPr>
            <p:cNvSpPr txBox="1">
              <a:spLocks noChangeArrowheads="1"/>
            </p:cNvSpPr>
            <p:nvPr/>
          </p:nvSpPr>
          <p:spPr bwMode="auto">
            <a:xfrm>
              <a:off x="914400" y="6001971"/>
              <a:ext cx="87947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b="1" dirty="0">
                  <a:solidFill>
                    <a:schemeClr val="tx2"/>
                  </a:solidFill>
                  <a:effectLst>
                    <a:outerShdw blurRad="38100" dist="38100" dir="2700000" algn="tl">
                      <a:srgbClr val="C0C0C0"/>
                    </a:outerShdw>
                  </a:effectLst>
                  <a:latin typeface="Times New Roman" charset="0"/>
                  <a:ea typeface="仿宋_GB2312" pitchFamily="49" charset="-122"/>
                </a:rPr>
                <a:t>插入</a:t>
              </a:r>
            </a:p>
          </p:txBody>
        </p:sp>
        <p:grpSp>
          <p:nvGrpSpPr>
            <p:cNvPr id="63" name="Group 126">
              <a:extLst>
                <a:ext uri="{FF2B5EF4-FFF2-40B4-BE49-F238E27FC236}">
                  <a16:creationId xmlns:a16="http://schemas.microsoft.com/office/drawing/2014/main" id="{A83F5583-B5C2-42ED-912A-E92656E6E3C3}"/>
                </a:ext>
              </a:extLst>
            </p:cNvPr>
            <p:cNvGrpSpPr>
              <a:grpSpLocks/>
            </p:cNvGrpSpPr>
            <p:nvPr/>
          </p:nvGrpSpPr>
          <p:grpSpPr bwMode="auto">
            <a:xfrm>
              <a:off x="931863" y="2862263"/>
              <a:ext cx="3241675" cy="3048000"/>
              <a:chOff x="598" y="1656"/>
              <a:chExt cx="2042" cy="1920"/>
            </a:xfrm>
          </p:grpSpPr>
          <p:sp>
            <p:nvSpPr>
              <p:cNvPr id="94" name="Line 74">
                <a:extLst>
                  <a:ext uri="{FF2B5EF4-FFF2-40B4-BE49-F238E27FC236}">
                    <a16:creationId xmlns:a16="http://schemas.microsoft.com/office/drawing/2014/main" id="{6F8BB3D5-12B7-4377-AA9B-F6AC57111B17}"/>
                  </a:ext>
                </a:extLst>
              </p:cNvPr>
              <p:cNvSpPr>
                <a:spLocks noChangeShapeType="1"/>
              </p:cNvSpPr>
              <p:nvPr/>
            </p:nvSpPr>
            <p:spPr bwMode="auto">
              <a:xfrm>
                <a:off x="1715" y="2808"/>
                <a:ext cx="192" cy="24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75">
                <a:extLst>
                  <a:ext uri="{FF2B5EF4-FFF2-40B4-BE49-F238E27FC236}">
                    <a16:creationId xmlns:a16="http://schemas.microsoft.com/office/drawing/2014/main" id="{5AB45D39-8BC9-438A-87D8-10A3D8E22658}"/>
                  </a:ext>
                </a:extLst>
              </p:cNvPr>
              <p:cNvSpPr>
                <a:spLocks noChangeShapeType="1"/>
              </p:cNvSpPr>
              <p:nvPr/>
            </p:nvSpPr>
            <p:spPr bwMode="auto">
              <a:xfrm flipH="1">
                <a:off x="1475" y="2808"/>
                <a:ext cx="192" cy="240"/>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76">
                <a:extLst>
                  <a:ext uri="{FF2B5EF4-FFF2-40B4-BE49-F238E27FC236}">
                    <a16:creationId xmlns:a16="http://schemas.microsoft.com/office/drawing/2014/main" id="{A9586B47-F3D2-4BAC-920F-38507D033764}"/>
                  </a:ext>
                </a:extLst>
              </p:cNvPr>
              <p:cNvSpPr>
                <a:spLocks noChangeShapeType="1"/>
              </p:cNvSpPr>
              <p:nvPr/>
            </p:nvSpPr>
            <p:spPr bwMode="auto">
              <a:xfrm>
                <a:off x="1811" y="2088"/>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77">
                <a:extLst>
                  <a:ext uri="{FF2B5EF4-FFF2-40B4-BE49-F238E27FC236}">
                    <a16:creationId xmlns:a16="http://schemas.microsoft.com/office/drawing/2014/main" id="{24228803-1F2E-4BDF-BBA2-5DD26BE72FE5}"/>
                  </a:ext>
                </a:extLst>
              </p:cNvPr>
              <p:cNvSpPr>
                <a:spLocks noChangeShapeType="1"/>
              </p:cNvSpPr>
              <p:nvPr/>
            </p:nvSpPr>
            <p:spPr bwMode="auto">
              <a:xfrm flipH="1">
                <a:off x="995" y="2088"/>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Rectangle 78">
                <a:extLst>
                  <a:ext uri="{FF2B5EF4-FFF2-40B4-BE49-F238E27FC236}">
                    <a16:creationId xmlns:a16="http://schemas.microsoft.com/office/drawing/2014/main" id="{CC6B8258-3346-4161-93A3-58EE1B8EFDAF}"/>
                  </a:ext>
                </a:extLst>
              </p:cNvPr>
              <p:cNvSpPr>
                <a:spLocks noChangeArrowheads="1"/>
              </p:cNvSpPr>
              <p:nvPr/>
            </p:nvSpPr>
            <p:spPr bwMode="auto">
              <a:xfrm>
                <a:off x="2195" y="2424"/>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99" name="Line 79">
                <a:extLst>
                  <a:ext uri="{FF2B5EF4-FFF2-40B4-BE49-F238E27FC236}">
                    <a16:creationId xmlns:a16="http://schemas.microsoft.com/office/drawing/2014/main" id="{02364832-FD15-47EB-9F7B-7FD3BAAF051C}"/>
                  </a:ext>
                </a:extLst>
              </p:cNvPr>
              <p:cNvSpPr>
                <a:spLocks noChangeShapeType="1"/>
              </p:cNvSpPr>
              <p:nvPr/>
            </p:nvSpPr>
            <p:spPr bwMode="auto">
              <a:xfrm>
                <a:off x="1427" y="2472"/>
                <a:ext cx="288" cy="28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Oval 80">
                <a:extLst>
                  <a:ext uri="{FF2B5EF4-FFF2-40B4-BE49-F238E27FC236}">
                    <a16:creationId xmlns:a16="http://schemas.microsoft.com/office/drawing/2014/main" id="{6C382C80-4DB2-4DB0-BE31-C96C267FA90E}"/>
                  </a:ext>
                </a:extLst>
              </p:cNvPr>
              <p:cNvSpPr>
                <a:spLocks noChangeArrowheads="1"/>
              </p:cNvSpPr>
              <p:nvPr/>
            </p:nvSpPr>
            <p:spPr bwMode="auto">
              <a:xfrm>
                <a:off x="1283" y="2280"/>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1" name="Oval 81">
                <a:extLst>
                  <a:ext uri="{FF2B5EF4-FFF2-40B4-BE49-F238E27FC236}">
                    <a16:creationId xmlns:a16="http://schemas.microsoft.com/office/drawing/2014/main" id="{C4171241-B2AE-4158-BAF4-F47F487233DA}"/>
                  </a:ext>
                </a:extLst>
              </p:cNvPr>
              <p:cNvSpPr>
                <a:spLocks noChangeArrowheads="1"/>
              </p:cNvSpPr>
              <p:nvPr/>
            </p:nvSpPr>
            <p:spPr bwMode="auto">
              <a:xfrm>
                <a:off x="1619" y="189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2" name="Rectangle 82">
                <a:extLst>
                  <a:ext uri="{FF2B5EF4-FFF2-40B4-BE49-F238E27FC236}">
                    <a16:creationId xmlns:a16="http://schemas.microsoft.com/office/drawing/2014/main" id="{D1410DE1-9A56-4F2F-98CB-C8613F534FE1}"/>
                  </a:ext>
                </a:extLst>
              </p:cNvPr>
              <p:cNvSpPr>
                <a:spLocks noChangeArrowheads="1"/>
              </p:cNvSpPr>
              <p:nvPr/>
            </p:nvSpPr>
            <p:spPr bwMode="auto">
              <a:xfrm>
                <a:off x="832" y="2760"/>
                <a:ext cx="259" cy="816"/>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3" name="Text Box 83">
                <a:extLst>
                  <a:ext uri="{FF2B5EF4-FFF2-40B4-BE49-F238E27FC236}">
                    <a16:creationId xmlns:a16="http://schemas.microsoft.com/office/drawing/2014/main" id="{DE225E58-CAD7-4110-A502-31F49FD81BCB}"/>
                  </a:ext>
                </a:extLst>
              </p:cNvPr>
              <p:cNvSpPr txBox="1">
                <a:spLocks noChangeArrowheads="1"/>
              </p:cNvSpPr>
              <p:nvPr/>
            </p:nvSpPr>
            <p:spPr bwMode="auto">
              <a:xfrm>
                <a:off x="1366" y="1656"/>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04" name="Text Box 84">
                <a:extLst>
                  <a:ext uri="{FF2B5EF4-FFF2-40B4-BE49-F238E27FC236}">
                    <a16:creationId xmlns:a16="http://schemas.microsoft.com/office/drawing/2014/main" id="{4B57A9F4-D5A6-4158-8DAB-FBBCA464571A}"/>
                  </a:ext>
                </a:extLst>
              </p:cNvPr>
              <p:cNvSpPr txBox="1">
                <a:spLocks noChangeArrowheads="1"/>
              </p:cNvSpPr>
              <p:nvPr/>
            </p:nvSpPr>
            <p:spPr bwMode="auto">
              <a:xfrm>
                <a:off x="2339" y="2088"/>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105" name="Text Box 85">
                <a:extLst>
                  <a:ext uri="{FF2B5EF4-FFF2-40B4-BE49-F238E27FC236}">
                    <a16:creationId xmlns:a16="http://schemas.microsoft.com/office/drawing/2014/main" id="{75DC5562-CD72-4D54-803E-F9DED6488F54}"/>
                  </a:ext>
                </a:extLst>
              </p:cNvPr>
              <p:cNvSpPr txBox="1">
                <a:spLocks noChangeArrowheads="1"/>
              </p:cNvSpPr>
              <p:nvPr/>
            </p:nvSpPr>
            <p:spPr bwMode="auto">
              <a:xfrm>
                <a:off x="1763" y="2424"/>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06" name="Text Box 86">
                <a:extLst>
                  <a:ext uri="{FF2B5EF4-FFF2-40B4-BE49-F238E27FC236}">
                    <a16:creationId xmlns:a16="http://schemas.microsoft.com/office/drawing/2014/main" id="{77B80434-DE7A-4B6F-B30C-91C9B68394AC}"/>
                  </a:ext>
                </a:extLst>
              </p:cNvPr>
              <p:cNvSpPr txBox="1">
                <a:spLocks noChangeArrowheads="1"/>
              </p:cNvSpPr>
              <p:nvPr/>
            </p:nvSpPr>
            <p:spPr bwMode="auto">
              <a:xfrm>
                <a:off x="598" y="2443"/>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107" name="Rectangle 87">
                <a:extLst>
                  <a:ext uri="{FF2B5EF4-FFF2-40B4-BE49-F238E27FC236}">
                    <a16:creationId xmlns:a16="http://schemas.microsoft.com/office/drawing/2014/main" id="{E2D6B830-9A2C-4D1C-AA15-293A5244A1B7}"/>
                  </a:ext>
                </a:extLst>
              </p:cNvPr>
              <p:cNvSpPr>
                <a:spLocks noChangeArrowheads="1"/>
              </p:cNvSpPr>
              <p:nvPr/>
            </p:nvSpPr>
            <p:spPr bwMode="auto">
              <a:xfrm>
                <a:off x="1379" y="3048"/>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08" name="Oval 88">
                <a:extLst>
                  <a:ext uri="{FF2B5EF4-FFF2-40B4-BE49-F238E27FC236}">
                    <a16:creationId xmlns:a16="http://schemas.microsoft.com/office/drawing/2014/main" id="{847CC89B-42DD-4D12-B099-6B6255B738E7}"/>
                  </a:ext>
                </a:extLst>
              </p:cNvPr>
              <p:cNvSpPr>
                <a:spLocks noChangeArrowheads="1"/>
              </p:cNvSpPr>
              <p:nvPr/>
            </p:nvSpPr>
            <p:spPr bwMode="auto">
              <a:xfrm>
                <a:off x="1571" y="261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9" name="Rectangle 89">
                <a:extLst>
                  <a:ext uri="{FF2B5EF4-FFF2-40B4-BE49-F238E27FC236}">
                    <a16:creationId xmlns:a16="http://schemas.microsoft.com/office/drawing/2014/main" id="{9A2D3AFC-7950-4E03-AEEE-8C731E1EACAB}"/>
                  </a:ext>
                </a:extLst>
              </p:cNvPr>
              <p:cNvSpPr>
                <a:spLocks noChangeArrowheads="1"/>
              </p:cNvSpPr>
              <p:nvPr/>
            </p:nvSpPr>
            <p:spPr bwMode="auto">
              <a:xfrm>
                <a:off x="1763" y="3048"/>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10" name="Text Box 90">
                <a:extLst>
                  <a:ext uri="{FF2B5EF4-FFF2-40B4-BE49-F238E27FC236}">
                    <a16:creationId xmlns:a16="http://schemas.microsoft.com/office/drawing/2014/main" id="{C98EDB5E-1738-45C1-BEBF-C1D726683F16}"/>
                  </a:ext>
                </a:extLst>
              </p:cNvPr>
              <p:cNvSpPr txBox="1">
                <a:spLocks noChangeArrowheads="1"/>
              </p:cNvSpPr>
              <p:nvPr/>
            </p:nvSpPr>
            <p:spPr bwMode="auto">
              <a:xfrm>
                <a:off x="1763" y="3067"/>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11" name="Text Box 91">
                <a:extLst>
                  <a:ext uri="{FF2B5EF4-FFF2-40B4-BE49-F238E27FC236}">
                    <a16:creationId xmlns:a16="http://schemas.microsoft.com/office/drawing/2014/main" id="{3FA55A14-9ED0-4E5D-8EB1-CD70BDAD4273}"/>
                  </a:ext>
                </a:extLst>
              </p:cNvPr>
              <p:cNvSpPr txBox="1">
                <a:spLocks noChangeArrowheads="1"/>
              </p:cNvSpPr>
              <p:nvPr/>
            </p:nvSpPr>
            <p:spPr bwMode="auto">
              <a:xfrm>
                <a:off x="1196" y="3067"/>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12" name="Text Box 92">
                <a:extLst>
                  <a:ext uri="{FF2B5EF4-FFF2-40B4-BE49-F238E27FC236}">
                    <a16:creationId xmlns:a16="http://schemas.microsoft.com/office/drawing/2014/main" id="{9D405A0E-9A23-41D4-B6FC-AFF6C175BDED}"/>
                  </a:ext>
                </a:extLst>
              </p:cNvPr>
              <p:cNvSpPr txBox="1">
                <a:spLocks noChangeArrowheads="1"/>
              </p:cNvSpPr>
              <p:nvPr/>
            </p:nvSpPr>
            <p:spPr bwMode="auto">
              <a:xfrm>
                <a:off x="995" y="208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113" name="Text Box 93">
                <a:extLst>
                  <a:ext uri="{FF2B5EF4-FFF2-40B4-BE49-F238E27FC236}">
                    <a16:creationId xmlns:a16="http://schemas.microsoft.com/office/drawing/2014/main" id="{C5F5DB3F-9521-4FDC-89A5-DF0202573F16}"/>
                  </a:ext>
                </a:extLst>
              </p:cNvPr>
              <p:cNvSpPr txBox="1">
                <a:spLocks noChangeArrowheads="1"/>
              </p:cNvSpPr>
              <p:nvPr/>
            </p:nvSpPr>
            <p:spPr bwMode="auto">
              <a:xfrm>
                <a:off x="1229" y="2721"/>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14" name="Text Box 94">
                <a:extLst>
                  <a:ext uri="{FF2B5EF4-FFF2-40B4-BE49-F238E27FC236}">
                    <a16:creationId xmlns:a16="http://schemas.microsoft.com/office/drawing/2014/main" id="{31ED915C-E9AC-46EB-A80A-92E8092331E2}"/>
                  </a:ext>
                </a:extLst>
              </p:cNvPr>
              <p:cNvSpPr txBox="1">
                <a:spLocks noChangeArrowheads="1"/>
              </p:cNvSpPr>
              <p:nvPr/>
            </p:nvSpPr>
            <p:spPr bwMode="auto">
              <a:xfrm>
                <a:off x="1832" y="2712"/>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115" name="Text Box 95">
                <a:extLst>
                  <a:ext uri="{FF2B5EF4-FFF2-40B4-BE49-F238E27FC236}">
                    <a16:creationId xmlns:a16="http://schemas.microsoft.com/office/drawing/2014/main" id="{FD507D71-7DB8-45F0-89C8-AD920AF7CD21}"/>
                  </a:ext>
                </a:extLst>
              </p:cNvPr>
              <p:cNvSpPr txBox="1">
                <a:spLocks noChangeArrowheads="1"/>
              </p:cNvSpPr>
              <p:nvPr/>
            </p:nvSpPr>
            <p:spPr bwMode="auto">
              <a:xfrm>
                <a:off x="1576" y="1853"/>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116" name="Text Box 96">
                <a:extLst>
                  <a:ext uri="{FF2B5EF4-FFF2-40B4-BE49-F238E27FC236}">
                    <a16:creationId xmlns:a16="http://schemas.microsoft.com/office/drawing/2014/main" id="{55AA8AE3-D8B4-4BF3-9EF8-77131B41A673}"/>
                  </a:ext>
                </a:extLst>
              </p:cNvPr>
              <p:cNvSpPr txBox="1">
                <a:spLocks noChangeArrowheads="1"/>
              </p:cNvSpPr>
              <p:nvPr/>
            </p:nvSpPr>
            <p:spPr bwMode="auto">
              <a:xfrm>
                <a:off x="1294" y="2259"/>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117" name="Text Box 97">
                <a:extLst>
                  <a:ext uri="{FF2B5EF4-FFF2-40B4-BE49-F238E27FC236}">
                    <a16:creationId xmlns:a16="http://schemas.microsoft.com/office/drawing/2014/main" id="{F66F93B6-9DEA-41CB-9626-93610C347896}"/>
                  </a:ext>
                </a:extLst>
              </p:cNvPr>
              <p:cNvSpPr txBox="1">
                <a:spLocks noChangeArrowheads="1"/>
              </p:cNvSpPr>
              <p:nvPr/>
            </p:nvSpPr>
            <p:spPr bwMode="auto">
              <a:xfrm>
                <a:off x="1579" y="2591"/>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grpSp>
        <p:grpSp>
          <p:nvGrpSpPr>
            <p:cNvPr id="64" name="Group 125">
              <a:extLst>
                <a:ext uri="{FF2B5EF4-FFF2-40B4-BE49-F238E27FC236}">
                  <a16:creationId xmlns:a16="http://schemas.microsoft.com/office/drawing/2014/main" id="{642CA588-8F18-416F-9513-9C575A5BB08E}"/>
                </a:ext>
              </a:extLst>
            </p:cNvPr>
            <p:cNvGrpSpPr>
              <a:grpSpLocks/>
            </p:cNvGrpSpPr>
            <p:nvPr/>
          </p:nvGrpSpPr>
          <p:grpSpPr bwMode="auto">
            <a:xfrm>
              <a:off x="4389438" y="2919413"/>
              <a:ext cx="3898900" cy="3652837"/>
              <a:chOff x="2776" y="1692"/>
              <a:chExt cx="2456" cy="2301"/>
            </a:xfrm>
          </p:grpSpPr>
          <p:sp>
            <p:nvSpPr>
              <p:cNvPr id="65" name="Text Box 67">
                <a:extLst>
                  <a:ext uri="{FF2B5EF4-FFF2-40B4-BE49-F238E27FC236}">
                    <a16:creationId xmlns:a16="http://schemas.microsoft.com/office/drawing/2014/main" id="{F7725709-7944-4AB3-8924-F8AD2ACF5957}"/>
                  </a:ext>
                </a:extLst>
              </p:cNvPr>
              <p:cNvSpPr txBox="1">
                <a:spLocks noChangeArrowheads="1"/>
              </p:cNvSpPr>
              <p:nvPr/>
            </p:nvSpPr>
            <p:spPr bwMode="auto">
              <a:xfrm>
                <a:off x="3936" y="233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dirty="0">
                    <a:solidFill>
                      <a:srgbClr val="003399"/>
                    </a:solidFill>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66" name="AutoShape 68">
                <a:extLst>
                  <a:ext uri="{FF2B5EF4-FFF2-40B4-BE49-F238E27FC236}">
                    <a16:creationId xmlns:a16="http://schemas.microsoft.com/office/drawing/2014/main" id="{5870984F-4CAE-495D-95E7-8ED8D26F3210}"/>
                  </a:ext>
                </a:extLst>
              </p:cNvPr>
              <p:cNvSpPr>
                <a:spLocks noChangeArrowheads="1"/>
              </p:cNvSpPr>
              <p:nvPr/>
            </p:nvSpPr>
            <p:spPr bwMode="auto">
              <a:xfrm flipH="1">
                <a:off x="4608" y="3465"/>
                <a:ext cx="576" cy="528"/>
              </a:xfrm>
              <a:prstGeom prst="wedgeRoundRectCallout">
                <a:avLst>
                  <a:gd name="adj1" fmla="val 155556"/>
                  <a:gd name="adj2" fmla="val -171213"/>
                  <a:gd name="adj3" fmla="val 16667"/>
                </a:avLst>
              </a:prstGeom>
              <a:solidFill>
                <a:srgbClr val="FFFFCC"/>
              </a:solidFill>
              <a:ln w="19050">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67" name="Text Box 69">
                <a:extLst>
                  <a:ext uri="{FF2B5EF4-FFF2-40B4-BE49-F238E27FC236}">
                    <a16:creationId xmlns:a16="http://schemas.microsoft.com/office/drawing/2014/main" id="{F6B36C5A-ADE9-4438-84AB-E2C29D1F2B5A}"/>
                  </a:ext>
                </a:extLst>
              </p:cNvPr>
              <p:cNvSpPr txBox="1">
                <a:spLocks noChangeArrowheads="1"/>
              </p:cNvSpPr>
              <p:nvPr/>
            </p:nvSpPr>
            <p:spPr bwMode="auto">
              <a:xfrm>
                <a:off x="4656" y="3465"/>
                <a:ext cx="576" cy="518"/>
              </a:xfrm>
              <a:prstGeom prst="rect">
                <a:avLst/>
              </a:prstGeom>
              <a:noFill/>
              <a:ln w="9525">
                <a:noFill/>
                <a:miter lim="800000"/>
                <a:headEnd/>
                <a:tailEnd/>
              </a:ln>
              <a:effectLst/>
            </p:spPr>
            <p:txBody>
              <a:bodyPr>
                <a:spAutoFit/>
              </a:bodyPr>
              <a:lstStyle/>
              <a:p>
                <a:pPr>
                  <a:defRPr/>
                </a:pPr>
                <a:r>
                  <a:rPr lang="zh-CN" altLang="en-US" b="1" dirty="0">
                    <a:solidFill>
                      <a:schemeClr val="tx2"/>
                    </a:solidFill>
                    <a:effectLst>
                      <a:outerShdw blurRad="38100" dist="38100" dir="2700000" algn="tl">
                        <a:srgbClr val="C0C0C0"/>
                      </a:outerShdw>
                    </a:effectLst>
                    <a:latin typeface="Times New Roman" charset="0"/>
                    <a:ea typeface="仿宋_GB2312" pitchFamily="49" charset="-122"/>
                  </a:rPr>
                  <a:t>左单</a:t>
                </a:r>
              </a:p>
              <a:p>
                <a:pPr>
                  <a:defRPr/>
                </a:pPr>
                <a:r>
                  <a:rPr lang="zh-CN" altLang="en-US" b="1" dirty="0">
                    <a:solidFill>
                      <a:schemeClr val="tx2"/>
                    </a:solidFill>
                    <a:effectLst>
                      <a:outerShdw blurRad="38100" dist="38100" dir="2700000" algn="tl">
                        <a:srgbClr val="C0C0C0"/>
                      </a:outerShdw>
                    </a:effectLst>
                    <a:latin typeface="Times New Roman" charset="0"/>
                    <a:ea typeface="仿宋_GB2312" pitchFamily="49" charset="-122"/>
                  </a:rPr>
                  <a:t>旋转</a:t>
                </a:r>
                <a:endParaRPr lang="zh-CN" altLang="en-US" dirty="0">
                  <a:solidFill>
                    <a:schemeClr val="bg2"/>
                  </a:solidFill>
                  <a:latin typeface="Times New Roman" charset="0"/>
                </a:endParaRPr>
              </a:p>
            </p:txBody>
          </p:sp>
          <p:sp>
            <p:nvSpPr>
              <p:cNvPr id="68" name="Text Box 70">
                <a:extLst>
                  <a:ext uri="{FF2B5EF4-FFF2-40B4-BE49-F238E27FC236}">
                    <a16:creationId xmlns:a16="http://schemas.microsoft.com/office/drawing/2014/main" id="{F219F37E-1D35-47A9-BCC0-EC05DEB46070}"/>
                  </a:ext>
                </a:extLst>
              </p:cNvPr>
              <p:cNvSpPr txBox="1">
                <a:spLocks noChangeArrowheads="1"/>
              </p:cNvSpPr>
              <p:nvPr/>
            </p:nvSpPr>
            <p:spPr bwMode="auto">
              <a:xfrm>
                <a:off x="4045" y="2749"/>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69" name="Freeform 99">
                <a:extLst>
                  <a:ext uri="{FF2B5EF4-FFF2-40B4-BE49-F238E27FC236}">
                    <a16:creationId xmlns:a16="http://schemas.microsoft.com/office/drawing/2014/main" id="{069F6ABB-275F-4A28-BB7E-D1E1423EA320}"/>
                  </a:ext>
                </a:extLst>
              </p:cNvPr>
              <p:cNvSpPr>
                <a:spLocks/>
              </p:cNvSpPr>
              <p:nvPr/>
            </p:nvSpPr>
            <p:spPr bwMode="auto">
              <a:xfrm>
                <a:off x="3437" y="2628"/>
                <a:ext cx="256" cy="75"/>
              </a:xfrm>
              <a:custGeom>
                <a:avLst/>
                <a:gdLst>
                  <a:gd name="T0" fmla="*/ 256 w 256"/>
                  <a:gd name="T1" fmla="*/ 75 h 75"/>
                  <a:gd name="T2" fmla="*/ 210 w 256"/>
                  <a:gd name="T3" fmla="*/ 20 h 75"/>
                  <a:gd name="T4" fmla="*/ 137 w 256"/>
                  <a:gd name="T5" fmla="*/ 2 h 75"/>
                  <a:gd name="T6" fmla="*/ 64 w 256"/>
                  <a:gd name="T7" fmla="*/ 11 h 75"/>
                  <a:gd name="T8" fmla="*/ 0 w 256"/>
                  <a:gd name="T9" fmla="*/ 6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 name="Text Box 111">
                <a:extLst>
                  <a:ext uri="{FF2B5EF4-FFF2-40B4-BE49-F238E27FC236}">
                    <a16:creationId xmlns:a16="http://schemas.microsoft.com/office/drawing/2014/main" id="{30ADBD7F-8548-40AE-B572-87C00B635970}"/>
                  </a:ext>
                </a:extLst>
              </p:cNvPr>
              <p:cNvSpPr txBox="1">
                <a:spLocks noChangeArrowheads="1"/>
              </p:cNvSpPr>
              <p:nvPr/>
            </p:nvSpPr>
            <p:spPr bwMode="auto">
              <a:xfrm>
                <a:off x="3557" y="1692"/>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71" name="Text Box 116">
                <a:extLst>
                  <a:ext uri="{FF2B5EF4-FFF2-40B4-BE49-F238E27FC236}">
                    <a16:creationId xmlns:a16="http://schemas.microsoft.com/office/drawing/2014/main" id="{F44421F6-A6E7-421A-8517-048E8684CABA}"/>
                  </a:ext>
                </a:extLst>
              </p:cNvPr>
              <p:cNvSpPr txBox="1">
                <a:spLocks noChangeArrowheads="1"/>
              </p:cNvSpPr>
              <p:nvPr/>
            </p:nvSpPr>
            <p:spPr bwMode="auto">
              <a:xfrm>
                <a:off x="4517" y="212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72" name="Text Box 117">
                <a:extLst>
                  <a:ext uri="{FF2B5EF4-FFF2-40B4-BE49-F238E27FC236}">
                    <a16:creationId xmlns:a16="http://schemas.microsoft.com/office/drawing/2014/main" id="{6288BCEA-FF2E-4D95-880B-EA96E677C8ED}"/>
                  </a:ext>
                </a:extLst>
              </p:cNvPr>
              <p:cNvSpPr txBox="1">
                <a:spLocks noChangeArrowheads="1"/>
              </p:cNvSpPr>
              <p:nvPr/>
            </p:nvSpPr>
            <p:spPr bwMode="auto">
              <a:xfrm>
                <a:off x="2776" y="247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73" name="Text Box 118">
                <a:extLst>
                  <a:ext uri="{FF2B5EF4-FFF2-40B4-BE49-F238E27FC236}">
                    <a16:creationId xmlns:a16="http://schemas.microsoft.com/office/drawing/2014/main" id="{BBDB094C-4178-4933-B5EB-E3A34C007C4A}"/>
                  </a:ext>
                </a:extLst>
              </p:cNvPr>
              <p:cNvSpPr txBox="1">
                <a:spLocks noChangeArrowheads="1"/>
              </p:cNvSpPr>
              <p:nvPr/>
            </p:nvSpPr>
            <p:spPr bwMode="auto">
              <a:xfrm>
                <a:off x="3173" y="2124"/>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74" name="Text Box 119">
                <a:extLst>
                  <a:ext uri="{FF2B5EF4-FFF2-40B4-BE49-F238E27FC236}">
                    <a16:creationId xmlns:a16="http://schemas.microsoft.com/office/drawing/2014/main" id="{597B89E6-BA88-4101-A56A-650A91DCA655}"/>
                  </a:ext>
                </a:extLst>
              </p:cNvPr>
              <p:cNvSpPr txBox="1">
                <a:spLocks noChangeArrowheads="1"/>
              </p:cNvSpPr>
              <p:nvPr/>
            </p:nvSpPr>
            <p:spPr bwMode="auto">
              <a:xfrm>
                <a:off x="3474" y="2748"/>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grpSp>
            <p:nvGrpSpPr>
              <p:cNvPr id="75" name="Group 124">
                <a:extLst>
                  <a:ext uri="{FF2B5EF4-FFF2-40B4-BE49-F238E27FC236}">
                    <a16:creationId xmlns:a16="http://schemas.microsoft.com/office/drawing/2014/main" id="{F508A51B-5BF1-46F4-9D7B-81549F216AF7}"/>
                  </a:ext>
                </a:extLst>
              </p:cNvPr>
              <p:cNvGrpSpPr>
                <a:grpSpLocks/>
              </p:cNvGrpSpPr>
              <p:nvPr/>
            </p:nvGrpSpPr>
            <p:grpSpPr bwMode="auto">
              <a:xfrm>
                <a:off x="3042" y="1932"/>
                <a:ext cx="1632" cy="1816"/>
                <a:chOff x="3042" y="1932"/>
                <a:chExt cx="1632" cy="1816"/>
              </a:xfrm>
            </p:grpSpPr>
            <p:sp>
              <p:nvSpPr>
                <p:cNvPr id="79" name="Rectangle 100">
                  <a:extLst>
                    <a:ext uri="{FF2B5EF4-FFF2-40B4-BE49-F238E27FC236}">
                      <a16:creationId xmlns:a16="http://schemas.microsoft.com/office/drawing/2014/main" id="{9D11BE51-F922-49DF-A119-505B533C144D}"/>
                    </a:ext>
                  </a:extLst>
                </p:cNvPr>
                <p:cNvSpPr>
                  <a:spLocks noChangeArrowheads="1"/>
                </p:cNvSpPr>
                <p:nvPr/>
              </p:nvSpPr>
              <p:spPr bwMode="auto">
                <a:xfrm>
                  <a:off x="3504" y="3084"/>
                  <a:ext cx="240" cy="531"/>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80" name="Line 102">
                  <a:extLst>
                    <a:ext uri="{FF2B5EF4-FFF2-40B4-BE49-F238E27FC236}">
                      <a16:creationId xmlns:a16="http://schemas.microsoft.com/office/drawing/2014/main" id="{12217A22-FCE6-4760-B252-FEE886900109}"/>
                    </a:ext>
                  </a:extLst>
                </p:cNvPr>
                <p:cNvSpPr>
                  <a:spLocks noChangeShapeType="1"/>
                </p:cNvSpPr>
                <p:nvPr/>
              </p:nvSpPr>
              <p:spPr bwMode="auto">
                <a:xfrm flipH="1">
                  <a:off x="3666" y="2844"/>
                  <a:ext cx="192" cy="24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103">
                  <a:extLst>
                    <a:ext uri="{FF2B5EF4-FFF2-40B4-BE49-F238E27FC236}">
                      <a16:creationId xmlns:a16="http://schemas.microsoft.com/office/drawing/2014/main" id="{661D8BF8-8082-442A-A5CB-68B9ACBECB21}"/>
                    </a:ext>
                  </a:extLst>
                </p:cNvPr>
                <p:cNvSpPr>
                  <a:spLocks noChangeShapeType="1"/>
                </p:cNvSpPr>
                <p:nvPr/>
              </p:nvSpPr>
              <p:spPr bwMode="auto">
                <a:xfrm>
                  <a:off x="3906" y="2844"/>
                  <a:ext cx="192" cy="24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104">
                  <a:extLst>
                    <a:ext uri="{FF2B5EF4-FFF2-40B4-BE49-F238E27FC236}">
                      <a16:creationId xmlns:a16="http://schemas.microsoft.com/office/drawing/2014/main" id="{720CFBD1-6AD8-402D-B668-768C02B23874}"/>
                    </a:ext>
                  </a:extLst>
                </p:cNvPr>
                <p:cNvSpPr>
                  <a:spLocks noChangeShapeType="1"/>
                </p:cNvSpPr>
                <p:nvPr/>
              </p:nvSpPr>
              <p:spPr bwMode="auto">
                <a:xfrm>
                  <a:off x="4002" y="2124"/>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105">
                  <a:extLst>
                    <a:ext uri="{FF2B5EF4-FFF2-40B4-BE49-F238E27FC236}">
                      <a16:creationId xmlns:a16="http://schemas.microsoft.com/office/drawing/2014/main" id="{56157478-450F-47D2-8324-9FC85338DDFE}"/>
                    </a:ext>
                  </a:extLst>
                </p:cNvPr>
                <p:cNvSpPr>
                  <a:spLocks noChangeShapeType="1"/>
                </p:cNvSpPr>
                <p:nvPr/>
              </p:nvSpPr>
              <p:spPr bwMode="auto">
                <a:xfrm flipH="1">
                  <a:off x="3186" y="2124"/>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Rectangle 106">
                  <a:extLst>
                    <a:ext uri="{FF2B5EF4-FFF2-40B4-BE49-F238E27FC236}">
                      <a16:creationId xmlns:a16="http://schemas.microsoft.com/office/drawing/2014/main" id="{1DC6FF07-B82E-4410-BC9C-4AFB89A24C7B}"/>
                    </a:ext>
                  </a:extLst>
                </p:cNvPr>
                <p:cNvSpPr>
                  <a:spLocks noChangeArrowheads="1"/>
                </p:cNvSpPr>
                <p:nvPr/>
              </p:nvSpPr>
              <p:spPr bwMode="auto">
                <a:xfrm>
                  <a:off x="4434" y="2460"/>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85" name="Line 107">
                  <a:extLst>
                    <a:ext uri="{FF2B5EF4-FFF2-40B4-BE49-F238E27FC236}">
                      <a16:creationId xmlns:a16="http://schemas.microsoft.com/office/drawing/2014/main" id="{9D1C1421-C2F9-4FB4-A91E-A4C622B52A67}"/>
                    </a:ext>
                  </a:extLst>
                </p:cNvPr>
                <p:cNvSpPr>
                  <a:spLocks noChangeShapeType="1"/>
                </p:cNvSpPr>
                <p:nvPr/>
              </p:nvSpPr>
              <p:spPr bwMode="auto">
                <a:xfrm>
                  <a:off x="3618" y="2508"/>
                  <a:ext cx="288" cy="28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Oval 108">
                  <a:extLst>
                    <a:ext uri="{FF2B5EF4-FFF2-40B4-BE49-F238E27FC236}">
                      <a16:creationId xmlns:a16="http://schemas.microsoft.com/office/drawing/2014/main" id="{77698811-11C8-48DF-9F06-88FB559C1086}"/>
                    </a:ext>
                  </a:extLst>
                </p:cNvPr>
                <p:cNvSpPr>
                  <a:spLocks noChangeArrowheads="1"/>
                </p:cNvSpPr>
                <p:nvPr/>
              </p:nvSpPr>
              <p:spPr bwMode="auto">
                <a:xfrm>
                  <a:off x="3474" y="231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7" name="Oval 109">
                  <a:extLst>
                    <a:ext uri="{FF2B5EF4-FFF2-40B4-BE49-F238E27FC236}">
                      <a16:creationId xmlns:a16="http://schemas.microsoft.com/office/drawing/2014/main" id="{84D13A32-82D6-4986-9483-53507C4DFDF8}"/>
                    </a:ext>
                  </a:extLst>
                </p:cNvPr>
                <p:cNvSpPr>
                  <a:spLocks noChangeArrowheads="1"/>
                </p:cNvSpPr>
                <p:nvPr/>
              </p:nvSpPr>
              <p:spPr bwMode="auto">
                <a:xfrm>
                  <a:off x="3810" y="1932"/>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8" name="Rectangle 110">
                  <a:extLst>
                    <a:ext uri="{FF2B5EF4-FFF2-40B4-BE49-F238E27FC236}">
                      <a16:creationId xmlns:a16="http://schemas.microsoft.com/office/drawing/2014/main" id="{CA1AD021-267C-4D4A-860E-4B7A6A59630F}"/>
                    </a:ext>
                  </a:extLst>
                </p:cNvPr>
                <p:cNvSpPr>
                  <a:spLocks noChangeArrowheads="1"/>
                </p:cNvSpPr>
                <p:nvPr/>
              </p:nvSpPr>
              <p:spPr bwMode="auto">
                <a:xfrm>
                  <a:off x="3042" y="2748"/>
                  <a:ext cx="240" cy="816"/>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89" name="Oval 112">
                  <a:extLst>
                    <a:ext uri="{FF2B5EF4-FFF2-40B4-BE49-F238E27FC236}">
                      <a16:creationId xmlns:a16="http://schemas.microsoft.com/office/drawing/2014/main" id="{BE70C840-B135-4843-BCCD-D8FF3AD9D9B8}"/>
                    </a:ext>
                  </a:extLst>
                </p:cNvPr>
                <p:cNvSpPr>
                  <a:spLocks noChangeArrowheads="1"/>
                </p:cNvSpPr>
                <p:nvPr/>
              </p:nvSpPr>
              <p:spPr bwMode="auto">
                <a:xfrm>
                  <a:off x="3762" y="2652"/>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90" name="Rectangle 113">
                  <a:extLst>
                    <a:ext uri="{FF2B5EF4-FFF2-40B4-BE49-F238E27FC236}">
                      <a16:creationId xmlns:a16="http://schemas.microsoft.com/office/drawing/2014/main" id="{D538BE56-BF39-4E03-9F2E-337062F74448}"/>
                    </a:ext>
                  </a:extLst>
                </p:cNvPr>
                <p:cNvSpPr>
                  <a:spLocks noChangeArrowheads="1"/>
                </p:cNvSpPr>
                <p:nvPr/>
              </p:nvSpPr>
              <p:spPr bwMode="auto">
                <a:xfrm>
                  <a:off x="4002" y="3084"/>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91" name="Text Box 114">
                  <a:extLst>
                    <a:ext uri="{FF2B5EF4-FFF2-40B4-BE49-F238E27FC236}">
                      <a16:creationId xmlns:a16="http://schemas.microsoft.com/office/drawing/2014/main" id="{AD46889D-AAF5-4F4D-8934-8D59DECB1BB1}"/>
                    </a:ext>
                  </a:extLst>
                </p:cNvPr>
                <p:cNvSpPr txBox="1">
                  <a:spLocks noChangeArrowheads="1"/>
                </p:cNvSpPr>
                <p:nvPr/>
              </p:nvSpPr>
              <p:spPr bwMode="auto">
                <a:xfrm>
                  <a:off x="3954" y="3103"/>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92" name="Text Box 115">
                  <a:extLst>
                    <a:ext uri="{FF2B5EF4-FFF2-40B4-BE49-F238E27FC236}">
                      <a16:creationId xmlns:a16="http://schemas.microsoft.com/office/drawing/2014/main" id="{4999FE0A-0655-4F08-8D47-A49B02F68AC0}"/>
                    </a:ext>
                  </a:extLst>
                </p:cNvPr>
                <p:cNvSpPr txBox="1">
                  <a:spLocks noChangeArrowheads="1"/>
                </p:cNvSpPr>
                <p:nvPr/>
              </p:nvSpPr>
              <p:spPr bwMode="auto">
                <a:xfrm>
                  <a:off x="3504" y="3103"/>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93" name="Rectangle 121">
                  <a:extLst>
                    <a:ext uri="{FF2B5EF4-FFF2-40B4-BE49-F238E27FC236}">
                      <a16:creationId xmlns:a16="http://schemas.microsoft.com/office/drawing/2014/main" id="{F4383CB9-EE45-4293-9B06-243F5DB5C594}"/>
                    </a:ext>
                  </a:extLst>
                </p:cNvPr>
                <p:cNvSpPr>
                  <a:spLocks noChangeArrowheads="1"/>
                </p:cNvSpPr>
                <p:nvPr/>
              </p:nvSpPr>
              <p:spPr bwMode="auto">
                <a:xfrm>
                  <a:off x="3500" y="3610"/>
                  <a:ext cx="249" cy="138"/>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grpSp>
          <p:sp>
            <p:nvSpPr>
              <p:cNvPr id="76" name="Text Box 122">
                <a:extLst>
                  <a:ext uri="{FF2B5EF4-FFF2-40B4-BE49-F238E27FC236}">
                    <a16:creationId xmlns:a16="http://schemas.microsoft.com/office/drawing/2014/main" id="{90741C02-469D-49EE-85E9-577F26328B18}"/>
                  </a:ext>
                </a:extLst>
              </p:cNvPr>
              <p:cNvSpPr txBox="1">
                <a:spLocks noChangeArrowheads="1"/>
              </p:cNvSpPr>
              <p:nvPr/>
            </p:nvSpPr>
            <p:spPr bwMode="auto">
              <a:xfrm>
                <a:off x="3487" y="2284"/>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77" name="Text Box 123">
                <a:extLst>
                  <a:ext uri="{FF2B5EF4-FFF2-40B4-BE49-F238E27FC236}">
                    <a16:creationId xmlns:a16="http://schemas.microsoft.com/office/drawing/2014/main" id="{A8FBBD2C-1542-4F9C-BAA5-996B4EAD2AD5}"/>
                  </a:ext>
                </a:extLst>
              </p:cNvPr>
              <p:cNvSpPr txBox="1">
                <a:spLocks noChangeArrowheads="1"/>
              </p:cNvSpPr>
              <p:nvPr/>
            </p:nvSpPr>
            <p:spPr bwMode="auto">
              <a:xfrm>
                <a:off x="3714" y="2620"/>
                <a:ext cx="308" cy="288"/>
              </a:xfrm>
              <a:prstGeom prst="rect">
                <a:avLst/>
              </a:prstGeom>
              <a:noFill/>
              <a:ln w="9525">
                <a:noFill/>
                <a:miter lim="800000"/>
                <a:headEnd/>
                <a:tailEnd/>
              </a:ln>
              <a:effectLst/>
            </p:spPr>
            <p:txBody>
              <a:bodyPr wrap="none">
                <a:spAutoFit/>
              </a:bodyPr>
              <a:lstStyle/>
              <a:p>
                <a:pPr>
                  <a:defRPr/>
                </a:pPr>
                <a:r>
                  <a:rPr lang="en-US" altLang="zh-CN" b="1">
                    <a:solidFill>
                      <a:schemeClr val="hlink"/>
                    </a:solidFill>
                    <a:effectLst>
                      <a:outerShdw blurRad="38100" dist="38100" dir="2700000" algn="tl">
                        <a:srgbClr val="C0C0C0"/>
                      </a:outerShdw>
                    </a:effectLst>
                    <a:latin typeface="楷体_GB2312" pitchFamily="49" charset="-122"/>
                    <a:ea typeface="楷体_GB2312" pitchFamily="49" charset="-122"/>
                  </a:rPr>
                  <a:t>-</a:t>
                </a:r>
                <a:r>
                  <a:rPr lang="en-US" altLang="zh-CN" b="1">
                    <a:solidFill>
                      <a:schemeClr val="hlink"/>
                    </a:solidFill>
                    <a:effectLst>
                      <a:outerShdw blurRad="38100" dist="38100" dir="2700000" algn="tl">
                        <a:srgbClr val="C0C0C0"/>
                      </a:outerShdw>
                    </a:effectLst>
                    <a:latin typeface="Times New Roman" charset="0"/>
                  </a:rPr>
                  <a:t>1</a:t>
                </a:r>
              </a:p>
            </p:txBody>
          </p:sp>
          <p:sp>
            <p:nvSpPr>
              <p:cNvPr id="78" name="Text Box 120">
                <a:extLst>
                  <a:ext uri="{FF2B5EF4-FFF2-40B4-BE49-F238E27FC236}">
                    <a16:creationId xmlns:a16="http://schemas.microsoft.com/office/drawing/2014/main" id="{351E446E-0C9E-48AE-880C-B8588603C764}"/>
                  </a:ext>
                </a:extLst>
              </p:cNvPr>
              <p:cNvSpPr txBox="1">
                <a:spLocks noChangeArrowheads="1"/>
              </p:cNvSpPr>
              <p:nvPr/>
            </p:nvSpPr>
            <p:spPr bwMode="auto">
              <a:xfrm>
                <a:off x="3765" y="1897"/>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2</a:t>
                </a:r>
                <a:endParaRPr lang="en-US" altLang="zh-CN">
                  <a:latin typeface="Times New Roman" charset="0"/>
                </a:endParaRPr>
              </a:p>
            </p:txBody>
          </p:sp>
        </p:grpSp>
      </p:grpSp>
      <p:sp>
        <p:nvSpPr>
          <p:cNvPr id="3" name="灯片编号占位符 2">
            <a:extLst>
              <a:ext uri="{FF2B5EF4-FFF2-40B4-BE49-F238E27FC236}">
                <a16:creationId xmlns:a16="http://schemas.microsoft.com/office/drawing/2014/main" id="{2E165D83-1226-7D3D-D3F2-3F970C84D525}"/>
              </a:ext>
            </a:extLst>
          </p:cNvPr>
          <p:cNvSpPr>
            <a:spLocks noGrp="1"/>
          </p:cNvSpPr>
          <p:nvPr>
            <p:ph type="sldNum" sz="quarter" idx="12"/>
          </p:nvPr>
        </p:nvSpPr>
        <p:spPr/>
        <p:txBody>
          <a:bodyPr/>
          <a:lstStyle/>
          <a:p>
            <a:pPr>
              <a:defRPr/>
            </a:pPr>
            <a:fld id="{A5CDC942-AD50-4CB1-AAEC-9B389C2C8E01}" type="slidenum">
              <a:rPr lang="en-US" altLang="zh-CN" smtClean="0"/>
              <a:pPr>
                <a:defRPr/>
              </a:pPr>
              <a:t>82</a:t>
            </a:fld>
            <a:endParaRPr lang="en-US" altLang="zh-CN"/>
          </a:p>
        </p:txBody>
      </p:sp>
    </p:spTree>
  </p:cSld>
  <p:clrMapOvr>
    <a:masterClrMapping/>
  </p:clrMapOvr>
  <p:transition>
    <p:spli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4DB35D6-BDEB-4C49-9429-670901310E97}"/>
              </a:ext>
            </a:extLst>
          </p:cNvPr>
          <p:cNvSpPr>
            <a:spLocks noGrp="1"/>
          </p:cNvSpPr>
          <p:nvPr>
            <p:ph idx="1"/>
          </p:nvPr>
        </p:nvSpPr>
        <p:spPr>
          <a:xfrm>
            <a:off x="179512" y="332656"/>
            <a:ext cx="8856984" cy="5844307"/>
          </a:xfrm>
        </p:spPr>
        <p:txBody>
          <a:bodyPr>
            <a:normAutofit fontScale="70000" lnSpcReduction="20000"/>
          </a:bodyPr>
          <a:lstStyle/>
          <a:p>
            <a:pPr marL="0" indent="0">
              <a:buNone/>
            </a:pPr>
            <a:r>
              <a:rPr lang="en-US" altLang="zh-CN" dirty="0"/>
              <a:t>template &lt;class K &gt;   void </a:t>
            </a:r>
            <a:r>
              <a:rPr lang="en-US" altLang="zh-CN" dirty="0" err="1"/>
              <a:t>AVLTree</a:t>
            </a:r>
            <a:r>
              <a:rPr lang="en-US" altLang="zh-CN" dirty="0"/>
              <a:t>&lt; K &gt; :: </a:t>
            </a:r>
            <a:r>
              <a:rPr lang="en-US" altLang="zh-CN" dirty="0" err="1"/>
              <a:t>RotateLR</a:t>
            </a:r>
            <a:r>
              <a:rPr lang="en-US" altLang="zh-CN" dirty="0"/>
              <a:t> (</a:t>
            </a:r>
            <a:r>
              <a:rPr lang="en-US" altLang="zh-CN" dirty="0" err="1"/>
              <a:t>AVLNode</a:t>
            </a:r>
            <a:r>
              <a:rPr lang="en-US" altLang="zh-CN" dirty="0"/>
              <a:t>&lt;K&gt; * &amp;</a:t>
            </a:r>
            <a:r>
              <a:rPr lang="en-US" altLang="zh-CN" dirty="0" err="1"/>
              <a:t>ptr</a:t>
            </a:r>
            <a:r>
              <a:rPr lang="en-US" altLang="zh-CN" dirty="0"/>
              <a:t> ) {</a:t>
            </a:r>
          </a:p>
          <a:p>
            <a:pPr marL="0" indent="0">
              <a:buNone/>
            </a:pPr>
            <a:r>
              <a:rPr lang="en-US" altLang="zh-CN" dirty="0"/>
              <a:t>     </a:t>
            </a:r>
            <a:r>
              <a:rPr lang="en-US" altLang="zh-CN" dirty="0" err="1"/>
              <a:t>AVLNode</a:t>
            </a:r>
            <a:r>
              <a:rPr lang="en-US" altLang="zh-CN" dirty="0"/>
              <a:t>&lt;K&gt; *</a:t>
            </a:r>
            <a:r>
              <a:rPr lang="en-US" altLang="zh-CN" dirty="0" err="1"/>
              <a:t>subR</a:t>
            </a:r>
            <a:r>
              <a:rPr lang="en-US" altLang="zh-CN" dirty="0"/>
              <a:t> = </a:t>
            </a:r>
            <a:r>
              <a:rPr lang="en-US" altLang="zh-CN" dirty="0" err="1"/>
              <a:t>ptr</a:t>
            </a:r>
            <a:r>
              <a:rPr lang="en-US" altLang="zh-CN" dirty="0"/>
              <a:t>, *</a:t>
            </a:r>
            <a:r>
              <a:rPr lang="en-US" altLang="zh-CN" dirty="0" err="1"/>
              <a:t>subL</a:t>
            </a:r>
            <a:r>
              <a:rPr lang="en-US" altLang="zh-CN" dirty="0"/>
              <a:t> = </a:t>
            </a:r>
            <a:r>
              <a:rPr lang="en-US" altLang="zh-CN" dirty="0" err="1"/>
              <a:t>subR</a:t>
            </a:r>
            <a:r>
              <a:rPr lang="en-US" altLang="zh-CN" dirty="0"/>
              <a:t>-&gt;left ;</a:t>
            </a:r>
          </a:p>
          <a:p>
            <a:pPr marL="0" indent="0">
              <a:buNone/>
            </a:pPr>
            <a:r>
              <a:rPr lang="en-US" altLang="zh-CN" dirty="0"/>
              <a:t>     </a:t>
            </a:r>
            <a:r>
              <a:rPr lang="en-US" altLang="zh-CN" dirty="0" err="1"/>
              <a:t>ptr</a:t>
            </a:r>
            <a:r>
              <a:rPr lang="en-US" altLang="zh-CN" dirty="0"/>
              <a:t> = </a:t>
            </a:r>
            <a:r>
              <a:rPr lang="en-US" altLang="zh-CN" dirty="0" err="1"/>
              <a:t>subL</a:t>
            </a:r>
            <a:r>
              <a:rPr lang="en-US" altLang="zh-CN" dirty="0"/>
              <a:t>-&gt;right; </a:t>
            </a:r>
          </a:p>
          <a:p>
            <a:pPr marL="0" indent="0">
              <a:buNone/>
            </a:pPr>
            <a:r>
              <a:rPr lang="en-US" altLang="zh-CN" dirty="0"/>
              <a:t>     </a:t>
            </a:r>
            <a:r>
              <a:rPr lang="en-US" altLang="zh-CN" dirty="0" err="1"/>
              <a:t>subL</a:t>
            </a:r>
            <a:r>
              <a:rPr lang="en-US" altLang="zh-CN" dirty="0"/>
              <a:t>-&gt;right = </a:t>
            </a:r>
            <a:r>
              <a:rPr lang="en-US" altLang="zh-CN" dirty="0" err="1"/>
              <a:t>ptr</a:t>
            </a:r>
            <a:r>
              <a:rPr lang="en-US" altLang="zh-CN" dirty="0"/>
              <a:t>-&gt;left;</a:t>
            </a:r>
          </a:p>
          <a:p>
            <a:pPr marL="0" indent="0">
              <a:buNone/>
            </a:pPr>
            <a:r>
              <a:rPr lang="en-US" altLang="zh-CN" dirty="0"/>
              <a:t>     </a:t>
            </a:r>
            <a:r>
              <a:rPr lang="en-US" altLang="zh-CN" dirty="0" err="1"/>
              <a:t>ptr</a:t>
            </a:r>
            <a:r>
              <a:rPr lang="en-US" altLang="zh-CN" dirty="0"/>
              <a:t>-&gt;left = </a:t>
            </a:r>
            <a:r>
              <a:rPr lang="en-US" altLang="zh-CN" dirty="0" err="1"/>
              <a:t>subL</a:t>
            </a:r>
            <a:r>
              <a:rPr lang="en-US" altLang="zh-CN" dirty="0"/>
              <a:t>;	   </a:t>
            </a:r>
          </a:p>
          <a:p>
            <a:pPr marL="0" indent="0">
              <a:buNone/>
            </a:pPr>
            <a:r>
              <a:rPr lang="en-US" altLang="zh-CN" dirty="0"/>
              <a:t>     if (</a:t>
            </a:r>
            <a:r>
              <a:rPr lang="en-US" altLang="zh-CN" dirty="0" err="1"/>
              <a:t>ptr</a:t>
            </a:r>
            <a:r>
              <a:rPr lang="en-US" altLang="zh-CN" dirty="0"/>
              <a:t>-&gt;bf &lt;= 0) </a:t>
            </a:r>
            <a:r>
              <a:rPr lang="en-US" altLang="zh-CN" dirty="0" err="1"/>
              <a:t>subL</a:t>
            </a:r>
            <a:r>
              <a:rPr lang="en-US" altLang="zh-CN" dirty="0"/>
              <a:t>-&gt;bf = 0;</a:t>
            </a:r>
          </a:p>
          <a:p>
            <a:pPr marL="0" indent="0">
              <a:buNone/>
            </a:pPr>
            <a:r>
              <a:rPr lang="en-US" altLang="zh-CN" dirty="0"/>
              <a:t>     else </a:t>
            </a:r>
            <a:r>
              <a:rPr lang="en-US" altLang="zh-CN" dirty="0" err="1"/>
              <a:t>subL</a:t>
            </a:r>
            <a:r>
              <a:rPr lang="en-US" altLang="zh-CN" dirty="0"/>
              <a:t>-&gt;bf = -1;</a:t>
            </a:r>
          </a:p>
          <a:p>
            <a:pPr marL="0" indent="0">
              <a:buNone/>
            </a:pPr>
            <a:r>
              <a:rPr lang="en-US" altLang="zh-CN" dirty="0"/>
              <a:t>     </a:t>
            </a:r>
            <a:r>
              <a:rPr lang="en-US" altLang="zh-CN" dirty="0" err="1"/>
              <a:t>subR</a:t>
            </a:r>
            <a:r>
              <a:rPr lang="en-US" altLang="zh-CN" dirty="0"/>
              <a:t>-&gt;left = </a:t>
            </a:r>
            <a:r>
              <a:rPr lang="en-US" altLang="zh-CN" dirty="0" err="1"/>
              <a:t>ptr</a:t>
            </a:r>
            <a:r>
              <a:rPr lang="en-US" altLang="zh-CN" dirty="0"/>
              <a:t>-&gt;right;</a:t>
            </a:r>
          </a:p>
          <a:p>
            <a:pPr marL="0" indent="0">
              <a:buNone/>
            </a:pPr>
            <a:r>
              <a:rPr lang="en-US" altLang="zh-CN" dirty="0"/>
              <a:t>     </a:t>
            </a:r>
            <a:r>
              <a:rPr lang="en-US" altLang="zh-CN" dirty="0" err="1"/>
              <a:t>ptr</a:t>
            </a:r>
            <a:r>
              <a:rPr lang="en-US" altLang="zh-CN" dirty="0"/>
              <a:t>-&gt;right = </a:t>
            </a:r>
            <a:r>
              <a:rPr lang="en-US" altLang="zh-CN" dirty="0" err="1"/>
              <a:t>subR</a:t>
            </a:r>
            <a:r>
              <a:rPr lang="en-US" altLang="zh-CN" dirty="0"/>
              <a:t>;	</a:t>
            </a:r>
          </a:p>
          <a:p>
            <a:pPr marL="0" indent="0">
              <a:buNone/>
            </a:pPr>
            <a:r>
              <a:rPr lang="en-US" altLang="zh-CN" dirty="0"/>
              <a:t>     if ( </a:t>
            </a:r>
            <a:r>
              <a:rPr lang="en-US" altLang="zh-CN" dirty="0" err="1"/>
              <a:t>ptr</a:t>
            </a:r>
            <a:r>
              <a:rPr lang="en-US" altLang="zh-CN" dirty="0"/>
              <a:t>-&gt;bf == -1) </a:t>
            </a:r>
            <a:r>
              <a:rPr lang="en-US" altLang="zh-CN" dirty="0" err="1"/>
              <a:t>subR</a:t>
            </a:r>
            <a:r>
              <a:rPr lang="en-US" altLang="zh-CN" dirty="0"/>
              <a:t>-&gt;bf = 1;</a:t>
            </a:r>
          </a:p>
          <a:p>
            <a:pPr marL="0" indent="0">
              <a:buNone/>
            </a:pPr>
            <a:r>
              <a:rPr lang="en-US" altLang="zh-CN" dirty="0"/>
              <a:t>     else </a:t>
            </a:r>
            <a:r>
              <a:rPr lang="en-US" altLang="zh-CN" dirty="0" err="1"/>
              <a:t>subR</a:t>
            </a:r>
            <a:r>
              <a:rPr lang="en-US" altLang="zh-CN" dirty="0"/>
              <a:t>-&gt;bf = 0;</a:t>
            </a:r>
          </a:p>
          <a:p>
            <a:pPr marL="0" indent="0">
              <a:buNone/>
            </a:pPr>
            <a:r>
              <a:rPr lang="en-US" altLang="zh-CN" dirty="0"/>
              <a:t>     </a:t>
            </a:r>
            <a:r>
              <a:rPr lang="en-US" altLang="zh-CN" dirty="0" err="1"/>
              <a:t>ptr</a:t>
            </a:r>
            <a:r>
              <a:rPr lang="en-US" altLang="zh-CN" dirty="0"/>
              <a:t>-&gt;bf = 0;</a:t>
            </a:r>
          </a:p>
          <a:p>
            <a:pPr marL="0" indent="0">
              <a:buNone/>
            </a:pPr>
            <a:r>
              <a:rPr lang="en-US" altLang="zh-CN" dirty="0"/>
              <a:t>}	</a:t>
            </a:r>
          </a:p>
          <a:p>
            <a:pPr marL="0" indent="0">
              <a:buNone/>
            </a:pPr>
            <a:endParaRPr lang="zh-CN" altLang="en-US" dirty="0"/>
          </a:p>
        </p:txBody>
      </p:sp>
      <p:sp>
        <p:nvSpPr>
          <p:cNvPr id="2" name="灯片编号占位符 1">
            <a:extLst>
              <a:ext uri="{FF2B5EF4-FFF2-40B4-BE49-F238E27FC236}">
                <a16:creationId xmlns:a16="http://schemas.microsoft.com/office/drawing/2014/main" id="{B8E027FE-5F0C-4B85-C382-090AF602C739}"/>
              </a:ext>
            </a:extLst>
          </p:cNvPr>
          <p:cNvSpPr>
            <a:spLocks noGrp="1"/>
          </p:cNvSpPr>
          <p:nvPr>
            <p:ph type="sldNum" sz="quarter" idx="12"/>
          </p:nvPr>
        </p:nvSpPr>
        <p:spPr/>
        <p:txBody>
          <a:bodyPr/>
          <a:lstStyle/>
          <a:p>
            <a:pPr>
              <a:defRPr/>
            </a:pPr>
            <a:fld id="{82BC8E53-3928-4033-8D0B-01554133DC73}" type="slidenum">
              <a:rPr lang="en-US" altLang="zh-CN" smtClean="0"/>
              <a:pPr>
                <a:defRPr/>
              </a:pPr>
              <a:t>83</a:t>
            </a:fld>
            <a:endParaRPr lang="en-US" altLang="zh-CN"/>
          </a:p>
        </p:txBody>
      </p:sp>
    </p:spTree>
  </p:cSld>
  <p:clrMapOvr>
    <a:masterClrMapping/>
  </p:clrMapOvr>
  <p:transition>
    <p:spli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CD69AD0B-9723-D317-7190-CDFC6449C9F0}"/>
              </a:ext>
            </a:extLst>
          </p:cNvPr>
          <p:cNvSpPr>
            <a:spLocks noGrp="1" noChangeArrowheads="1"/>
          </p:cNvSpPr>
          <p:nvPr>
            <p:ph type="title"/>
          </p:nvPr>
        </p:nvSpPr>
        <p:spPr/>
        <p:txBody>
          <a:bodyPr/>
          <a:lstStyle/>
          <a:p>
            <a:r>
              <a:rPr lang="zh-CN" altLang="en-US" dirty="0"/>
              <a:t>先右后左双旋转 </a:t>
            </a:r>
            <a:r>
              <a:rPr lang="en-US" altLang="zh-CN" dirty="0"/>
              <a:t>(</a:t>
            </a:r>
            <a:r>
              <a:rPr lang="en-US" altLang="zh-CN" dirty="0" err="1"/>
              <a:t>RotationRightLeft</a:t>
            </a:r>
            <a:r>
              <a:rPr lang="en-US" altLang="zh-CN" dirty="0"/>
              <a:t>)</a:t>
            </a:r>
          </a:p>
        </p:txBody>
      </p:sp>
      <p:sp>
        <p:nvSpPr>
          <p:cNvPr id="229379" name="Rectangle 3">
            <a:extLst>
              <a:ext uri="{FF2B5EF4-FFF2-40B4-BE49-F238E27FC236}">
                <a16:creationId xmlns:a16="http://schemas.microsoft.com/office/drawing/2014/main" id="{CFE86FE2-D4ED-7AF6-DADB-C9C81CB931D4}"/>
              </a:ext>
            </a:extLst>
          </p:cNvPr>
          <p:cNvSpPr>
            <a:spLocks noGrp="1" noChangeArrowheads="1"/>
          </p:cNvSpPr>
          <p:nvPr>
            <p:ph type="body" idx="1"/>
          </p:nvPr>
        </p:nvSpPr>
        <p:spPr/>
        <p:txBody>
          <a:bodyPr>
            <a:normAutofit lnSpcReduction="10000"/>
          </a:bodyPr>
          <a:lstStyle/>
          <a:p>
            <a:r>
              <a:rPr lang="zh-CN" altLang="en-US" dirty="0"/>
              <a:t>在结点</a:t>
            </a:r>
            <a:r>
              <a:rPr lang="en-US" altLang="zh-CN" dirty="0"/>
              <a:t>A</a:t>
            </a:r>
            <a:r>
              <a:rPr lang="zh-CN" altLang="en-US" dirty="0"/>
              <a:t>的右子女的左子树中插入新结点，该子树高度增</a:t>
            </a:r>
            <a:r>
              <a:rPr lang="en-US" altLang="zh-CN" dirty="0"/>
              <a:t>1</a:t>
            </a:r>
            <a:r>
              <a:rPr lang="zh-CN" altLang="en-US" dirty="0"/>
              <a:t>。结点</a:t>
            </a:r>
            <a:r>
              <a:rPr lang="en-US" altLang="zh-CN" dirty="0"/>
              <a:t>A</a:t>
            </a:r>
            <a:r>
              <a:rPr lang="zh-CN" altLang="en-US" dirty="0"/>
              <a:t>的平衡因子变为</a:t>
            </a:r>
            <a:r>
              <a:rPr lang="en-US" altLang="zh-CN" dirty="0"/>
              <a:t>2</a:t>
            </a:r>
            <a:r>
              <a:rPr lang="zh-CN" altLang="en-US" dirty="0"/>
              <a:t>，发生了不平衡。以结点</a:t>
            </a:r>
            <a:r>
              <a:rPr lang="en-US" altLang="zh-CN" dirty="0"/>
              <a:t>D</a:t>
            </a:r>
            <a:r>
              <a:rPr lang="zh-CN" altLang="en-US" dirty="0"/>
              <a:t>为旋转轴，将结点</a:t>
            </a:r>
            <a:r>
              <a:rPr lang="en-US" altLang="zh-CN" dirty="0"/>
              <a:t>C</a:t>
            </a:r>
            <a:r>
              <a:rPr lang="zh-CN" altLang="en-US" dirty="0"/>
              <a:t>顺时针旋转，以</a:t>
            </a:r>
            <a:r>
              <a:rPr lang="en-US" altLang="zh-CN" dirty="0"/>
              <a:t>D</a:t>
            </a:r>
            <a:r>
              <a:rPr lang="zh-CN" altLang="en-US" dirty="0"/>
              <a:t>代替原来</a:t>
            </a:r>
            <a:r>
              <a:rPr lang="en-US" altLang="zh-CN" dirty="0"/>
              <a:t>C</a:t>
            </a:r>
            <a:r>
              <a:rPr lang="zh-CN" altLang="en-US" dirty="0"/>
              <a:t>的位置。</a:t>
            </a:r>
            <a:endParaRPr lang="en-US" altLang="zh-CN" dirty="0"/>
          </a:p>
          <a:p>
            <a:r>
              <a:rPr lang="zh-CN" altLang="en-US" dirty="0"/>
              <a:t>再以结点</a:t>
            </a:r>
            <a:r>
              <a:rPr lang="en-US" altLang="zh-CN" dirty="0"/>
              <a:t>D</a:t>
            </a:r>
            <a:r>
              <a:rPr lang="zh-CN" altLang="en-US" dirty="0"/>
              <a:t>为旋转轴，将结点</a:t>
            </a:r>
            <a:r>
              <a:rPr lang="en-US" altLang="zh-CN" dirty="0"/>
              <a:t>A</a:t>
            </a:r>
            <a:r>
              <a:rPr lang="zh-CN" altLang="en-US" dirty="0"/>
              <a:t>反时针旋转，恢复树的平衡。</a:t>
            </a:r>
            <a:endParaRPr lang="en-US" altLang="zh-CN" dirty="0"/>
          </a:p>
          <a:p>
            <a:r>
              <a:rPr lang="zh-CN" altLang="en-US" dirty="0"/>
              <a:t>如下图所示</a:t>
            </a:r>
          </a:p>
        </p:txBody>
      </p:sp>
      <p:sp>
        <p:nvSpPr>
          <p:cNvPr id="2" name="灯片编号占位符 1">
            <a:extLst>
              <a:ext uri="{FF2B5EF4-FFF2-40B4-BE49-F238E27FC236}">
                <a16:creationId xmlns:a16="http://schemas.microsoft.com/office/drawing/2014/main" id="{1C5166DE-F5DC-282A-4970-3716419D2372}"/>
              </a:ext>
            </a:extLst>
          </p:cNvPr>
          <p:cNvSpPr>
            <a:spLocks noGrp="1"/>
          </p:cNvSpPr>
          <p:nvPr>
            <p:ph type="sldNum" sz="quarter" idx="12"/>
          </p:nvPr>
        </p:nvSpPr>
        <p:spPr/>
        <p:txBody>
          <a:bodyPr/>
          <a:lstStyle/>
          <a:p>
            <a:pPr>
              <a:defRPr/>
            </a:pPr>
            <a:fld id="{82BC8E53-3928-4033-8D0B-01554133DC73}" type="slidenum">
              <a:rPr lang="en-US" altLang="zh-CN" smtClean="0"/>
              <a:pPr>
                <a:defRPr/>
              </a:pPr>
              <a:t>84</a:t>
            </a:fld>
            <a:endParaRPr lang="en-US" altLang="zh-CN"/>
          </a:p>
        </p:txBody>
      </p:sp>
    </p:spTree>
  </p:cSld>
  <p:clrMapOvr>
    <a:masterClrMapping/>
  </p:clrMapOvr>
  <p:transition>
    <p:spli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5" name="Group 188">
            <a:extLst>
              <a:ext uri="{FF2B5EF4-FFF2-40B4-BE49-F238E27FC236}">
                <a16:creationId xmlns:a16="http://schemas.microsoft.com/office/drawing/2014/main" id="{A0555F8B-A783-C2EB-4920-A3ED6EA5ECE9}"/>
              </a:ext>
            </a:extLst>
          </p:cNvPr>
          <p:cNvGrpSpPr>
            <a:grpSpLocks/>
          </p:cNvGrpSpPr>
          <p:nvPr/>
        </p:nvGrpSpPr>
        <p:grpSpPr bwMode="auto">
          <a:xfrm>
            <a:off x="4775028" y="3645871"/>
            <a:ext cx="3260725" cy="2971800"/>
            <a:chOff x="3057" y="984"/>
            <a:chExt cx="2054" cy="1872"/>
          </a:xfrm>
        </p:grpSpPr>
        <p:sp>
          <p:nvSpPr>
            <p:cNvPr id="100385" name="Text Box 160">
              <a:extLst>
                <a:ext uri="{FF2B5EF4-FFF2-40B4-BE49-F238E27FC236}">
                  <a16:creationId xmlns:a16="http://schemas.microsoft.com/office/drawing/2014/main" id="{627DE6C8-2BAA-0B96-2310-C8A0E624378C}"/>
                </a:ext>
              </a:extLst>
            </p:cNvPr>
            <p:cNvSpPr txBox="1">
              <a:spLocks noChangeArrowheads="1"/>
            </p:cNvSpPr>
            <p:nvPr/>
          </p:nvSpPr>
          <p:spPr bwMode="auto">
            <a:xfrm>
              <a:off x="3329" y="1416"/>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00386" name="Text Box 161">
              <a:extLst>
                <a:ext uri="{FF2B5EF4-FFF2-40B4-BE49-F238E27FC236}">
                  <a16:creationId xmlns:a16="http://schemas.microsoft.com/office/drawing/2014/main" id="{076F71E8-9658-DDF7-33DA-43B37B422ABD}"/>
                </a:ext>
              </a:extLst>
            </p:cNvPr>
            <p:cNvSpPr txBox="1">
              <a:spLocks noChangeArrowheads="1"/>
            </p:cNvSpPr>
            <p:nvPr/>
          </p:nvSpPr>
          <p:spPr bwMode="auto">
            <a:xfrm>
              <a:off x="4564" y="146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100387" name="Text Box 162">
              <a:extLst>
                <a:ext uri="{FF2B5EF4-FFF2-40B4-BE49-F238E27FC236}">
                  <a16:creationId xmlns:a16="http://schemas.microsoft.com/office/drawing/2014/main" id="{34E156A4-1870-8B1E-0C57-024FB6F8AE64}"/>
                </a:ext>
              </a:extLst>
            </p:cNvPr>
            <p:cNvSpPr txBox="1">
              <a:spLocks noChangeArrowheads="1"/>
            </p:cNvSpPr>
            <p:nvPr/>
          </p:nvSpPr>
          <p:spPr bwMode="auto">
            <a:xfrm>
              <a:off x="4824" y="175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00388" name="Text Box 163">
              <a:extLst>
                <a:ext uri="{FF2B5EF4-FFF2-40B4-BE49-F238E27FC236}">
                  <a16:creationId xmlns:a16="http://schemas.microsoft.com/office/drawing/2014/main" id="{4C78E684-F2C2-0276-F953-5192DD83A653}"/>
                </a:ext>
              </a:extLst>
            </p:cNvPr>
            <p:cNvSpPr txBox="1">
              <a:spLocks noChangeArrowheads="1"/>
            </p:cNvSpPr>
            <p:nvPr/>
          </p:nvSpPr>
          <p:spPr bwMode="auto">
            <a:xfrm>
              <a:off x="3713" y="98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100389" name="Text Box 164">
              <a:extLst>
                <a:ext uri="{FF2B5EF4-FFF2-40B4-BE49-F238E27FC236}">
                  <a16:creationId xmlns:a16="http://schemas.microsoft.com/office/drawing/2014/main" id="{FA35FD1C-484C-B07F-BB24-DBB21400D62D}"/>
                </a:ext>
              </a:extLst>
            </p:cNvPr>
            <p:cNvSpPr txBox="1">
              <a:spLocks noChangeArrowheads="1"/>
            </p:cNvSpPr>
            <p:nvPr/>
          </p:nvSpPr>
          <p:spPr bwMode="auto">
            <a:xfrm>
              <a:off x="3057" y="1752"/>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100390" name="Text Box 165">
              <a:extLst>
                <a:ext uri="{FF2B5EF4-FFF2-40B4-BE49-F238E27FC236}">
                  <a16:creationId xmlns:a16="http://schemas.microsoft.com/office/drawing/2014/main" id="{52627361-93B0-E97A-17EA-C77E89413111}"/>
                </a:ext>
              </a:extLst>
            </p:cNvPr>
            <p:cNvSpPr txBox="1">
              <a:spLocks noChangeArrowheads="1"/>
            </p:cNvSpPr>
            <p:nvPr/>
          </p:nvSpPr>
          <p:spPr bwMode="auto">
            <a:xfrm>
              <a:off x="3873" y="1771"/>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00391" name="Text Box 166">
              <a:extLst>
                <a:ext uri="{FF2B5EF4-FFF2-40B4-BE49-F238E27FC236}">
                  <a16:creationId xmlns:a16="http://schemas.microsoft.com/office/drawing/2014/main" id="{09542A9A-A669-6BF7-B997-A457A82C836C}"/>
                </a:ext>
              </a:extLst>
            </p:cNvPr>
            <p:cNvSpPr txBox="1">
              <a:spLocks noChangeArrowheads="1"/>
            </p:cNvSpPr>
            <p:nvPr/>
          </p:nvSpPr>
          <p:spPr bwMode="auto">
            <a:xfrm>
              <a:off x="4049" y="1771"/>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grpSp>
          <p:nvGrpSpPr>
            <p:cNvPr id="100392" name="Group 167">
              <a:extLst>
                <a:ext uri="{FF2B5EF4-FFF2-40B4-BE49-F238E27FC236}">
                  <a16:creationId xmlns:a16="http://schemas.microsoft.com/office/drawing/2014/main" id="{644E487E-2122-2BF2-949C-A792C7D64CED}"/>
                </a:ext>
              </a:extLst>
            </p:cNvPr>
            <p:cNvGrpSpPr>
              <a:grpSpLocks/>
            </p:cNvGrpSpPr>
            <p:nvPr/>
          </p:nvGrpSpPr>
          <p:grpSpPr bwMode="auto">
            <a:xfrm>
              <a:off x="3233" y="1224"/>
              <a:ext cx="1728" cy="1632"/>
              <a:chOff x="3233" y="1982"/>
              <a:chExt cx="1728" cy="1632"/>
            </a:xfrm>
          </p:grpSpPr>
          <p:sp>
            <p:nvSpPr>
              <p:cNvPr id="100396" name="Line 168">
                <a:extLst>
                  <a:ext uri="{FF2B5EF4-FFF2-40B4-BE49-F238E27FC236}">
                    <a16:creationId xmlns:a16="http://schemas.microsoft.com/office/drawing/2014/main" id="{FB7CD90E-2C7D-A0CF-7364-0576C4AA4537}"/>
                  </a:ext>
                </a:extLst>
              </p:cNvPr>
              <p:cNvSpPr>
                <a:spLocks noChangeShapeType="1"/>
              </p:cNvSpPr>
              <p:nvPr/>
            </p:nvSpPr>
            <p:spPr bwMode="auto">
              <a:xfrm flipH="1">
                <a:off x="4289" y="2558"/>
                <a:ext cx="144" cy="384"/>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7" name="Line 169">
                <a:extLst>
                  <a:ext uri="{FF2B5EF4-FFF2-40B4-BE49-F238E27FC236}">
                    <a16:creationId xmlns:a16="http://schemas.microsoft.com/office/drawing/2014/main" id="{18FC1924-F0D9-DE18-6EDE-904E9967242E}"/>
                  </a:ext>
                </a:extLst>
              </p:cNvPr>
              <p:cNvSpPr>
                <a:spLocks noChangeShapeType="1"/>
              </p:cNvSpPr>
              <p:nvPr/>
            </p:nvSpPr>
            <p:spPr bwMode="auto">
              <a:xfrm>
                <a:off x="4145" y="2174"/>
                <a:ext cx="672" cy="67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8" name="Line 170">
                <a:extLst>
                  <a:ext uri="{FF2B5EF4-FFF2-40B4-BE49-F238E27FC236}">
                    <a16:creationId xmlns:a16="http://schemas.microsoft.com/office/drawing/2014/main" id="{BC102F40-229E-0BCB-7A2E-B511258D230D}"/>
                  </a:ext>
                </a:extLst>
              </p:cNvPr>
              <p:cNvSpPr>
                <a:spLocks noChangeShapeType="1"/>
              </p:cNvSpPr>
              <p:nvPr/>
            </p:nvSpPr>
            <p:spPr bwMode="auto">
              <a:xfrm flipH="1">
                <a:off x="3329" y="2174"/>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9" name="Rectangle 171">
                <a:extLst>
                  <a:ext uri="{FF2B5EF4-FFF2-40B4-BE49-F238E27FC236}">
                    <a16:creationId xmlns:a16="http://schemas.microsoft.com/office/drawing/2014/main" id="{9EC381F8-5119-F088-96DE-C38D2AA0558C}"/>
                  </a:ext>
                </a:extLst>
              </p:cNvPr>
              <p:cNvSpPr>
                <a:spLocks noChangeArrowheads="1"/>
              </p:cNvSpPr>
              <p:nvPr/>
            </p:nvSpPr>
            <p:spPr bwMode="auto">
              <a:xfrm>
                <a:off x="4721" y="2846"/>
                <a:ext cx="240" cy="76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0400" name="Line 172">
                <a:extLst>
                  <a:ext uri="{FF2B5EF4-FFF2-40B4-BE49-F238E27FC236}">
                    <a16:creationId xmlns:a16="http://schemas.microsoft.com/office/drawing/2014/main" id="{8A69E6E3-ABB1-E05E-4F62-F1E868F6A49B}"/>
                  </a:ext>
                </a:extLst>
              </p:cNvPr>
              <p:cNvSpPr>
                <a:spLocks noChangeShapeType="1"/>
              </p:cNvSpPr>
              <p:nvPr/>
            </p:nvSpPr>
            <p:spPr bwMode="auto">
              <a:xfrm>
                <a:off x="3761" y="2558"/>
                <a:ext cx="192" cy="336"/>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1" name="Oval 173">
                <a:extLst>
                  <a:ext uri="{FF2B5EF4-FFF2-40B4-BE49-F238E27FC236}">
                    <a16:creationId xmlns:a16="http://schemas.microsoft.com/office/drawing/2014/main" id="{DB258518-B62F-7861-BE92-D70F9E36E98A}"/>
                  </a:ext>
                </a:extLst>
              </p:cNvPr>
              <p:cNvSpPr>
                <a:spLocks noChangeArrowheads="1"/>
              </p:cNvSpPr>
              <p:nvPr/>
            </p:nvSpPr>
            <p:spPr bwMode="auto">
              <a:xfrm>
                <a:off x="3617" y="236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402" name="Oval 174">
                <a:extLst>
                  <a:ext uri="{FF2B5EF4-FFF2-40B4-BE49-F238E27FC236}">
                    <a16:creationId xmlns:a16="http://schemas.microsoft.com/office/drawing/2014/main" id="{B8427FCB-4DC0-9348-ACB7-CB1F46AE8763}"/>
                  </a:ext>
                </a:extLst>
              </p:cNvPr>
              <p:cNvSpPr>
                <a:spLocks noChangeArrowheads="1"/>
              </p:cNvSpPr>
              <p:nvPr/>
            </p:nvSpPr>
            <p:spPr bwMode="auto">
              <a:xfrm>
                <a:off x="3953" y="1982"/>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403" name="Rectangle 175">
                <a:extLst>
                  <a:ext uri="{FF2B5EF4-FFF2-40B4-BE49-F238E27FC236}">
                    <a16:creationId xmlns:a16="http://schemas.microsoft.com/office/drawing/2014/main" id="{F00754DA-819B-5310-F7F1-E5BF10B7C7EE}"/>
                  </a:ext>
                </a:extLst>
              </p:cNvPr>
              <p:cNvSpPr>
                <a:spLocks noChangeArrowheads="1"/>
              </p:cNvSpPr>
              <p:nvPr/>
            </p:nvSpPr>
            <p:spPr bwMode="auto">
              <a:xfrm>
                <a:off x="3233" y="2846"/>
                <a:ext cx="240" cy="76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0404" name="Rectangle 176">
                <a:extLst>
                  <a:ext uri="{FF2B5EF4-FFF2-40B4-BE49-F238E27FC236}">
                    <a16:creationId xmlns:a16="http://schemas.microsoft.com/office/drawing/2014/main" id="{D2D172F5-EA73-B117-7377-A81CA6B408E4}"/>
                  </a:ext>
                </a:extLst>
              </p:cNvPr>
              <p:cNvSpPr>
                <a:spLocks noChangeArrowheads="1"/>
              </p:cNvSpPr>
              <p:nvPr/>
            </p:nvSpPr>
            <p:spPr bwMode="auto">
              <a:xfrm>
                <a:off x="4193" y="2846"/>
                <a:ext cx="240" cy="621"/>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00405" name="Oval 177">
                <a:extLst>
                  <a:ext uri="{FF2B5EF4-FFF2-40B4-BE49-F238E27FC236}">
                    <a16:creationId xmlns:a16="http://schemas.microsoft.com/office/drawing/2014/main" id="{D731B1F5-EE63-32A0-93DE-42FE333B96C1}"/>
                  </a:ext>
                </a:extLst>
              </p:cNvPr>
              <p:cNvSpPr>
                <a:spLocks noChangeArrowheads="1"/>
              </p:cNvSpPr>
              <p:nvPr/>
            </p:nvSpPr>
            <p:spPr bwMode="auto">
              <a:xfrm>
                <a:off x="4337" y="2366"/>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406" name="Rectangle 178">
                <a:extLst>
                  <a:ext uri="{FF2B5EF4-FFF2-40B4-BE49-F238E27FC236}">
                    <a16:creationId xmlns:a16="http://schemas.microsoft.com/office/drawing/2014/main" id="{090BB417-2288-CE00-59EB-FC42CCEE4698}"/>
                  </a:ext>
                </a:extLst>
              </p:cNvPr>
              <p:cNvSpPr>
                <a:spLocks noChangeArrowheads="1"/>
              </p:cNvSpPr>
              <p:nvPr/>
            </p:nvSpPr>
            <p:spPr bwMode="auto">
              <a:xfrm>
                <a:off x="3809" y="2846"/>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00407" name="Text Box 179">
                <a:extLst>
                  <a:ext uri="{FF2B5EF4-FFF2-40B4-BE49-F238E27FC236}">
                    <a16:creationId xmlns:a16="http://schemas.microsoft.com/office/drawing/2014/main" id="{B6BE3E3C-563B-4C83-2183-F25B454A8E71}"/>
                  </a:ext>
                </a:extLst>
              </p:cNvPr>
              <p:cNvSpPr txBox="1">
                <a:spLocks noChangeArrowheads="1"/>
              </p:cNvSpPr>
              <p:nvPr/>
            </p:nvSpPr>
            <p:spPr bwMode="auto">
              <a:xfrm>
                <a:off x="3617" y="2942"/>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00408" name="Text Box 180">
                <a:extLst>
                  <a:ext uri="{FF2B5EF4-FFF2-40B4-BE49-F238E27FC236}">
                    <a16:creationId xmlns:a16="http://schemas.microsoft.com/office/drawing/2014/main" id="{5A025406-BBB9-C64A-A9C9-31C5326F0B3E}"/>
                  </a:ext>
                </a:extLst>
              </p:cNvPr>
              <p:cNvSpPr txBox="1">
                <a:spLocks noChangeArrowheads="1"/>
              </p:cNvSpPr>
              <p:nvPr/>
            </p:nvSpPr>
            <p:spPr bwMode="auto">
              <a:xfrm>
                <a:off x="4193" y="2964"/>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00409" name="Rectangle 181">
                <a:extLst>
                  <a:ext uri="{FF2B5EF4-FFF2-40B4-BE49-F238E27FC236}">
                    <a16:creationId xmlns:a16="http://schemas.microsoft.com/office/drawing/2014/main" id="{4462C11E-48A3-CECD-525B-5EFAAC76AABB}"/>
                  </a:ext>
                </a:extLst>
              </p:cNvPr>
              <p:cNvSpPr>
                <a:spLocks noChangeArrowheads="1"/>
              </p:cNvSpPr>
              <p:nvPr/>
            </p:nvSpPr>
            <p:spPr bwMode="auto">
              <a:xfrm>
                <a:off x="4198" y="3463"/>
                <a:ext cx="240" cy="136"/>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grpSp>
        <p:sp>
          <p:nvSpPr>
            <p:cNvPr id="230582" name="Text Box 182">
              <a:extLst>
                <a:ext uri="{FF2B5EF4-FFF2-40B4-BE49-F238E27FC236}">
                  <a16:creationId xmlns:a16="http://schemas.microsoft.com/office/drawing/2014/main" id="{1F3625FD-204A-F557-5D3D-440C0F8D069A}"/>
                </a:ext>
              </a:extLst>
            </p:cNvPr>
            <p:cNvSpPr txBox="1">
              <a:spLocks noChangeArrowheads="1"/>
            </p:cNvSpPr>
            <p:nvPr/>
          </p:nvSpPr>
          <p:spPr bwMode="auto">
            <a:xfrm>
              <a:off x="4347" y="1576"/>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230583" name="Text Box 183">
              <a:extLst>
                <a:ext uri="{FF2B5EF4-FFF2-40B4-BE49-F238E27FC236}">
                  <a16:creationId xmlns:a16="http://schemas.microsoft.com/office/drawing/2014/main" id="{C21C066E-ECD5-2058-797E-A7E08B5512E0}"/>
                </a:ext>
              </a:extLst>
            </p:cNvPr>
            <p:cNvSpPr txBox="1">
              <a:spLocks noChangeArrowheads="1"/>
            </p:cNvSpPr>
            <p:nvPr/>
          </p:nvSpPr>
          <p:spPr bwMode="auto">
            <a:xfrm>
              <a:off x="3962" y="1193"/>
              <a:ext cx="212" cy="288"/>
            </a:xfrm>
            <a:prstGeom prst="rect">
              <a:avLst/>
            </a:prstGeom>
            <a:noFill/>
            <a:ln w="9525">
              <a:noFill/>
              <a:miter lim="800000"/>
              <a:headEnd/>
              <a:tailEnd/>
            </a:ln>
            <a:effectLst/>
          </p:spPr>
          <p:txBody>
            <a:bodyPr wrap="none">
              <a:spAutoFit/>
            </a:bodyPr>
            <a:lstStyle/>
            <a:p>
              <a:pPr>
                <a:defRPr/>
              </a:pPr>
              <a:r>
                <a:rPr lang="en-US" altLang="zh-CN" b="1">
                  <a:solidFill>
                    <a:schemeClr val="tx2"/>
                  </a:solidFill>
                  <a:effectLst>
                    <a:outerShdw blurRad="38100" dist="38100" dir="2700000" algn="tl">
                      <a:srgbClr val="C0C0C0"/>
                    </a:outerShdw>
                  </a:effectLst>
                  <a:latin typeface="Times New Roman" charset="0"/>
                </a:rPr>
                <a:t>0</a:t>
              </a:r>
              <a:endParaRPr lang="en-US" altLang="zh-CN">
                <a:solidFill>
                  <a:schemeClr val="tx2"/>
                </a:solidFill>
                <a:latin typeface="Times New Roman" charset="0"/>
              </a:endParaRPr>
            </a:p>
          </p:txBody>
        </p:sp>
        <p:sp>
          <p:nvSpPr>
            <p:cNvPr id="230584" name="Text Box 184">
              <a:extLst>
                <a:ext uri="{FF2B5EF4-FFF2-40B4-BE49-F238E27FC236}">
                  <a16:creationId xmlns:a16="http://schemas.microsoft.com/office/drawing/2014/main" id="{F482DC23-8FA9-2252-6714-DC8F88FDDC19}"/>
                </a:ext>
              </a:extLst>
            </p:cNvPr>
            <p:cNvSpPr txBox="1">
              <a:spLocks noChangeArrowheads="1"/>
            </p:cNvSpPr>
            <p:nvPr/>
          </p:nvSpPr>
          <p:spPr bwMode="auto">
            <a:xfrm>
              <a:off x="3581" y="1572"/>
              <a:ext cx="308"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FF3300"/>
                  </a:solidFill>
                  <a:effectLst>
                    <a:outerShdw blurRad="38100" dist="38100" dir="2700000" algn="tl">
                      <a:srgbClr val="C0C0C0"/>
                    </a:outerShdw>
                  </a:effectLst>
                  <a:latin typeface="Times New Roman" charset="0"/>
                </a:rPr>
                <a:t>1</a:t>
              </a:r>
              <a:endParaRPr lang="en-US" altLang="zh-CN">
                <a:latin typeface="Times New Roman" charset="0"/>
              </a:endParaRPr>
            </a:p>
          </p:txBody>
        </p:sp>
      </p:grpSp>
      <p:grpSp>
        <p:nvGrpSpPr>
          <p:cNvPr id="100356" name="Group 187">
            <a:extLst>
              <a:ext uri="{FF2B5EF4-FFF2-40B4-BE49-F238E27FC236}">
                <a16:creationId xmlns:a16="http://schemas.microsoft.com/office/drawing/2014/main" id="{E482A4DE-5EF2-1473-1660-F16D78998A41}"/>
              </a:ext>
            </a:extLst>
          </p:cNvPr>
          <p:cNvGrpSpPr>
            <a:grpSpLocks/>
          </p:cNvGrpSpPr>
          <p:nvPr/>
        </p:nvGrpSpPr>
        <p:grpSpPr bwMode="auto">
          <a:xfrm>
            <a:off x="1038052" y="3435490"/>
            <a:ext cx="3767138" cy="3368675"/>
            <a:chOff x="545" y="1003"/>
            <a:chExt cx="2373" cy="2122"/>
          </a:xfrm>
        </p:grpSpPr>
        <p:grpSp>
          <p:nvGrpSpPr>
            <p:cNvPr id="100357" name="Group 141">
              <a:extLst>
                <a:ext uri="{FF2B5EF4-FFF2-40B4-BE49-F238E27FC236}">
                  <a16:creationId xmlns:a16="http://schemas.microsoft.com/office/drawing/2014/main" id="{3275C1F7-B7C1-ED91-ECCC-74BADEC22035}"/>
                </a:ext>
              </a:extLst>
            </p:cNvPr>
            <p:cNvGrpSpPr>
              <a:grpSpLocks/>
            </p:cNvGrpSpPr>
            <p:nvPr/>
          </p:nvGrpSpPr>
          <p:grpSpPr bwMode="auto">
            <a:xfrm>
              <a:off x="737" y="1215"/>
              <a:ext cx="1680" cy="1910"/>
              <a:chOff x="737" y="1982"/>
              <a:chExt cx="1680" cy="1910"/>
            </a:xfrm>
          </p:grpSpPr>
          <p:sp>
            <p:nvSpPr>
              <p:cNvPr id="100371" name="Line 142">
                <a:extLst>
                  <a:ext uri="{FF2B5EF4-FFF2-40B4-BE49-F238E27FC236}">
                    <a16:creationId xmlns:a16="http://schemas.microsoft.com/office/drawing/2014/main" id="{CDB411CE-A4E4-0016-69EA-C5E58E5FF2E0}"/>
                  </a:ext>
                </a:extLst>
              </p:cNvPr>
              <p:cNvSpPr>
                <a:spLocks noChangeShapeType="1"/>
              </p:cNvSpPr>
              <p:nvPr/>
            </p:nvSpPr>
            <p:spPr bwMode="auto">
              <a:xfrm flipH="1">
                <a:off x="1697" y="2894"/>
                <a:ext cx="192" cy="336"/>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2" name="Line 143">
                <a:extLst>
                  <a:ext uri="{FF2B5EF4-FFF2-40B4-BE49-F238E27FC236}">
                    <a16:creationId xmlns:a16="http://schemas.microsoft.com/office/drawing/2014/main" id="{DA2397CB-A6F2-1881-B4D0-83466B364B45}"/>
                  </a:ext>
                </a:extLst>
              </p:cNvPr>
              <p:cNvSpPr>
                <a:spLocks noChangeShapeType="1"/>
              </p:cNvSpPr>
              <p:nvPr/>
            </p:nvSpPr>
            <p:spPr bwMode="auto">
              <a:xfrm flipH="1">
                <a:off x="785" y="2174"/>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3" name="Line 144">
                <a:extLst>
                  <a:ext uri="{FF2B5EF4-FFF2-40B4-BE49-F238E27FC236}">
                    <a16:creationId xmlns:a16="http://schemas.microsoft.com/office/drawing/2014/main" id="{9764B053-0C1B-C3AE-80FF-C156A5E01AAE}"/>
                  </a:ext>
                </a:extLst>
              </p:cNvPr>
              <p:cNvSpPr>
                <a:spLocks noChangeShapeType="1"/>
              </p:cNvSpPr>
              <p:nvPr/>
            </p:nvSpPr>
            <p:spPr bwMode="auto">
              <a:xfrm>
                <a:off x="1313" y="2174"/>
                <a:ext cx="912" cy="100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4" name="Rectangle 145">
                <a:extLst>
                  <a:ext uri="{FF2B5EF4-FFF2-40B4-BE49-F238E27FC236}">
                    <a16:creationId xmlns:a16="http://schemas.microsoft.com/office/drawing/2014/main" id="{956ECA19-46A5-53F2-DC66-AE599980BE66}"/>
                  </a:ext>
                </a:extLst>
              </p:cNvPr>
              <p:cNvSpPr>
                <a:spLocks noChangeArrowheads="1"/>
              </p:cNvSpPr>
              <p:nvPr/>
            </p:nvSpPr>
            <p:spPr bwMode="auto">
              <a:xfrm>
                <a:off x="2177" y="3182"/>
                <a:ext cx="240" cy="71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0375" name="Line 146">
                <a:extLst>
                  <a:ext uri="{FF2B5EF4-FFF2-40B4-BE49-F238E27FC236}">
                    <a16:creationId xmlns:a16="http://schemas.microsoft.com/office/drawing/2014/main" id="{9B41D4CA-61F7-5903-CFE9-BF3DE4EDAF7C}"/>
                  </a:ext>
                </a:extLst>
              </p:cNvPr>
              <p:cNvSpPr>
                <a:spLocks noChangeShapeType="1"/>
              </p:cNvSpPr>
              <p:nvPr/>
            </p:nvSpPr>
            <p:spPr bwMode="auto">
              <a:xfrm flipH="1">
                <a:off x="1313" y="2558"/>
                <a:ext cx="240" cy="336"/>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6" name="Oval 147">
                <a:extLst>
                  <a:ext uri="{FF2B5EF4-FFF2-40B4-BE49-F238E27FC236}">
                    <a16:creationId xmlns:a16="http://schemas.microsoft.com/office/drawing/2014/main" id="{B5C72884-5070-D8EB-16B7-9EA3AB6A439C}"/>
                  </a:ext>
                </a:extLst>
              </p:cNvPr>
              <p:cNvSpPr>
                <a:spLocks noChangeArrowheads="1"/>
              </p:cNvSpPr>
              <p:nvPr/>
            </p:nvSpPr>
            <p:spPr bwMode="auto">
              <a:xfrm>
                <a:off x="1505" y="2366"/>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377" name="Oval 148">
                <a:extLst>
                  <a:ext uri="{FF2B5EF4-FFF2-40B4-BE49-F238E27FC236}">
                    <a16:creationId xmlns:a16="http://schemas.microsoft.com/office/drawing/2014/main" id="{16EABC3C-B91E-B5CE-6F7D-5DCF73C65783}"/>
                  </a:ext>
                </a:extLst>
              </p:cNvPr>
              <p:cNvSpPr>
                <a:spLocks noChangeArrowheads="1"/>
              </p:cNvSpPr>
              <p:nvPr/>
            </p:nvSpPr>
            <p:spPr bwMode="auto">
              <a:xfrm>
                <a:off x="1169" y="1982"/>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378" name="Rectangle 149">
                <a:extLst>
                  <a:ext uri="{FF2B5EF4-FFF2-40B4-BE49-F238E27FC236}">
                    <a16:creationId xmlns:a16="http://schemas.microsoft.com/office/drawing/2014/main" id="{F7146383-39E4-A9BA-83CA-3E8967F98448}"/>
                  </a:ext>
                </a:extLst>
              </p:cNvPr>
              <p:cNvSpPr>
                <a:spLocks noChangeArrowheads="1"/>
              </p:cNvSpPr>
              <p:nvPr/>
            </p:nvSpPr>
            <p:spPr bwMode="auto">
              <a:xfrm>
                <a:off x="737" y="2510"/>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0379" name="Rectangle 150">
                <a:extLst>
                  <a:ext uri="{FF2B5EF4-FFF2-40B4-BE49-F238E27FC236}">
                    <a16:creationId xmlns:a16="http://schemas.microsoft.com/office/drawing/2014/main" id="{D8766535-6439-8D72-87CE-A0F99FE8ECB1}"/>
                  </a:ext>
                </a:extLst>
              </p:cNvPr>
              <p:cNvSpPr>
                <a:spLocks noChangeArrowheads="1"/>
              </p:cNvSpPr>
              <p:nvPr/>
            </p:nvSpPr>
            <p:spPr bwMode="auto">
              <a:xfrm>
                <a:off x="1601" y="3182"/>
                <a:ext cx="240" cy="556"/>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00380" name="Oval 151">
                <a:extLst>
                  <a:ext uri="{FF2B5EF4-FFF2-40B4-BE49-F238E27FC236}">
                    <a16:creationId xmlns:a16="http://schemas.microsoft.com/office/drawing/2014/main" id="{E2DF145B-4A76-1E69-2F53-15F92536CB8E}"/>
                  </a:ext>
                </a:extLst>
              </p:cNvPr>
              <p:cNvSpPr>
                <a:spLocks noChangeArrowheads="1"/>
              </p:cNvSpPr>
              <p:nvPr/>
            </p:nvSpPr>
            <p:spPr bwMode="auto">
              <a:xfrm>
                <a:off x="1793" y="2750"/>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0381" name="Rectangle 152">
                <a:extLst>
                  <a:ext uri="{FF2B5EF4-FFF2-40B4-BE49-F238E27FC236}">
                    <a16:creationId xmlns:a16="http://schemas.microsoft.com/office/drawing/2014/main" id="{58F73302-0211-33BC-A7C9-11F93089CBD8}"/>
                  </a:ext>
                </a:extLst>
              </p:cNvPr>
              <p:cNvSpPr>
                <a:spLocks noChangeArrowheads="1"/>
              </p:cNvSpPr>
              <p:nvPr/>
            </p:nvSpPr>
            <p:spPr bwMode="auto">
              <a:xfrm>
                <a:off x="1217" y="2846"/>
                <a:ext cx="240" cy="52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00382" name="Text Box 153">
                <a:extLst>
                  <a:ext uri="{FF2B5EF4-FFF2-40B4-BE49-F238E27FC236}">
                    <a16:creationId xmlns:a16="http://schemas.microsoft.com/office/drawing/2014/main" id="{D0F19BBA-2A0E-7E91-305D-EAEB347A877C}"/>
                  </a:ext>
                </a:extLst>
              </p:cNvPr>
              <p:cNvSpPr txBox="1">
                <a:spLocks noChangeArrowheads="1"/>
              </p:cNvSpPr>
              <p:nvPr/>
            </p:nvSpPr>
            <p:spPr bwMode="auto">
              <a:xfrm>
                <a:off x="1034" y="2894"/>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00383" name="Text Box 154">
                <a:extLst>
                  <a:ext uri="{FF2B5EF4-FFF2-40B4-BE49-F238E27FC236}">
                    <a16:creationId xmlns:a16="http://schemas.microsoft.com/office/drawing/2014/main" id="{728F8B97-B477-94FF-7C5E-9D184BD8FBA7}"/>
                  </a:ext>
                </a:extLst>
              </p:cNvPr>
              <p:cNvSpPr txBox="1">
                <a:spLocks noChangeArrowheads="1"/>
              </p:cNvSpPr>
              <p:nvPr/>
            </p:nvSpPr>
            <p:spPr bwMode="auto">
              <a:xfrm>
                <a:off x="1601" y="3262"/>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00384" name="Rectangle 155">
                <a:extLst>
                  <a:ext uri="{FF2B5EF4-FFF2-40B4-BE49-F238E27FC236}">
                    <a16:creationId xmlns:a16="http://schemas.microsoft.com/office/drawing/2014/main" id="{4AF41059-10CD-5FBD-929C-9941B281049B}"/>
                  </a:ext>
                </a:extLst>
              </p:cNvPr>
              <p:cNvSpPr>
                <a:spLocks noChangeArrowheads="1"/>
              </p:cNvSpPr>
              <p:nvPr/>
            </p:nvSpPr>
            <p:spPr bwMode="auto">
              <a:xfrm>
                <a:off x="1596" y="3737"/>
                <a:ext cx="240" cy="140"/>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grpSp>
        <p:sp>
          <p:nvSpPr>
            <p:cNvPr id="100358" name="AutoShape 131">
              <a:extLst>
                <a:ext uri="{FF2B5EF4-FFF2-40B4-BE49-F238E27FC236}">
                  <a16:creationId xmlns:a16="http://schemas.microsoft.com/office/drawing/2014/main" id="{DD277861-9658-B331-5447-3D9383FEDBB9}"/>
                </a:ext>
              </a:extLst>
            </p:cNvPr>
            <p:cNvSpPr>
              <a:spLocks noChangeArrowheads="1"/>
            </p:cNvSpPr>
            <p:nvPr/>
          </p:nvSpPr>
          <p:spPr bwMode="auto">
            <a:xfrm flipH="1">
              <a:off x="2294" y="1311"/>
              <a:ext cx="576" cy="528"/>
            </a:xfrm>
            <a:prstGeom prst="wedgeRoundRectCallout">
              <a:avLst>
                <a:gd name="adj1" fmla="val 128296"/>
                <a:gd name="adj2" fmla="val 174620"/>
                <a:gd name="adj3" fmla="val 16667"/>
              </a:avLst>
            </a:prstGeom>
            <a:solidFill>
              <a:srgbClr val="FFFFCC"/>
            </a:solidFill>
            <a:ln w="19050">
              <a:solidFill>
                <a:schemeClr val="tx2"/>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solidFill>
                  <a:schemeClr val="tx2"/>
                </a:solidFill>
                <a:latin typeface="Times New Roman" panose="02020603050405020304" pitchFamily="18" charset="0"/>
                <a:ea typeface="宋体" panose="02010600030101010101" pitchFamily="2" charset="-122"/>
              </a:endParaRPr>
            </a:p>
          </p:txBody>
        </p:sp>
        <p:sp>
          <p:nvSpPr>
            <p:cNvPr id="230532" name="Text Box 132">
              <a:extLst>
                <a:ext uri="{FF2B5EF4-FFF2-40B4-BE49-F238E27FC236}">
                  <a16:creationId xmlns:a16="http://schemas.microsoft.com/office/drawing/2014/main" id="{8007400D-74ED-59F2-66A0-4FC5DDDB5B0F}"/>
                </a:ext>
              </a:extLst>
            </p:cNvPr>
            <p:cNvSpPr txBox="1">
              <a:spLocks noChangeArrowheads="1"/>
            </p:cNvSpPr>
            <p:nvPr/>
          </p:nvSpPr>
          <p:spPr bwMode="auto">
            <a:xfrm>
              <a:off x="2342" y="1311"/>
              <a:ext cx="576" cy="518"/>
            </a:xfrm>
            <a:prstGeom prst="rect">
              <a:avLst/>
            </a:prstGeom>
            <a:noFill/>
            <a:ln w="9525">
              <a:noFill/>
              <a:miter lim="800000"/>
              <a:headEnd/>
              <a:tailEnd/>
            </a:ln>
            <a:effectLst/>
          </p:spPr>
          <p:txBody>
            <a:bodyPr>
              <a:spAutoFit/>
            </a:bodyPr>
            <a:lstStyle/>
            <a:p>
              <a:pPr>
                <a:defRPr/>
              </a:pPr>
              <a:r>
                <a:rPr lang="zh-CN" altLang="en-US" b="1">
                  <a:solidFill>
                    <a:schemeClr val="tx2"/>
                  </a:solidFill>
                  <a:effectLst>
                    <a:outerShdw blurRad="38100" dist="38100" dir="2700000" algn="tl">
                      <a:srgbClr val="C0C0C0"/>
                    </a:outerShdw>
                  </a:effectLst>
                  <a:latin typeface="Times New Roman" charset="0"/>
                  <a:ea typeface="仿宋_GB2312" pitchFamily="49" charset="-122"/>
                </a:rPr>
                <a:t>左单</a:t>
              </a:r>
            </a:p>
            <a:p>
              <a:pPr>
                <a:defRPr/>
              </a:pPr>
              <a:r>
                <a:rPr lang="zh-CN" altLang="en-US" b="1">
                  <a:solidFill>
                    <a:schemeClr val="tx2"/>
                  </a:solidFill>
                  <a:effectLst>
                    <a:outerShdw blurRad="38100" dist="38100" dir="2700000" algn="tl">
                      <a:srgbClr val="C0C0C0"/>
                    </a:outerShdw>
                  </a:effectLst>
                  <a:latin typeface="Times New Roman" charset="0"/>
                  <a:ea typeface="仿宋_GB2312" pitchFamily="49" charset="-122"/>
                </a:rPr>
                <a:t>旋转</a:t>
              </a:r>
              <a:endParaRPr lang="zh-CN" altLang="en-US">
                <a:solidFill>
                  <a:schemeClr val="bg2"/>
                </a:solidFill>
                <a:latin typeface="Times New Roman" charset="0"/>
              </a:endParaRPr>
            </a:p>
          </p:txBody>
        </p:sp>
        <p:sp>
          <p:nvSpPr>
            <p:cNvPr id="100360" name="Text Box 134">
              <a:extLst>
                <a:ext uri="{FF2B5EF4-FFF2-40B4-BE49-F238E27FC236}">
                  <a16:creationId xmlns:a16="http://schemas.microsoft.com/office/drawing/2014/main" id="{E31AC645-B529-7B67-5084-2E3D83B6735E}"/>
                </a:ext>
              </a:extLst>
            </p:cNvPr>
            <p:cNvSpPr txBox="1">
              <a:spLocks noChangeArrowheads="1"/>
            </p:cNvSpPr>
            <p:nvPr/>
          </p:nvSpPr>
          <p:spPr bwMode="auto">
            <a:xfrm>
              <a:off x="1396" y="1003"/>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00361" name="Text Box 135">
              <a:extLst>
                <a:ext uri="{FF2B5EF4-FFF2-40B4-BE49-F238E27FC236}">
                  <a16:creationId xmlns:a16="http://schemas.microsoft.com/office/drawing/2014/main" id="{89CEC1F4-26EC-FCE3-58E2-D67A60832E6F}"/>
                </a:ext>
              </a:extLst>
            </p:cNvPr>
            <p:cNvSpPr txBox="1">
              <a:spLocks noChangeArrowheads="1"/>
            </p:cNvSpPr>
            <p:nvPr/>
          </p:nvSpPr>
          <p:spPr bwMode="auto">
            <a:xfrm>
              <a:off x="1972" y="1800"/>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100362" name="Text Box 136">
              <a:extLst>
                <a:ext uri="{FF2B5EF4-FFF2-40B4-BE49-F238E27FC236}">
                  <a16:creationId xmlns:a16="http://schemas.microsoft.com/office/drawing/2014/main" id="{79673CF8-E7B9-E326-D022-779A63DDEE33}"/>
                </a:ext>
              </a:extLst>
            </p:cNvPr>
            <p:cNvSpPr txBox="1">
              <a:spLocks noChangeArrowheads="1"/>
            </p:cNvSpPr>
            <p:nvPr/>
          </p:nvSpPr>
          <p:spPr bwMode="auto">
            <a:xfrm>
              <a:off x="2225" y="2088"/>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00363" name="Text Box 137">
              <a:extLst>
                <a:ext uri="{FF2B5EF4-FFF2-40B4-BE49-F238E27FC236}">
                  <a16:creationId xmlns:a16="http://schemas.microsoft.com/office/drawing/2014/main" id="{AD355BEF-031A-BADF-7B7C-6A3F31483DBD}"/>
                </a:ext>
              </a:extLst>
            </p:cNvPr>
            <p:cNvSpPr txBox="1">
              <a:spLocks noChangeArrowheads="1"/>
            </p:cNvSpPr>
            <p:nvPr/>
          </p:nvSpPr>
          <p:spPr bwMode="auto">
            <a:xfrm>
              <a:off x="545" y="1416"/>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100364" name="Text Box 138">
              <a:extLst>
                <a:ext uri="{FF2B5EF4-FFF2-40B4-BE49-F238E27FC236}">
                  <a16:creationId xmlns:a16="http://schemas.microsoft.com/office/drawing/2014/main" id="{D52EC0FC-FC71-EE6C-75C1-BBB219A499BD}"/>
                </a:ext>
              </a:extLst>
            </p:cNvPr>
            <p:cNvSpPr txBox="1">
              <a:spLocks noChangeArrowheads="1"/>
            </p:cNvSpPr>
            <p:nvPr/>
          </p:nvSpPr>
          <p:spPr bwMode="auto">
            <a:xfrm>
              <a:off x="977" y="1848"/>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00365" name="Text Box 139">
              <a:extLst>
                <a:ext uri="{FF2B5EF4-FFF2-40B4-BE49-F238E27FC236}">
                  <a16:creationId xmlns:a16="http://schemas.microsoft.com/office/drawing/2014/main" id="{E7F2C4E5-B163-F5BB-11E5-C7E636C9138D}"/>
                </a:ext>
              </a:extLst>
            </p:cNvPr>
            <p:cNvSpPr txBox="1">
              <a:spLocks noChangeArrowheads="1"/>
            </p:cNvSpPr>
            <p:nvPr/>
          </p:nvSpPr>
          <p:spPr bwMode="auto">
            <a:xfrm>
              <a:off x="1505" y="2088"/>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100366" name="Text Box 140">
              <a:extLst>
                <a:ext uri="{FF2B5EF4-FFF2-40B4-BE49-F238E27FC236}">
                  <a16:creationId xmlns:a16="http://schemas.microsoft.com/office/drawing/2014/main" id="{7001A5CF-6D68-9E7F-577C-7A45F40ACB53}"/>
                </a:ext>
              </a:extLst>
            </p:cNvPr>
            <p:cNvSpPr txBox="1">
              <a:spLocks noChangeArrowheads="1"/>
            </p:cNvSpPr>
            <p:nvPr/>
          </p:nvSpPr>
          <p:spPr bwMode="auto">
            <a:xfrm>
              <a:off x="1697" y="1416"/>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230556" name="Text Box 156">
              <a:extLst>
                <a:ext uri="{FF2B5EF4-FFF2-40B4-BE49-F238E27FC236}">
                  <a16:creationId xmlns:a16="http://schemas.microsoft.com/office/drawing/2014/main" id="{5BE1F4FA-5307-DF80-93A6-DA3D67716DEF}"/>
                </a:ext>
              </a:extLst>
            </p:cNvPr>
            <p:cNvSpPr txBox="1">
              <a:spLocks noChangeArrowheads="1"/>
            </p:cNvSpPr>
            <p:nvPr/>
          </p:nvSpPr>
          <p:spPr bwMode="auto">
            <a:xfrm>
              <a:off x="1795" y="1953"/>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sp>
          <p:nvSpPr>
            <p:cNvPr id="230557" name="Text Box 157">
              <a:extLst>
                <a:ext uri="{FF2B5EF4-FFF2-40B4-BE49-F238E27FC236}">
                  <a16:creationId xmlns:a16="http://schemas.microsoft.com/office/drawing/2014/main" id="{FC46DECC-3234-A1BE-8F96-D5451E2F36E4}"/>
                </a:ext>
              </a:extLst>
            </p:cNvPr>
            <p:cNvSpPr txBox="1">
              <a:spLocks noChangeArrowheads="1"/>
            </p:cNvSpPr>
            <p:nvPr/>
          </p:nvSpPr>
          <p:spPr bwMode="auto">
            <a:xfrm>
              <a:off x="1193" y="1183"/>
              <a:ext cx="212" cy="288"/>
            </a:xfrm>
            <a:prstGeom prst="rect">
              <a:avLst/>
            </a:prstGeom>
            <a:noFill/>
            <a:ln w="9525">
              <a:noFill/>
              <a:miter lim="800000"/>
              <a:headEnd/>
              <a:tailEnd/>
            </a:ln>
            <a:effectLst/>
          </p:spPr>
          <p:txBody>
            <a:bodyPr wrap="none">
              <a:spAutoFit/>
            </a:bodyPr>
            <a:lstStyle/>
            <a:p>
              <a:pPr>
                <a:defRPr/>
              </a:pPr>
              <a:r>
                <a:rPr lang="en-US" altLang="zh-CN" b="1">
                  <a:solidFill>
                    <a:srgbClr val="FF33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230558" name="Text Box 158">
              <a:extLst>
                <a:ext uri="{FF2B5EF4-FFF2-40B4-BE49-F238E27FC236}">
                  <a16:creationId xmlns:a16="http://schemas.microsoft.com/office/drawing/2014/main" id="{6438D8E9-922F-D394-C985-8FC3C8DEFFAF}"/>
                </a:ext>
              </a:extLst>
            </p:cNvPr>
            <p:cNvSpPr txBox="1">
              <a:spLocks noChangeArrowheads="1"/>
            </p:cNvSpPr>
            <p:nvPr/>
          </p:nvSpPr>
          <p:spPr bwMode="auto">
            <a:xfrm>
              <a:off x="1521" y="1558"/>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chemeClr val="hlink"/>
                  </a:solidFill>
                  <a:effectLst>
                    <a:outerShdw blurRad="38100" dist="38100" dir="2700000" algn="tl">
                      <a:srgbClr val="C0C0C0"/>
                    </a:outerShdw>
                  </a:effectLst>
                </a:rPr>
                <a:t>2</a:t>
              </a:r>
            </a:p>
          </p:txBody>
        </p:sp>
        <p:sp>
          <p:nvSpPr>
            <p:cNvPr id="100370" name="Freeform 185">
              <a:extLst>
                <a:ext uri="{FF2B5EF4-FFF2-40B4-BE49-F238E27FC236}">
                  <a16:creationId xmlns:a16="http://schemas.microsoft.com/office/drawing/2014/main" id="{357065B2-62AF-CAA2-13F4-BBCC2740E307}"/>
                </a:ext>
              </a:extLst>
            </p:cNvPr>
            <p:cNvSpPr>
              <a:spLocks/>
            </p:cNvSpPr>
            <p:nvPr/>
          </p:nvSpPr>
          <p:spPr bwMode="auto">
            <a:xfrm>
              <a:off x="1142" y="1551"/>
              <a:ext cx="256" cy="75"/>
            </a:xfrm>
            <a:custGeom>
              <a:avLst/>
              <a:gdLst>
                <a:gd name="T0" fmla="*/ 256 w 256"/>
                <a:gd name="T1" fmla="*/ 75 h 75"/>
                <a:gd name="T2" fmla="*/ 210 w 256"/>
                <a:gd name="T3" fmla="*/ 20 h 75"/>
                <a:gd name="T4" fmla="*/ 137 w 256"/>
                <a:gd name="T5" fmla="*/ 2 h 75"/>
                <a:gd name="T6" fmla="*/ 64 w 256"/>
                <a:gd name="T7" fmla="*/ 11 h 75"/>
                <a:gd name="T8" fmla="*/ 0 w 256"/>
                <a:gd name="T9" fmla="*/ 6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8" name="Group 62">
            <a:extLst>
              <a:ext uri="{FF2B5EF4-FFF2-40B4-BE49-F238E27FC236}">
                <a16:creationId xmlns:a16="http://schemas.microsoft.com/office/drawing/2014/main" id="{82698CEC-6AAF-4D88-9502-A322DD8724F6}"/>
              </a:ext>
            </a:extLst>
          </p:cNvPr>
          <p:cNvGrpSpPr>
            <a:grpSpLocks/>
          </p:cNvGrpSpPr>
          <p:nvPr/>
        </p:nvGrpSpPr>
        <p:grpSpPr bwMode="auto">
          <a:xfrm>
            <a:off x="1079328" y="58084"/>
            <a:ext cx="3368675" cy="3133725"/>
            <a:chOff x="700" y="2014"/>
            <a:chExt cx="2122" cy="1974"/>
          </a:xfrm>
        </p:grpSpPr>
        <p:sp>
          <p:nvSpPr>
            <p:cNvPr id="59" name="AutoShape 5">
              <a:extLst>
                <a:ext uri="{FF2B5EF4-FFF2-40B4-BE49-F238E27FC236}">
                  <a16:creationId xmlns:a16="http://schemas.microsoft.com/office/drawing/2014/main" id="{51CECE5B-40CE-461A-BFB4-E30B4FE10D95}"/>
                </a:ext>
              </a:extLst>
            </p:cNvPr>
            <p:cNvSpPr>
              <a:spLocks noChangeArrowheads="1"/>
            </p:cNvSpPr>
            <p:nvPr/>
          </p:nvSpPr>
          <p:spPr bwMode="auto">
            <a:xfrm flipV="1">
              <a:off x="2244" y="2251"/>
              <a:ext cx="528" cy="288"/>
            </a:xfrm>
            <a:prstGeom prst="wedgeRoundRectCallout">
              <a:avLst>
                <a:gd name="adj1" fmla="val -108338"/>
                <a:gd name="adj2" fmla="val -376042"/>
                <a:gd name="adj3" fmla="val 16667"/>
              </a:avLst>
            </a:prstGeom>
            <a:solidFill>
              <a:srgbClr val="FFFFCC"/>
            </a:solidFill>
            <a:ln w="19050">
              <a:solidFill>
                <a:schemeClr val="tx2"/>
              </a:solidFill>
              <a:miter lim="800000"/>
              <a:headEnd/>
              <a:tailEnd/>
            </a:ln>
          </p:spPr>
          <p:txBody>
            <a:bodyPr rot="10800000"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latin typeface="Times New Roman" panose="02020603050405020304" pitchFamily="18" charset="0"/>
                <a:ea typeface="宋体" panose="02010600030101010101" pitchFamily="2" charset="-122"/>
              </a:endParaRPr>
            </a:p>
          </p:txBody>
        </p:sp>
        <p:sp>
          <p:nvSpPr>
            <p:cNvPr id="60" name="Text Box 6">
              <a:extLst>
                <a:ext uri="{FF2B5EF4-FFF2-40B4-BE49-F238E27FC236}">
                  <a16:creationId xmlns:a16="http://schemas.microsoft.com/office/drawing/2014/main" id="{20EAED66-3387-4408-85B1-BA218A0EBCED}"/>
                </a:ext>
              </a:extLst>
            </p:cNvPr>
            <p:cNvSpPr txBox="1">
              <a:spLocks noChangeArrowheads="1"/>
            </p:cNvSpPr>
            <p:nvPr/>
          </p:nvSpPr>
          <p:spPr bwMode="auto">
            <a:xfrm>
              <a:off x="2254" y="2219"/>
              <a:ext cx="568" cy="327"/>
            </a:xfrm>
            <a:prstGeom prst="rect">
              <a:avLst/>
            </a:prstGeom>
            <a:noFill/>
            <a:ln w="9525">
              <a:noFill/>
              <a:miter lim="800000"/>
              <a:headEnd/>
              <a:tailEnd/>
            </a:ln>
            <a:effectLst/>
          </p:spPr>
          <p:txBody>
            <a:bodyPr wrap="none">
              <a:spAutoFit/>
            </a:bodyPr>
            <a:lstStyle/>
            <a:p>
              <a:pPr>
                <a:defRPr/>
              </a:pPr>
              <a:r>
                <a:rPr lang="zh-CN" altLang="en-US" sz="2800" b="1">
                  <a:solidFill>
                    <a:schemeClr val="tx2"/>
                  </a:solidFill>
                  <a:effectLst>
                    <a:outerShdw blurRad="38100" dist="38100" dir="2700000" algn="tl">
                      <a:srgbClr val="C0C0C0"/>
                    </a:outerShdw>
                  </a:effectLst>
                  <a:latin typeface="Times New Roman" charset="0"/>
                  <a:ea typeface="仿宋_GB2312" pitchFamily="49" charset="-122"/>
                </a:rPr>
                <a:t>插入</a:t>
              </a:r>
              <a:endParaRPr lang="zh-CN" altLang="en-US">
                <a:latin typeface="Times New Roman" charset="0"/>
              </a:endParaRPr>
            </a:p>
          </p:txBody>
        </p:sp>
        <p:grpSp>
          <p:nvGrpSpPr>
            <p:cNvPr id="61" name="Group 7">
              <a:extLst>
                <a:ext uri="{FF2B5EF4-FFF2-40B4-BE49-F238E27FC236}">
                  <a16:creationId xmlns:a16="http://schemas.microsoft.com/office/drawing/2014/main" id="{CB36BB05-2940-4C8E-B23C-66FCFCCF768D}"/>
                </a:ext>
              </a:extLst>
            </p:cNvPr>
            <p:cNvGrpSpPr>
              <a:grpSpLocks/>
            </p:cNvGrpSpPr>
            <p:nvPr/>
          </p:nvGrpSpPr>
          <p:grpSpPr bwMode="auto">
            <a:xfrm>
              <a:off x="700" y="2014"/>
              <a:ext cx="1869" cy="1974"/>
              <a:chOff x="736" y="1614"/>
              <a:chExt cx="1869" cy="1974"/>
            </a:xfrm>
          </p:grpSpPr>
          <p:grpSp>
            <p:nvGrpSpPr>
              <p:cNvPr id="62" name="Group 8">
                <a:extLst>
                  <a:ext uri="{FF2B5EF4-FFF2-40B4-BE49-F238E27FC236}">
                    <a16:creationId xmlns:a16="http://schemas.microsoft.com/office/drawing/2014/main" id="{98869E30-EDA1-4962-B31E-4AF7E0341804}"/>
                  </a:ext>
                </a:extLst>
              </p:cNvPr>
              <p:cNvGrpSpPr>
                <a:grpSpLocks/>
              </p:cNvGrpSpPr>
              <p:nvPr/>
            </p:nvGrpSpPr>
            <p:grpSpPr bwMode="auto">
              <a:xfrm>
                <a:off x="907" y="1854"/>
                <a:ext cx="1584" cy="1734"/>
                <a:chOff x="907" y="1854"/>
                <a:chExt cx="1584" cy="1734"/>
              </a:xfrm>
            </p:grpSpPr>
            <p:sp>
              <p:nvSpPr>
                <p:cNvPr id="73" name="Line 9">
                  <a:extLst>
                    <a:ext uri="{FF2B5EF4-FFF2-40B4-BE49-F238E27FC236}">
                      <a16:creationId xmlns:a16="http://schemas.microsoft.com/office/drawing/2014/main" id="{1252DA65-C621-4FFE-88A3-547B6933A4C4}"/>
                    </a:ext>
                  </a:extLst>
                </p:cNvPr>
                <p:cNvSpPr>
                  <a:spLocks noChangeShapeType="1"/>
                </p:cNvSpPr>
                <p:nvPr/>
              </p:nvSpPr>
              <p:spPr bwMode="auto">
                <a:xfrm flipH="1">
                  <a:off x="1387" y="2718"/>
                  <a:ext cx="192" cy="288"/>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10">
                  <a:extLst>
                    <a:ext uri="{FF2B5EF4-FFF2-40B4-BE49-F238E27FC236}">
                      <a16:creationId xmlns:a16="http://schemas.microsoft.com/office/drawing/2014/main" id="{4A372DF4-15D3-4C57-B8C4-926BA1033DB2}"/>
                    </a:ext>
                  </a:extLst>
                </p:cNvPr>
                <p:cNvSpPr>
                  <a:spLocks noChangeShapeType="1"/>
                </p:cNvSpPr>
                <p:nvPr/>
              </p:nvSpPr>
              <p:spPr bwMode="auto">
                <a:xfrm>
                  <a:off x="1627" y="2766"/>
                  <a:ext cx="192" cy="24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11">
                  <a:extLst>
                    <a:ext uri="{FF2B5EF4-FFF2-40B4-BE49-F238E27FC236}">
                      <a16:creationId xmlns:a16="http://schemas.microsoft.com/office/drawing/2014/main" id="{EB4F6B7B-3344-47C9-B6D1-FADD58D60048}"/>
                    </a:ext>
                  </a:extLst>
                </p:cNvPr>
                <p:cNvSpPr>
                  <a:spLocks noChangeShapeType="1"/>
                </p:cNvSpPr>
                <p:nvPr/>
              </p:nvSpPr>
              <p:spPr bwMode="auto">
                <a:xfrm flipH="1">
                  <a:off x="1003" y="2046"/>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12">
                  <a:extLst>
                    <a:ext uri="{FF2B5EF4-FFF2-40B4-BE49-F238E27FC236}">
                      <a16:creationId xmlns:a16="http://schemas.microsoft.com/office/drawing/2014/main" id="{1D0D9DDC-E49F-4B41-BA8E-94D158A50D50}"/>
                    </a:ext>
                  </a:extLst>
                </p:cNvPr>
                <p:cNvSpPr>
                  <a:spLocks noChangeShapeType="1"/>
                </p:cNvSpPr>
                <p:nvPr/>
              </p:nvSpPr>
              <p:spPr bwMode="auto">
                <a:xfrm>
                  <a:off x="1579" y="2046"/>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Rectangle 13">
                  <a:extLst>
                    <a:ext uri="{FF2B5EF4-FFF2-40B4-BE49-F238E27FC236}">
                      <a16:creationId xmlns:a16="http://schemas.microsoft.com/office/drawing/2014/main" id="{DA740BE2-C9D3-4BDB-9600-E3DFE0AA396E}"/>
                    </a:ext>
                  </a:extLst>
                </p:cNvPr>
                <p:cNvSpPr>
                  <a:spLocks noChangeArrowheads="1"/>
                </p:cNvSpPr>
                <p:nvPr/>
              </p:nvSpPr>
              <p:spPr bwMode="auto">
                <a:xfrm>
                  <a:off x="907" y="2382"/>
                  <a:ext cx="240" cy="665"/>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78" name="Line 14">
                  <a:extLst>
                    <a:ext uri="{FF2B5EF4-FFF2-40B4-BE49-F238E27FC236}">
                      <a16:creationId xmlns:a16="http://schemas.microsoft.com/office/drawing/2014/main" id="{B04D417B-B3A2-42F0-957F-85C8B9B491BF}"/>
                    </a:ext>
                  </a:extLst>
                </p:cNvPr>
                <p:cNvSpPr>
                  <a:spLocks noChangeShapeType="1"/>
                </p:cNvSpPr>
                <p:nvPr/>
              </p:nvSpPr>
              <p:spPr bwMode="auto">
                <a:xfrm flipH="1">
                  <a:off x="1579" y="2430"/>
                  <a:ext cx="205" cy="28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Oval 15">
                  <a:extLst>
                    <a:ext uri="{FF2B5EF4-FFF2-40B4-BE49-F238E27FC236}">
                      <a16:creationId xmlns:a16="http://schemas.microsoft.com/office/drawing/2014/main" id="{E065AF9A-DFD5-47BD-9168-019B935EFE7C}"/>
                    </a:ext>
                  </a:extLst>
                </p:cNvPr>
                <p:cNvSpPr>
                  <a:spLocks noChangeArrowheads="1"/>
                </p:cNvSpPr>
                <p:nvPr/>
              </p:nvSpPr>
              <p:spPr bwMode="auto">
                <a:xfrm>
                  <a:off x="1723" y="2238"/>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0" name="Oval 16">
                  <a:extLst>
                    <a:ext uri="{FF2B5EF4-FFF2-40B4-BE49-F238E27FC236}">
                      <a16:creationId xmlns:a16="http://schemas.microsoft.com/office/drawing/2014/main" id="{42C9A21A-3122-48EB-A47B-203DF59F7242}"/>
                    </a:ext>
                  </a:extLst>
                </p:cNvPr>
                <p:cNvSpPr>
                  <a:spLocks noChangeArrowheads="1"/>
                </p:cNvSpPr>
                <p:nvPr/>
              </p:nvSpPr>
              <p:spPr bwMode="auto">
                <a:xfrm>
                  <a:off x="1400" y="1854"/>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81" name="Rectangle 17">
                  <a:extLst>
                    <a:ext uri="{FF2B5EF4-FFF2-40B4-BE49-F238E27FC236}">
                      <a16:creationId xmlns:a16="http://schemas.microsoft.com/office/drawing/2014/main" id="{94064636-9E06-4667-8A3D-5B81A8A4FF21}"/>
                    </a:ext>
                  </a:extLst>
                </p:cNvPr>
                <p:cNvSpPr>
                  <a:spLocks noChangeArrowheads="1"/>
                </p:cNvSpPr>
                <p:nvPr/>
              </p:nvSpPr>
              <p:spPr bwMode="auto">
                <a:xfrm>
                  <a:off x="2251" y="2838"/>
                  <a:ext cx="240" cy="74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82" name="Rectangle 18">
                  <a:extLst>
                    <a:ext uri="{FF2B5EF4-FFF2-40B4-BE49-F238E27FC236}">
                      <a16:creationId xmlns:a16="http://schemas.microsoft.com/office/drawing/2014/main" id="{CB3BB172-7EA7-4D60-8E51-888D66913E0E}"/>
                    </a:ext>
                  </a:extLst>
                </p:cNvPr>
                <p:cNvSpPr>
                  <a:spLocks noChangeArrowheads="1"/>
                </p:cNvSpPr>
                <p:nvPr/>
              </p:nvSpPr>
              <p:spPr bwMode="auto">
                <a:xfrm>
                  <a:off x="1243" y="3006"/>
                  <a:ext cx="240" cy="582"/>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83" name="Rectangle 19">
                  <a:extLst>
                    <a:ext uri="{FF2B5EF4-FFF2-40B4-BE49-F238E27FC236}">
                      <a16:creationId xmlns:a16="http://schemas.microsoft.com/office/drawing/2014/main" id="{5D007456-BE07-40F4-99EB-4F7B71DC524F}"/>
                    </a:ext>
                  </a:extLst>
                </p:cNvPr>
                <p:cNvSpPr>
                  <a:spLocks noChangeArrowheads="1"/>
                </p:cNvSpPr>
                <p:nvPr/>
              </p:nvSpPr>
              <p:spPr bwMode="auto">
                <a:xfrm>
                  <a:off x="1723" y="3006"/>
                  <a:ext cx="240" cy="574"/>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84" name="Text Box 20">
                  <a:extLst>
                    <a:ext uri="{FF2B5EF4-FFF2-40B4-BE49-F238E27FC236}">
                      <a16:creationId xmlns:a16="http://schemas.microsoft.com/office/drawing/2014/main" id="{AA3D48E7-390A-4FB4-806B-3F2D0289A138}"/>
                    </a:ext>
                  </a:extLst>
                </p:cNvPr>
                <p:cNvSpPr txBox="1">
                  <a:spLocks noChangeArrowheads="1"/>
                </p:cNvSpPr>
                <p:nvPr/>
              </p:nvSpPr>
              <p:spPr bwMode="auto">
                <a:xfrm>
                  <a:off x="1732" y="3025"/>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85" name="Text Box 21">
                  <a:extLst>
                    <a:ext uri="{FF2B5EF4-FFF2-40B4-BE49-F238E27FC236}">
                      <a16:creationId xmlns:a16="http://schemas.microsoft.com/office/drawing/2014/main" id="{BE8AB745-2147-4377-9B9A-6B66EE380619}"/>
                    </a:ext>
                  </a:extLst>
                </p:cNvPr>
                <p:cNvSpPr txBox="1">
                  <a:spLocks noChangeArrowheads="1"/>
                </p:cNvSpPr>
                <p:nvPr/>
              </p:nvSpPr>
              <p:spPr bwMode="auto">
                <a:xfrm>
                  <a:off x="1195" y="3025"/>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86" name="Oval 22">
                  <a:extLst>
                    <a:ext uri="{FF2B5EF4-FFF2-40B4-BE49-F238E27FC236}">
                      <a16:creationId xmlns:a16="http://schemas.microsoft.com/office/drawing/2014/main" id="{AE100083-2BB0-4DAE-8BDE-40D176878537}"/>
                    </a:ext>
                  </a:extLst>
                </p:cNvPr>
                <p:cNvSpPr>
                  <a:spLocks noChangeArrowheads="1"/>
                </p:cNvSpPr>
                <p:nvPr/>
              </p:nvSpPr>
              <p:spPr bwMode="auto">
                <a:xfrm>
                  <a:off x="1483" y="2574"/>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grpSp>
          <p:sp>
            <p:nvSpPr>
              <p:cNvPr id="63" name="Text Box 23">
                <a:extLst>
                  <a:ext uri="{FF2B5EF4-FFF2-40B4-BE49-F238E27FC236}">
                    <a16:creationId xmlns:a16="http://schemas.microsoft.com/office/drawing/2014/main" id="{0670D313-6C5D-4AFF-9A27-56F3160E5C0A}"/>
                  </a:ext>
                </a:extLst>
              </p:cNvPr>
              <p:cNvSpPr txBox="1">
                <a:spLocks noChangeArrowheads="1"/>
              </p:cNvSpPr>
              <p:nvPr/>
            </p:nvSpPr>
            <p:spPr bwMode="auto">
              <a:xfrm>
                <a:off x="1614" y="1614"/>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64" name="Text Box 24">
                <a:extLst>
                  <a:ext uri="{FF2B5EF4-FFF2-40B4-BE49-F238E27FC236}">
                    <a16:creationId xmlns:a16="http://schemas.microsoft.com/office/drawing/2014/main" id="{6C9C497C-6E2D-4E69-8AC7-4AE853406235}"/>
                  </a:ext>
                </a:extLst>
              </p:cNvPr>
              <p:cNvSpPr txBox="1">
                <a:spLocks noChangeArrowheads="1"/>
              </p:cNvSpPr>
              <p:nvPr/>
            </p:nvSpPr>
            <p:spPr bwMode="auto">
              <a:xfrm>
                <a:off x="1950" y="2046"/>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65" name="Text Box 25">
                <a:extLst>
                  <a:ext uri="{FF2B5EF4-FFF2-40B4-BE49-F238E27FC236}">
                    <a16:creationId xmlns:a16="http://schemas.microsoft.com/office/drawing/2014/main" id="{DCB7FB72-4CA2-4447-85D3-7A43683D2FBB}"/>
                  </a:ext>
                </a:extLst>
              </p:cNvPr>
              <p:cNvSpPr txBox="1">
                <a:spLocks noChangeArrowheads="1"/>
              </p:cNvSpPr>
              <p:nvPr/>
            </p:nvSpPr>
            <p:spPr bwMode="auto">
              <a:xfrm>
                <a:off x="2318" y="2467"/>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66" name="Text Box 26">
                <a:extLst>
                  <a:ext uri="{FF2B5EF4-FFF2-40B4-BE49-F238E27FC236}">
                    <a16:creationId xmlns:a16="http://schemas.microsoft.com/office/drawing/2014/main" id="{4D27A352-AB2F-4E16-9942-3D4806598C7C}"/>
                  </a:ext>
                </a:extLst>
              </p:cNvPr>
              <p:cNvSpPr txBox="1">
                <a:spLocks noChangeArrowheads="1"/>
              </p:cNvSpPr>
              <p:nvPr/>
            </p:nvSpPr>
            <p:spPr bwMode="auto">
              <a:xfrm>
                <a:off x="1284" y="2335"/>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67" name="Text Box 27">
                <a:extLst>
                  <a:ext uri="{FF2B5EF4-FFF2-40B4-BE49-F238E27FC236}">
                    <a16:creationId xmlns:a16="http://schemas.microsoft.com/office/drawing/2014/main" id="{B9018E6F-CFCE-4237-8A87-322A30395D64}"/>
                  </a:ext>
                </a:extLst>
              </p:cNvPr>
              <p:cNvSpPr txBox="1">
                <a:spLocks noChangeArrowheads="1"/>
              </p:cNvSpPr>
              <p:nvPr/>
            </p:nvSpPr>
            <p:spPr bwMode="auto">
              <a:xfrm>
                <a:off x="736" y="2046"/>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68" name="Text Box 28">
                <a:extLst>
                  <a:ext uri="{FF2B5EF4-FFF2-40B4-BE49-F238E27FC236}">
                    <a16:creationId xmlns:a16="http://schemas.microsoft.com/office/drawing/2014/main" id="{A6C37CFE-0482-4751-8C86-39FC74AB3C2B}"/>
                  </a:ext>
                </a:extLst>
              </p:cNvPr>
              <p:cNvSpPr txBox="1">
                <a:spLocks noChangeArrowheads="1"/>
              </p:cNvSpPr>
              <p:nvPr/>
            </p:nvSpPr>
            <p:spPr bwMode="auto">
              <a:xfrm>
                <a:off x="1208" y="2670"/>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69" name="Text Box 29">
                <a:extLst>
                  <a:ext uri="{FF2B5EF4-FFF2-40B4-BE49-F238E27FC236}">
                    <a16:creationId xmlns:a16="http://schemas.microsoft.com/office/drawing/2014/main" id="{916FB6AE-3E20-41A2-A50E-7354C370A95C}"/>
                  </a:ext>
                </a:extLst>
              </p:cNvPr>
              <p:cNvSpPr txBox="1">
                <a:spLocks noChangeArrowheads="1"/>
              </p:cNvSpPr>
              <p:nvPr/>
            </p:nvSpPr>
            <p:spPr bwMode="auto">
              <a:xfrm>
                <a:off x="1771" y="2670"/>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70" name="Text Box 30">
                <a:extLst>
                  <a:ext uri="{FF2B5EF4-FFF2-40B4-BE49-F238E27FC236}">
                    <a16:creationId xmlns:a16="http://schemas.microsoft.com/office/drawing/2014/main" id="{70968247-AF5B-4A5D-8FD5-681858681DC1}"/>
                  </a:ext>
                </a:extLst>
              </p:cNvPr>
              <p:cNvSpPr txBox="1">
                <a:spLocks noChangeArrowheads="1"/>
              </p:cNvSpPr>
              <p:nvPr/>
            </p:nvSpPr>
            <p:spPr bwMode="auto">
              <a:xfrm>
                <a:off x="1411" y="1814"/>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1</a:t>
                </a:r>
              </a:p>
            </p:txBody>
          </p:sp>
          <p:sp>
            <p:nvSpPr>
              <p:cNvPr id="71" name="Text Box 31">
                <a:extLst>
                  <a:ext uri="{FF2B5EF4-FFF2-40B4-BE49-F238E27FC236}">
                    <a16:creationId xmlns:a16="http://schemas.microsoft.com/office/drawing/2014/main" id="{234207A6-CBC2-4418-A6FC-3827AE555940}"/>
                  </a:ext>
                </a:extLst>
              </p:cNvPr>
              <p:cNvSpPr txBox="1">
                <a:spLocks noChangeArrowheads="1"/>
              </p:cNvSpPr>
              <p:nvPr/>
            </p:nvSpPr>
            <p:spPr bwMode="auto">
              <a:xfrm>
                <a:off x="1734" y="2206"/>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dirty="0">
                    <a:solidFill>
                      <a:srgbClr val="FF3300"/>
                    </a:solidFill>
                    <a:effectLst>
                      <a:outerShdw blurRad="38100" dist="38100" dir="2700000" algn="tl">
                        <a:srgbClr val="C0C0C0"/>
                      </a:outerShdw>
                    </a:effectLst>
                  </a:rPr>
                  <a:t>0</a:t>
                </a:r>
              </a:p>
            </p:txBody>
          </p:sp>
          <p:sp>
            <p:nvSpPr>
              <p:cNvPr id="72" name="Text Box 32">
                <a:extLst>
                  <a:ext uri="{FF2B5EF4-FFF2-40B4-BE49-F238E27FC236}">
                    <a16:creationId xmlns:a16="http://schemas.microsoft.com/office/drawing/2014/main" id="{0BDC59AE-F337-4F92-BE4D-F051C6B73101}"/>
                  </a:ext>
                </a:extLst>
              </p:cNvPr>
              <p:cNvSpPr txBox="1">
                <a:spLocks noChangeArrowheads="1"/>
              </p:cNvSpPr>
              <p:nvPr/>
            </p:nvSpPr>
            <p:spPr bwMode="auto">
              <a:xfrm>
                <a:off x="1500" y="2552"/>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0</a:t>
                </a:r>
              </a:p>
            </p:txBody>
          </p:sp>
        </p:grpSp>
      </p:grpSp>
      <p:grpSp>
        <p:nvGrpSpPr>
          <p:cNvPr id="87" name="Group 68">
            <a:extLst>
              <a:ext uri="{FF2B5EF4-FFF2-40B4-BE49-F238E27FC236}">
                <a16:creationId xmlns:a16="http://schemas.microsoft.com/office/drawing/2014/main" id="{17E1C319-9717-4375-900E-AC23A798089C}"/>
              </a:ext>
            </a:extLst>
          </p:cNvPr>
          <p:cNvGrpSpPr>
            <a:grpSpLocks/>
          </p:cNvGrpSpPr>
          <p:nvPr/>
        </p:nvGrpSpPr>
        <p:grpSpPr bwMode="auto">
          <a:xfrm>
            <a:off x="4641678" y="194122"/>
            <a:ext cx="3509962" cy="3390900"/>
            <a:chOff x="3025" y="1938"/>
            <a:chExt cx="2211" cy="2136"/>
          </a:xfrm>
        </p:grpSpPr>
        <p:sp>
          <p:nvSpPr>
            <p:cNvPr id="88" name="Line 65">
              <a:extLst>
                <a:ext uri="{FF2B5EF4-FFF2-40B4-BE49-F238E27FC236}">
                  <a16:creationId xmlns:a16="http://schemas.microsoft.com/office/drawing/2014/main" id="{2067B189-5F77-45EE-B004-7A69C3DDD87A}"/>
                </a:ext>
              </a:extLst>
            </p:cNvPr>
            <p:cNvSpPr>
              <a:spLocks noChangeShapeType="1"/>
            </p:cNvSpPr>
            <p:nvPr/>
          </p:nvSpPr>
          <p:spPr bwMode="auto">
            <a:xfrm>
              <a:off x="4006" y="3104"/>
              <a:ext cx="192" cy="24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AutoShape 34">
              <a:extLst>
                <a:ext uri="{FF2B5EF4-FFF2-40B4-BE49-F238E27FC236}">
                  <a16:creationId xmlns:a16="http://schemas.microsoft.com/office/drawing/2014/main" id="{554FE0E3-4BE4-4947-8311-F58D9D91A0C8}"/>
                </a:ext>
              </a:extLst>
            </p:cNvPr>
            <p:cNvSpPr>
              <a:spLocks noChangeArrowheads="1"/>
            </p:cNvSpPr>
            <p:nvPr/>
          </p:nvSpPr>
          <p:spPr bwMode="auto">
            <a:xfrm rot="5400000" flipV="1">
              <a:off x="4617" y="2190"/>
              <a:ext cx="864" cy="360"/>
            </a:xfrm>
            <a:prstGeom prst="wedgeRoundRectCallout">
              <a:avLst>
                <a:gd name="adj1" fmla="val 66894"/>
                <a:gd name="adj2" fmla="val -266394"/>
                <a:gd name="adj3" fmla="val 16667"/>
              </a:avLst>
            </a:prstGeom>
            <a:solidFill>
              <a:srgbClr val="FFFFCC"/>
            </a:solidFill>
            <a:ln w="19050">
              <a:solidFill>
                <a:schemeClr val="tx2"/>
              </a:solidFill>
              <a:miter lim="800000"/>
              <a:headEnd/>
              <a:tailEnd/>
            </a:ln>
          </p:spPr>
          <p:txBody>
            <a:bodyPr vert="eaVert"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2400">
                <a:latin typeface="Times New Roman" panose="02020603050405020304" pitchFamily="18" charset="0"/>
                <a:ea typeface="宋体" panose="02010600030101010101" pitchFamily="2" charset="-122"/>
              </a:endParaRPr>
            </a:p>
          </p:txBody>
        </p:sp>
        <p:sp>
          <p:nvSpPr>
            <p:cNvPr id="90" name="Text Box 35">
              <a:extLst>
                <a:ext uri="{FF2B5EF4-FFF2-40B4-BE49-F238E27FC236}">
                  <a16:creationId xmlns:a16="http://schemas.microsoft.com/office/drawing/2014/main" id="{ABD9F6AB-33A2-4301-B7C4-8E55F3BDD6E9}"/>
                </a:ext>
              </a:extLst>
            </p:cNvPr>
            <p:cNvSpPr txBox="1">
              <a:spLocks noChangeArrowheads="1"/>
            </p:cNvSpPr>
            <p:nvPr/>
          </p:nvSpPr>
          <p:spPr bwMode="auto">
            <a:xfrm>
              <a:off x="4890" y="1959"/>
              <a:ext cx="346" cy="834"/>
            </a:xfrm>
            <a:prstGeom prst="rect">
              <a:avLst/>
            </a:prstGeom>
            <a:noFill/>
            <a:ln w="9525">
              <a:noFill/>
              <a:miter lim="800000"/>
              <a:headEnd/>
              <a:tailEnd/>
            </a:ln>
            <a:effectLst/>
          </p:spPr>
          <p:txBody>
            <a:bodyPr vert="eaVert" wrap="none">
              <a:spAutoFit/>
            </a:bodyPr>
            <a:lstStyle/>
            <a:p>
              <a:pPr>
                <a:defRPr/>
              </a:pPr>
              <a:r>
                <a:rPr lang="zh-CN" altLang="en-US" b="1">
                  <a:solidFill>
                    <a:schemeClr val="tx2"/>
                  </a:solidFill>
                  <a:effectLst>
                    <a:outerShdw blurRad="38100" dist="38100" dir="2700000" algn="tl">
                      <a:srgbClr val="C0C0C0"/>
                    </a:outerShdw>
                  </a:effectLst>
                  <a:latin typeface="Times New Roman" charset="0"/>
                  <a:ea typeface="仿宋_GB2312" pitchFamily="49" charset="-122"/>
                </a:rPr>
                <a:t>右单旋转</a:t>
              </a:r>
              <a:endParaRPr lang="zh-CN" altLang="en-US">
                <a:latin typeface="Times New Roman" charset="0"/>
              </a:endParaRPr>
            </a:p>
          </p:txBody>
        </p:sp>
        <p:sp>
          <p:nvSpPr>
            <p:cNvPr id="91" name="Text Box 37">
              <a:extLst>
                <a:ext uri="{FF2B5EF4-FFF2-40B4-BE49-F238E27FC236}">
                  <a16:creationId xmlns:a16="http://schemas.microsoft.com/office/drawing/2014/main" id="{61417F4F-9D80-4DA7-AC7C-51E8D0D84B82}"/>
                </a:ext>
              </a:extLst>
            </p:cNvPr>
            <p:cNvSpPr txBox="1">
              <a:spLocks noChangeArrowheads="1"/>
            </p:cNvSpPr>
            <p:nvPr/>
          </p:nvSpPr>
          <p:spPr bwMode="auto">
            <a:xfrm>
              <a:off x="3966" y="1947"/>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92" name="Text Box 38">
              <a:extLst>
                <a:ext uri="{FF2B5EF4-FFF2-40B4-BE49-F238E27FC236}">
                  <a16:creationId xmlns:a16="http://schemas.microsoft.com/office/drawing/2014/main" id="{1D54F5A3-CD2C-4148-BD7D-91F0A855FF6C}"/>
                </a:ext>
              </a:extLst>
            </p:cNvPr>
            <p:cNvSpPr txBox="1">
              <a:spLocks noChangeArrowheads="1"/>
            </p:cNvSpPr>
            <p:nvPr/>
          </p:nvSpPr>
          <p:spPr bwMode="auto">
            <a:xfrm>
              <a:off x="4302" y="2379"/>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93" name="Text Box 39">
              <a:extLst>
                <a:ext uri="{FF2B5EF4-FFF2-40B4-BE49-F238E27FC236}">
                  <a16:creationId xmlns:a16="http://schemas.microsoft.com/office/drawing/2014/main" id="{541E2901-314B-40CE-BACD-442A6B3998A6}"/>
                </a:ext>
              </a:extLst>
            </p:cNvPr>
            <p:cNvSpPr txBox="1">
              <a:spLocks noChangeArrowheads="1"/>
            </p:cNvSpPr>
            <p:nvPr/>
          </p:nvSpPr>
          <p:spPr bwMode="auto">
            <a:xfrm>
              <a:off x="4643" y="2793"/>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94" name="Text Box 40">
              <a:extLst>
                <a:ext uri="{FF2B5EF4-FFF2-40B4-BE49-F238E27FC236}">
                  <a16:creationId xmlns:a16="http://schemas.microsoft.com/office/drawing/2014/main" id="{3F230AD7-24C3-4757-9D04-4B55927A5736}"/>
                </a:ext>
              </a:extLst>
            </p:cNvPr>
            <p:cNvSpPr txBox="1">
              <a:spLocks noChangeArrowheads="1"/>
            </p:cNvSpPr>
            <p:nvPr/>
          </p:nvSpPr>
          <p:spPr bwMode="auto">
            <a:xfrm>
              <a:off x="3025" y="2397"/>
              <a:ext cx="2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95" name="Text Box 41">
              <a:extLst>
                <a:ext uri="{FF2B5EF4-FFF2-40B4-BE49-F238E27FC236}">
                  <a16:creationId xmlns:a16="http://schemas.microsoft.com/office/drawing/2014/main" id="{DC58C0ED-AF29-4830-8FB5-2A3E3EC2E57F}"/>
                </a:ext>
              </a:extLst>
            </p:cNvPr>
            <p:cNvSpPr txBox="1">
              <a:spLocks noChangeArrowheads="1"/>
            </p:cNvSpPr>
            <p:nvPr/>
          </p:nvSpPr>
          <p:spPr bwMode="auto">
            <a:xfrm>
              <a:off x="3560" y="3003"/>
              <a:ext cx="2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96" name="Text Box 42">
              <a:extLst>
                <a:ext uri="{FF2B5EF4-FFF2-40B4-BE49-F238E27FC236}">
                  <a16:creationId xmlns:a16="http://schemas.microsoft.com/office/drawing/2014/main" id="{8994F363-D3E4-4D6B-AB45-DA42F60A94AF}"/>
                </a:ext>
              </a:extLst>
            </p:cNvPr>
            <p:cNvSpPr txBox="1">
              <a:spLocks noChangeArrowheads="1"/>
            </p:cNvSpPr>
            <p:nvPr/>
          </p:nvSpPr>
          <p:spPr bwMode="auto">
            <a:xfrm>
              <a:off x="4123" y="3003"/>
              <a:ext cx="31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97" name="Text Box 43">
              <a:extLst>
                <a:ext uri="{FF2B5EF4-FFF2-40B4-BE49-F238E27FC236}">
                  <a16:creationId xmlns:a16="http://schemas.microsoft.com/office/drawing/2014/main" id="{7C80D6F6-A331-4A12-95FD-A4B04E414119}"/>
                </a:ext>
              </a:extLst>
            </p:cNvPr>
            <p:cNvSpPr txBox="1">
              <a:spLocks noChangeArrowheads="1"/>
            </p:cNvSpPr>
            <p:nvPr/>
          </p:nvSpPr>
          <p:spPr bwMode="auto">
            <a:xfrm>
              <a:off x="3627" y="2658"/>
              <a:ext cx="30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3200" b="1">
                  <a:solidFill>
                    <a:srgbClr val="003399"/>
                  </a:solidFill>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grpSp>
          <p:nvGrpSpPr>
            <p:cNvPr id="98" name="Group 67">
              <a:extLst>
                <a:ext uri="{FF2B5EF4-FFF2-40B4-BE49-F238E27FC236}">
                  <a16:creationId xmlns:a16="http://schemas.microsoft.com/office/drawing/2014/main" id="{B1642D65-515A-4205-9309-F38A02EF4849}"/>
                </a:ext>
              </a:extLst>
            </p:cNvPr>
            <p:cNvGrpSpPr>
              <a:grpSpLocks/>
            </p:cNvGrpSpPr>
            <p:nvPr/>
          </p:nvGrpSpPr>
          <p:grpSpPr bwMode="auto">
            <a:xfrm>
              <a:off x="3268" y="2187"/>
              <a:ext cx="1494" cy="1887"/>
              <a:chOff x="3268" y="2187"/>
              <a:chExt cx="1494" cy="1887"/>
            </a:xfrm>
          </p:grpSpPr>
          <p:sp>
            <p:nvSpPr>
              <p:cNvPr id="103" name="Line 45">
                <a:extLst>
                  <a:ext uri="{FF2B5EF4-FFF2-40B4-BE49-F238E27FC236}">
                    <a16:creationId xmlns:a16="http://schemas.microsoft.com/office/drawing/2014/main" id="{75F00854-D406-4824-9A88-CB10004B40A1}"/>
                  </a:ext>
                </a:extLst>
              </p:cNvPr>
              <p:cNvSpPr>
                <a:spLocks noChangeShapeType="1"/>
              </p:cNvSpPr>
              <p:nvPr/>
            </p:nvSpPr>
            <p:spPr bwMode="auto">
              <a:xfrm flipH="1">
                <a:off x="3691" y="3051"/>
                <a:ext cx="240" cy="336"/>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6">
                <a:extLst>
                  <a:ext uri="{FF2B5EF4-FFF2-40B4-BE49-F238E27FC236}">
                    <a16:creationId xmlns:a16="http://schemas.microsoft.com/office/drawing/2014/main" id="{5B32F586-A7FF-45AB-BA66-133D740746D6}"/>
                  </a:ext>
                </a:extLst>
              </p:cNvPr>
              <p:cNvSpPr>
                <a:spLocks noChangeShapeType="1"/>
              </p:cNvSpPr>
              <p:nvPr/>
            </p:nvSpPr>
            <p:spPr bwMode="auto">
              <a:xfrm flipH="1">
                <a:off x="3355" y="2379"/>
                <a:ext cx="432" cy="432"/>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47">
                <a:extLst>
                  <a:ext uri="{FF2B5EF4-FFF2-40B4-BE49-F238E27FC236}">
                    <a16:creationId xmlns:a16="http://schemas.microsoft.com/office/drawing/2014/main" id="{8764C50F-F055-47E4-916B-9A33AD17B5EA}"/>
                  </a:ext>
                </a:extLst>
              </p:cNvPr>
              <p:cNvSpPr>
                <a:spLocks noChangeShapeType="1"/>
              </p:cNvSpPr>
              <p:nvPr/>
            </p:nvSpPr>
            <p:spPr bwMode="auto">
              <a:xfrm>
                <a:off x="3931" y="2379"/>
                <a:ext cx="672" cy="76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Rectangle 48">
                <a:extLst>
                  <a:ext uri="{FF2B5EF4-FFF2-40B4-BE49-F238E27FC236}">
                    <a16:creationId xmlns:a16="http://schemas.microsoft.com/office/drawing/2014/main" id="{B2179D0F-DA01-4447-B9F7-D50F877F3D34}"/>
                  </a:ext>
                </a:extLst>
              </p:cNvPr>
              <p:cNvSpPr>
                <a:spLocks noChangeArrowheads="1"/>
              </p:cNvSpPr>
              <p:nvPr/>
            </p:nvSpPr>
            <p:spPr bwMode="auto">
              <a:xfrm>
                <a:off x="3268" y="2715"/>
                <a:ext cx="240" cy="720"/>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07" name="Line 49">
                <a:extLst>
                  <a:ext uri="{FF2B5EF4-FFF2-40B4-BE49-F238E27FC236}">
                    <a16:creationId xmlns:a16="http://schemas.microsoft.com/office/drawing/2014/main" id="{B2EA97F1-9219-45EE-9808-C42D7AF5FDD6}"/>
                  </a:ext>
                </a:extLst>
              </p:cNvPr>
              <p:cNvSpPr>
                <a:spLocks noChangeShapeType="1"/>
              </p:cNvSpPr>
              <p:nvPr/>
            </p:nvSpPr>
            <p:spPr bwMode="auto">
              <a:xfrm flipH="1">
                <a:off x="3931" y="2763"/>
                <a:ext cx="205" cy="288"/>
              </a:xfrm>
              <a:prstGeom prst="line">
                <a:avLst/>
              </a:prstGeom>
              <a:noFill/>
              <a:ln w="28575">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Oval 50">
                <a:extLst>
                  <a:ext uri="{FF2B5EF4-FFF2-40B4-BE49-F238E27FC236}">
                    <a16:creationId xmlns:a16="http://schemas.microsoft.com/office/drawing/2014/main" id="{A78209FC-88AB-453A-84E7-8DE82AC7910D}"/>
                  </a:ext>
                </a:extLst>
              </p:cNvPr>
              <p:cNvSpPr>
                <a:spLocks noChangeArrowheads="1"/>
              </p:cNvSpPr>
              <p:nvPr/>
            </p:nvSpPr>
            <p:spPr bwMode="auto">
              <a:xfrm>
                <a:off x="4084" y="2571"/>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09" name="Oval 51">
                <a:extLst>
                  <a:ext uri="{FF2B5EF4-FFF2-40B4-BE49-F238E27FC236}">
                    <a16:creationId xmlns:a16="http://schemas.microsoft.com/office/drawing/2014/main" id="{A0A475DC-4CC9-428C-8A57-74C3D9E4694C}"/>
                  </a:ext>
                </a:extLst>
              </p:cNvPr>
              <p:cNvSpPr>
                <a:spLocks noChangeArrowheads="1"/>
              </p:cNvSpPr>
              <p:nvPr/>
            </p:nvSpPr>
            <p:spPr bwMode="auto">
              <a:xfrm>
                <a:off x="3761" y="2187"/>
                <a:ext cx="240" cy="240"/>
              </a:xfrm>
              <a:prstGeom prst="ellipse">
                <a:avLst/>
              </a:prstGeom>
              <a:solidFill>
                <a:srgbClr val="66FF66"/>
              </a:solidFill>
              <a:ln w="28575">
                <a:solidFill>
                  <a:srgbClr val="0080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110" name="Rectangle 52">
                <a:extLst>
                  <a:ext uri="{FF2B5EF4-FFF2-40B4-BE49-F238E27FC236}">
                    <a16:creationId xmlns:a16="http://schemas.microsoft.com/office/drawing/2014/main" id="{0C6AB472-6DA6-4CE3-97E1-34989075E6CD}"/>
                  </a:ext>
                </a:extLst>
              </p:cNvPr>
              <p:cNvSpPr>
                <a:spLocks noChangeArrowheads="1"/>
              </p:cNvSpPr>
              <p:nvPr/>
            </p:nvSpPr>
            <p:spPr bwMode="auto">
              <a:xfrm>
                <a:off x="4522" y="3153"/>
                <a:ext cx="240" cy="768"/>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60000"/>
                  </a:lnSpc>
                  <a:spcBef>
                    <a:spcPct val="0"/>
                  </a:spcBef>
                  <a:buFontTx/>
                  <a:buNone/>
                </a:pPr>
                <a:r>
                  <a:rPr lang="en-US" altLang="zh-CN" sz="3200" b="1">
                    <a:solidFill>
                      <a:schemeClr val="hlink"/>
                    </a:solidFill>
                    <a:latin typeface="Times New Roman" panose="02020603050405020304" pitchFamily="18" charset="0"/>
                    <a:ea typeface="宋体" panose="02010600030101010101" pitchFamily="2" charset="-122"/>
                  </a:rPr>
                  <a:t>h</a:t>
                </a:r>
              </a:p>
            </p:txBody>
          </p:sp>
          <p:sp>
            <p:nvSpPr>
              <p:cNvPr id="111" name="Rectangle 53">
                <a:extLst>
                  <a:ext uri="{FF2B5EF4-FFF2-40B4-BE49-F238E27FC236}">
                    <a16:creationId xmlns:a16="http://schemas.microsoft.com/office/drawing/2014/main" id="{65C4550A-6E3C-441A-9FEB-2A7A1CADCD6B}"/>
                  </a:ext>
                </a:extLst>
              </p:cNvPr>
              <p:cNvSpPr>
                <a:spLocks noChangeArrowheads="1"/>
              </p:cNvSpPr>
              <p:nvPr/>
            </p:nvSpPr>
            <p:spPr bwMode="auto">
              <a:xfrm>
                <a:off x="3604" y="3339"/>
                <a:ext cx="240" cy="573"/>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12" name="Rectangle 54">
                <a:extLst>
                  <a:ext uri="{FF2B5EF4-FFF2-40B4-BE49-F238E27FC236}">
                    <a16:creationId xmlns:a16="http://schemas.microsoft.com/office/drawing/2014/main" id="{73B748C8-C7FA-4E79-AF1E-C0D9D53CE8E9}"/>
                  </a:ext>
                </a:extLst>
              </p:cNvPr>
              <p:cNvSpPr>
                <a:spLocks noChangeArrowheads="1"/>
              </p:cNvSpPr>
              <p:nvPr/>
            </p:nvSpPr>
            <p:spPr bwMode="auto">
              <a:xfrm>
                <a:off x="4084" y="3339"/>
                <a:ext cx="240" cy="576"/>
              </a:xfrm>
              <a:prstGeom prst="rect">
                <a:avLst/>
              </a:prstGeom>
              <a:solidFill>
                <a:srgbClr val="66FF66"/>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bg2"/>
                  </a:solidFill>
                  <a:latin typeface="Times New Roman" panose="02020603050405020304" pitchFamily="18" charset="0"/>
                  <a:ea typeface="宋体" panose="02010600030101010101" pitchFamily="2" charset="-122"/>
                </a:endParaRPr>
              </a:p>
            </p:txBody>
          </p:sp>
          <p:sp>
            <p:nvSpPr>
              <p:cNvPr id="113" name="Text Box 55">
                <a:extLst>
                  <a:ext uri="{FF2B5EF4-FFF2-40B4-BE49-F238E27FC236}">
                    <a16:creationId xmlns:a16="http://schemas.microsoft.com/office/drawing/2014/main" id="{14568B79-5958-499D-8C35-43804BCEA806}"/>
                  </a:ext>
                </a:extLst>
              </p:cNvPr>
              <p:cNvSpPr txBox="1">
                <a:spLocks noChangeArrowheads="1"/>
              </p:cNvSpPr>
              <p:nvPr/>
            </p:nvSpPr>
            <p:spPr bwMode="auto">
              <a:xfrm>
                <a:off x="4093" y="3367"/>
                <a:ext cx="25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a:t>
                </a:r>
                <a:endParaRPr kumimoji="1" lang="en-US" altLang="zh-CN" sz="2400">
                  <a:solidFill>
                    <a:schemeClr val="hlink"/>
                  </a:solidFill>
                  <a:latin typeface="Times New Roman" panose="02020603050405020304" pitchFamily="18" charset="0"/>
                  <a:ea typeface="宋体" panose="02010600030101010101" pitchFamily="2" charset="-122"/>
                </a:endParaRPr>
              </a:p>
            </p:txBody>
          </p:sp>
          <p:sp>
            <p:nvSpPr>
              <p:cNvPr id="114" name="Text Box 56">
                <a:extLst>
                  <a:ext uri="{FF2B5EF4-FFF2-40B4-BE49-F238E27FC236}">
                    <a16:creationId xmlns:a16="http://schemas.microsoft.com/office/drawing/2014/main" id="{936C0F8D-1AC0-4EA4-AF75-0AB982C64A1C}"/>
                  </a:ext>
                </a:extLst>
              </p:cNvPr>
              <p:cNvSpPr txBox="1">
                <a:spLocks noChangeArrowheads="1"/>
              </p:cNvSpPr>
              <p:nvPr/>
            </p:nvSpPr>
            <p:spPr bwMode="auto">
              <a:xfrm>
                <a:off x="3574" y="3358"/>
                <a:ext cx="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hlink"/>
                    </a:solidFill>
                    <a:latin typeface="Times New Roman" panose="02020603050405020304" pitchFamily="18" charset="0"/>
                    <a:ea typeface="宋体" panose="02010600030101010101" pitchFamily="2" charset="-122"/>
                  </a:rPr>
                  <a:t>h-1</a:t>
                </a:r>
                <a:endParaRPr kumimoji="1" lang="en-US" altLang="zh-CN" sz="2400" b="1">
                  <a:solidFill>
                    <a:schemeClr val="hlink"/>
                  </a:solidFill>
                  <a:latin typeface="Times New Roman" panose="02020603050405020304" pitchFamily="18" charset="0"/>
                  <a:ea typeface="宋体" panose="02010600030101010101" pitchFamily="2" charset="-122"/>
                </a:endParaRPr>
              </a:p>
            </p:txBody>
          </p:sp>
          <p:sp>
            <p:nvSpPr>
              <p:cNvPr id="115" name="Oval 57">
                <a:extLst>
                  <a:ext uri="{FF2B5EF4-FFF2-40B4-BE49-F238E27FC236}">
                    <a16:creationId xmlns:a16="http://schemas.microsoft.com/office/drawing/2014/main" id="{9BBE3B54-EEEB-43EF-91D2-FDDA7D385737}"/>
                  </a:ext>
                </a:extLst>
              </p:cNvPr>
              <p:cNvSpPr>
                <a:spLocks noChangeArrowheads="1"/>
              </p:cNvSpPr>
              <p:nvPr/>
            </p:nvSpPr>
            <p:spPr bwMode="auto">
              <a:xfrm>
                <a:off x="3835" y="2907"/>
                <a:ext cx="240" cy="240"/>
              </a:xfrm>
              <a:prstGeom prst="ellipse">
                <a:avLst/>
              </a:prstGeom>
              <a:solidFill>
                <a:srgbClr val="FF7C80"/>
              </a:solidFill>
              <a:ln w="28575">
                <a:solidFill>
                  <a:srgbClr val="FF7C8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endParaRPr kumimoji="1" lang="zh-CN" altLang="zh-CN" sz="2400">
                  <a:solidFill>
                    <a:srgbClr val="FF7C80"/>
                  </a:solidFill>
                  <a:latin typeface="Times New Roman" panose="02020603050405020304" pitchFamily="18" charset="0"/>
                  <a:ea typeface="宋体" panose="02010600030101010101" pitchFamily="2" charset="-122"/>
                </a:endParaRPr>
              </a:p>
            </p:txBody>
          </p:sp>
          <p:sp>
            <p:nvSpPr>
              <p:cNvPr id="116" name="Rectangle 58">
                <a:extLst>
                  <a:ext uri="{FF2B5EF4-FFF2-40B4-BE49-F238E27FC236}">
                    <a16:creationId xmlns:a16="http://schemas.microsoft.com/office/drawing/2014/main" id="{9D3DA7BD-3325-453E-9CBF-4D8039135C6B}"/>
                  </a:ext>
                </a:extLst>
              </p:cNvPr>
              <p:cNvSpPr>
                <a:spLocks noChangeArrowheads="1"/>
              </p:cNvSpPr>
              <p:nvPr/>
            </p:nvSpPr>
            <p:spPr bwMode="auto">
              <a:xfrm>
                <a:off x="4089" y="3919"/>
                <a:ext cx="240" cy="155"/>
              </a:xfrm>
              <a:prstGeom prst="rect">
                <a:avLst/>
              </a:prstGeom>
              <a:solidFill>
                <a:schemeClr val="hlink"/>
              </a:solidFill>
              <a:ln w="28575">
                <a:solidFill>
                  <a:srgbClr val="008000"/>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50000"/>
                  </a:lnSpc>
                  <a:spcBef>
                    <a:spcPct val="0"/>
                  </a:spcBef>
                  <a:buFontTx/>
                  <a:buNone/>
                </a:pPr>
                <a:endParaRPr lang="zh-CN" altLang="zh-CN" sz="3200" b="1" i="1">
                  <a:solidFill>
                    <a:schemeClr val="hlink"/>
                  </a:solidFill>
                  <a:latin typeface="Times New Roman" panose="02020603050405020304" pitchFamily="18" charset="0"/>
                  <a:ea typeface="宋体" panose="02010600030101010101" pitchFamily="2" charset="-122"/>
                </a:endParaRPr>
              </a:p>
            </p:txBody>
          </p:sp>
        </p:grpSp>
        <p:sp>
          <p:nvSpPr>
            <p:cNvPr id="99" name="Text Box 59">
              <a:extLst>
                <a:ext uri="{FF2B5EF4-FFF2-40B4-BE49-F238E27FC236}">
                  <a16:creationId xmlns:a16="http://schemas.microsoft.com/office/drawing/2014/main" id="{8892B353-81BC-4E35-935F-4F7AFCDAFBF9}"/>
                </a:ext>
              </a:extLst>
            </p:cNvPr>
            <p:cNvSpPr txBox="1">
              <a:spLocks noChangeArrowheads="1"/>
            </p:cNvSpPr>
            <p:nvPr/>
          </p:nvSpPr>
          <p:spPr bwMode="auto">
            <a:xfrm>
              <a:off x="4102" y="2544"/>
              <a:ext cx="278" cy="291"/>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dirty="0">
                  <a:solidFill>
                    <a:srgbClr val="FF3300"/>
                  </a:solidFill>
                  <a:effectLst>
                    <a:outerShdw blurRad="38100" dist="38100" dir="2700000" algn="tl">
                      <a:srgbClr val="C0C0C0"/>
                    </a:outerShdw>
                  </a:effectLst>
                </a:rPr>
                <a:t>-1</a:t>
              </a:r>
            </a:p>
          </p:txBody>
        </p:sp>
        <p:sp>
          <p:nvSpPr>
            <p:cNvPr id="100" name="Text Box 60">
              <a:extLst>
                <a:ext uri="{FF2B5EF4-FFF2-40B4-BE49-F238E27FC236}">
                  <a16:creationId xmlns:a16="http://schemas.microsoft.com/office/drawing/2014/main" id="{75129DAB-49FB-49BC-A04C-4E65CDC7BEED}"/>
                </a:ext>
              </a:extLst>
            </p:cNvPr>
            <p:cNvSpPr txBox="1">
              <a:spLocks noChangeArrowheads="1"/>
            </p:cNvSpPr>
            <p:nvPr/>
          </p:nvSpPr>
          <p:spPr bwMode="auto">
            <a:xfrm>
              <a:off x="3851" y="2880"/>
              <a:ext cx="213" cy="291"/>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dirty="0">
                  <a:solidFill>
                    <a:schemeClr val="hlink"/>
                  </a:solidFill>
                  <a:effectLst>
                    <a:outerShdw blurRad="38100" dist="38100" dir="2700000" algn="tl">
                      <a:srgbClr val="C0C0C0"/>
                    </a:outerShdw>
                  </a:effectLst>
                </a:rPr>
                <a:t>1</a:t>
              </a:r>
            </a:p>
          </p:txBody>
        </p:sp>
        <p:sp>
          <p:nvSpPr>
            <p:cNvPr id="101" name="Text Box 61">
              <a:extLst>
                <a:ext uri="{FF2B5EF4-FFF2-40B4-BE49-F238E27FC236}">
                  <a16:creationId xmlns:a16="http://schemas.microsoft.com/office/drawing/2014/main" id="{66FD397E-8AD5-4866-B25E-EC8AE392557F}"/>
                </a:ext>
              </a:extLst>
            </p:cNvPr>
            <p:cNvSpPr txBox="1">
              <a:spLocks noChangeArrowheads="1"/>
            </p:cNvSpPr>
            <p:nvPr/>
          </p:nvSpPr>
          <p:spPr bwMode="auto">
            <a:xfrm>
              <a:off x="3781" y="2155"/>
              <a:ext cx="212" cy="288"/>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FF3300"/>
                  </a:solidFill>
                  <a:effectLst>
                    <a:outerShdw blurRad="38100" dist="38100" dir="2700000" algn="tl">
                      <a:srgbClr val="C0C0C0"/>
                    </a:outerShdw>
                  </a:effectLst>
                </a:rPr>
                <a:t>2</a:t>
              </a:r>
            </a:p>
          </p:txBody>
        </p:sp>
        <p:sp>
          <p:nvSpPr>
            <p:cNvPr id="102" name="Freeform 63">
              <a:extLst>
                <a:ext uri="{FF2B5EF4-FFF2-40B4-BE49-F238E27FC236}">
                  <a16:creationId xmlns:a16="http://schemas.microsoft.com/office/drawing/2014/main" id="{CF76063C-3ACE-4003-9E9C-7DEB4C44030E}"/>
                </a:ext>
              </a:extLst>
            </p:cNvPr>
            <p:cNvSpPr>
              <a:spLocks/>
            </p:cNvSpPr>
            <p:nvPr/>
          </p:nvSpPr>
          <p:spPr bwMode="auto">
            <a:xfrm flipH="1">
              <a:off x="4123" y="2913"/>
              <a:ext cx="256" cy="75"/>
            </a:xfrm>
            <a:custGeom>
              <a:avLst/>
              <a:gdLst>
                <a:gd name="T0" fmla="*/ 256 w 256"/>
                <a:gd name="T1" fmla="*/ 75 h 75"/>
                <a:gd name="T2" fmla="*/ 210 w 256"/>
                <a:gd name="T3" fmla="*/ 20 h 75"/>
                <a:gd name="T4" fmla="*/ 137 w 256"/>
                <a:gd name="T5" fmla="*/ 2 h 75"/>
                <a:gd name="T6" fmla="*/ 64 w 256"/>
                <a:gd name="T7" fmla="*/ 11 h 75"/>
                <a:gd name="T8" fmla="*/ 0 w 256"/>
                <a:gd name="T9" fmla="*/ 66 h 75"/>
                <a:gd name="T10" fmla="*/ 0 60000 65536"/>
                <a:gd name="T11" fmla="*/ 0 60000 65536"/>
                <a:gd name="T12" fmla="*/ 0 60000 65536"/>
                <a:gd name="T13" fmla="*/ 0 60000 65536"/>
                <a:gd name="T14" fmla="*/ 0 60000 65536"/>
                <a:gd name="T15" fmla="*/ 0 w 256"/>
                <a:gd name="T16" fmla="*/ 0 h 75"/>
                <a:gd name="T17" fmla="*/ 256 w 256"/>
                <a:gd name="T18" fmla="*/ 75 h 75"/>
              </a:gdLst>
              <a:ahLst/>
              <a:cxnLst>
                <a:cxn ang="T10">
                  <a:pos x="T0" y="T1"/>
                </a:cxn>
                <a:cxn ang="T11">
                  <a:pos x="T2" y="T3"/>
                </a:cxn>
                <a:cxn ang="T12">
                  <a:pos x="T4" y="T5"/>
                </a:cxn>
                <a:cxn ang="T13">
                  <a:pos x="T6" y="T7"/>
                </a:cxn>
                <a:cxn ang="T14">
                  <a:pos x="T8" y="T9"/>
                </a:cxn>
              </a:cxnLst>
              <a:rect l="T15" t="T16" r="T17" b="T18"/>
              <a:pathLst>
                <a:path w="256" h="75">
                  <a:moveTo>
                    <a:pt x="256" y="75"/>
                  </a:moveTo>
                  <a:cubicBezTo>
                    <a:pt x="243" y="53"/>
                    <a:pt x="230" y="32"/>
                    <a:pt x="210" y="20"/>
                  </a:cubicBezTo>
                  <a:cubicBezTo>
                    <a:pt x="190" y="8"/>
                    <a:pt x="161" y="3"/>
                    <a:pt x="137" y="2"/>
                  </a:cubicBezTo>
                  <a:cubicBezTo>
                    <a:pt x="113" y="1"/>
                    <a:pt x="87" y="0"/>
                    <a:pt x="64" y="11"/>
                  </a:cubicBezTo>
                  <a:cubicBezTo>
                    <a:pt x="41" y="22"/>
                    <a:pt x="11" y="57"/>
                    <a:pt x="0" y="66"/>
                  </a:cubicBezTo>
                </a:path>
              </a:pathLst>
            </a:custGeom>
            <a:noFill/>
            <a:ln w="28575" cap="rnd">
              <a:solidFill>
                <a:schemeClr val="tx2"/>
              </a:solidFill>
              <a:prstDash val="sysDot"/>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3158F9E1-4A17-D6BB-67E7-865FD3DDB9D3}"/>
              </a:ext>
            </a:extLst>
          </p:cNvPr>
          <p:cNvSpPr>
            <a:spLocks noGrp="1"/>
          </p:cNvSpPr>
          <p:nvPr>
            <p:ph type="sldNum" sz="quarter" idx="12"/>
          </p:nvPr>
        </p:nvSpPr>
        <p:spPr/>
        <p:txBody>
          <a:bodyPr/>
          <a:lstStyle/>
          <a:p>
            <a:pPr>
              <a:defRPr/>
            </a:pPr>
            <a:fld id="{A5CDC942-AD50-4CB1-AAEC-9B389C2C8E01}" type="slidenum">
              <a:rPr lang="en-US" altLang="zh-CN" smtClean="0"/>
              <a:pPr>
                <a:defRPr/>
              </a:pPr>
              <a:t>85</a:t>
            </a:fld>
            <a:endParaRPr lang="en-US" altLang="zh-CN"/>
          </a:p>
        </p:txBody>
      </p:sp>
    </p:spTree>
  </p:cSld>
  <p:clrMapOvr>
    <a:masterClrMapping/>
  </p:clrMapOvr>
  <p:transition>
    <p:spli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9C2D45-1243-46E4-BFEC-E1117DE5C80C}"/>
              </a:ext>
            </a:extLst>
          </p:cNvPr>
          <p:cNvSpPr>
            <a:spLocks noGrp="1"/>
          </p:cNvSpPr>
          <p:nvPr>
            <p:ph idx="1"/>
          </p:nvPr>
        </p:nvSpPr>
        <p:spPr>
          <a:xfrm>
            <a:off x="179512" y="188640"/>
            <a:ext cx="8784976" cy="5988323"/>
          </a:xfrm>
        </p:spPr>
        <p:txBody>
          <a:bodyPr>
            <a:normAutofit fontScale="70000" lnSpcReduction="20000"/>
          </a:bodyPr>
          <a:lstStyle/>
          <a:p>
            <a:pPr marL="0" indent="0">
              <a:buNone/>
            </a:pPr>
            <a:r>
              <a:rPr lang="en-US" altLang="zh-CN" dirty="0"/>
              <a:t>template &lt;class K &gt;   </a:t>
            </a:r>
          </a:p>
          <a:p>
            <a:pPr marL="0" indent="0">
              <a:buNone/>
            </a:pPr>
            <a:r>
              <a:rPr lang="en-US" altLang="zh-CN" dirty="0"/>
              <a:t>void </a:t>
            </a:r>
            <a:r>
              <a:rPr lang="en-US" altLang="zh-CN" dirty="0" err="1"/>
              <a:t>AVLTree</a:t>
            </a:r>
            <a:r>
              <a:rPr lang="en-US" altLang="zh-CN" dirty="0"/>
              <a:t>&lt; K &gt; :: </a:t>
            </a:r>
            <a:r>
              <a:rPr lang="en-US" altLang="zh-CN" dirty="0" err="1"/>
              <a:t>RotateRL</a:t>
            </a:r>
            <a:r>
              <a:rPr lang="en-US" altLang="zh-CN" dirty="0"/>
              <a:t> (</a:t>
            </a:r>
            <a:r>
              <a:rPr lang="en-US" altLang="zh-CN" dirty="0" err="1"/>
              <a:t>AVLNode</a:t>
            </a:r>
            <a:r>
              <a:rPr lang="en-US" altLang="zh-CN" dirty="0"/>
              <a:t>&lt;K&gt; * &amp;</a:t>
            </a:r>
            <a:r>
              <a:rPr lang="en-US" altLang="zh-CN" dirty="0" err="1"/>
              <a:t>ptr</a:t>
            </a:r>
            <a:r>
              <a:rPr lang="en-US" altLang="zh-CN" dirty="0"/>
              <a:t> ) {</a:t>
            </a:r>
          </a:p>
          <a:p>
            <a:pPr marL="0" indent="0">
              <a:buNone/>
            </a:pPr>
            <a:r>
              <a:rPr lang="en-US" altLang="zh-CN" dirty="0"/>
              <a:t>     </a:t>
            </a:r>
            <a:r>
              <a:rPr lang="en-US" altLang="zh-CN" dirty="0" err="1"/>
              <a:t>AVLNode</a:t>
            </a:r>
            <a:r>
              <a:rPr lang="en-US" altLang="zh-CN" dirty="0"/>
              <a:t>&lt;K&gt; *</a:t>
            </a:r>
            <a:r>
              <a:rPr lang="en-US" altLang="zh-CN" dirty="0" err="1"/>
              <a:t>subL</a:t>
            </a:r>
            <a:r>
              <a:rPr lang="en-US" altLang="zh-CN" dirty="0"/>
              <a:t> = </a:t>
            </a:r>
            <a:r>
              <a:rPr lang="en-US" altLang="zh-CN" dirty="0" err="1"/>
              <a:t>ptr</a:t>
            </a:r>
            <a:r>
              <a:rPr lang="en-US" altLang="zh-CN" dirty="0"/>
              <a:t>, *</a:t>
            </a:r>
            <a:r>
              <a:rPr lang="en-US" altLang="zh-CN" dirty="0" err="1"/>
              <a:t>subR</a:t>
            </a:r>
            <a:r>
              <a:rPr lang="en-US" altLang="zh-CN" dirty="0"/>
              <a:t> = </a:t>
            </a:r>
            <a:r>
              <a:rPr lang="en-US" altLang="zh-CN" dirty="0" err="1"/>
              <a:t>subL</a:t>
            </a:r>
            <a:r>
              <a:rPr lang="en-US" altLang="zh-CN" dirty="0"/>
              <a:t>-&gt;right ;</a:t>
            </a:r>
          </a:p>
          <a:p>
            <a:pPr marL="0" indent="0">
              <a:buNone/>
            </a:pPr>
            <a:r>
              <a:rPr lang="en-US" altLang="zh-CN" dirty="0"/>
              <a:t>     </a:t>
            </a:r>
            <a:r>
              <a:rPr lang="en-US" altLang="zh-CN" dirty="0" err="1"/>
              <a:t>ptr</a:t>
            </a:r>
            <a:r>
              <a:rPr lang="en-US" altLang="zh-CN" dirty="0"/>
              <a:t> = </a:t>
            </a:r>
            <a:r>
              <a:rPr lang="en-US" altLang="zh-CN" dirty="0" err="1"/>
              <a:t>subR</a:t>
            </a:r>
            <a:r>
              <a:rPr lang="en-US" altLang="zh-CN" dirty="0"/>
              <a:t>-&gt;left; </a:t>
            </a:r>
          </a:p>
          <a:p>
            <a:pPr marL="0" indent="0">
              <a:buNone/>
            </a:pPr>
            <a:r>
              <a:rPr lang="en-US" altLang="zh-CN" dirty="0"/>
              <a:t>     </a:t>
            </a:r>
            <a:r>
              <a:rPr lang="en-US" altLang="zh-CN" dirty="0" err="1"/>
              <a:t>subR</a:t>
            </a:r>
            <a:r>
              <a:rPr lang="en-US" altLang="zh-CN" dirty="0"/>
              <a:t>-&gt;left = </a:t>
            </a:r>
            <a:r>
              <a:rPr lang="en-US" altLang="zh-CN" dirty="0" err="1"/>
              <a:t>ptr</a:t>
            </a:r>
            <a:r>
              <a:rPr lang="en-US" altLang="zh-CN" dirty="0"/>
              <a:t>-&gt;right;</a:t>
            </a:r>
          </a:p>
          <a:p>
            <a:pPr marL="0" indent="0">
              <a:buNone/>
            </a:pPr>
            <a:r>
              <a:rPr lang="en-US" altLang="zh-CN" dirty="0"/>
              <a:t>     </a:t>
            </a:r>
            <a:r>
              <a:rPr lang="en-US" altLang="zh-CN" dirty="0" err="1"/>
              <a:t>ptr</a:t>
            </a:r>
            <a:r>
              <a:rPr lang="en-US" altLang="zh-CN" dirty="0"/>
              <a:t>-&gt;right = </a:t>
            </a:r>
            <a:r>
              <a:rPr lang="en-US" altLang="zh-CN" dirty="0" err="1"/>
              <a:t>subR</a:t>
            </a:r>
            <a:r>
              <a:rPr lang="en-US" altLang="zh-CN" dirty="0"/>
              <a:t>;	   </a:t>
            </a:r>
          </a:p>
          <a:p>
            <a:pPr marL="0" indent="0">
              <a:buNone/>
            </a:pPr>
            <a:r>
              <a:rPr lang="en-US" altLang="zh-CN" dirty="0"/>
              <a:t>     if (</a:t>
            </a:r>
            <a:r>
              <a:rPr lang="en-US" altLang="zh-CN" dirty="0" err="1"/>
              <a:t>ptr</a:t>
            </a:r>
            <a:r>
              <a:rPr lang="en-US" altLang="zh-CN" dirty="0"/>
              <a:t>-&gt;bf &gt;= 0) </a:t>
            </a:r>
            <a:r>
              <a:rPr lang="en-US" altLang="zh-CN" dirty="0" err="1"/>
              <a:t>subR</a:t>
            </a:r>
            <a:r>
              <a:rPr lang="en-US" altLang="zh-CN" dirty="0"/>
              <a:t>-&gt;bf = 0;</a:t>
            </a:r>
          </a:p>
          <a:p>
            <a:pPr marL="0" indent="0">
              <a:buNone/>
            </a:pPr>
            <a:r>
              <a:rPr lang="en-US" altLang="zh-CN" dirty="0"/>
              <a:t>     else </a:t>
            </a:r>
            <a:r>
              <a:rPr lang="en-US" altLang="zh-CN" dirty="0" err="1"/>
              <a:t>subR</a:t>
            </a:r>
            <a:r>
              <a:rPr lang="en-US" altLang="zh-CN" dirty="0"/>
              <a:t>-&gt;bf = 1;</a:t>
            </a:r>
          </a:p>
          <a:p>
            <a:pPr marL="0" indent="0">
              <a:buNone/>
            </a:pPr>
            <a:r>
              <a:rPr lang="en-US" altLang="zh-CN" dirty="0"/>
              <a:t>     </a:t>
            </a:r>
            <a:r>
              <a:rPr lang="en-US" altLang="zh-CN" dirty="0" err="1"/>
              <a:t>subL</a:t>
            </a:r>
            <a:r>
              <a:rPr lang="en-US" altLang="zh-CN" dirty="0"/>
              <a:t>-&gt;right = </a:t>
            </a:r>
            <a:r>
              <a:rPr lang="en-US" altLang="zh-CN" dirty="0" err="1"/>
              <a:t>ptr</a:t>
            </a:r>
            <a:r>
              <a:rPr lang="en-US" altLang="zh-CN" dirty="0"/>
              <a:t>-&gt;left;</a:t>
            </a:r>
          </a:p>
          <a:p>
            <a:pPr marL="0" indent="0">
              <a:buNone/>
            </a:pPr>
            <a:r>
              <a:rPr lang="en-US" altLang="zh-CN" dirty="0"/>
              <a:t>     </a:t>
            </a:r>
            <a:r>
              <a:rPr lang="en-US" altLang="zh-CN" dirty="0" err="1"/>
              <a:t>ptr</a:t>
            </a:r>
            <a:r>
              <a:rPr lang="en-US" altLang="zh-CN" dirty="0"/>
              <a:t>-&gt;left = </a:t>
            </a:r>
            <a:r>
              <a:rPr lang="en-US" altLang="zh-CN" dirty="0" err="1"/>
              <a:t>subL</a:t>
            </a:r>
            <a:r>
              <a:rPr lang="en-US" altLang="zh-CN" dirty="0"/>
              <a:t>;	</a:t>
            </a:r>
          </a:p>
          <a:p>
            <a:pPr marL="0" indent="0">
              <a:buNone/>
            </a:pPr>
            <a:r>
              <a:rPr lang="en-US" altLang="zh-CN" dirty="0"/>
              <a:t>     if ( </a:t>
            </a:r>
            <a:r>
              <a:rPr lang="en-US" altLang="zh-CN" dirty="0" err="1"/>
              <a:t>ptr</a:t>
            </a:r>
            <a:r>
              <a:rPr lang="en-US" altLang="zh-CN" dirty="0"/>
              <a:t>-&gt;bf == 1) </a:t>
            </a:r>
            <a:r>
              <a:rPr lang="en-US" altLang="zh-CN" dirty="0" err="1"/>
              <a:t>subL</a:t>
            </a:r>
            <a:r>
              <a:rPr lang="en-US" altLang="zh-CN" dirty="0"/>
              <a:t>-&gt;bf = -1;</a:t>
            </a:r>
          </a:p>
          <a:p>
            <a:pPr marL="0" indent="0">
              <a:buNone/>
            </a:pPr>
            <a:r>
              <a:rPr lang="en-US" altLang="zh-CN" dirty="0"/>
              <a:t>     else </a:t>
            </a:r>
            <a:r>
              <a:rPr lang="en-US" altLang="zh-CN" dirty="0" err="1"/>
              <a:t>subL</a:t>
            </a:r>
            <a:r>
              <a:rPr lang="en-US" altLang="zh-CN" dirty="0"/>
              <a:t>-&gt;bf = 0;</a:t>
            </a:r>
          </a:p>
          <a:p>
            <a:pPr marL="0" indent="0">
              <a:buNone/>
            </a:pPr>
            <a:r>
              <a:rPr lang="en-US" altLang="zh-CN" dirty="0"/>
              <a:t>     </a:t>
            </a:r>
            <a:r>
              <a:rPr lang="en-US" altLang="zh-CN" dirty="0" err="1"/>
              <a:t>ptr</a:t>
            </a:r>
            <a:r>
              <a:rPr lang="en-US" altLang="zh-CN" dirty="0"/>
              <a:t>-&gt;bf = 0;</a:t>
            </a:r>
          </a:p>
          <a:p>
            <a:pPr marL="0" indent="0">
              <a:buNone/>
            </a:pPr>
            <a:r>
              <a:rPr lang="en-US" altLang="zh-CN" dirty="0"/>
              <a:t>}</a:t>
            </a:r>
          </a:p>
          <a:p>
            <a:pPr marL="0" indent="0">
              <a:buNone/>
            </a:pPr>
            <a:endParaRPr lang="zh-CN" altLang="en-US" dirty="0"/>
          </a:p>
        </p:txBody>
      </p:sp>
      <p:sp>
        <p:nvSpPr>
          <p:cNvPr id="2" name="灯片编号占位符 1">
            <a:extLst>
              <a:ext uri="{FF2B5EF4-FFF2-40B4-BE49-F238E27FC236}">
                <a16:creationId xmlns:a16="http://schemas.microsoft.com/office/drawing/2014/main" id="{7E01DD4A-0690-EA1E-6A84-DB5B1CB8D4A7}"/>
              </a:ext>
            </a:extLst>
          </p:cNvPr>
          <p:cNvSpPr>
            <a:spLocks noGrp="1"/>
          </p:cNvSpPr>
          <p:nvPr>
            <p:ph type="sldNum" sz="quarter" idx="12"/>
          </p:nvPr>
        </p:nvSpPr>
        <p:spPr/>
        <p:txBody>
          <a:bodyPr/>
          <a:lstStyle/>
          <a:p>
            <a:pPr>
              <a:defRPr/>
            </a:pPr>
            <a:fld id="{82BC8E53-3928-4033-8D0B-01554133DC73}" type="slidenum">
              <a:rPr lang="en-US" altLang="zh-CN" smtClean="0"/>
              <a:pPr>
                <a:defRPr/>
              </a:pPr>
              <a:t>86</a:t>
            </a:fld>
            <a:endParaRPr lang="en-US" altLang="zh-CN"/>
          </a:p>
        </p:txBody>
      </p:sp>
    </p:spTree>
  </p:cSld>
  <p:clrMapOvr>
    <a:masterClrMapping/>
  </p:clrMapOvr>
  <p:transition>
    <p:spli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CAB82512-B187-C0AC-5B8B-CDC8E2992A90}"/>
              </a:ext>
            </a:extLst>
          </p:cNvPr>
          <p:cNvSpPr>
            <a:spLocks noGrp="1" noChangeArrowheads="1"/>
          </p:cNvSpPr>
          <p:nvPr>
            <p:ph type="title"/>
          </p:nvPr>
        </p:nvSpPr>
        <p:spPr/>
        <p:txBody>
          <a:bodyPr/>
          <a:lstStyle/>
          <a:p>
            <a:r>
              <a:rPr lang="en-US" altLang="zh-CN" dirty="0"/>
              <a:t>7.3.3 AVL</a:t>
            </a:r>
            <a:r>
              <a:rPr lang="zh-CN" altLang="en-US" dirty="0"/>
              <a:t>树的插入</a:t>
            </a:r>
          </a:p>
        </p:txBody>
      </p:sp>
      <p:sp>
        <p:nvSpPr>
          <p:cNvPr id="233475" name="Rectangle 3">
            <a:extLst>
              <a:ext uri="{FF2B5EF4-FFF2-40B4-BE49-F238E27FC236}">
                <a16:creationId xmlns:a16="http://schemas.microsoft.com/office/drawing/2014/main" id="{EF07AE5B-5285-FF1B-6498-669AA9BEB5F3}"/>
              </a:ext>
            </a:extLst>
          </p:cNvPr>
          <p:cNvSpPr>
            <a:spLocks noGrp="1" noChangeArrowheads="1"/>
          </p:cNvSpPr>
          <p:nvPr>
            <p:ph type="body" idx="1"/>
          </p:nvPr>
        </p:nvSpPr>
        <p:spPr/>
        <p:txBody>
          <a:bodyPr>
            <a:normAutofit fontScale="70000" lnSpcReduction="20000"/>
          </a:bodyPr>
          <a:lstStyle/>
          <a:p>
            <a:r>
              <a:rPr lang="zh-CN" altLang="en-US" dirty="0"/>
              <a:t>在向一棵本来是高度平衡的</a:t>
            </a:r>
            <a:r>
              <a:rPr lang="en-US" altLang="zh-CN" dirty="0"/>
              <a:t>AVL</a:t>
            </a:r>
            <a:r>
              <a:rPr lang="zh-CN" altLang="en-US" dirty="0"/>
              <a:t>树中插入一个新结点时，如果树中某个结点的平衡因子的绝对值 </a:t>
            </a:r>
            <a:r>
              <a:rPr lang="en-US" altLang="zh-CN" dirty="0"/>
              <a:t>|bf| &gt; 1</a:t>
            </a:r>
            <a:r>
              <a:rPr lang="zh-CN" altLang="en-US" dirty="0"/>
              <a:t>，则出现了不平衡，需要做平衡化处理。</a:t>
            </a:r>
          </a:p>
          <a:p>
            <a:r>
              <a:rPr lang="zh-CN" altLang="en-US" dirty="0"/>
              <a:t>设新插入的结点为</a:t>
            </a:r>
            <a:r>
              <a:rPr lang="en-US" altLang="zh-CN" dirty="0"/>
              <a:t>p</a:t>
            </a:r>
            <a:r>
              <a:rPr lang="zh-CN" altLang="en-US" dirty="0"/>
              <a:t>，</a:t>
            </a:r>
            <a:r>
              <a:rPr lang="en-US" altLang="zh-CN" dirty="0"/>
              <a:t>p</a:t>
            </a:r>
            <a:r>
              <a:rPr lang="zh-CN" altLang="en-US" dirty="0"/>
              <a:t>的平衡因子为</a:t>
            </a:r>
            <a:r>
              <a:rPr lang="en-US" altLang="zh-CN" dirty="0"/>
              <a:t>0</a:t>
            </a:r>
            <a:r>
              <a:rPr lang="zh-CN" altLang="en-US" dirty="0"/>
              <a:t>。从</a:t>
            </a:r>
            <a:r>
              <a:rPr lang="en-US" altLang="zh-CN" dirty="0"/>
              <a:t>p</a:t>
            </a:r>
            <a:r>
              <a:rPr lang="zh-CN" altLang="en-US" dirty="0"/>
              <a:t>开始向根回溯，调整遇到的每个结点的平衡因子。先考察</a:t>
            </a:r>
            <a:r>
              <a:rPr lang="en-US" altLang="zh-CN" dirty="0"/>
              <a:t>p</a:t>
            </a:r>
            <a:r>
              <a:rPr lang="zh-CN" altLang="en-US" dirty="0"/>
              <a:t>的父结点</a:t>
            </a:r>
            <a:r>
              <a:rPr lang="en-US" altLang="zh-CN" dirty="0"/>
              <a:t>pr</a:t>
            </a:r>
            <a:r>
              <a:rPr lang="zh-CN" altLang="en-US" dirty="0"/>
              <a:t>，修改后</a:t>
            </a:r>
            <a:r>
              <a:rPr lang="en-US" altLang="zh-CN" dirty="0"/>
              <a:t>pr</a:t>
            </a:r>
            <a:r>
              <a:rPr lang="zh-CN" altLang="en-US" dirty="0"/>
              <a:t>的平衡因子值有</a:t>
            </a:r>
            <a:r>
              <a:rPr lang="en-US" altLang="zh-CN" dirty="0"/>
              <a:t>3</a:t>
            </a:r>
            <a:r>
              <a:rPr lang="zh-CN" altLang="en-US" dirty="0"/>
              <a:t>种情况：</a:t>
            </a:r>
          </a:p>
          <a:p>
            <a:pPr lvl="1"/>
            <a:r>
              <a:rPr lang="zh-CN" altLang="en-US" dirty="0"/>
              <a:t>为</a:t>
            </a:r>
            <a:r>
              <a:rPr lang="en-US" altLang="zh-CN" dirty="0"/>
              <a:t>0</a:t>
            </a:r>
            <a:r>
              <a:rPr lang="zh-CN" altLang="en-US" dirty="0"/>
              <a:t>：调整完成</a:t>
            </a:r>
          </a:p>
          <a:p>
            <a:pPr lvl="1"/>
            <a:r>
              <a:rPr lang="zh-CN" altLang="en-US" dirty="0"/>
              <a:t>绝对值为</a:t>
            </a:r>
            <a:r>
              <a:rPr lang="en-US" altLang="zh-CN" dirty="0"/>
              <a:t>1</a:t>
            </a:r>
            <a:r>
              <a:rPr lang="zh-CN" altLang="en-US" dirty="0"/>
              <a:t>：继续向上，可能多次绝对值为</a:t>
            </a:r>
            <a:r>
              <a:rPr lang="en-US" altLang="zh-CN" dirty="0"/>
              <a:t>1</a:t>
            </a:r>
            <a:r>
              <a:rPr lang="zh-CN" altLang="en-US" dirty="0"/>
              <a:t>，最后</a:t>
            </a:r>
          </a:p>
          <a:p>
            <a:pPr lvl="2"/>
            <a:r>
              <a:rPr lang="zh-CN" altLang="en-US" dirty="0"/>
              <a:t>情况</a:t>
            </a:r>
            <a:r>
              <a:rPr lang="en-US" altLang="zh-CN" dirty="0"/>
              <a:t>1</a:t>
            </a:r>
            <a:r>
              <a:rPr lang="zh-CN" altLang="en-US" dirty="0"/>
              <a:t>：到达根结点，不需调整</a:t>
            </a:r>
          </a:p>
          <a:p>
            <a:pPr lvl="2"/>
            <a:r>
              <a:rPr lang="zh-CN" altLang="en-US" dirty="0"/>
              <a:t>情况</a:t>
            </a:r>
            <a:r>
              <a:rPr lang="en-US" altLang="zh-CN" dirty="0"/>
              <a:t>2</a:t>
            </a:r>
            <a:r>
              <a:rPr lang="zh-CN" altLang="en-US" dirty="0"/>
              <a:t>：在某结点绝对值为</a:t>
            </a:r>
            <a:r>
              <a:rPr lang="en-US" altLang="zh-CN" dirty="0"/>
              <a:t>2</a:t>
            </a:r>
            <a:r>
              <a:rPr lang="zh-CN" altLang="en-US" dirty="0"/>
              <a:t>（不会在最初</a:t>
            </a:r>
            <a:r>
              <a:rPr lang="en-US" altLang="zh-CN" dirty="0"/>
              <a:t>pr </a:t>
            </a:r>
            <a:r>
              <a:rPr lang="zh-CN" altLang="en-US" dirty="0"/>
              <a:t>，为什么？）</a:t>
            </a:r>
          </a:p>
          <a:p>
            <a:pPr lvl="3"/>
            <a:r>
              <a:rPr lang="zh-CN" altLang="en-US" sz="2000" dirty="0"/>
              <a:t>根据子结点的平衡因子的符号做单旋或者双旋</a:t>
            </a:r>
            <a:endParaRPr lang="en-US" altLang="zh-CN" sz="2000" dirty="0"/>
          </a:p>
          <a:p>
            <a:pPr lvl="4"/>
            <a:r>
              <a:rPr lang="zh-CN" altLang="en-US" sz="2000" dirty="0"/>
              <a:t>该子树高度减</a:t>
            </a:r>
            <a:r>
              <a:rPr lang="en-US" altLang="zh-CN" sz="2000" dirty="0"/>
              <a:t>1</a:t>
            </a:r>
            <a:r>
              <a:rPr lang="zh-CN" altLang="en-US" sz="2000" dirty="0"/>
              <a:t>，不必继续向上回溯</a:t>
            </a:r>
          </a:p>
          <a:p>
            <a:pPr lvl="2"/>
            <a:r>
              <a:rPr lang="zh-CN" altLang="en-US" dirty="0"/>
              <a:t>为</a:t>
            </a:r>
            <a:r>
              <a:rPr lang="en-US" altLang="zh-CN" dirty="0"/>
              <a:t>0 </a:t>
            </a:r>
            <a:r>
              <a:rPr lang="zh-CN" altLang="en-US" dirty="0"/>
              <a:t>：调整完成</a:t>
            </a:r>
          </a:p>
        </p:txBody>
      </p:sp>
      <p:sp>
        <p:nvSpPr>
          <p:cNvPr id="2" name="灯片编号占位符 1">
            <a:extLst>
              <a:ext uri="{FF2B5EF4-FFF2-40B4-BE49-F238E27FC236}">
                <a16:creationId xmlns:a16="http://schemas.microsoft.com/office/drawing/2014/main" id="{F2CC93A8-C7DF-D11D-58A6-060B74E1D35E}"/>
              </a:ext>
            </a:extLst>
          </p:cNvPr>
          <p:cNvSpPr>
            <a:spLocks noGrp="1"/>
          </p:cNvSpPr>
          <p:nvPr>
            <p:ph type="sldNum" sz="quarter" idx="12"/>
          </p:nvPr>
        </p:nvSpPr>
        <p:spPr/>
        <p:txBody>
          <a:bodyPr/>
          <a:lstStyle/>
          <a:p>
            <a:pPr>
              <a:defRPr/>
            </a:pPr>
            <a:fld id="{82BC8E53-3928-4033-8D0B-01554133DC73}" type="slidenum">
              <a:rPr lang="en-US" altLang="zh-CN" smtClean="0"/>
              <a:pPr>
                <a:defRPr/>
              </a:pPr>
              <a:t>87</a:t>
            </a:fld>
            <a:endParaRPr lang="en-US" altLang="zh-CN"/>
          </a:p>
        </p:txBody>
      </p:sp>
    </p:spTree>
  </p:cSld>
  <p:clrMapOvr>
    <a:masterClrMapping/>
  </p:clrMapOvr>
  <p:transition>
    <p:spli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435DCC8-3751-001D-B78B-9A54833B9DB1}"/>
              </a:ext>
            </a:extLst>
          </p:cNvPr>
          <p:cNvSpPr>
            <a:spLocks noGrp="1" noChangeArrowheads="1"/>
          </p:cNvSpPr>
          <p:nvPr>
            <p:ph type="title"/>
          </p:nvPr>
        </p:nvSpPr>
        <p:spPr/>
        <p:txBody>
          <a:bodyPr/>
          <a:lstStyle/>
          <a:p>
            <a:r>
              <a:rPr lang="zh-CN" altLang="en-US" dirty="0"/>
              <a:t>程序</a:t>
            </a:r>
            <a:r>
              <a:rPr lang="en-US" altLang="zh-CN" dirty="0"/>
              <a:t>7.20</a:t>
            </a:r>
          </a:p>
        </p:txBody>
      </p:sp>
      <p:sp>
        <p:nvSpPr>
          <p:cNvPr id="103427" name="Rectangle 3">
            <a:extLst>
              <a:ext uri="{FF2B5EF4-FFF2-40B4-BE49-F238E27FC236}">
                <a16:creationId xmlns:a16="http://schemas.microsoft.com/office/drawing/2014/main" id="{CD0D9E54-EAA1-C0E6-784A-886614E88A4F}"/>
              </a:ext>
            </a:extLst>
          </p:cNvPr>
          <p:cNvSpPr>
            <a:spLocks noGrp="1" noChangeArrowheads="1"/>
          </p:cNvSpPr>
          <p:nvPr>
            <p:ph type="body" idx="1"/>
          </p:nvPr>
        </p:nvSpPr>
        <p:spPr>
          <a:xfrm>
            <a:off x="628650" y="1825624"/>
            <a:ext cx="7886700" cy="4771727"/>
          </a:xfrm>
        </p:spPr>
        <p:txBody>
          <a:bodyPr>
            <a:normAutofit fontScale="55000" lnSpcReduction="20000"/>
          </a:bodyPr>
          <a:lstStyle/>
          <a:p>
            <a:pPr marL="0" indent="0">
              <a:buNone/>
            </a:pPr>
            <a:r>
              <a:rPr lang="en-US" altLang="zh-CN" dirty="0"/>
              <a:t>while(p!=NULL) {</a:t>
            </a:r>
          </a:p>
          <a:p>
            <a:pPr marL="0" indent="0">
              <a:buNone/>
            </a:pPr>
            <a:r>
              <a:rPr lang="en-US" altLang="zh-CN" dirty="0"/>
              <a:t>       </a:t>
            </a:r>
            <a:r>
              <a:rPr lang="zh-CN" altLang="en-US" dirty="0"/>
              <a:t>二叉搜索树的查找过程，同时把经过的结点压栈</a:t>
            </a:r>
            <a:r>
              <a:rPr lang="en-US" altLang="zh-CN" dirty="0" err="1"/>
              <a:t>st</a:t>
            </a:r>
            <a:r>
              <a:rPr lang="zh-CN" altLang="en-US" dirty="0"/>
              <a:t>。结束时，要么找到结点，返回；要么</a:t>
            </a:r>
            <a:r>
              <a:rPr lang="en-US" altLang="zh-CN" dirty="0"/>
              <a:t>p</a:t>
            </a:r>
            <a:r>
              <a:rPr lang="zh-CN" altLang="en-US" dirty="0"/>
              <a:t>为</a:t>
            </a:r>
            <a:r>
              <a:rPr lang="en-US" altLang="zh-CN" dirty="0"/>
              <a:t>NULL</a:t>
            </a:r>
            <a:r>
              <a:rPr lang="zh-CN" altLang="en-US" dirty="0"/>
              <a:t>，</a:t>
            </a:r>
            <a:r>
              <a:rPr lang="en-US" altLang="zh-CN" dirty="0"/>
              <a:t>pr</a:t>
            </a:r>
            <a:r>
              <a:rPr lang="zh-CN" altLang="en-US" dirty="0"/>
              <a:t>为</a:t>
            </a:r>
            <a:r>
              <a:rPr lang="en-US" altLang="zh-CN" dirty="0"/>
              <a:t>p</a:t>
            </a:r>
            <a:r>
              <a:rPr lang="zh-CN" altLang="en-US" dirty="0"/>
              <a:t>的双亲，</a:t>
            </a:r>
            <a:r>
              <a:rPr lang="en-US" altLang="zh-CN" dirty="0"/>
              <a:t>pr</a:t>
            </a:r>
            <a:r>
              <a:rPr lang="zh-CN" altLang="en-US" dirty="0"/>
              <a:t>在栈顶。  </a:t>
            </a:r>
            <a:endParaRPr lang="en-US" altLang="zh-CN" dirty="0"/>
          </a:p>
          <a:p>
            <a:pPr marL="0" indent="0">
              <a:buNone/>
            </a:pPr>
            <a:r>
              <a:rPr lang="en-US" altLang="zh-CN" dirty="0"/>
              <a:t>}</a:t>
            </a:r>
            <a:endParaRPr lang="zh-CN" altLang="en-US" dirty="0"/>
          </a:p>
          <a:p>
            <a:pPr marL="0" indent="0">
              <a:buNone/>
            </a:pPr>
            <a:r>
              <a:rPr lang="en-US" altLang="zh-CN" dirty="0"/>
              <a:t>p=new </a:t>
            </a:r>
            <a:r>
              <a:rPr lang="en-US" altLang="zh-CN" dirty="0" err="1"/>
              <a:t>AVLNode</a:t>
            </a:r>
            <a:r>
              <a:rPr lang="en-US" altLang="zh-CN" dirty="0"/>
              <a:t>&lt;K&gt;(e1);</a:t>
            </a:r>
          </a:p>
          <a:p>
            <a:pPr marL="0" indent="0">
              <a:buNone/>
            </a:pPr>
            <a:r>
              <a:rPr lang="zh-CN" altLang="en-US" dirty="0"/>
              <a:t>如果原来是空树，则根指向</a:t>
            </a:r>
            <a:r>
              <a:rPr lang="en-US" altLang="zh-CN" dirty="0"/>
              <a:t>p</a:t>
            </a:r>
            <a:r>
              <a:rPr lang="zh-CN" altLang="en-US" dirty="0"/>
              <a:t>，返回。否则</a:t>
            </a:r>
            <a:r>
              <a:rPr lang="en-US" altLang="zh-CN" dirty="0"/>
              <a:t>p</a:t>
            </a:r>
            <a:r>
              <a:rPr lang="zh-CN" altLang="en-US" dirty="0"/>
              <a:t>为</a:t>
            </a:r>
            <a:r>
              <a:rPr lang="en-US" altLang="zh-CN" dirty="0"/>
              <a:t>pr</a:t>
            </a:r>
            <a:r>
              <a:rPr lang="zh-CN" altLang="en-US" dirty="0"/>
              <a:t>的孩子。</a:t>
            </a:r>
          </a:p>
          <a:p>
            <a:pPr marL="0" indent="0">
              <a:buNone/>
            </a:pPr>
            <a:r>
              <a:rPr lang="en-US" altLang="zh-CN" dirty="0"/>
              <a:t>while(</a:t>
            </a:r>
            <a:r>
              <a:rPr lang="en-US" altLang="zh-CN" dirty="0" err="1"/>
              <a:t>st.IsEmpty</a:t>
            </a:r>
            <a:r>
              <a:rPr lang="en-US" altLang="zh-CN" dirty="0"/>
              <a:t>() == false) {</a:t>
            </a:r>
          </a:p>
          <a:p>
            <a:pPr marL="0" indent="0">
              <a:buNone/>
            </a:pPr>
            <a:r>
              <a:rPr lang="en-US" altLang="zh-CN" dirty="0"/>
              <a:t>        </a:t>
            </a:r>
            <a:r>
              <a:rPr lang="zh-CN" altLang="en-US" dirty="0"/>
              <a:t>出栈，出栈的元素由</a:t>
            </a:r>
            <a:r>
              <a:rPr lang="en-US" altLang="zh-CN" dirty="0"/>
              <a:t>pr</a:t>
            </a:r>
            <a:r>
              <a:rPr lang="zh-CN" altLang="en-US" dirty="0"/>
              <a:t>指向，调整</a:t>
            </a:r>
            <a:r>
              <a:rPr lang="en-US" altLang="zh-CN" dirty="0"/>
              <a:t>pr</a:t>
            </a:r>
            <a:r>
              <a:rPr lang="zh-CN" altLang="en-US" dirty="0"/>
              <a:t>的平衡因子</a:t>
            </a:r>
            <a:r>
              <a:rPr lang="en-US" altLang="zh-CN" dirty="0"/>
              <a:t>bf</a:t>
            </a:r>
            <a:r>
              <a:rPr lang="zh-CN" altLang="en-US" dirty="0"/>
              <a:t>，调整后，如果</a:t>
            </a:r>
            <a:r>
              <a:rPr lang="en-US" altLang="zh-CN" dirty="0"/>
              <a:t>bf</a:t>
            </a:r>
            <a:r>
              <a:rPr lang="zh-CN" altLang="en-US" dirty="0"/>
              <a:t>为</a:t>
            </a:r>
            <a:r>
              <a:rPr lang="en-US" altLang="zh-CN" dirty="0"/>
              <a:t>0</a:t>
            </a:r>
            <a:r>
              <a:rPr lang="zh-CN" altLang="en-US" dirty="0"/>
              <a:t>则退出循环；如果</a:t>
            </a:r>
            <a:r>
              <a:rPr lang="en-US" altLang="zh-CN" dirty="0"/>
              <a:t>bf</a:t>
            </a:r>
            <a:r>
              <a:rPr lang="zh-CN" altLang="en-US" dirty="0"/>
              <a:t>绝对值为</a:t>
            </a:r>
            <a:r>
              <a:rPr lang="en-US" altLang="zh-CN" dirty="0"/>
              <a:t>1</a:t>
            </a:r>
            <a:r>
              <a:rPr lang="zh-CN" altLang="en-US" dirty="0"/>
              <a:t>则要继续回溯；如果</a:t>
            </a:r>
            <a:r>
              <a:rPr lang="en-US" altLang="zh-CN" dirty="0"/>
              <a:t>bf</a:t>
            </a:r>
            <a:r>
              <a:rPr lang="zh-CN" altLang="en-US" dirty="0"/>
              <a:t>绝对值为</a:t>
            </a:r>
            <a:r>
              <a:rPr lang="en-US" altLang="zh-CN" dirty="0"/>
              <a:t>2</a:t>
            </a:r>
            <a:r>
              <a:rPr lang="zh-CN" altLang="en-US" dirty="0"/>
              <a:t>则根据情况做</a:t>
            </a:r>
            <a:r>
              <a:rPr lang="en-US" altLang="zh-CN" dirty="0"/>
              <a:t>4</a:t>
            </a:r>
            <a:r>
              <a:rPr lang="zh-CN" altLang="en-US" dirty="0"/>
              <a:t>种旋转之一，然后退出循环。</a:t>
            </a:r>
            <a:endParaRPr lang="en-US" altLang="zh-CN" dirty="0"/>
          </a:p>
          <a:p>
            <a:pPr marL="0" indent="0">
              <a:buNone/>
            </a:pPr>
            <a:r>
              <a:rPr lang="en-US" altLang="zh-CN" dirty="0"/>
              <a:t>}</a:t>
            </a:r>
            <a:endParaRPr lang="zh-CN" altLang="en-US" dirty="0"/>
          </a:p>
          <a:p>
            <a:pPr marL="0" indent="0">
              <a:buNone/>
            </a:pPr>
            <a:r>
              <a:rPr lang="en-US" altLang="zh-CN" dirty="0"/>
              <a:t>if(</a:t>
            </a:r>
            <a:r>
              <a:rPr lang="en-US" altLang="zh-CN" dirty="0" err="1"/>
              <a:t>st.IsEmpty</a:t>
            </a:r>
            <a:r>
              <a:rPr lang="en-US" altLang="zh-CN" dirty="0"/>
              <a:t>() == true) </a:t>
            </a:r>
            <a:r>
              <a:rPr lang="en-US" altLang="zh-CN" dirty="0" err="1"/>
              <a:t>ptr</a:t>
            </a:r>
            <a:r>
              <a:rPr lang="en-US" altLang="zh-CN" dirty="0"/>
              <a:t> = pr;      //</a:t>
            </a:r>
            <a:r>
              <a:rPr lang="zh-CN" altLang="en-US" dirty="0"/>
              <a:t>调整到了根</a:t>
            </a:r>
            <a:endParaRPr lang="en-US" altLang="zh-CN" dirty="0"/>
          </a:p>
          <a:p>
            <a:pPr marL="0" indent="0">
              <a:buNone/>
            </a:pPr>
            <a:r>
              <a:rPr lang="en-US" altLang="zh-CN" dirty="0"/>
              <a:t>else   </a:t>
            </a:r>
            <a:r>
              <a:rPr lang="zh-CN" altLang="en-US" dirty="0"/>
              <a:t>把</a:t>
            </a:r>
            <a:r>
              <a:rPr lang="en-US" altLang="zh-CN" dirty="0"/>
              <a:t>pr</a:t>
            </a:r>
            <a:r>
              <a:rPr lang="zh-CN" altLang="en-US" dirty="0"/>
              <a:t>连接到当前栈顶元素的孩子指针上。 </a:t>
            </a:r>
            <a:endParaRPr lang="en-US" altLang="zh-CN" dirty="0"/>
          </a:p>
          <a:p>
            <a:pPr marL="0" indent="0">
              <a:buNone/>
            </a:pPr>
            <a:r>
              <a:rPr lang="zh-CN" altLang="en-US" dirty="0"/>
              <a:t>结束。</a:t>
            </a:r>
          </a:p>
        </p:txBody>
      </p:sp>
      <p:sp>
        <p:nvSpPr>
          <p:cNvPr id="2" name="灯片编号占位符 1">
            <a:extLst>
              <a:ext uri="{FF2B5EF4-FFF2-40B4-BE49-F238E27FC236}">
                <a16:creationId xmlns:a16="http://schemas.microsoft.com/office/drawing/2014/main" id="{6CD56A68-49DD-47C4-8538-CA6591290103}"/>
              </a:ext>
            </a:extLst>
          </p:cNvPr>
          <p:cNvSpPr>
            <a:spLocks noGrp="1"/>
          </p:cNvSpPr>
          <p:nvPr>
            <p:ph type="sldNum" sz="quarter" idx="12"/>
          </p:nvPr>
        </p:nvSpPr>
        <p:spPr/>
        <p:txBody>
          <a:bodyPr/>
          <a:lstStyle/>
          <a:p>
            <a:pPr>
              <a:defRPr/>
            </a:pPr>
            <a:fld id="{82BC8E53-3928-4033-8D0B-01554133DC73}" type="slidenum">
              <a:rPr lang="en-US" altLang="zh-CN" smtClean="0"/>
              <a:pPr>
                <a:defRPr/>
              </a:pPr>
              <a:t>88</a:t>
            </a:fld>
            <a:endParaRPr lang="en-US" altLang="zh-CN"/>
          </a:p>
        </p:txBody>
      </p:sp>
    </p:spTree>
  </p:cSld>
  <p:clrMapOvr>
    <a:masterClrMapping/>
  </p:clrMapOvr>
  <p:transition>
    <p:spli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0DFAAE-5E79-4AAB-9147-A996631781CC}"/>
              </a:ext>
            </a:extLst>
          </p:cNvPr>
          <p:cNvSpPr>
            <a:spLocks noGrp="1"/>
          </p:cNvSpPr>
          <p:nvPr>
            <p:ph type="title"/>
          </p:nvPr>
        </p:nvSpPr>
        <p:spPr/>
        <p:txBody>
          <a:bodyPr/>
          <a:lstStyle/>
          <a:p>
            <a:r>
              <a:rPr lang="zh-CN" altLang="en-US" dirty="0"/>
              <a:t>程序</a:t>
            </a:r>
            <a:r>
              <a:rPr lang="en-US" altLang="zh-CN" dirty="0"/>
              <a:t>7.21</a:t>
            </a:r>
            <a:endParaRPr lang="zh-CN" altLang="en-US" dirty="0"/>
          </a:p>
        </p:txBody>
      </p:sp>
      <p:sp>
        <p:nvSpPr>
          <p:cNvPr id="389123" name="Rectangle 3">
            <a:extLst>
              <a:ext uri="{FF2B5EF4-FFF2-40B4-BE49-F238E27FC236}">
                <a16:creationId xmlns:a16="http://schemas.microsoft.com/office/drawing/2014/main" id="{9382A03C-7DD4-1FC4-6573-BC5FF6A10D0B}"/>
              </a:ext>
            </a:extLst>
          </p:cNvPr>
          <p:cNvSpPr>
            <a:spLocks noGrp="1" noChangeArrowheads="1"/>
          </p:cNvSpPr>
          <p:nvPr>
            <p:ph type="body" idx="1"/>
          </p:nvPr>
        </p:nvSpPr>
        <p:spPr/>
        <p:txBody>
          <a:bodyPr>
            <a:normAutofit lnSpcReduction="10000"/>
          </a:bodyPr>
          <a:lstStyle/>
          <a:p>
            <a:r>
              <a:rPr lang="zh-CN" altLang="en-US" dirty="0"/>
              <a:t>在</a:t>
            </a:r>
            <a:r>
              <a:rPr lang="en-US" altLang="zh-CN" dirty="0"/>
              <a:t>AVL</a:t>
            </a:r>
            <a:r>
              <a:rPr lang="zh-CN" altLang="en-US" dirty="0"/>
              <a:t>树上定义了重载操作“</a:t>
            </a:r>
            <a:r>
              <a:rPr lang="en-US" altLang="zh-CN" dirty="0"/>
              <a:t>&gt;&gt;”</a:t>
            </a:r>
            <a:r>
              <a:rPr lang="zh-CN" altLang="en-US" dirty="0"/>
              <a:t>和“</a:t>
            </a:r>
            <a:r>
              <a:rPr lang="en-US" altLang="zh-CN" dirty="0"/>
              <a:t>&lt;&lt;”</a:t>
            </a:r>
            <a:r>
              <a:rPr lang="zh-CN" altLang="en-US" dirty="0"/>
              <a:t>，以及中序遍历的算法。利用这些操作可以执行</a:t>
            </a:r>
            <a:r>
              <a:rPr lang="en-US" altLang="zh-CN" dirty="0"/>
              <a:t>AVL</a:t>
            </a:r>
            <a:r>
              <a:rPr lang="zh-CN" altLang="en-US" dirty="0"/>
              <a:t>树的建立和结点数据的输出。</a:t>
            </a:r>
          </a:p>
          <a:p>
            <a:r>
              <a:rPr lang="zh-CN" altLang="en-US" dirty="0"/>
              <a:t>重载操作“</a:t>
            </a:r>
            <a:r>
              <a:rPr lang="en-US" altLang="zh-CN" dirty="0"/>
              <a:t>&gt;&gt;”</a:t>
            </a:r>
            <a:r>
              <a:rPr lang="zh-CN" altLang="en-US" dirty="0"/>
              <a:t>从一棵空树开始，通过输入一系列对象关键码，逐步建立</a:t>
            </a:r>
            <a:r>
              <a:rPr lang="en-US" altLang="zh-CN" dirty="0"/>
              <a:t>AVL</a:t>
            </a:r>
            <a:r>
              <a:rPr lang="zh-CN" altLang="en-US" dirty="0"/>
              <a:t>树。在插入新结点时使用平衡旋转方法进行平衡化处理。</a:t>
            </a:r>
          </a:p>
        </p:txBody>
      </p:sp>
      <p:sp>
        <p:nvSpPr>
          <p:cNvPr id="2" name="灯片编号占位符 1">
            <a:extLst>
              <a:ext uri="{FF2B5EF4-FFF2-40B4-BE49-F238E27FC236}">
                <a16:creationId xmlns:a16="http://schemas.microsoft.com/office/drawing/2014/main" id="{297AD9D9-4E51-56D4-4C66-51016C458B72}"/>
              </a:ext>
            </a:extLst>
          </p:cNvPr>
          <p:cNvSpPr>
            <a:spLocks noGrp="1"/>
          </p:cNvSpPr>
          <p:nvPr>
            <p:ph type="sldNum" sz="quarter" idx="12"/>
          </p:nvPr>
        </p:nvSpPr>
        <p:spPr/>
        <p:txBody>
          <a:bodyPr/>
          <a:lstStyle/>
          <a:p>
            <a:pPr>
              <a:defRPr/>
            </a:pPr>
            <a:fld id="{82BC8E53-3928-4033-8D0B-01554133DC73}" type="slidenum">
              <a:rPr lang="en-US" altLang="zh-CN" smtClean="0"/>
              <a:pPr>
                <a:defRPr/>
              </a:pPr>
              <a:t>89</a:t>
            </a:fld>
            <a:endParaRPr lang="en-US" altLang="zh-CN"/>
          </a:p>
        </p:txBody>
      </p:sp>
    </p:spTree>
  </p:cSld>
  <p:clrMapOvr>
    <a:masterClrMapping/>
  </p:clrMapOvr>
  <p:transition>
    <p:split/>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Line 2">
            <a:extLst>
              <a:ext uri="{FF2B5EF4-FFF2-40B4-BE49-F238E27FC236}">
                <a16:creationId xmlns:a16="http://schemas.microsoft.com/office/drawing/2014/main" id="{8EB2389A-BDA5-FC1B-AF65-F594248F6104}"/>
              </a:ext>
            </a:extLst>
          </p:cNvPr>
          <p:cNvSpPr>
            <a:spLocks noChangeShapeType="1"/>
          </p:cNvSpPr>
          <p:nvPr/>
        </p:nvSpPr>
        <p:spPr bwMode="auto">
          <a:xfrm flipH="1">
            <a:off x="3810000" y="43434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4534" name="Oval 38">
            <a:extLst>
              <a:ext uri="{FF2B5EF4-FFF2-40B4-BE49-F238E27FC236}">
                <a16:creationId xmlns:a16="http://schemas.microsoft.com/office/drawing/2014/main" id="{9AE18B89-F6BA-B6C9-B297-E50F51E3DB13}"/>
              </a:ext>
            </a:extLst>
          </p:cNvPr>
          <p:cNvSpPr>
            <a:spLocks noChangeArrowheads="1"/>
          </p:cNvSpPr>
          <p:nvPr/>
        </p:nvSpPr>
        <p:spPr bwMode="auto">
          <a:xfrm>
            <a:off x="1111250" y="3921125"/>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rgbClr val="CC3300"/>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105511" name="Line 39">
            <a:extLst>
              <a:ext uri="{FF2B5EF4-FFF2-40B4-BE49-F238E27FC236}">
                <a16:creationId xmlns:a16="http://schemas.microsoft.com/office/drawing/2014/main" id="{AFD0CE50-4FF8-BEE3-EE86-205EDE6C2B8B}"/>
              </a:ext>
            </a:extLst>
          </p:cNvPr>
          <p:cNvSpPr>
            <a:spLocks noChangeShapeType="1"/>
          </p:cNvSpPr>
          <p:nvPr/>
        </p:nvSpPr>
        <p:spPr bwMode="auto">
          <a:xfrm flipH="1">
            <a:off x="806450" y="4302125"/>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12" name="Oval 40">
            <a:extLst>
              <a:ext uri="{FF2B5EF4-FFF2-40B4-BE49-F238E27FC236}">
                <a16:creationId xmlns:a16="http://schemas.microsoft.com/office/drawing/2014/main" id="{9F8D7AF6-0219-6D78-0F8F-70861F3DF225}"/>
              </a:ext>
            </a:extLst>
          </p:cNvPr>
          <p:cNvSpPr>
            <a:spLocks noChangeArrowheads="1"/>
          </p:cNvSpPr>
          <p:nvPr/>
        </p:nvSpPr>
        <p:spPr bwMode="auto">
          <a:xfrm>
            <a:off x="501650" y="4606925"/>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5513" name="Line 41">
            <a:extLst>
              <a:ext uri="{FF2B5EF4-FFF2-40B4-BE49-F238E27FC236}">
                <a16:creationId xmlns:a16="http://schemas.microsoft.com/office/drawing/2014/main" id="{C8E571DD-239D-390B-19E9-D70622DA04D0}"/>
              </a:ext>
            </a:extLst>
          </p:cNvPr>
          <p:cNvSpPr>
            <a:spLocks noChangeShapeType="1"/>
          </p:cNvSpPr>
          <p:nvPr/>
        </p:nvSpPr>
        <p:spPr bwMode="auto">
          <a:xfrm>
            <a:off x="1492250" y="4302125"/>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14" name="Oval 42">
            <a:extLst>
              <a:ext uri="{FF2B5EF4-FFF2-40B4-BE49-F238E27FC236}">
                <a16:creationId xmlns:a16="http://schemas.microsoft.com/office/drawing/2014/main" id="{D86E86EF-F093-4023-6BFC-BBB9AAA76C2C}"/>
              </a:ext>
            </a:extLst>
          </p:cNvPr>
          <p:cNvSpPr>
            <a:spLocks noChangeArrowheads="1"/>
          </p:cNvSpPr>
          <p:nvPr/>
        </p:nvSpPr>
        <p:spPr bwMode="auto">
          <a:xfrm>
            <a:off x="1797050" y="4606925"/>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grpSp>
        <p:nvGrpSpPr>
          <p:cNvPr id="4" name="组合 3">
            <a:extLst>
              <a:ext uri="{FF2B5EF4-FFF2-40B4-BE49-F238E27FC236}">
                <a16:creationId xmlns:a16="http://schemas.microsoft.com/office/drawing/2014/main" id="{CF97EC85-0F4A-4AB8-B5DE-711652492C10}"/>
              </a:ext>
            </a:extLst>
          </p:cNvPr>
          <p:cNvGrpSpPr/>
          <p:nvPr/>
        </p:nvGrpSpPr>
        <p:grpSpPr>
          <a:xfrm>
            <a:off x="595554" y="1585509"/>
            <a:ext cx="8185150" cy="2244725"/>
            <a:chOff x="593725" y="1336675"/>
            <a:chExt cx="8185150" cy="2244725"/>
          </a:xfrm>
        </p:grpSpPr>
        <p:sp>
          <p:nvSpPr>
            <p:cNvPr id="105475" name="Oval 3">
              <a:extLst>
                <a:ext uri="{FF2B5EF4-FFF2-40B4-BE49-F238E27FC236}">
                  <a16:creationId xmlns:a16="http://schemas.microsoft.com/office/drawing/2014/main" id="{28F6A2A5-4C47-F0D7-45D1-759556D6DADF}"/>
                </a:ext>
              </a:extLst>
            </p:cNvPr>
            <p:cNvSpPr>
              <a:spLocks noChangeArrowheads="1"/>
            </p:cNvSpPr>
            <p:nvPr/>
          </p:nvSpPr>
          <p:spPr bwMode="auto">
            <a:xfrm>
              <a:off x="1736725" y="1752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5476" name="Oval 4">
              <a:extLst>
                <a:ext uri="{FF2B5EF4-FFF2-40B4-BE49-F238E27FC236}">
                  <a16:creationId xmlns:a16="http://schemas.microsoft.com/office/drawing/2014/main" id="{69EEF3B3-1FC2-6CA5-5D13-1D29C7D322CD}"/>
                </a:ext>
              </a:extLst>
            </p:cNvPr>
            <p:cNvSpPr>
              <a:spLocks noChangeArrowheads="1"/>
            </p:cNvSpPr>
            <p:nvPr/>
          </p:nvSpPr>
          <p:spPr bwMode="auto">
            <a:xfrm>
              <a:off x="593725" y="1752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234502" name="Text Box 6">
              <a:extLst>
                <a:ext uri="{FF2B5EF4-FFF2-40B4-BE49-F238E27FC236}">
                  <a16:creationId xmlns:a16="http://schemas.microsoft.com/office/drawing/2014/main" id="{2C5196DC-213D-E3A8-3519-85C10F5C082C}"/>
                </a:ext>
              </a:extLst>
            </p:cNvPr>
            <p:cNvSpPr txBox="1">
              <a:spLocks noChangeArrowheads="1"/>
            </p:cNvSpPr>
            <p:nvPr/>
          </p:nvSpPr>
          <p:spPr bwMode="auto">
            <a:xfrm>
              <a:off x="730250" y="1336675"/>
              <a:ext cx="3365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105479" name="Line 7">
              <a:extLst>
                <a:ext uri="{FF2B5EF4-FFF2-40B4-BE49-F238E27FC236}">
                  <a16:creationId xmlns:a16="http://schemas.microsoft.com/office/drawing/2014/main" id="{19BB3631-DBF4-7E21-D4C7-D964D84A6173}"/>
                </a:ext>
              </a:extLst>
            </p:cNvPr>
            <p:cNvSpPr>
              <a:spLocks noChangeShapeType="1"/>
            </p:cNvSpPr>
            <p:nvPr/>
          </p:nvSpPr>
          <p:spPr bwMode="auto">
            <a:xfrm flipH="1">
              <a:off x="1431925"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0" name="Oval 8">
              <a:extLst>
                <a:ext uri="{FF2B5EF4-FFF2-40B4-BE49-F238E27FC236}">
                  <a16:creationId xmlns:a16="http://schemas.microsoft.com/office/drawing/2014/main" id="{7BD996B2-F579-9549-80BB-104B780D2DB0}"/>
                </a:ext>
              </a:extLst>
            </p:cNvPr>
            <p:cNvSpPr>
              <a:spLocks noChangeArrowheads="1"/>
            </p:cNvSpPr>
            <p:nvPr/>
          </p:nvSpPr>
          <p:spPr bwMode="auto">
            <a:xfrm>
              <a:off x="1127125"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5481" name="Oval 9">
              <a:extLst>
                <a:ext uri="{FF2B5EF4-FFF2-40B4-BE49-F238E27FC236}">
                  <a16:creationId xmlns:a16="http://schemas.microsoft.com/office/drawing/2014/main" id="{AA1CCB80-4EE9-D553-8CC7-272BF8367230}"/>
                </a:ext>
              </a:extLst>
            </p:cNvPr>
            <p:cNvSpPr>
              <a:spLocks noChangeArrowheads="1"/>
            </p:cNvSpPr>
            <p:nvPr/>
          </p:nvSpPr>
          <p:spPr bwMode="auto">
            <a:xfrm>
              <a:off x="2879725" y="1752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5482" name="Line 10">
              <a:extLst>
                <a:ext uri="{FF2B5EF4-FFF2-40B4-BE49-F238E27FC236}">
                  <a16:creationId xmlns:a16="http://schemas.microsoft.com/office/drawing/2014/main" id="{A0154832-EABF-201F-AD64-A911371123FA}"/>
                </a:ext>
              </a:extLst>
            </p:cNvPr>
            <p:cNvSpPr>
              <a:spLocks noChangeShapeType="1"/>
            </p:cNvSpPr>
            <p:nvPr/>
          </p:nvSpPr>
          <p:spPr bwMode="auto">
            <a:xfrm flipH="1">
              <a:off x="2574925"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83" name="Oval 11">
              <a:extLst>
                <a:ext uri="{FF2B5EF4-FFF2-40B4-BE49-F238E27FC236}">
                  <a16:creationId xmlns:a16="http://schemas.microsoft.com/office/drawing/2014/main" id="{DB6EF11F-1057-9482-5D61-E0E01D6B2ACA}"/>
                </a:ext>
              </a:extLst>
            </p:cNvPr>
            <p:cNvSpPr>
              <a:spLocks noChangeArrowheads="1"/>
            </p:cNvSpPr>
            <p:nvPr/>
          </p:nvSpPr>
          <p:spPr bwMode="auto">
            <a:xfrm>
              <a:off x="2270125"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234508" name="Text Box 12">
              <a:extLst>
                <a:ext uri="{FF2B5EF4-FFF2-40B4-BE49-F238E27FC236}">
                  <a16:creationId xmlns:a16="http://schemas.microsoft.com/office/drawing/2014/main" id="{134B5096-B159-BF8D-9CFE-8D8549FF41BF}"/>
                </a:ext>
              </a:extLst>
            </p:cNvPr>
            <p:cNvSpPr txBox="1">
              <a:spLocks noChangeArrowheads="1"/>
            </p:cNvSpPr>
            <p:nvPr/>
          </p:nvSpPr>
          <p:spPr bwMode="auto">
            <a:xfrm>
              <a:off x="1797050" y="1336675"/>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234509" name="Text Box 13">
              <a:extLst>
                <a:ext uri="{FF2B5EF4-FFF2-40B4-BE49-F238E27FC236}">
                  <a16:creationId xmlns:a16="http://schemas.microsoft.com/office/drawing/2014/main" id="{7BF713A4-B194-15F2-AA6E-8C610C9F300C}"/>
                </a:ext>
              </a:extLst>
            </p:cNvPr>
            <p:cNvSpPr txBox="1">
              <a:spLocks noChangeArrowheads="1"/>
            </p:cNvSpPr>
            <p:nvPr/>
          </p:nvSpPr>
          <p:spPr bwMode="auto">
            <a:xfrm>
              <a:off x="1247775" y="20574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105486" name="Line 14">
              <a:extLst>
                <a:ext uri="{FF2B5EF4-FFF2-40B4-BE49-F238E27FC236}">
                  <a16:creationId xmlns:a16="http://schemas.microsoft.com/office/drawing/2014/main" id="{0E1A19CE-DA88-3D7C-8B24-99C42D638AAB}"/>
                </a:ext>
              </a:extLst>
            </p:cNvPr>
            <p:cNvSpPr>
              <a:spLocks noChangeShapeType="1"/>
            </p:cNvSpPr>
            <p:nvPr/>
          </p:nvSpPr>
          <p:spPr bwMode="auto">
            <a:xfrm>
              <a:off x="2651125" y="28194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4511" name="Oval 15">
              <a:extLst>
                <a:ext uri="{FF2B5EF4-FFF2-40B4-BE49-F238E27FC236}">
                  <a16:creationId xmlns:a16="http://schemas.microsoft.com/office/drawing/2014/main" id="{ADEB40A8-96B0-9BAD-9430-451B4A738472}"/>
                </a:ext>
              </a:extLst>
            </p:cNvPr>
            <p:cNvSpPr>
              <a:spLocks noChangeArrowheads="1"/>
            </p:cNvSpPr>
            <p:nvPr/>
          </p:nvSpPr>
          <p:spPr bwMode="auto">
            <a:xfrm>
              <a:off x="2879725" y="3124200"/>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chemeClr val="bg2"/>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234512" name="Text Box 16">
              <a:extLst>
                <a:ext uri="{FF2B5EF4-FFF2-40B4-BE49-F238E27FC236}">
                  <a16:creationId xmlns:a16="http://schemas.microsoft.com/office/drawing/2014/main" id="{B960AA2C-ED5D-A440-04DC-C8BFC831AD67}"/>
                </a:ext>
              </a:extLst>
            </p:cNvPr>
            <p:cNvSpPr txBox="1">
              <a:spLocks noChangeArrowheads="1"/>
            </p:cNvSpPr>
            <p:nvPr/>
          </p:nvSpPr>
          <p:spPr bwMode="auto">
            <a:xfrm>
              <a:off x="3076575" y="27432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13" name="Text Box 17">
              <a:extLst>
                <a:ext uri="{FF2B5EF4-FFF2-40B4-BE49-F238E27FC236}">
                  <a16:creationId xmlns:a16="http://schemas.microsoft.com/office/drawing/2014/main" id="{916D5D63-46B4-89E5-4D0C-3BECDAC1F9F1}"/>
                </a:ext>
              </a:extLst>
            </p:cNvPr>
            <p:cNvSpPr txBox="1">
              <a:spLocks noChangeArrowheads="1"/>
            </p:cNvSpPr>
            <p:nvPr/>
          </p:nvSpPr>
          <p:spPr bwMode="auto">
            <a:xfrm>
              <a:off x="2330450" y="2022475"/>
              <a:ext cx="3365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234514" name="Text Box 18">
              <a:extLst>
                <a:ext uri="{FF2B5EF4-FFF2-40B4-BE49-F238E27FC236}">
                  <a16:creationId xmlns:a16="http://schemas.microsoft.com/office/drawing/2014/main" id="{9EC349CB-B182-D59B-F677-7B896D2A7E92}"/>
                </a:ext>
              </a:extLst>
            </p:cNvPr>
            <p:cNvSpPr txBox="1">
              <a:spLocks noChangeArrowheads="1"/>
            </p:cNvSpPr>
            <p:nvPr/>
          </p:nvSpPr>
          <p:spPr bwMode="auto">
            <a:xfrm>
              <a:off x="3092450" y="1336675"/>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105491" name="AutoShape 19">
              <a:extLst>
                <a:ext uri="{FF2B5EF4-FFF2-40B4-BE49-F238E27FC236}">
                  <a16:creationId xmlns:a16="http://schemas.microsoft.com/office/drawing/2014/main" id="{43B5777E-F6BF-41A3-40D6-D83D1D912D21}"/>
                </a:ext>
              </a:extLst>
            </p:cNvPr>
            <p:cNvSpPr>
              <a:spLocks noChangeArrowheads="1"/>
            </p:cNvSpPr>
            <p:nvPr/>
          </p:nvSpPr>
          <p:spPr bwMode="auto">
            <a:xfrm>
              <a:off x="3429000" y="2438400"/>
              <a:ext cx="1219200" cy="228600"/>
            </a:xfrm>
            <a:prstGeom prst="rightArrow">
              <a:avLst>
                <a:gd name="adj1" fmla="val 50000"/>
                <a:gd name="adj2" fmla="val 1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4516" name="Text Box 20">
              <a:extLst>
                <a:ext uri="{FF2B5EF4-FFF2-40B4-BE49-F238E27FC236}">
                  <a16:creationId xmlns:a16="http://schemas.microsoft.com/office/drawing/2014/main" id="{CBBE0E47-FE83-7CCB-15D2-8FED6EEC4A35}"/>
                </a:ext>
              </a:extLst>
            </p:cNvPr>
            <p:cNvSpPr txBox="1">
              <a:spLocks noChangeArrowheads="1"/>
            </p:cNvSpPr>
            <p:nvPr/>
          </p:nvSpPr>
          <p:spPr bwMode="auto">
            <a:xfrm>
              <a:off x="3352800" y="1905000"/>
              <a:ext cx="1416050" cy="457200"/>
            </a:xfrm>
            <a:prstGeom prst="rect">
              <a:avLst/>
            </a:prstGeom>
            <a:noFill/>
            <a:ln w="9525">
              <a:noFill/>
              <a:miter lim="800000"/>
              <a:headEnd/>
              <a:tailEnd/>
            </a:ln>
            <a:effectLst/>
          </p:spPr>
          <p:txBody>
            <a:bodyPr wrap="none">
              <a:spAutoFit/>
            </a:bodyPr>
            <a:lstStyle/>
            <a:p>
              <a:pPr>
                <a:defRPr/>
              </a:pPr>
              <a:r>
                <a:rPr lang="zh-CN" altLang="en-US" b="1">
                  <a:effectLst>
                    <a:outerShdw blurRad="38100" dist="38100" dir="2700000" algn="tl">
                      <a:srgbClr val="C0C0C0"/>
                    </a:outerShdw>
                  </a:effectLst>
                  <a:latin typeface="Times New Roman" charset="0"/>
                  <a:ea typeface="仿宋_GB2312" pitchFamily="49" charset="-122"/>
                </a:rPr>
                <a:t>左右双旋</a:t>
              </a:r>
              <a:endParaRPr lang="zh-CN" altLang="en-US">
                <a:latin typeface="Times New Roman" charset="0"/>
              </a:endParaRPr>
            </a:p>
          </p:txBody>
        </p:sp>
        <p:sp>
          <p:nvSpPr>
            <p:cNvPr id="234517" name="Oval 21">
              <a:extLst>
                <a:ext uri="{FF2B5EF4-FFF2-40B4-BE49-F238E27FC236}">
                  <a16:creationId xmlns:a16="http://schemas.microsoft.com/office/drawing/2014/main" id="{D1D4981C-935E-494D-F90E-29C2753D7566}"/>
                </a:ext>
              </a:extLst>
            </p:cNvPr>
            <p:cNvSpPr>
              <a:spLocks noChangeArrowheads="1"/>
            </p:cNvSpPr>
            <p:nvPr/>
          </p:nvSpPr>
          <p:spPr bwMode="auto">
            <a:xfrm>
              <a:off x="5486400" y="1752600"/>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rgbClr val="CC3300"/>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105494" name="Oval 22">
              <a:extLst>
                <a:ext uri="{FF2B5EF4-FFF2-40B4-BE49-F238E27FC236}">
                  <a16:creationId xmlns:a16="http://schemas.microsoft.com/office/drawing/2014/main" id="{72B95A7B-142C-3DAD-CC90-57519DDDD2D5}"/>
                </a:ext>
              </a:extLst>
            </p:cNvPr>
            <p:cNvSpPr>
              <a:spLocks noChangeArrowheads="1"/>
            </p:cNvSpPr>
            <p:nvPr/>
          </p:nvSpPr>
          <p:spPr bwMode="auto">
            <a:xfrm>
              <a:off x="48006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5495" name="Line 23">
              <a:extLst>
                <a:ext uri="{FF2B5EF4-FFF2-40B4-BE49-F238E27FC236}">
                  <a16:creationId xmlns:a16="http://schemas.microsoft.com/office/drawing/2014/main" id="{0C98055E-0304-0776-C52F-0D49951C091F}"/>
                </a:ext>
              </a:extLst>
            </p:cNvPr>
            <p:cNvSpPr>
              <a:spLocks noChangeShapeType="1"/>
            </p:cNvSpPr>
            <p:nvPr/>
          </p:nvSpPr>
          <p:spPr bwMode="auto">
            <a:xfrm flipH="1">
              <a:off x="5181600"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96" name="Line 24">
              <a:extLst>
                <a:ext uri="{FF2B5EF4-FFF2-40B4-BE49-F238E27FC236}">
                  <a16:creationId xmlns:a16="http://schemas.microsoft.com/office/drawing/2014/main" id="{A12E7886-B2E1-4F2D-50BB-EEF6241AED49}"/>
                </a:ext>
              </a:extLst>
            </p:cNvPr>
            <p:cNvSpPr>
              <a:spLocks noChangeShapeType="1"/>
            </p:cNvSpPr>
            <p:nvPr/>
          </p:nvSpPr>
          <p:spPr bwMode="auto">
            <a:xfrm>
              <a:off x="5867400"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497" name="Oval 25">
              <a:extLst>
                <a:ext uri="{FF2B5EF4-FFF2-40B4-BE49-F238E27FC236}">
                  <a16:creationId xmlns:a16="http://schemas.microsoft.com/office/drawing/2014/main" id="{0DAB93EE-9D24-4800-6FD2-865988DBA592}"/>
                </a:ext>
              </a:extLst>
            </p:cNvPr>
            <p:cNvSpPr>
              <a:spLocks noChangeArrowheads="1"/>
            </p:cNvSpPr>
            <p:nvPr/>
          </p:nvSpPr>
          <p:spPr bwMode="auto">
            <a:xfrm>
              <a:off x="60960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234522" name="Text Box 26">
              <a:extLst>
                <a:ext uri="{FF2B5EF4-FFF2-40B4-BE49-F238E27FC236}">
                  <a16:creationId xmlns:a16="http://schemas.microsoft.com/office/drawing/2014/main" id="{A8853445-45CE-5F6D-D1B0-33BC8AA09D48}"/>
                </a:ext>
              </a:extLst>
            </p:cNvPr>
            <p:cNvSpPr txBox="1">
              <a:spLocks noChangeArrowheads="1"/>
            </p:cNvSpPr>
            <p:nvPr/>
          </p:nvSpPr>
          <p:spPr bwMode="auto">
            <a:xfrm>
              <a:off x="4860925" y="20224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23" name="Text Box 27">
              <a:extLst>
                <a:ext uri="{FF2B5EF4-FFF2-40B4-BE49-F238E27FC236}">
                  <a16:creationId xmlns:a16="http://schemas.microsoft.com/office/drawing/2014/main" id="{E8C0E2F2-0661-C301-BA87-9078FFD75032}"/>
                </a:ext>
              </a:extLst>
            </p:cNvPr>
            <p:cNvSpPr txBox="1">
              <a:spLocks noChangeArrowheads="1"/>
            </p:cNvSpPr>
            <p:nvPr/>
          </p:nvSpPr>
          <p:spPr bwMode="auto">
            <a:xfrm>
              <a:off x="6156325" y="20224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24" name="Text Box 28">
              <a:extLst>
                <a:ext uri="{FF2B5EF4-FFF2-40B4-BE49-F238E27FC236}">
                  <a16:creationId xmlns:a16="http://schemas.microsoft.com/office/drawing/2014/main" id="{0045ED08-867F-8232-4BBB-869FD1793456}"/>
                </a:ext>
              </a:extLst>
            </p:cNvPr>
            <p:cNvSpPr txBox="1">
              <a:spLocks noChangeArrowheads="1"/>
            </p:cNvSpPr>
            <p:nvPr/>
          </p:nvSpPr>
          <p:spPr bwMode="auto">
            <a:xfrm>
              <a:off x="5622925" y="13366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25" name="Oval 29">
              <a:extLst>
                <a:ext uri="{FF2B5EF4-FFF2-40B4-BE49-F238E27FC236}">
                  <a16:creationId xmlns:a16="http://schemas.microsoft.com/office/drawing/2014/main" id="{5529C12E-E53D-5B32-4CE5-611BC3E295E2}"/>
                </a:ext>
              </a:extLst>
            </p:cNvPr>
            <p:cNvSpPr>
              <a:spLocks noChangeArrowheads="1"/>
            </p:cNvSpPr>
            <p:nvPr/>
          </p:nvSpPr>
          <p:spPr bwMode="auto">
            <a:xfrm>
              <a:off x="7467600" y="1752600"/>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rgbClr val="CC3300"/>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105502" name="Line 30">
              <a:extLst>
                <a:ext uri="{FF2B5EF4-FFF2-40B4-BE49-F238E27FC236}">
                  <a16:creationId xmlns:a16="http://schemas.microsoft.com/office/drawing/2014/main" id="{D79843A9-6746-B950-2EC2-E981675CC6F4}"/>
                </a:ext>
              </a:extLst>
            </p:cNvPr>
            <p:cNvSpPr>
              <a:spLocks noChangeShapeType="1"/>
            </p:cNvSpPr>
            <p:nvPr/>
          </p:nvSpPr>
          <p:spPr bwMode="auto">
            <a:xfrm flipH="1">
              <a:off x="7162800"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03" name="Oval 31">
              <a:extLst>
                <a:ext uri="{FF2B5EF4-FFF2-40B4-BE49-F238E27FC236}">
                  <a16:creationId xmlns:a16="http://schemas.microsoft.com/office/drawing/2014/main" id="{56EF1EF5-E51C-9696-A0DF-432A50C95B08}"/>
                </a:ext>
              </a:extLst>
            </p:cNvPr>
            <p:cNvSpPr>
              <a:spLocks noChangeArrowheads="1"/>
            </p:cNvSpPr>
            <p:nvPr/>
          </p:nvSpPr>
          <p:spPr bwMode="auto">
            <a:xfrm>
              <a:off x="67818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5504" name="Line 32">
              <a:extLst>
                <a:ext uri="{FF2B5EF4-FFF2-40B4-BE49-F238E27FC236}">
                  <a16:creationId xmlns:a16="http://schemas.microsoft.com/office/drawing/2014/main" id="{3A92814C-569E-4387-8AA0-F645486740EC}"/>
                </a:ext>
              </a:extLst>
            </p:cNvPr>
            <p:cNvSpPr>
              <a:spLocks noChangeShapeType="1"/>
            </p:cNvSpPr>
            <p:nvPr/>
          </p:nvSpPr>
          <p:spPr bwMode="auto">
            <a:xfrm>
              <a:off x="7848600" y="21336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05" name="Line 33">
              <a:extLst>
                <a:ext uri="{FF2B5EF4-FFF2-40B4-BE49-F238E27FC236}">
                  <a16:creationId xmlns:a16="http://schemas.microsoft.com/office/drawing/2014/main" id="{265F8ABC-8D35-CA12-3091-40439E0DBCF9}"/>
                </a:ext>
              </a:extLst>
            </p:cNvPr>
            <p:cNvSpPr>
              <a:spLocks noChangeShapeType="1"/>
            </p:cNvSpPr>
            <p:nvPr/>
          </p:nvSpPr>
          <p:spPr bwMode="auto">
            <a:xfrm flipH="1">
              <a:off x="7848600" y="28194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06" name="Oval 34">
              <a:extLst>
                <a:ext uri="{FF2B5EF4-FFF2-40B4-BE49-F238E27FC236}">
                  <a16:creationId xmlns:a16="http://schemas.microsoft.com/office/drawing/2014/main" id="{2D49A7B7-DBCB-C41F-143A-F78F1EF74101}"/>
                </a:ext>
              </a:extLst>
            </p:cNvPr>
            <p:cNvSpPr>
              <a:spLocks noChangeArrowheads="1"/>
            </p:cNvSpPr>
            <p:nvPr/>
          </p:nvSpPr>
          <p:spPr bwMode="auto">
            <a:xfrm>
              <a:off x="7467600" y="3124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234531" name="Text Box 35">
              <a:extLst>
                <a:ext uri="{FF2B5EF4-FFF2-40B4-BE49-F238E27FC236}">
                  <a16:creationId xmlns:a16="http://schemas.microsoft.com/office/drawing/2014/main" id="{8F7096BD-978A-DED4-6FF1-18150972A234}"/>
                </a:ext>
              </a:extLst>
            </p:cNvPr>
            <p:cNvSpPr txBox="1">
              <a:spLocks noChangeArrowheads="1"/>
            </p:cNvSpPr>
            <p:nvPr/>
          </p:nvSpPr>
          <p:spPr bwMode="auto">
            <a:xfrm>
              <a:off x="7527925" y="27082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32" name="Text Box 36">
              <a:extLst>
                <a:ext uri="{FF2B5EF4-FFF2-40B4-BE49-F238E27FC236}">
                  <a16:creationId xmlns:a16="http://schemas.microsoft.com/office/drawing/2014/main" id="{D7D9DE25-F20B-C43F-1464-27E63C8F9971}"/>
                </a:ext>
              </a:extLst>
            </p:cNvPr>
            <p:cNvSpPr txBox="1">
              <a:spLocks noChangeArrowheads="1"/>
            </p:cNvSpPr>
            <p:nvPr/>
          </p:nvSpPr>
          <p:spPr bwMode="auto">
            <a:xfrm>
              <a:off x="8289925" y="2022475"/>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p>
          </p:txBody>
        </p:sp>
        <p:sp>
          <p:nvSpPr>
            <p:cNvPr id="234533" name="Text Box 37">
              <a:extLst>
                <a:ext uri="{FF2B5EF4-FFF2-40B4-BE49-F238E27FC236}">
                  <a16:creationId xmlns:a16="http://schemas.microsoft.com/office/drawing/2014/main" id="{191BFC15-C3B3-7866-031A-57CCDC37A5DE}"/>
                </a:ext>
              </a:extLst>
            </p:cNvPr>
            <p:cNvSpPr txBox="1">
              <a:spLocks noChangeArrowheads="1"/>
            </p:cNvSpPr>
            <p:nvPr/>
          </p:nvSpPr>
          <p:spPr bwMode="auto">
            <a:xfrm>
              <a:off x="7604125" y="13366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105515" name="Oval 43">
              <a:extLst>
                <a:ext uri="{FF2B5EF4-FFF2-40B4-BE49-F238E27FC236}">
                  <a16:creationId xmlns:a16="http://schemas.microsoft.com/office/drawing/2014/main" id="{782F375E-468F-D918-F420-3A5F814659B0}"/>
                </a:ext>
              </a:extLst>
            </p:cNvPr>
            <p:cNvSpPr>
              <a:spLocks noChangeArrowheads="1"/>
            </p:cNvSpPr>
            <p:nvPr/>
          </p:nvSpPr>
          <p:spPr bwMode="auto">
            <a:xfrm>
              <a:off x="80772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grpSp>
      <p:sp>
        <p:nvSpPr>
          <p:cNvPr id="105516" name="Line 44">
            <a:extLst>
              <a:ext uri="{FF2B5EF4-FFF2-40B4-BE49-F238E27FC236}">
                <a16:creationId xmlns:a16="http://schemas.microsoft.com/office/drawing/2014/main" id="{91D8E57D-1D93-F98A-E683-7C54F2D8F63D}"/>
              </a:ext>
            </a:extLst>
          </p:cNvPr>
          <p:cNvSpPr>
            <a:spLocks noChangeShapeType="1"/>
          </p:cNvSpPr>
          <p:nvPr/>
        </p:nvSpPr>
        <p:spPr bwMode="auto">
          <a:xfrm flipH="1">
            <a:off x="1416050" y="4987925"/>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17" name="Oval 45">
            <a:extLst>
              <a:ext uri="{FF2B5EF4-FFF2-40B4-BE49-F238E27FC236}">
                <a16:creationId xmlns:a16="http://schemas.microsoft.com/office/drawing/2014/main" id="{5022EEA3-825F-7EF6-5210-D1FE8F1E12F5}"/>
              </a:ext>
            </a:extLst>
          </p:cNvPr>
          <p:cNvSpPr>
            <a:spLocks noChangeArrowheads="1"/>
          </p:cNvSpPr>
          <p:nvPr/>
        </p:nvSpPr>
        <p:spPr bwMode="auto">
          <a:xfrm>
            <a:off x="1111250" y="5292725"/>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105518" name="Line 46">
            <a:extLst>
              <a:ext uri="{FF2B5EF4-FFF2-40B4-BE49-F238E27FC236}">
                <a16:creationId xmlns:a16="http://schemas.microsoft.com/office/drawing/2014/main" id="{463B7805-EC80-797C-119A-FCD3119C7AF8}"/>
              </a:ext>
            </a:extLst>
          </p:cNvPr>
          <p:cNvSpPr>
            <a:spLocks noChangeShapeType="1"/>
          </p:cNvSpPr>
          <p:nvPr/>
        </p:nvSpPr>
        <p:spPr bwMode="auto">
          <a:xfrm flipH="1">
            <a:off x="730250" y="5673725"/>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19" name="Oval 47">
            <a:extLst>
              <a:ext uri="{FF2B5EF4-FFF2-40B4-BE49-F238E27FC236}">
                <a16:creationId xmlns:a16="http://schemas.microsoft.com/office/drawing/2014/main" id="{C6134D9C-B786-FF1B-695C-8F62BE91F70E}"/>
              </a:ext>
            </a:extLst>
          </p:cNvPr>
          <p:cNvSpPr>
            <a:spLocks noChangeArrowheads="1"/>
          </p:cNvSpPr>
          <p:nvPr/>
        </p:nvSpPr>
        <p:spPr bwMode="auto">
          <a:xfrm>
            <a:off x="501650" y="5902325"/>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MS Hei" pitchFamily="49" charset="-122"/>
              </a:rPr>
              <a:t>9</a:t>
            </a:r>
            <a:endParaRPr lang="en-US" altLang="zh-CN" sz="2400">
              <a:latin typeface="Times New Roman" panose="02020603050405020304" pitchFamily="18" charset="0"/>
              <a:ea typeface="宋体" panose="02010600030101010101" pitchFamily="2" charset="-122"/>
            </a:endParaRPr>
          </a:p>
        </p:txBody>
      </p:sp>
      <p:sp>
        <p:nvSpPr>
          <p:cNvPr id="234544" name="Text Box 48">
            <a:extLst>
              <a:ext uri="{FF2B5EF4-FFF2-40B4-BE49-F238E27FC236}">
                <a16:creationId xmlns:a16="http://schemas.microsoft.com/office/drawing/2014/main" id="{955DA01E-870C-D62A-209F-D80B533959B1}"/>
              </a:ext>
            </a:extLst>
          </p:cNvPr>
          <p:cNvSpPr txBox="1">
            <a:spLocks noChangeArrowheads="1"/>
          </p:cNvSpPr>
          <p:nvPr/>
        </p:nvSpPr>
        <p:spPr bwMode="auto">
          <a:xfrm>
            <a:off x="561975" y="54864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45" name="Text Box 49">
            <a:extLst>
              <a:ext uri="{FF2B5EF4-FFF2-40B4-BE49-F238E27FC236}">
                <a16:creationId xmlns:a16="http://schemas.microsoft.com/office/drawing/2014/main" id="{D861E620-8DAA-81F3-8833-902FD03E5714}"/>
              </a:ext>
            </a:extLst>
          </p:cNvPr>
          <p:cNvSpPr txBox="1">
            <a:spLocks noChangeArrowheads="1"/>
          </p:cNvSpPr>
          <p:nvPr/>
        </p:nvSpPr>
        <p:spPr bwMode="auto">
          <a:xfrm>
            <a:off x="1171575" y="48768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p>
        </p:txBody>
      </p:sp>
      <p:sp>
        <p:nvSpPr>
          <p:cNvPr id="234546" name="Text Box 50">
            <a:extLst>
              <a:ext uri="{FF2B5EF4-FFF2-40B4-BE49-F238E27FC236}">
                <a16:creationId xmlns:a16="http://schemas.microsoft.com/office/drawing/2014/main" id="{146D09F7-E164-2564-5BE3-C928706B500A}"/>
              </a:ext>
            </a:extLst>
          </p:cNvPr>
          <p:cNvSpPr txBox="1">
            <a:spLocks noChangeArrowheads="1"/>
          </p:cNvSpPr>
          <p:nvPr/>
        </p:nvSpPr>
        <p:spPr bwMode="auto">
          <a:xfrm>
            <a:off x="1949450" y="41910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2</a:t>
            </a:r>
          </a:p>
        </p:txBody>
      </p:sp>
      <p:sp>
        <p:nvSpPr>
          <p:cNvPr id="105523" name="AutoShape 51">
            <a:extLst>
              <a:ext uri="{FF2B5EF4-FFF2-40B4-BE49-F238E27FC236}">
                <a16:creationId xmlns:a16="http://schemas.microsoft.com/office/drawing/2014/main" id="{130D9D79-C8DF-011C-35AE-5E84A9B16F1A}"/>
              </a:ext>
            </a:extLst>
          </p:cNvPr>
          <p:cNvSpPr>
            <a:spLocks noChangeArrowheads="1"/>
          </p:cNvSpPr>
          <p:nvPr/>
        </p:nvSpPr>
        <p:spPr bwMode="auto">
          <a:xfrm>
            <a:off x="2286000" y="5257800"/>
            <a:ext cx="1219200" cy="228600"/>
          </a:xfrm>
          <a:prstGeom prst="rightArrow">
            <a:avLst>
              <a:gd name="adj1" fmla="val 50000"/>
              <a:gd name="adj2" fmla="val 1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4548" name="Text Box 52">
            <a:extLst>
              <a:ext uri="{FF2B5EF4-FFF2-40B4-BE49-F238E27FC236}">
                <a16:creationId xmlns:a16="http://schemas.microsoft.com/office/drawing/2014/main" id="{5A182012-63F5-640F-F572-8E91F72A19D5}"/>
              </a:ext>
            </a:extLst>
          </p:cNvPr>
          <p:cNvSpPr txBox="1">
            <a:spLocks noChangeArrowheads="1"/>
          </p:cNvSpPr>
          <p:nvPr/>
        </p:nvSpPr>
        <p:spPr bwMode="auto">
          <a:xfrm>
            <a:off x="2270125" y="4743450"/>
            <a:ext cx="1108075" cy="457200"/>
          </a:xfrm>
          <a:prstGeom prst="rect">
            <a:avLst/>
          </a:prstGeom>
          <a:noFill/>
          <a:ln w="9525">
            <a:noFill/>
            <a:miter lim="800000"/>
            <a:headEnd/>
            <a:tailEnd/>
          </a:ln>
          <a:effectLst/>
        </p:spPr>
        <p:txBody>
          <a:bodyPr wrap="none">
            <a:spAutoFit/>
          </a:bodyPr>
          <a:lstStyle/>
          <a:p>
            <a:pPr>
              <a:defRPr/>
            </a:pPr>
            <a:r>
              <a:rPr lang="zh-CN" altLang="en-US" b="1">
                <a:effectLst>
                  <a:outerShdw blurRad="38100" dist="38100" dir="2700000" algn="tl">
                    <a:srgbClr val="C0C0C0"/>
                  </a:outerShdw>
                </a:effectLst>
                <a:latin typeface="Times New Roman" charset="0"/>
                <a:ea typeface="仿宋_GB2312" pitchFamily="49" charset="-122"/>
              </a:rPr>
              <a:t>右单旋</a:t>
            </a:r>
            <a:endParaRPr lang="zh-CN" altLang="en-US">
              <a:latin typeface="Times New Roman" charset="0"/>
            </a:endParaRPr>
          </a:p>
        </p:txBody>
      </p:sp>
      <p:sp>
        <p:nvSpPr>
          <p:cNvPr id="105525" name="Oval 53">
            <a:extLst>
              <a:ext uri="{FF2B5EF4-FFF2-40B4-BE49-F238E27FC236}">
                <a16:creationId xmlns:a16="http://schemas.microsoft.com/office/drawing/2014/main" id="{F1A1BFE6-B12E-249D-8FF5-D867FF596F61}"/>
              </a:ext>
            </a:extLst>
          </p:cNvPr>
          <p:cNvSpPr>
            <a:spLocks noChangeArrowheads="1"/>
          </p:cNvSpPr>
          <p:nvPr/>
        </p:nvSpPr>
        <p:spPr bwMode="auto">
          <a:xfrm>
            <a:off x="3505200" y="4648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5526" name="Line 54">
            <a:extLst>
              <a:ext uri="{FF2B5EF4-FFF2-40B4-BE49-F238E27FC236}">
                <a16:creationId xmlns:a16="http://schemas.microsoft.com/office/drawing/2014/main" id="{43BDC492-6C1D-E422-865C-4C71EE243457}"/>
              </a:ext>
            </a:extLst>
          </p:cNvPr>
          <p:cNvSpPr>
            <a:spLocks noChangeShapeType="1"/>
          </p:cNvSpPr>
          <p:nvPr/>
        </p:nvSpPr>
        <p:spPr bwMode="auto">
          <a:xfrm>
            <a:off x="4419600" y="43434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4551" name="Oval 55">
            <a:extLst>
              <a:ext uri="{FF2B5EF4-FFF2-40B4-BE49-F238E27FC236}">
                <a16:creationId xmlns:a16="http://schemas.microsoft.com/office/drawing/2014/main" id="{BF9D7805-1B31-756D-9690-CD1FB8394240}"/>
              </a:ext>
            </a:extLst>
          </p:cNvPr>
          <p:cNvSpPr>
            <a:spLocks noChangeArrowheads="1"/>
          </p:cNvSpPr>
          <p:nvPr/>
        </p:nvSpPr>
        <p:spPr bwMode="auto">
          <a:xfrm>
            <a:off x="4114800" y="3962400"/>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rgbClr val="CC3300"/>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105528" name="Line 56">
            <a:extLst>
              <a:ext uri="{FF2B5EF4-FFF2-40B4-BE49-F238E27FC236}">
                <a16:creationId xmlns:a16="http://schemas.microsoft.com/office/drawing/2014/main" id="{DFC58CF9-4F96-7D1C-BB6D-79451C258B52}"/>
              </a:ext>
            </a:extLst>
          </p:cNvPr>
          <p:cNvSpPr>
            <a:spLocks noChangeShapeType="1"/>
          </p:cNvSpPr>
          <p:nvPr/>
        </p:nvSpPr>
        <p:spPr bwMode="auto">
          <a:xfrm>
            <a:off x="5029200" y="50292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29" name="Oval 57">
            <a:extLst>
              <a:ext uri="{FF2B5EF4-FFF2-40B4-BE49-F238E27FC236}">
                <a16:creationId xmlns:a16="http://schemas.microsoft.com/office/drawing/2014/main" id="{7415A33B-6D9A-179B-505C-16606C4A61F0}"/>
              </a:ext>
            </a:extLst>
          </p:cNvPr>
          <p:cNvSpPr>
            <a:spLocks noChangeArrowheads="1"/>
          </p:cNvSpPr>
          <p:nvPr/>
        </p:nvSpPr>
        <p:spPr bwMode="auto">
          <a:xfrm>
            <a:off x="5334000" y="5334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5530" name="Line 58">
            <a:extLst>
              <a:ext uri="{FF2B5EF4-FFF2-40B4-BE49-F238E27FC236}">
                <a16:creationId xmlns:a16="http://schemas.microsoft.com/office/drawing/2014/main" id="{A00F295E-015B-BEA1-FC43-AD16BE3C5116}"/>
              </a:ext>
            </a:extLst>
          </p:cNvPr>
          <p:cNvSpPr>
            <a:spLocks noChangeShapeType="1"/>
          </p:cNvSpPr>
          <p:nvPr/>
        </p:nvSpPr>
        <p:spPr bwMode="auto">
          <a:xfrm flipH="1">
            <a:off x="4343400" y="50292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31" name="Oval 59">
            <a:extLst>
              <a:ext uri="{FF2B5EF4-FFF2-40B4-BE49-F238E27FC236}">
                <a16:creationId xmlns:a16="http://schemas.microsoft.com/office/drawing/2014/main" id="{05E50619-0E75-4040-752C-098AC6FB4D54}"/>
              </a:ext>
            </a:extLst>
          </p:cNvPr>
          <p:cNvSpPr>
            <a:spLocks noChangeArrowheads="1"/>
          </p:cNvSpPr>
          <p:nvPr/>
        </p:nvSpPr>
        <p:spPr bwMode="auto">
          <a:xfrm>
            <a:off x="4114800" y="5334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9</a:t>
            </a:r>
            <a:endParaRPr lang="en-US" altLang="zh-CN" sz="2400">
              <a:latin typeface="Times New Roman" panose="02020603050405020304" pitchFamily="18" charset="0"/>
              <a:ea typeface="宋体" panose="02010600030101010101" pitchFamily="2" charset="-122"/>
            </a:endParaRPr>
          </a:p>
        </p:txBody>
      </p:sp>
      <p:sp>
        <p:nvSpPr>
          <p:cNvPr id="234556" name="Text Box 60">
            <a:extLst>
              <a:ext uri="{FF2B5EF4-FFF2-40B4-BE49-F238E27FC236}">
                <a16:creationId xmlns:a16="http://schemas.microsoft.com/office/drawing/2014/main" id="{D8C55707-7E7C-6181-B208-B6658BAD1B70}"/>
              </a:ext>
            </a:extLst>
          </p:cNvPr>
          <p:cNvSpPr txBox="1">
            <a:spLocks noChangeArrowheads="1"/>
          </p:cNvSpPr>
          <p:nvPr/>
        </p:nvSpPr>
        <p:spPr bwMode="auto">
          <a:xfrm>
            <a:off x="4175125" y="49180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57" name="Text Box 61">
            <a:extLst>
              <a:ext uri="{FF2B5EF4-FFF2-40B4-BE49-F238E27FC236}">
                <a16:creationId xmlns:a16="http://schemas.microsoft.com/office/drawing/2014/main" id="{ADCBB220-C675-7DCF-209F-AF50B0E47323}"/>
              </a:ext>
            </a:extLst>
          </p:cNvPr>
          <p:cNvSpPr txBox="1">
            <a:spLocks noChangeArrowheads="1"/>
          </p:cNvSpPr>
          <p:nvPr/>
        </p:nvSpPr>
        <p:spPr bwMode="auto">
          <a:xfrm>
            <a:off x="5394325" y="49180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58" name="Text Box 62">
            <a:extLst>
              <a:ext uri="{FF2B5EF4-FFF2-40B4-BE49-F238E27FC236}">
                <a16:creationId xmlns:a16="http://schemas.microsoft.com/office/drawing/2014/main" id="{B0EBAFDB-2493-5401-D8D0-9A287CCBF052}"/>
              </a:ext>
            </a:extLst>
          </p:cNvPr>
          <p:cNvSpPr txBox="1">
            <a:spLocks noChangeArrowheads="1"/>
          </p:cNvSpPr>
          <p:nvPr/>
        </p:nvSpPr>
        <p:spPr bwMode="auto">
          <a:xfrm>
            <a:off x="4784725" y="42322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59" name="Text Box 63">
            <a:extLst>
              <a:ext uri="{FF2B5EF4-FFF2-40B4-BE49-F238E27FC236}">
                <a16:creationId xmlns:a16="http://schemas.microsoft.com/office/drawing/2014/main" id="{DC9D3240-7B9D-BFD2-6FA8-916A4FBFAB5D}"/>
              </a:ext>
            </a:extLst>
          </p:cNvPr>
          <p:cNvSpPr txBox="1">
            <a:spLocks noChangeArrowheads="1"/>
          </p:cNvSpPr>
          <p:nvPr/>
        </p:nvSpPr>
        <p:spPr bwMode="auto">
          <a:xfrm>
            <a:off x="4251325" y="35052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105536" name="Line 64">
            <a:extLst>
              <a:ext uri="{FF2B5EF4-FFF2-40B4-BE49-F238E27FC236}">
                <a16:creationId xmlns:a16="http://schemas.microsoft.com/office/drawing/2014/main" id="{87417CD9-153F-EFF4-F0F9-977A0C0639BC}"/>
              </a:ext>
            </a:extLst>
          </p:cNvPr>
          <p:cNvSpPr>
            <a:spLocks noChangeShapeType="1"/>
          </p:cNvSpPr>
          <p:nvPr/>
        </p:nvSpPr>
        <p:spPr bwMode="auto">
          <a:xfrm flipH="1">
            <a:off x="6080125" y="41910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37" name="Oval 65">
            <a:extLst>
              <a:ext uri="{FF2B5EF4-FFF2-40B4-BE49-F238E27FC236}">
                <a16:creationId xmlns:a16="http://schemas.microsoft.com/office/drawing/2014/main" id="{14845DB8-1EAC-D71C-5FF8-352F90A7C756}"/>
              </a:ext>
            </a:extLst>
          </p:cNvPr>
          <p:cNvSpPr>
            <a:spLocks noChangeArrowheads="1"/>
          </p:cNvSpPr>
          <p:nvPr/>
        </p:nvSpPr>
        <p:spPr bwMode="auto">
          <a:xfrm>
            <a:off x="5775325" y="4495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234562" name="Oval 66">
            <a:extLst>
              <a:ext uri="{FF2B5EF4-FFF2-40B4-BE49-F238E27FC236}">
                <a16:creationId xmlns:a16="http://schemas.microsoft.com/office/drawing/2014/main" id="{648B49B2-6029-A4C1-F4EA-2FACEE8C228D}"/>
              </a:ext>
            </a:extLst>
          </p:cNvPr>
          <p:cNvSpPr>
            <a:spLocks noChangeArrowheads="1"/>
          </p:cNvSpPr>
          <p:nvPr/>
        </p:nvSpPr>
        <p:spPr bwMode="auto">
          <a:xfrm>
            <a:off x="6384925" y="3810000"/>
            <a:ext cx="457200" cy="457200"/>
          </a:xfrm>
          <a:prstGeom prst="ellipse">
            <a:avLst/>
          </a:prstGeom>
          <a:solidFill>
            <a:srgbClr val="FFFFCC"/>
          </a:solidFill>
          <a:ln w="28575">
            <a:solidFill>
              <a:srgbClr val="009900"/>
            </a:solidFill>
            <a:round/>
            <a:headEnd/>
            <a:tailEnd/>
          </a:ln>
          <a:effectLst/>
        </p:spPr>
        <p:txBody>
          <a:bodyPr wrap="none" anchor="ctr"/>
          <a:lstStyle/>
          <a:p>
            <a:pPr algn="ctr">
              <a:defRPr/>
            </a:pPr>
            <a:r>
              <a:rPr lang="en-US" altLang="zh-CN" sz="2800" b="1">
                <a:solidFill>
                  <a:schemeClr val="bg2"/>
                </a:solidFill>
                <a:effectLst>
                  <a:outerShdw blurRad="38100" dist="38100" dir="2700000" algn="tl">
                    <a:srgbClr val="000000"/>
                  </a:outerShdw>
                </a:effectLst>
                <a:latin typeface="Times New Roman" charset="0"/>
                <a:ea typeface="MS Hei" pitchFamily="49" charset="-122"/>
              </a:rPr>
              <a:t>7</a:t>
            </a:r>
            <a:endParaRPr lang="en-US" altLang="zh-CN">
              <a:latin typeface="Times New Roman" charset="0"/>
            </a:endParaRPr>
          </a:p>
        </p:txBody>
      </p:sp>
      <p:sp>
        <p:nvSpPr>
          <p:cNvPr id="105539" name="Line 67">
            <a:extLst>
              <a:ext uri="{FF2B5EF4-FFF2-40B4-BE49-F238E27FC236}">
                <a16:creationId xmlns:a16="http://schemas.microsoft.com/office/drawing/2014/main" id="{4AA00791-EC8F-5176-C936-D527DB6362F7}"/>
              </a:ext>
            </a:extLst>
          </p:cNvPr>
          <p:cNvSpPr>
            <a:spLocks noChangeShapeType="1"/>
          </p:cNvSpPr>
          <p:nvPr/>
        </p:nvSpPr>
        <p:spPr bwMode="auto">
          <a:xfrm>
            <a:off x="6765925" y="41910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40" name="Oval 68">
            <a:extLst>
              <a:ext uri="{FF2B5EF4-FFF2-40B4-BE49-F238E27FC236}">
                <a16:creationId xmlns:a16="http://schemas.microsoft.com/office/drawing/2014/main" id="{A9058A25-7A66-4594-B39A-96546A048A80}"/>
              </a:ext>
            </a:extLst>
          </p:cNvPr>
          <p:cNvSpPr>
            <a:spLocks noChangeArrowheads="1"/>
          </p:cNvSpPr>
          <p:nvPr/>
        </p:nvSpPr>
        <p:spPr bwMode="auto">
          <a:xfrm>
            <a:off x="6994525" y="4495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105541" name="Line 69">
            <a:extLst>
              <a:ext uri="{FF2B5EF4-FFF2-40B4-BE49-F238E27FC236}">
                <a16:creationId xmlns:a16="http://schemas.microsoft.com/office/drawing/2014/main" id="{8CE50544-8D14-CD0A-50E3-3DE4F2586ED7}"/>
              </a:ext>
            </a:extLst>
          </p:cNvPr>
          <p:cNvSpPr>
            <a:spLocks noChangeShapeType="1"/>
          </p:cNvSpPr>
          <p:nvPr/>
        </p:nvSpPr>
        <p:spPr bwMode="auto">
          <a:xfrm>
            <a:off x="7375525" y="48768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42" name="Line 70">
            <a:extLst>
              <a:ext uri="{FF2B5EF4-FFF2-40B4-BE49-F238E27FC236}">
                <a16:creationId xmlns:a16="http://schemas.microsoft.com/office/drawing/2014/main" id="{C25D0A69-46F2-9A4D-CE0F-B4913CB8BC31}"/>
              </a:ext>
            </a:extLst>
          </p:cNvPr>
          <p:cNvSpPr>
            <a:spLocks noChangeShapeType="1"/>
          </p:cNvSpPr>
          <p:nvPr/>
        </p:nvSpPr>
        <p:spPr bwMode="auto">
          <a:xfrm>
            <a:off x="7908925" y="55626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43" name="Oval 71">
            <a:extLst>
              <a:ext uri="{FF2B5EF4-FFF2-40B4-BE49-F238E27FC236}">
                <a16:creationId xmlns:a16="http://schemas.microsoft.com/office/drawing/2014/main" id="{1DD654C4-1F24-F1E8-D05A-0E4DF00E9AEE}"/>
              </a:ext>
            </a:extLst>
          </p:cNvPr>
          <p:cNvSpPr>
            <a:spLocks noChangeArrowheads="1"/>
          </p:cNvSpPr>
          <p:nvPr/>
        </p:nvSpPr>
        <p:spPr bwMode="auto">
          <a:xfrm>
            <a:off x="8137525" y="5867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latin typeface="Times New Roman" panose="02020603050405020304" pitchFamily="18" charset="0"/>
              <a:ea typeface="宋体" panose="02010600030101010101" pitchFamily="2" charset="-122"/>
            </a:endParaRPr>
          </a:p>
        </p:txBody>
      </p:sp>
      <p:sp>
        <p:nvSpPr>
          <p:cNvPr id="105544" name="Line 72">
            <a:extLst>
              <a:ext uri="{FF2B5EF4-FFF2-40B4-BE49-F238E27FC236}">
                <a16:creationId xmlns:a16="http://schemas.microsoft.com/office/drawing/2014/main" id="{06099501-2BE3-0058-44B1-9EE1A5D8DB0D}"/>
              </a:ext>
            </a:extLst>
          </p:cNvPr>
          <p:cNvSpPr>
            <a:spLocks noChangeShapeType="1"/>
          </p:cNvSpPr>
          <p:nvPr/>
        </p:nvSpPr>
        <p:spPr bwMode="auto">
          <a:xfrm flipH="1">
            <a:off x="6613525" y="48768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545" name="Oval 73">
            <a:extLst>
              <a:ext uri="{FF2B5EF4-FFF2-40B4-BE49-F238E27FC236}">
                <a16:creationId xmlns:a16="http://schemas.microsoft.com/office/drawing/2014/main" id="{E78A6589-BBD1-A345-847A-F236629C5E6B}"/>
              </a:ext>
            </a:extLst>
          </p:cNvPr>
          <p:cNvSpPr>
            <a:spLocks noChangeArrowheads="1"/>
          </p:cNvSpPr>
          <p:nvPr/>
        </p:nvSpPr>
        <p:spPr bwMode="auto">
          <a:xfrm>
            <a:off x="6384925" y="5181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9</a:t>
            </a:r>
            <a:endParaRPr lang="en-US" altLang="zh-CN" sz="2400">
              <a:latin typeface="Times New Roman" panose="02020603050405020304" pitchFamily="18" charset="0"/>
              <a:ea typeface="宋体" panose="02010600030101010101" pitchFamily="2" charset="-122"/>
            </a:endParaRPr>
          </a:p>
        </p:txBody>
      </p:sp>
      <p:sp>
        <p:nvSpPr>
          <p:cNvPr id="105546" name="Oval 74">
            <a:extLst>
              <a:ext uri="{FF2B5EF4-FFF2-40B4-BE49-F238E27FC236}">
                <a16:creationId xmlns:a16="http://schemas.microsoft.com/office/drawing/2014/main" id="{A8654CF2-2EA6-A5E5-670F-BFCBAFF4B36A}"/>
              </a:ext>
            </a:extLst>
          </p:cNvPr>
          <p:cNvSpPr>
            <a:spLocks noChangeArrowheads="1"/>
          </p:cNvSpPr>
          <p:nvPr/>
        </p:nvSpPr>
        <p:spPr bwMode="auto">
          <a:xfrm>
            <a:off x="7604125" y="5181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5547" name="Oval 75">
            <a:extLst>
              <a:ext uri="{FF2B5EF4-FFF2-40B4-BE49-F238E27FC236}">
                <a16:creationId xmlns:a16="http://schemas.microsoft.com/office/drawing/2014/main" id="{81DE85A3-96EE-B763-6242-059694D7DA44}"/>
              </a:ext>
            </a:extLst>
          </p:cNvPr>
          <p:cNvSpPr>
            <a:spLocks noChangeArrowheads="1"/>
          </p:cNvSpPr>
          <p:nvPr/>
        </p:nvSpPr>
        <p:spPr bwMode="auto">
          <a:xfrm>
            <a:off x="4648200" y="4648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234572" name="Text Box 76">
            <a:extLst>
              <a:ext uri="{FF2B5EF4-FFF2-40B4-BE49-F238E27FC236}">
                <a16:creationId xmlns:a16="http://schemas.microsoft.com/office/drawing/2014/main" id="{31F0A8B8-F223-3143-16A6-A845AC5B00A6}"/>
              </a:ext>
            </a:extLst>
          </p:cNvPr>
          <p:cNvSpPr txBox="1">
            <a:spLocks noChangeArrowheads="1"/>
          </p:cNvSpPr>
          <p:nvPr/>
        </p:nvSpPr>
        <p:spPr bwMode="auto">
          <a:xfrm>
            <a:off x="8274050" y="54514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4573" name="Text Box 77">
            <a:extLst>
              <a:ext uri="{FF2B5EF4-FFF2-40B4-BE49-F238E27FC236}">
                <a16:creationId xmlns:a16="http://schemas.microsoft.com/office/drawing/2014/main" id="{A520FE42-10FF-1484-1CBE-8CE16962DB4D}"/>
              </a:ext>
            </a:extLst>
          </p:cNvPr>
          <p:cNvSpPr txBox="1">
            <a:spLocks noChangeArrowheads="1"/>
          </p:cNvSpPr>
          <p:nvPr/>
        </p:nvSpPr>
        <p:spPr bwMode="auto">
          <a:xfrm>
            <a:off x="7740650" y="47656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234574" name="Text Box 78">
            <a:extLst>
              <a:ext uri="{FF2B5EF4-FFF2-40B4-BE49-F238E27FC236}">
                <a16:creationId xmlns:a16="http://schemas.microsoft.com/office/drawing/2014/main" id="{3AC80FA7-2532-C930-235C-A4BFCE1682B7}"/>
              </a:ext>
            </a:extLst>
          </p:cNvPr>
          <p:cNvSpPr txBox="1">
            <a:spLocks noChangeArrowheads="1"/>
          </p:cNvSpPr>
          <p:nvPr/>
        </p:nvSpPr>
        <p:spPr bwMode="auto">
          <a:xfrm>
            <a:off x="7131050" y="40798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234575" name="Text Box 79">
            <a:extLst>
              <a:ext uri="{FF2B5EF4-FFF2-40B4-BE49-F238E27FC236}">
                <a16:creationId xmlns:a16="http://schemas.microsoft.com/office/drawing/2014/main" id="{0842B417-406E-7347-B71A-50AE234AAD3B}"/>
              </a:ext>
            </a:extLst>
          </p:cNvPr>
          <p:cNvSpPr txBox="1">
            <a:spLocks noChangeArrowheads="1"/>
          </p:cNvSpPr>
          <p:nvPr/>
        </p:nvSpPr>
        <p:spPr bwMode="auto">
          <a:xfrm>
            <a:off x="6521450" y="3394075"/>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2</a:t>
            </a:r>
          </a:p>
        </p:txBody>
      </p:sp>
      <p:sp>
        <p:nvSpPr>
          <p:cNvPr id="234576" name="Text Box 80">
            <a:extLst>
              <a:ext uri="{FF2B5EF4-FFF2-40B4-BE49-F238E27FC236}">
                <a16:creationId xmlns:a16="http://schemas.microsoft.com/office/drawing/2014/main" id="{5B83F46D-BD23-7D59-04A4-3BCE88C89303}"/>
              </a:ext>
            </a:extLst>
          </p:cNvPr>
          <p:cNvSpPr txBox="1">
            <a:spLocks noChangeArrowheads="1"/>
          </p:cNvSpPr>
          <p:nvPr/>
        </p:nvSpPr>
        <p:spPr bwMode="auto">
          <a:xfrm>
            <a:off x="1400175" y="35052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2</a:t>
            </a:r>
          </a:p>
        </p:txBody>
      </p:sp>
      <p:sp>
        <p:nvSpPr>
          <p:cNvPr id="105553" name="Freeform 81">
            <a:extLst>
              <a:ext uri="{FF2B5EF4-FFF2-40B4-BE49-F238E27FC236}">
                <a16:creationId xmlns:a16="http://schemas.microsoft.com/office/drawing/2014/main" id="{00138103-B0FE-2E6C-8661-A35C2531C485}"/>
              </a:ext>
            </a:extLst>
          </p:cNvPr>
          <p:cNvSpPr>
            <a:spLocks/>
          </p:cNvSpPr>
          <p:nvPr/>
        </p:nvSpPr>
        <p:spPr bwMode="auto">
          <a:xfrm>
            <a:off x="2082800" y="1549400"/>
            <a:ext cx="1422400" cy="2197100"/>
          </a:xfrm>
          <a:custGeom>
            <a:avLst/>
            <a:gdLst>
              <a:gd name="T0" fmla="*/ 2147483646 w 896"/>
              <a:gd name="T1" fmla="*/ 2147483646 h 1384"/>
              <a:gd name="T2" fmla="*/ 2147483646 w 896"/>
              <a:gd name="T3" fmla="*/ 2147483646 h 1384"/>
              <a:gd name="T4" fmla="*/ 2147483646 w 896"/>
              <a:gd name="T5" fmla="*/ 2147483646 h 1384"/>
              <a:gd name="T6" fmla="*/ 2147483646 w 896"/>
              <a:gd name="T7" fmla="*/ 2147483646 h 1384"/>
              <a:gd name="T8" fmla="*/ 2147483646 w 896"/>
              <a:gd name="T9" fmla="*/ 2147483646 h 1384"/>
              <a:gd name="T10" fmla="*/ 2147483646 w 896"/>
              <a:gd name="T11" fmla="*/ 2147483646 h 1384"/>
              <a:gd name="T12" fmla="*/ 2147483646 w 896"/>
              <a:gd name="T13" fmla="*/ 2147483646 h 1384"/>
              <a:gd name="T14" fmla="*/ 2147483646 w 896"/>
              <a:gd name="T15" fmla="*/ 2147483646 h 1384"/>
              <a:gd name="T16" fmla="*/ 2147483646 w 896"/>
              <a:gd name="T17" fmla="*/ 2147483646 h 1384"/>
              <a:gd name="T18" fmla="*/ 2147483646 w 896"/>
              <a:gd name="T19" fmla="*/ 2147483646 h 1384"/>
              <a:gd name="T20" fmla="*/ 2147483646 w 896"/>
              <a:gd name="T21" fmla="*/ 2147483646 h 1384"/>
              <a:gd name="T22" fmla="*/ 2147483646 w 896"/>
              <a:gd name="T23" fmla="*/ 2147483646 h 1384"/>
              <a:gd name="T24" fmla="*/ 2147483646 w 896"/>
              <a:gd name="T25" fmla="*/ 2147483646 h 1384"/>
              <a:gd name="T26" fmla="*/ 2147483646 w 896"/>
              <a:gd name="T27" fmla="*/ 2147483646 h 1384"/>
              <a:gd name="T28" fmla="*/ 2147483646 w 896"/>
              <a:gd name="T29" fmla="*/ 2147483646 h 1384"/>
              <a:gd name="T30" fmla="*/ 2147483646 w 896"/>
              <a:gd name="T31" fmla="*/ 2147483646 h 1384"/>
              <a:gd name="T32" fmla="*/ 2147483646 w 896"/>
              <a:gd name="T33" fmla="*/ 2147483646 h 1384"/>
              <a:gd name="T34" fmla="*/ 2147483646 w 896"/>
              <a:gd name="T35" fmla="*/ 2147483646 h 1384"/>
              <a:gd name="T36" fmla="*/ 2147483646 w 896"/>
              <a:gd name="T37" fmla="*/ 2147483646 h 1384"/>
              <a:gd name="T38" fmla="*/ 2147483646 w 896"/>
              <a:gd name="T39" fmla="*/ 2147483646 h 138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96"/>
              <a:gd name="T61" fmla="*/ 0 h 1384"/>
              <a:gd name="T62" fmla="*/ 896 w 896"/>
              <a:gd name="T63" fmla="*/ 1384 h 138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96" h="1384">
                <a:moveTo>
                  <a:pt x="512" y="80"/>
                </a:moveTo>
                <a:cubicBezTo>
                  <a:pt x="424" y="160"/>
                  <a:pt x="160" y="424"/>
                  <a:pt x="80" y="512"/>
                </a:cubicBezTo>
                <a:cubicBezTo>
                  <a:pt x="0" y="600"/>
                  <a:pt x="40" y="584"/>
                  <a:pt x="32" y="608"/>
                </a:cubicBezTo>
                <a:cubicBezTo>
                  <a:pt x="24" y="632"/>
                  <a:pt x="32" y="632"/>
                  <a:pt x="32" y="656"/>
                </a:cubicBezTo>
                <a:cubicBezTo>
                  <a:pt x="32" y="680"/>
                  <a:pt x="24" y="720"/>
                  <a:pt x="32" y="752"/>
                </a:cubicBezTo>
                <a:cubicBezTo>
                  <a:pt x="40" y="784"/>
                  <a:pt x="8" y="760"/>
                  <a:pt x="80" y="848"/>
                </a:cubicBezTo>
                <a:cubicBezTo>
                  <a:pt x="152" y="936"/>
                  <a:pt x="368" y="1192"/>
                  <a:pt x="464" y="1280"/>
                </a:cubicBezTo>
                <a:cubicBezTo>
                  <a:pt x="560" y="1368"/>
                  <a:pt x="600" y="1368"/>
                  <a:pt x="656" y="1376"/>
                </a:cubicBezTo>
                <a:cubicBezTo>
                  <a:pt x="712" y="1384"/>
                  <a:pt x="760" y="1368"/>
                  <a:pt x="800" y="1328"/>
                </a:cubicBezTo>
                <a:cubicBezTo>
                  <a:pt x="840" y="1288"/>
                  <a:pt x="896" y="1200"/>
                  <a:pt x="896" y="1136"/>
                </a:cubicBezTo>
                <a:cubicBezTo>
                  <a:pt x="896" y="1072"/>
                  <a:pt x="848" y="1000"/>
                  <a:pt x="800" y="944"/>
                </a:cubicBezTo>
                <a:cubicBezTo>
                  <a:pt x="752" y="888"/>
                  <a:pt x="648" y="840"/>
                  <a:pt x="608" y="800"/>
                </a:cubicBezTo>
                <a:cubicBezTo>
                  <a:pt x="568" y="760"/>
                  <a:pt x="544" y="752"/>
                  <a:pt x="560" y="704"/>
                </a:cubicBezTo>
                <a:cubicBezTo>
                  <a:pt x="576" y="656"/>
                  <a:pt x="656" y="568"/>
                  <a:pt x="704" y="512"/>
                </a:cubicBezTo>
                <a:cubicBezTo>
                  <a:pt x="752" y="456"/>
                  <a:pt x="816" y="416"/>
                  <a:pt x="848" y="368"/>
                </a:cubicBezTo>
                <a:cubicBezTo>
                  <a:pt x="880" y="320"/>
                  <a:pt x="896" y="272"/>
                  <a:pt x="896" y="224"/>
                </a:cubicBezTo>
                <a:cubicBezTo>
                  <a:pt x="896" y="176"/>
                  <a:pt x="872" y="112"/>
                  <a:pt x="848" y="80"/>
                </a:cubicBezTo>
                <a:cubicBezTo>
                  <a:pt x="824" y="48"/>
                  <a:pt x="792" y="40"/>
                  <a:pt x="752" y="32"/>
                </a:cubicBezTo>
                <a:cubicBezTo>
                  <a:pt x="712" y="24"/>
                  <a:pt x="648" y="24"/>
                  <a:pt x="608" y="32"/>
                </a:cubicBezTo>
                <a:cubicBezTo>
                  <a:pt x="568" y="40"/>
                  <a:pt x="600" y="0"/>
                  <a:pt x="512" y="80"/>
                </a:cubicBezTo>
                <a:close/>
              </a:path>
            </a:pathLst>
          </a:custGeom>
          <a:noFill/>
          <a:ln w="19050">
            <a:solidFill>
              <a:srgbClr val="009900"/>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554" name="Freeform 82">
            <a:extLst>
              <a:ext uri="{FF2B5EF4-FFF2-40B4-BE49-F238E27FC236}">
                <a16:creationId xmlns:a16="http://schemas.microsoft.com/office/drawing/2014/main" id="{3B41F389-71E9-A53B-1C65-12F63B00C77E}"/>
              </a:ext>
            </a:extLst>
          </p:cNvPr>
          <p:cNvSpPr>
            <a:spLocks/>
          </p:cNvSpPr>
          <p:nvPr/>
        </p:nvSpPr>
        <p:spPr bwMode="auto">
          <a:xfrm>
            <a:off x="228600" y="4254500"/>
            <a:ext cx="2260600" cy="2298700"/>
          </a:xfrm>
          <a:custGeom>
            <a:avLst/>
            <a:gdLst>
              <a:gd name="T0" fmla="*/ 2147483646 w 1424"/>
              <a:gd name="T1" fmla="*/ 2147483646 h 1448"/>
              <a:gd name="T2" fmla="*/ 2147483646 w 1424"/>
              <a:gd name="T3" fmla="*/ 2147483646 h 1448"/>
              <a:gd name="T4" fmla="*/ 2147483646 w 1424"/>
              <a:gd name="T5" fmla="*/ 2147483646 h 1448"/>
              <a:gd name="T6" fmla="*/ 2147483646 w 1424"/>
              <a:gd name="T7" fmla="*/ 2147483646 h 1448"/>
              <a:gd name="T8" fmla="*/ 2147483646 w 1424"/>
              <a:gd name="T9" fmla="*/ 2147483646 h 1448"/>
              <a:gd name="T10" fmla="*/ 2147483646 w 1424"/>
              <a:gd name="T11" fmla="*/ 2147483646 h 1448"/>
              <a:gd name="T12" fmla="*/ 2147483646 w 1424"/>
              <a:gd name="T13" fmla="*/ 2147483646 h 1448"/>
              <a:gd name="T14" fmla="*/ 2147483646 w 1424"/>
              <a:gd name="T15" fmla="*/ 2147483646 h 1448"/>
              <a:gd name="T16" fmla="*/ 2147483646 w 1424"/>
              <a:gd name="T17" fmla="*/ 2147483646 h 14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4"/>
              <a:gd name="T28" fmla="*/ 0 h 1448"/>
              <a:gd name="T29" fmla="*/ 1424 w 1424"/>
              <a:gd name="T30" fmla="*/ 1448 h 14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4" h="1448">
                <a:moveTo>
                  <a:pt x="1008" y="152"/>
                </a:moveTo>
                <a:cubicBezTo>
                  <a:pt x="848" y="304"/>
                  <a:pt x="288" y="816"/>
                  <a:pt x="144" y="1016"/>
                </a:cubicBezTo>
                <a:cubicBezTo>
                  <a:pt x="0" y="1216"/>
                  <a:pt x="112" y="1288"/>
                  <a:pt x="144" y="1352"/>
                </a:cubicBezTo>
                <a:cubicBezTo>
                  <a:pt x="176" y="1416"/>
                  <a:pt x="272" y="1408"/>
                  <a:pt x="336" y="1400"/>
                </a:cubicBezTo>
                <a:cubicBezTo>
                  <a:pt x="400" y="1392"/>
                  <a:pt x="368" y="1448"/>
                  <a:pt x="528" y="1304"/>
                </a:cubicBezTo>
                <a:cubicBezTo>
                  <a:pt x="688" y="1160"/>
                  <a:pt x="1168" y="728"/>
                  <a:pt x="1296" y="536"/>
                </a:cubicBezTo>
                <a:cubicBezTo>
                  <a:pt x="1424" y="344"/>
                  <a:pt x="1328" y="224"/>
                  <a:pt x="1296" y="152"/>
                </a:cubicBezTo>
                <a:cubicBezTo>
                  <a:pt x="1264" y="80"/>
                  <a:pt x="1152" y="104"/>
                  <a:pt x="1104" y="104"/>
                </a:cubicBezTo>
                <a:cubicBezTo>
                  <a:pt x="1056" y="104"/>
                  <a:pt x="1168" y="0"/>
                  <a:pt x="1008" y="152"/>
                </a:cubicBezTo>
                <a:close/>
              </a:path>
            </a:pathLst>
          </a:custGeom>
          <a:noFill/>
          <a:ln w="19050">
            <a:solidFill>
              <a:schemeClr val="hlink"/>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5555" name="Freeform 83">
            <a:extLst>
              <a:ext uri="{FF2B5EF4-FFF2-40B4-BE49-F238E27FC236}">
                <a16:creationId xmlns:a16="http://schemas.microsoft.com/office/drawing/2014/main" id="{20468094-F26D-6BC7-197D-1F0198D8609C}"/>
              </a:ext>
            </a:extLst>
          </p:cNvPr>
          <p:cNvSpPr>
            <a:spLocks/>
          </p:cNvSpPr>
          <p:nvPr/>
        </p:nvSpPr>
        <p:spPr bwMode="auto">
          <a:xfrm>
            <a:off x="6159500" y="3429000"/>
            <a:ext cx="2133600" cy="2489200"/>
          </a:xfrm>
          <a:custGeom>
            <a:avLst/>
            <a:gdLst>
              <a:gd name="T0" fmla="*/ 2147483646 w 1344"/>
              <a:gd name="T1" fmla="*/ 2147483646 h 1568"/>
              <a:gd name="T2" fmla="*/ 2147483646 w 1344"/>
              <a:gd name="T3" fmla="*/ 2147483646 h 1568"/>
              <a:gd name="T4" fmla="*/ 2147483646 w 1344"/>
              <a:gd name="T5" fmla="*/ 2147483646 h 1568"/>
              <a:gd name="T6" fmla="*/ 2147483646 w 1344"/>
              <a:gd name="T7" fmla="*/ 2147483646 h 1568"/>
              <a:gd name="T8" fmla="*/ 2147483646 w 1344"/>
              <a:gd name="T9" fmla="*/ 2147483646 h 1568"/>
              <a:gd name="T10" fmla="*/ 2147483646 w 1344"/>
              <a:gd name="T11" fmla="*/ 2147483646 h 1568"/>
              <a:gd name="T12" fmla="*/ 2147483646 w 1344"/>
              <a:gd name="T13" fmla="*/ 2147483646 h 1568"/>
              <a:gd name="T14" fmla="*/ 2147483646 w 1344"/>
              <a:gd name="T15" fmla="*/ 2147483646 h 1568"/>
              <a:gd name="T16" fmla="*/ 0 60000 65536"/>
              <a:gd name="T17" fmla="*/ 0 60000 65536"/>
              <a:gd name="T18" fmla="*/ 0 60000 65536"/>
              <a:gd name="T19" fmla="*/ 0 60000 65536"/>
              <a:gd name="T20" fmla="*/ 0 60000 65536"/>
              <a:gd name="T21" fmla="*/ 0 60000 65536"/>
              <a:gd name="T22" fmla="*/ 0 60000 65536"/>
              <a:gd name="T23" fmla="*/ 0 60000 65536"/>
              <a:gd name="T24" fmla="*/ 0 w 1344"/>
              <a:gd name="T25" fmla="*/ 0 h 1568"/>
              <a:gd name="T26" fmla="*/ 1344 w 1344"/>
              <a:gd name="T27" fmla="*/ 1568 h 156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44" h="1568">
                <a:moveTo>
                  <a:pt x="152" y="528"/>
                </a:moveTo>
                <a:cubicBezTo>
                  <a:pt x="304" y="736"/>
                  <a:pt x="776" y="1312"/>
                  <a:pt x="968" y="1440"/>
                </a:cubicBezTo>
                <a:cubicBezTo>
                  <a:pt x="1160" y="1568"/>
                  <a:pt x="1264" y="1368"/>
                  <a:pt x="1304" y="1296"/>
                </a:cubicBezTo>
                <a:cubicBezTo>
                  <a:pt x="1344" y="1224"/>
                  <a:pt x="1264" y="1096"/>
                  <a:pt x="1208" y="1008"/>
                </a:cubicBezTo>
                <a:cubicBezTo>
                  <a:pt x="1152" y="920"/>
                  <a:pt x="1104" y="920"/>
                  <a:pt x="968" y="768"/>
                </a:cubicBezTo>
                <a:cubicBezTo>
                  <a:pt x="832" y="616"/>
                  <a:pt x="544" y="192"/>
                  <a:pt x="392" y="96"/>
                </a:cubicBezTo>
                <a:cubicBezTo>
                  <a:pt x="240" y="0"/>
                  <a:pt x="96" y="120"/>
                  <a:pt x="56" y="192"/>
                </a:cubicBezTo>
                <a:cubicBezTo>
                  <a:pt x="16" y="264"/>
                  <a:pt x="0" y="320"/>
                  <a:pt x="152" y="528"/>
                </a:cubicBezTo>
                <a:close/>
              </a:path>
            </a:pathLst>
          </a:custGeom>
          <a:noFill/>
          <a:ln w="19050">
            <a:solidFill>
              <a:schemeClr val="tx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 name="内容占位符 2">
            <a:extLst>
              <a:ext uri="{FF2B5EF4-FFF2-40B4-BE49-F238E27FC236}">
                <a16:creationId xmlns:a16="http://schemas.microsoft.com/office/drawing/2014/main" id="{DD06E76E-E128-4942-A92A-883B1DB717E7}"/>
              </a:ext>
            </a:extLst>
          </p:cNvPr>
          <p:cNvSpPr>
            <a:spLocks noGrp="1"/>
          </p:cNvSpPr>
          <p:nvPr>
            <p:ph idx="1"/>
          </p:nvPr>
        </p:nvSpPr>
        <p:spPr>
          <a:xfrm>
            <a:off x="228600" y="277812"/>
            <a:ext cx="8663880" cy="1301347"/>
          </a:xfrm>
        </p:spPr>
        <p:txBody>
          <a:bodyPr>
            <a:normAutofit fontScale="92500" lnSpcReduction="20000"/>
          </a:bodyPr>
          <a:lstStyle/>
          <a:p>
            <a:pPr marL="0" indent="0">
              <a:buNone/>
            </a:pPr>
            <a:r>
              <a:rPr lang="zh-CN" altLang="en-US" dirty="0"/>
              <a:t>例，输入关键码序列为 </a:t>
            </a:r>
            <a:r>
              <a:rPr lang="en-US" altLang="zh-CN" dirty="0"/>
              <a:t>{ 16, 3, 7, 11, 9, 26, 18, 14, 15 }</a:t>
            </a:r>
            <a:r>
              <a:rPr lang="zh-CN" altLang="en-US" dirty="0"/>
              <a:t>，从空树开始的建树过程，插入和调整过程如下。</a:t>
            </a:r>
          </a:p>
          <a:p>
            <a:pPr marL="0" indent="0">
              <a:buNone/>
            </a:pPr>
            <a:endParaRPr lang="zh-CN" altLang="en-US" dirty="0"/>
          </a:p>
        </p:txBody>
      </p:sp>
      <p:sp>
        <p:nvSpPr>
          <p:cNvPr id="2" name="灯片编号占位符 1">
            <a:extLst>
              <a:ext uri="{FF2B5EF4-FFF2-40B4-BE49-F238E27FC236}">
                <a16:creationId xmlns:a16="http://schemas.microsoft.com/office/drawing/2014/main" id="{D3626232-74C5-F5A2-F551-6DB7852EB17D}"/>
              </a:ext>
            </a:extLst>
          </p:cNvPr>
          <p:cNvSpPr>
            <a:spLocks noGrp="1"/>
          </p:cNvSpPr>
          <p:nvPr>
            <p:ph type="sldNum" sz="quarter" idx="12"/>
          </p:nvPr>
        </p:nvSpPr>
        <p:spPr/>
        <p:txBody>
          <a:bodyPr/>
          <a:lstStyle/>
          <a:p>
            <a:pPr>
              <a:defRPr/>
            </a:pPr>
            <a:fld id="{82BC8E53-3928-4033-8D0B-01554133DC73}" type="slidenum">
              <a:rPr lang="en-US" altLang="zh-CN" smtClean="0"/>
              <a:pPr>
                <a:defRPr/>
              </a:pPr>
              <a:t>90</a:t>
            </a:fld>
            <a:endParaRPr lang="en-US" altLang="zh-CN"/>
          </a:p>
        </p:txBody>
      </p:sp>
    </p:spTree>
  </p:cSld>
  <p:clrMapOvr>
    <a:masterClrMapping/>
  </p:clrMapOvr>
  <p:transition>
    <p:spli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Line 2">
            <a:extLst>
              <a:ext uri="{FF2B5EF4-FFF2-40B4-BE49-F238E27FC236}">
                <a16:creationId xmlns:a16="http://schemas.microsoft.com/office/drawing/2014/main" id="{5402E38E-FCBA-B445-6409-AB0D296963ED}"/>
              </a:ext>
            </a:extLst>
          </p:cNvPr>
          <p:cNvSpPr>
            <a:spLocks noChangeShapeType="1"/>
          </p:cNvSpPr>
          <p:nvPr/>
        </p:nvSpPr>
        <p:spPr bwMode="auto">
          <a:xfrm flipH="1">
            <a:off x="5791200" y="52578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499" name="Line 3">
            <a:extLst>
              <a:ext uri="{FF2B5EF4-FFF2-40B4-BE49-F238E27FC236}">
                <a16:creationId xmlns:a16="http://schemas.microsoft.com/office/drawing/2014/main" id="{3597B82F-3526-DB56-C7DB-E6942C8E768A}"/>
              </a:ext>
            </a:extLst>
          </p:cNvPr>
          <p:cNvSpPr>
            <a:spLocks noChangeShapeType="1"/>
          </p:cNvSpPr>
          <p:nvPr/>
        </p:nvSpPr>
        <p:spPr bwMode="auto">
          <a:xfrm>
            <a:off x="5334000" y="4495800"/>
            <a:ext cx="152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0" name="Line 4">
            <a:extLst>
              <a:ext uri="{FF2B5EF4-FFF2-40B4-BE49-F238E27FC236}">
                <a16:creationId xmlns:a16="http://schemas.microsoft.com/office/drawing/2014/main" id="{24D25A0C-E9C3-F8B6-E0EB-C116ECC7968F}"/>
              </a:ext>
            </a:extLst>
          </p:cNvPr>
          <p:cNvSpPr>
            <a:spLocks noChangeShapeType="1"/>
          </p:cNvSpPr>
          <p:nvPr/>
        </p:nvSpPr>
        <p:spPr bwMode="auto">
          <a:xfrm flipH="1">
            <a:off x="6324600" y="4495800"/>
            <a:ext cx="2286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1" name="Line 5">
            <a:extLst>
              <a:ext uri="{FF2B5EF4-FFF2-40B4-BE49-F238E27FC236}">
                <a16:creationId xmlns:a16="http://schemas.microsoft.com/office/drawing/2014/main" id="{2B199394-ACE0-9F57-5C63-A5D679BB1248}"/>
              </a:ext>
            </a:extLst>
          </p:cNvPr>
          <p:cNvSpPr>
            <a:spLocks noChangeShapeType="1"/>
          </p:cNvSpPr>
          <p:nvPr/>
        </p:nvSpPr>
        <p:spPr bwMode="auto">
          <a:xfrm>
            <a:off x="6096000" y="3810000"/>
            <a:ext cx="533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2" name="Line 6">
            <a:extLst>
              <a:ext uri="{FF2B5EF4-FFF2-40B4-BE49-F238E27FC236}">
                <a16:creationId xmlns:a16="http://schemas.microsoft.com/office/drawing/2014/main" id="{627EA31B-761B-EBBA-F3A3-47596AA121F2}"/>
              </a:ext>
            </a:extLst>
          </p:cNvPr>
          <p:cNvSpPr>
            <a:spLocks noChangeShapeType="1"/>
          </p:cNvSpPr>
          <p:nvPr/>
        </p:nvSpPr>
        <p:spPr bwMode="auto">
          <a:xfrm flipH="1">
            <a:off x="5334000" y="38100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3" name="Line 7">
            <a:extLst>
              <a:ext uri="{FF2B5EF4-FFF2-40B4-BE49-F238E27FC236}">
                <a16:creationId xmlns:a16="http://schemas.microsoft.com/office/drawing/2014/main" id="{895A2016-EBAC-779D-CAC9-D3BAEB53382B}"/>
              </a:ext>
            </a:extLst>
          </p:cNvPr>
          <p:cNvSpPr>
            <a:spLocks noChangeShapeType="1"/>
          </p:cNvSpPr>
          <p:nvPr/>
        </p:nvSpPr>
        <p:spPr bwMode="auto">
          <a:xfrm>
            <a:off x="1676400" y="4495800"/>
            <a:ext cx="1524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4" name="Line 8">
            <a:extLst>
              <a:ext uri="{FF2B5EF4-FFF2-40B4-BE49-F238E27FC236}">
                <a16:creationId xmlns:a16="http://schemas.microsoft.com/office/drawing/2014/main" id="{762E48BC-B356-D670-E973-F4800CA0A394}"/>
              </a:ext>
            </a:extLst>
          </p:cNvPr>
          <p:cNvSpPr>
            <a:spLocks noChangeShapeType="1"/>
          </p:cNvSpPr>
          <p:nvPr/>
        </p:nvSpPr>
        <p:spPr bwMode="auto">
          <a:xfrm flipH="1">
            <a:off x="2590800" y="4495800"/>
            <a:ext cx="2286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5" name="Line 9">
            <a:extLst>
              <a:ext uri="{FF2B5EF4-FFF2-40B4-BE49-F238E27FC236}">
                <a16:creationId xmlns:a16="http://schemas.microsoft.com/office/drawing/2014/main" id="{A109043D-4FBE-0C92-8561-E31FCF3E30C6}"/>
              </a:ext>
            </a:extLst>
          </p:cNvPr>
          <p:cNvSpPr>
            <a:spLocks noChangeShapeType="1"/>
          </p:cNvSpPr>
          <p:nvPr/>
        </p:nvSpPr>
        <p:spPr bwMode="auto">
          <a:xfrm>
            <a:off x="3048000" y="4495800"/>
            <a:ext cx="533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6" name="Line 10">
            <a:extLst>
              <a:ext uri="{FF2B5EF4-FFF2-40B4-BE49-F238E27FC236}">
                <a16:creationId xmlns:a16="http://schemas.microsoft.com/office/drawing/2014/main" id="{C21E2998-E7E0-BD5A-78C2-FC432CBFECC4}"/>
              </a:ext>
            </a:extLst>
          </p:cNvPr>
          <p:cNvSpPr>
            <a:spLocks noChangeShapeType="1"/>
          </p:cNvSpPr>
          <p:nvPr/>
        </p:nvSpPr>
        <p:spPr bwMode="auto">
          <a:xfrm>
            <a:off x="2362200" y="38100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7" name="Line 11">
            <a:extLst>
              <a:ext uri="{FF2B5EF4-FFF2-40B4-BE49-F238E27FC236}">
                <a16:creationId xmlns:a16="http://schemas.microsoft.com/office/drawing/2014/main" id="{7889A984-C56F-0071-ED8B-E6221C035FDE}"/>
              </a:ext>
            </a:extLst>
          </p:cNvPr>
          <p:cNvSpPr>
            <a:spLocks noChangeShapeType="1"/>
          </p:cNvSpPr>
          <p:nvPr/>
        </p:nvSpPr>
        <p:spPr bwMode="auto">
          <a:xfrm>
            <a:off x="53340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8" name="Line 12">
            <a:extLst>
              <a:ext uri="{FF2B5EF4-FFF2-40B4-BE49-F238E27FC236}">
                <a16:creationId xmlns:a16="http://schemas.microsoft.com/office/drawing/2014/main" id="{067581F0-CEAF-C6E1-4369-9AB0BDFD2560}"/>
              </a:ext>
            </a:extLst>
          </p:cNvPr>
          <p:cNvSpPr>
            <a:spLocks noChangeShapeType="1"/>
          </p:cNvSpPr>
          <p:nvPr/>
        </p:nvSpPr>
        <p:spPr bwMode="auto">
          <a:xfrm flipH="1">
            <a:off x="4724400" y="15240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09" name="Line 13">
            <a:extLst>
              <a:ext uri="{FF2B5EF4-FFF2-40B4-BE49-F238E27FC236}">
                <a16:creationId xmlns:a16="http://schemas.microsoft.com/office/drawing/2014/main" id="{5F4313AD-B1C7-C6FD-60D5-B23A44560D3B}"/>
              </a:ext>
            </a:extLst>
          </p:cNvPr>
          <p:cNvSpPr>
            <a:spLocks noChangeShapeType="1"/>
          </p:cNvSpPr>
          <p:nvPr/>
        </p:nvSpPr>
        <p:spPr bwMode="auto">
          <a:xfrm>
            <a:off x="2667000" y="8382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0" name="Line 14">
            <a:extLst>
              <a:ext uri="{FF2B5EF4-FFF2-40B4-BE49-F238E27FC236}">
                <a16:creationId xmlns:a16="http://schemas.microsoft.com/office/drawing/2014/main" id="{78C41155-3779-6E83-B115-F6524410EEBE}"/>
              </a:ext>
            </a:extLst>
          </p:cNvPr>
          <p:cNvSpPr>
            <a:spLocks noChangeShapeType="1"/>
          </p:cNvSpPr>
          <p:nvPr/>
        </p:nvSpPr>
        <p:spPr bwMode="auto">
          <a:xfrm>
            <a:off x="3276600" y="15240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1" name="Oval 15">
            <a:extLst>
              <a:ext uri="{FF2B5EF4-FFF2-40B4-BE49-F238E27FC236}">
                <a16:creationId xmlns:a16="http://schemas.microsoft.com/office/drawing/2014/main" id="{84E63855-9EAB-99B5-C70F-BB061973821C}"/>
              </a:ext>
            </a:extLst>
          </p:cNvPr>
          <p:cNvSpPr>
            <a:spLocks noChangeArrowheads="1"/>
          </p:cNvSpPr>
          <p:nvPr/>
        </p:nvSpPr>
        <p:spPr bwMode="auto">
          <a:xfrm>
            <a:off x="2667000" y="4114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18</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12" name="Oval 16">
            <a:extLst>
              <a:ext uri="{FF2B5EF4-FFF2-40B4-BE49-F238E27FC236}">
                <a16:creationId xmlns:a16="http://schemas.microsoft.com/office/drawing/2014/main" id="{0265787E-41C3-3FFC-A886-557581348260}"/>
              </a:ext>
            </a:extLst>
          </p:cNvPr>
          <p:cNvSpPr>
            <a:spLocks noChangeArrowheads="1"/>
          </p:cNvSpPr>
          <p:nvPr/>
        </p:nvSpPr>
        <p:spPr bwMode="auto">
          <a:xfrm>
            <a:off x="6400800" y="4114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18</a:t>
            </a:r>
            <a:endParaRPr lang="en-US" altLang="zh-CN" sz="2400">
              <a:latin typeface="Times New Roman" panose="02020603050405020304" pitchFamily="18" charset="0"/>
              <a:ea typeface="宋体" panose="02010600030101010101" pitchFamily="2" charset="-122"/>
            </a:endParaRPr>
          </a:p>
        </p:txBody>
      </p:sp>
      <p:sp>
        <p:nvSpPr>
          <p:cNvPr id="235537" name="Text Box 17">
            <a:extLst>
              <a:ext uri="{FF2B5EF4-FFF2-40B4-BE49-F238E27FC236}">
                <a16:creationId xmlns:a16="http://schemas.microsoft.com/office/drawing/2014/main" id="{7977BF1A-7768-08E2-3796-1C7EB34DF102}"/>
              </a:ext>
            </a:extLst>
          </p:cNvPr>
          <p:cNvSpPr txBox="1">
            <a:spLocks noChangeArrowheads="1"/>
          </p:cNvSpPr>
          <p:nvPr/>
        </p:nvSpPr>
        <p:spPr bwMode="auto">
          <a:xfrm>
            <a:off x="1600200" y="838200"/>
            <a:ext cx="3365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Times New Roman" charset="0"/>
              </a:rPr>
              <a:t>0</a:t>
            </a:r>
            <a:endParaRPr lang="en-US" altLang="zh-CN">
              <a:latin typeface="Times New Roman" charset="0"/>
            </a:endParaRPr>
          </a:p>
        </p:txBody>
      </p:sp>
      <p:sp>
        <p:nvSpPr>
          <p:cNvPr id="106514" name="Line 18">
            <a:extLst>
              <a:ext uri="{FF2B5EF4-FFF2-40B4-BE49-F238E27FC236}">
                <a16:creationId xmlns:a16="http://schemas.microsoft.com/office/drawing/2014/main" id="{C9B90042-5D18-03B0-0BBC-5280C16EB83B}"/>
              </a:ext>
            </a:extLst>
          </p:cNvPr>
          <p:cNvSpPr>
            <a:spLocks noChangeShapeType="1"/>
          </p:cNvSpPr>
          <p:nvPr/>
        </p:nvSpPr>
        <p:spPr bwMode="auto">
          <a:xfrm flipH="1">
            <a:off x="14478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5" name="Oval 19">
            <a:extLst>
              <a:ext uri="{FF2B5EF4-FFF2-40B4-BE49-F238E27FC236}">
                <a16:creationId xmlns:a16="http://schemas.microsoft.com/office/drawing/2014/main" id="{6C7BC68A-5F0D-2107-BFBE-1B164DE908B1}"/>
              </a:ext>
            </a:extLst>
          </p:cNvPr>
          <p:cNvSpPr>
            <a:spLocks noChangeArrowheads="1"/>
          </p:cNvSpPr>
          <p:nvPr/>
        </p:nvSpPr>
        <p:spPr bwMode="auto">
          <a:xfrm>
            <a:off x="10668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6516" name="Oval 20">
            <a:extLst>
              <a:ext uri="{FF2B5EF4-FFF2-40B4-BE49-F238E27FC236}">
                <a16:creationId xmlns:a16="http://schemas.microsoft.com/office/drawing/2014/main" id="{DE544270-B1B8-0BDF-9BD6-93F247CD3039}"/>
              </a:ext>
            </a:extLst>
          </p:cNvPr>
          <p:cNvSpPr>
            <a:spLocks noChangeArrowheads="1"/>
          </p:cNvSpPr>
          <p:nvPr/>
        </p:nvSpPr>
        <p:spPr bwMode="auto">
          <a:xfrm>
            <a:off x="2971800" y="1219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6517" name="Line 21">
            <a:extLst>
              <a:ext uri="{FF2B5EF4-FFF2-40B4-BE49-F238E27FC236}">
                <a16:creationId xmlns:a16="http://schemas.microsoft.com/office/drawing/2014/main" id="{1DEC925A-EC65-6EB3-EC62-79E52CC348CD}"/>
              </a:ext>
            </a:extLst>
          </p:cNvPr>
          <p:cNvSpPr>
            <a:spLocks noChangeShapeType="1"/>
          </p:cNvSpPr>
          <p:nvPr/>
        </p:nvSpPr>
        <p:spPr bwMode="auto">
          <a:xfrm flipH="1">
            <a:off x="4495800" y="4419600"/>
            <a:ext cx="685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18" name="Oval 22">
            <a:extLst>
              <a:ext uri="{FF2B5EF4-FFF2-40B4-BE49-F238E27FC236}">
                <a16:creationId xmlns:a16="http://schemas.microsoft.com/office/drawing/2014/main" id="{EDB6B9B4-4BF2-BA57-11C1-0DAAC0B41083}"/>
              </a:ext>
            </a:extLst>
          </p:cNvPr>
          <p:cNvSpPr>
            <a:spLocks noChangeArrowheads="1"/>
          </p:cNvSpPr>
          <p:nvPr/>
        </p:nvSpPr>
        <p:spPr bwMode="auto">
          <a:xfrm>
            <a:off x="42672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235543" name="Text Box 23">
            <a:extLst>
              <a:ext uri="{FF2B5EF4-FFF2-40B4-BE49-F238E27FC236}">
                <a16:creationId xmlns:a16="http://schemas.microsoft.com/office/drawing/2014/main" id="{10A72B4D-33BE-A8D2-8E07-CD263BA34F9A}"/>
              </a:ext>
            </a:extLst>
          </p:cNvPr>
          <p:cNvSpPr txBox="1">
            <a:spLocks noChangeArrowheads="1"/>
          </p:cNvSpPr>
          <p:nvPr/>
        </p:nvSpPr>
        <p:spPr bwMode="auto">
          <a:xfrm>
            <a:off x="5791200" y="44958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endParaRPr lang="en-US" altLang="zh-CN">
              <a:latin typeface="Times New Roman" charset="0"/>
            </a:endParaRPr>
          </a:p>
        </p:txBody>
      </p:sp>
      <p:sp>
        <p:nvSpPr>
          <p:cNvPr id="235544" name="Text Box 24">
            <a:extLst>
              <a:ext uri="{FF2B5EF4-FFF2-40B4-BE49-F238E27FC236}">
                <a16:creationId xmlns:a16="http://schemas.microsoft.com/office/drawing/2014/main" id="{05F14F73-CC60-580E-5AD4-D4B097145AE3}"/>
              </a:ext>
            </a:extLst>
          </p:cNvPr>
          <p:cNvSpPr txBox="1">
            <a:spLocks noChangeArrowheads="1"/>
          </p:cNvSpPr>
          <p:nvPr/>
        </p:nvSpPr>
        <p:spPr bwMode="auto">
          <a:xfrm>
            <a:off x="2743200" y="304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106521" name="Oval 25">
            <a:extLst>
              <a:ext uri="{FF2B5EF4-FFF2-40B4-BE49-F238E27FC236}">
                <a16:creationId xmlns:a16="http://schemas.microsoft.com/office/drawing/2014/main" id="{950B22F7-CEB1-2919-F024-C935D56F6DDD}"/>
              </a:ext>
            </a:extLst>
          </p:cNvPr>
          <p:cNvSpPr>
            <a:spLocks noChangeArrowheads="1"/>
          </p:cNvSpPr>
          <p:nvPr/>
        </p:nvSpPr>
        <p:spPr bwMode="auto">
          <a:xfrm>
            <a:off x="22860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16</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235546" name="Text Box 26">
            <a:extLst>
              <a:ext uri="{FF2B5EF4-FFF2-40B4-BE49-F238E27FC236}">
                <a16:creationId xmlns:a16="http://schemas.microsoft.com/office/drawing/2014/main" id="{2C88832A-6756-AB67-488C-67853AAC2E57}"/>
              </a:ext>
            </a:extLst>
          </p:cNvPr>
          <p:cNvSpPr txBox="1">
            <a:spLocks noChangeArrowheads="1"/>
          </p:cNvSpPr>
          <p:nvPr/>
        </p:nvSpPr>
        <p:spPr bwMode="auto">
          <a:xfrm>
            <a:off x="2209800" y="4495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9900"/>
                </a:solidFill>
                <a:effectLst>
                  <a:outerShdw blurRad="38100" dist="38100" dir="2700000" algn="tl">
                    <a:srgbClr val="C0C0C0"/>
                  </a:outerShdw>
                </a:effectLst>
              </a:rPr>
              <a:t>0</a:t>
            </a:r>
          </a:p>
        </p:txBody>
      </p:sp>
      <p:sp>
        <p:nvSpPr>
          <p:cNvPr id="235547" name="Text Box 27">
            <a:extLst>
              <a:ext uri="{FF2B5EF4-FFF2-40B4-BE49-F238E27FC236}">
                <a16:creationId xmlns:a16="http://schemas.microsoft.com/office/drawing/2014/main" id="{69B57F1F-0CFE-7874-1D39-1D518059962A}"/>
              </a:ext>
            </a:extLst>
          </p:cNvPr>
          <p:cNvSpPr txBox="1">
            <a:spLocks noChangeArrowheads="1"/>
          </p:cNvSpPr>
          <p:nvPr/>
        </p:nvSpPr>
        <p:spPr bwMode="auto">
          <a:xfrm>
            <a:off x="6673850" y="838200"/>
            <a:ext cx="3365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Times New Roman" charset="0"/>
              </a:rPr>
              <a:t>2</a:t>
            </a:r>
            <a:endParaRPr lang="en-US" altLang="zh-CN">
              <a:latin typeface="Times New Roman" charset="0"/>
            </a:endParaRPr>
          </a:p>
        </p:txBody>
      </p:sp>
      <p:sp>
        <p:nvSpPr>
          <p:cNvPr id="106524" name="AutoShape 28">
            <a:extLst>
              <a:ext uri="{FF2B5EF4-FFF2-40B4-BE49-F238E27FC236}">
                <a16:creationId xmlns:a16="http://schemas.microsoft.com/office/drawing/2014/main" id="{15B330CC-1EAD-6C70-9160-2999DACAD031}"/>
              </a:ext>
            </a:extLst>
          </p:cNvPr>
          <p:cNvSpPr>
            <a:spLocks noChangeArrowheads="1"/>
          </p:cNvSpPr>
          <p:nvPr/>
        </p:nvSpPr>
        <p:spPr bwMode="auto">
          <a:xfrm>
            <a:off x="7467600" y="1295400"/>
            <a:ext cx="1219200" cy="228600"/>
          </a:xfrm>
          <a:prstGeom prst="rightArrow">
            <a:avLst>
              <a:gd name="adj1" fmla="val 50000"/>
              <a:gd name="adj2" fmla="val 1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549" name="Text Box 29">
            <a:extLst>
              <a:ext uri="{FF2B5EF4-FFF2-40B4-BE49-F238E27FC236}">
                <a16:creationId xmlns:a16="http://schemas.microsoft.com/office/drawing/2014/main" id="{C29AD7D2-8ED0-EF04-3D81-23028188A289}"/>
              </a:ext>
            </a:extLst>
          </p:cNvPr>
          <p:cNvSpPr txBox="1">
            <a:spLocks noChangeArrowheads="1"/>
          </p:cNvSpPr>
          <p:nvPr/>
        </p:nvSpPr>
        <p:spPr bwMode="auto">
          <a:xfrm>
            <a:off x="7391400" y="762000"/>
            <a:ext cx="1416050" cy="457200"/>
          </a:xfrm>
          <a:prstGeom prst="rect">
            <a:avLst/>
          </a:prstGeom>
          <a:noFill/>
          <a:ln w="9525">
            <a:noFill/>
            <a:miter lim="800000"/>
            <a:headEnd/>
            <a:tailEnd/>
          </a:ln>
          <a:effectLst/>
        </p:spPr>
        <p:txBody>
          <a:bodyPr wrap="none">
            <a:spAutoFit/>
          </a:bodyPr>
          <a:lstStyle/>
          <a:p>
            <a:pPr>
              <a:defRPr/>
            </a:pPr>
            <a:r>
              <a:rPr lang="zh-CN" altLang="en-US" b="1">
                <a:effectLst>
                  <a:outerShdw blurRad="38100" dist="38100" dir="2700000" algn="tl">
                    <a:srgbClr val="C0C0C0"/>
                  </a:outerShdw>
                </a:effectLst>
                <a:latin typeface="Times New Roman" charset="0"/>
                <a:ea typeface="仿宋_GB2312" pitchFamily="49" charset="-122"/>
              </a:rPr>
              <a:t>右左双旋</a:t>
            </a:r>
            <a:endParaRPr lang="zh-CN" altLang="en-US">
              <a:latin typeface="Times New Roman" charset="0"/>
            </a:endParaRPr>
          </a:p>
        </p:txBody>
      </p:sp>
      <p:sp>
        <p:nvSpPr>
          <p:cNvPr id="106526" name="Oval 30">
            <a:extLst>
              <a:ext uri="{FF2B5EF4-FFF2-40B4-BE49-F238E27FC236}">
                <a16:creationId xmlns:a16="http://schemas.microsoft.com/office/drawing/2014/main" id="{F7C05A67-9C49-3112-C32D-5BE12501720B}"/>
              </a:ext>
            </a:extLst>
          </p:cNvPr>
          <p:cNvSpPr>
            <a:spLocks noChangeArrowheads="1"/>
          </p:cNvSpPr>
          <p:nvPr/>
        </p:nvSpPr>
        <p:spPr bwMode="auto">
          <a:xfrm>
            <a:off x="5029200" y="1219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latin typeface="Times New Roman" panose="02020603050405020304" pitchFamily="18" charset="0"/>
              <a:ea typeface="宋体" panose="02010600030101010101" pitchFamily="2" charset="-122"/>
            </a:endParaRPr>
          </a:p>
        </p:txBody>
      </p:sp>
      <p:sp>
        <p:nvSpPr>
          <p:cNvPr id="106527" name="Oval 31">
            <a:extLst>
              <a:ext uri="{FF2B5EF4-FFF2-40B4-BE49-F238E27FC236}">
                <a16:creationId xmlns:a16="http://schemas.microsoft.com/office/drawing/2014/main" id="{6F8376F7-A3A4-242E-1C3C-F9E4DDD5FB53}"/>
              </a:ext>
            </a:extLst>
          </p:cNvPr>
          <p:cNvSpPr>
            <a:spLocks noChangeArrowheads="1"/>
          </p:cNvSpPr>
          <p:nvPr/>
        </p:nvSpPr>
        <p:spPr bwMode="auto">
          <a:xfrm>
            <a:off x="44196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6528" name="Oval 32">
            <a:extLst>
              <a:ext uri="{FF2B5EF4-FFF2-40B4-BE49-F238E27FC236}">
                <a16:creationId xmlns:a16="http://schemas.microsoft.com/office/drawing/2014/main" id="{B3832F60-C5DA-CC92-B1C5-525131315076}"/>
              </a:ext>
            </a:extLst>
          </p:cNvPr>
          <p:cNvSpPr>
            <a:spLocks noChangeArrowheads="1"/>
          </p:cNvSpPr>
          <p:nvPr/>
        </p:nvSpPr>
        <p:spPr bwMode="auto">
          <a:xfrm>
            <a:off x="55626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9</a:t>
            </a:r>
            <a:endParaRPr lang="en-US" altLang="zh-CN" sz="2400">
              <a:latin typeface="Times New Roman" panose="02020603050405020304" pitchFamily="18" charset="0"/>
              <a:ea typeface="宋体" panose="02010600030101010101" pitchFamily="2" charset="-122"/>
            </a:endParaRPr>
          </a:p>
        </p:txBody>
      </p:sp>
      <p:sp>
        <p:nvSpPr>
          <p:cNvPr id="235553" name="Text Box 33">
            <a:extLst>
              <a:ext uri="{FF2B5EF4-FFF2-40B4-BE49-F238E27FC236}">
                <a16:creationId xmlns:a16="http://schemas.microsoft.com/office/drawing/2014/main" id="{1C2F1B99-8A26-2DB9-7BCD-A107485F1142}"/>
              </a:ext>
            </a:extLst>
          </p:cNvPr>
          <p:cNvSpPr txBox="1">
            <a:spLocks noChangeArrowheads="1"/>
          </p:cNvSpPr>
          <p:nvPr/>
        </p:nvSpPr>
        <p:spPr bwMode="auto">
          <a:xfrm>
            <a:off x="3625850" y="4495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9900"/>
                </a:solidFill>
                <a:effectLst>
                  <a:outerShdw blurRad="38100" dist="38100" dir="2700000" algn="tl">
                    <a:srgbClr val="C0C0C0"/>
                  </a:outerShdw>
                </a:effectLst>
              </a:rPr>
              <a:t>0</a:t>
            </a:r>
          </a:p>
        </p:txBody>
      </p:sp>
      <p:sp>
        <p:nvSpPr>
          <p:cNvPr id="235554" name="Text Box 34">
            <a:extLst>
              <a:ext uri="{FF2B5EF4-FFF2-40B4-BE49-F238E27FC236}">
                <a16:creationId xmlns:a16="http://schemas.microsoft.com/office/drawing/2014/main" id="{0FBE11CE-1B46-C27B-9425-9B71D3223966}"/>
              </a:ext>
            </a:extLst>
          </p:cNvPr>
          <p:cNvSpPr txBox="1">
            <a:spLocks noChangeArrowheads="1"/>
          </p:cNvSpPr>
          <p:nvPr/>
        </p:nvSpPr>
        <p:spPr bwMode="auto">
          <a:xfrm>
            <a:off x="6521450" y="2209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5555" name="Text Box 35">
            <a:extLst>
              <a:ext uri="{FF2B5EF4-FFF2-40B4-BE49-F238E27FC236}">
                <a16:creationId xmlns:a16="http://schemas.microsoft.com/office/drawing/2014/main" id="{5F2E2FF0-EEE9-9F99-55F2-7D47E93A245E}"/>
              </a:ext>
            </a:extLst>
          </p:cNvPr>
          <p:cNvSpPr txBox="1">
            <a:spLocks noChangeArrowheads="1"/>
          </p:cNvSpPr>
          <p:nvPr/>
        </p:nvSpPr>
        <p:spPr bwMode="auto">
          <a:xfrm>
            <a:off x="2971800" y="3733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9900"/>
                </a:solidFill>
                <a:effectLst>
                  <a:outerShdw blurRad="38100" dist="38100" dir="2700000" algn="tl">
                    <a:srgbClr val="C0C0C0"/>
                  </a:outerShdw>
                </a:effectLst>
              </a:rPr>
              <a:t>0</a:t>
            </a:r>
          </a:p>
        </p:txBody>
      </p:sp>
      <p:sp>
        <p:nvSpPr>
          <p:cNvPr id="106532" name="Oval 36">
            <a:extLst>
              <a:ext uri="{FF2B5EF4-FFF2-40B4-BE49-F238E27FC236}">
                <a16:creationId xmlns:a16="http://schemas.microsoft.com/office/drawing/2014/main" id="{FA2E0D54-183E-6679-B10C-BE04DDC2EC35}"/>
              </a:ext>
            </a:extLst>
          </p:cNvPr>
          <p:cNvSpPr>
            <a:spLocks noChangeArrowheads="1"/>
          </p:cNvSpPr>
          <p:nvPr/>
        </p:nvSpPr>
        <p:spPr bwMode="auto">
          <a:xfrm>
            <a:off x="6400800" y="2590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MS Hei" pitchFamily="49" charset="-122"/>
              </a:rPr>
              <a:t>18</a:t>
            </a:r>
            <a:endParaRPr lang="en-US" altLang="zh-CN" sz="2400">
              <a:latin typeface="Times New Roman" panose="02020603050405020304" pitchFamily="18" charset="0"/>
              <a:ea typeface="宋体" panose="02010600030101010101" pitchFamily="2" charset="-122"/>
            </a:endParaRPr>
          </a:p>
        </p:txBody>
      </p:sp>
      <p:sp>
        <p:nvSpPr>
          <p:cNvPr id="106533" name="Line 37">
            <a:extLst>
              <a:ext uri="{FF2B5EF4-FFF2-40B4-BE49-F238E27FC236}">
                <a16:creationId xmlns:a16="http://schemas.microsoft.com/office/drawing/2014/main" id="{9ED4AB8F-7B9A-F02B-3659-184A18B00967}"/>
              </a:ext>
            </a:extLst>
          </p:cNvPr>
          <p:cNvSpPr>
            <a:spLocks noChangeShapeType="1"/>
          </p:cNvSpPr>
          <p:nvPr/>
        </p:nvSpPr>
        <p:spPr bwMode="auto">
          <a:xfrm flipH="1">
            <a:off x="6781800" y="22860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34" name="Oval 38">
            <a:extLst>
              <a:ext uri="{FF2B5EF4-FFF2-40B4-BE49-F238E27FC236}">
                <a16:creationId xmlns:a16="http://schemas.microsoft.com/office/drawing/2014/main" id="{FB31E374-347E-E6F6-2F06-AD4D0BC86987}"/>
              </a:ext>
            </a:extLst>
          </p:cNvPr>
          <p:cNvSpPr>
            <a:spLocks noChangeArrowheads="1"/>
          </p:cNvSpPr>
          <p:nvPr/>
        </p:nvSpPr>
        <p:spPr bwMode="auto">
          <a:xfrm>
            <a:off x="70866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MS Hei" pitchFamily="49" charset="-122"/>
              </a:rPr>
              <a:t>26</a:t>
            </a:r>
            <a:endParaRPr lang="en-US" altLang="zh-CN" sz="2400">
              <a:latin typeface="Times New Roman" panose="02020603050405020304" pitchFamily="18" charset="0"/>
              <a:ea typeface="宋体" panose="02010600030101010101" pitchFamily="2" charset="-122"/>
            </a:endParaRPr>
          </a:p>
        </p:txBody>
      </p:sp>
      <p:sp>
        <p:nvSpPr>
          <p:cNvPr id="106535" name="Line 39">
            <a:extLst>
              <a:ext uri="{FF2B5EF4-FFF2-40B4-BE49-F238E27FC236}">
                <a16:creationId xmlns:a16="http://schemas.microsoft.com/office/drawing/2014/main" id="{F29CB510-C5E2-AF7B-C72E-8F23D7F6D470}"/>
              </a:ext>
            </a:extLst>
          </p:cNvPr>
          <p:cNvSpPr>
            <a:spLocks noChangeShapeType="1"/>
          </p:cNvSpPr>
          <p:nvPr/>
        </p:nvSpPr>
        <p:spPr bwMode="auto">
          <a:xfrm>
            <a:off x="6096000" y="9144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36" name="Line 40">
            <a:extLst>
              <a:ext uri="{FF2B5EF4-FFF2-40B4-BE49-F238E27FC236}">
                <a16:creationId xmlns:a16="http://schemas.microsoft.com/office/drawing/2014/main" id="{8755AB9F-733E-0C5C-90CF-E2AD27AD52FF}"/>
              </a:ext>
            </a:extLst>
          </p:cNvPr>
          <p:cNvSpPr>
            <a:spLocks noChangeShapeType="1"/>
          </p:cNvSpPr>
          <p:nvPr/>
        </p:nvSpPr>
        <p:spPr bwMode="auto">
          <a:xfrm flipH="1">
            <a:off x="5410200" y="9144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37" name="Oval 41">
            <a:extLst>
              <a:ext uri="{FF2B5EF4-FFF2-40B4-BE49-F238E27FC236}">
                <a16:creationId xmlns:a16="http://schemas.microsoft.com/office/drawing/2014/main" id="{DAD0F2B4-FF00-A33B-5ABC-D1A411D46BFE}"/>
              </a:ext>
            </a:extLst>
          </p:cNvPr>
          <p:cNvSpPr>
            <a:spLocks noChangeArrowheads="1"/>
          </p:cNvSpPr>
          <p:nvPr/>
        </p:nvSpPr>
        <p:spPr bwMode="auto">
          <a:xfrm>
            <a:off x="5715000" y="533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235562" name="Text Box 42">
            <a:extLst>
              <a:ext uri="{FF2B5EF4-FFF2-40B4-BE49-F238E27FC236}">
                <a16:creationId xmlns:a16="http://schemas.microsoft.com/office/drawing/2014/main" id="{2399719B-BFDA-392F-FC94-24E0B5C9B749}"/>
              </a:ext>
            </a:extLst>
          </p:cNvPr>
          <p:cNvSpPr txBox="1">
            <a:spLocks noChangeArrowheads="1"/>
          </p:cNvSpPr>
          <p:nvPr/>
        </p:nvSpPr>
        <p:spPr bwMode="auto">
          <a:xfrm>
            <a:off x="7239000" y="15240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p>
        </p:txBody>
      </p:sp>
      <p:sp>
        <p:nvSpPr>
          <p:cNvPr id="106539" name="Oval 43">
            <a:extLst>
              <a:ext uri="{FF2B5EF4-FFF2-40B4-BE49-F238E27FC236}">
                <a16:creationId xmlns:a16="http://schemas.microsoft.com/office/drawing/2014/main" id="{03E81E4D-FCA8-D1AD-A415-FD8CC7B559D9}"/>
              </a:ext>
            </a:extLst>
          </p:cNvPr>
          <p:cNvSpPr>
            <a:spLocks noChangeArrowheads="1"/>
          </p:cNvSpPr>
          <p:nvPr/>
        </p:nvSpPr>
        <p:spPr bwMode="auto">
          <a:xfrm>
            <a:off x="1371600" y="4114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40" name="Line 44">
            <a:extLst>
              <a:ext uri="{FF2B5EF4-FFF2-40B4-BE49-F238E27FC236}">
                <a16:creationId xmlns:a16="http://schemas.microsoft.com/office/drawing/2014/main" id="{5D6E4020-D98E-0C3B-CFC2-272AB757289D}"/>
              </a:ext>
            </a:extLst>
          </p:cNvPr>
          <p:cNvSpPr>
            <a:spLocks noChangeShapeType="1"/>
          </p:cNvSpPr>
          <p:nvPr/>
        </p:nvSpPr>
        <p:spPr bwMode="auto">
          <a:xfrm flipH="1">
            <a:off x="990600" y="44958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41" name="Oval 45">
            <a:extLst>
              <a:ext uri="{FF2B5EF4-FFF2-40B4-BE49-F238E27FC236}">
                <a16:creationId xmlns:a16="http://schemas.microsoft.com/office/drawing/2014/main" id="{32C2D70D-6A7E-EFA2-7581-300F830DCCAF}"/>
              </a:ext>
            </a:extLst>
          </p:cNvPr>
          <p:cNvSpPr>
            <a:spLocks noChangeArrowheads="1"/>
          </p:cNvSpPr>
          <p:nvPr/>
        </p:nvSpPr>
        <p:spPr bwMode="auto">
          <a:xfrm>
            <a:off x="6858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42" name="Line 46">
            <a:extLst>
              <a:ext uri="{FF2B5EF4-FFF2-40B4-BE49-F238E27FC236}">
                <a16:creationId xmlns:a16="http://schemas.microsoft.com/office/drawing/2014/main" id="{714371DF-EFA0-223B-D276-D2F18A72A474}"/>
              </a:ext>
            </a:extLst>
          </p:cNvPr>
          <p:cNvSpPr>
            <a:spLocks noChangeShapeType="1"/>
          </p:cNvSpPr>
          <p:nvPr/>
        </p:nvSpPr>
        <p:spPr bwMode="auto">
          <a:xfrm>
            <a:off x="2057400" y="1600200"/>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43" name="Oval 47">
            <a:extLst>
              <a:ext uri="{FF2B5EF4-FFF2-40B4-BE49-F238E27FC236}">
                <a16:creationId xmlns:a16="http://schemas.microsoft.com/office/drawing/2014/main" id="{3D648165-6815-DE9E-8A23-6BD568DC6450}"/>
              </a:ext>
            </a:extLst>
          </p:cNvPr>
          <p:cNvSpPr>
            <a:spLocks noChangeArrowheads="1"/>
          </p:cNvSpPr>
          <p:nvPr/>
        </p:nvSpPr>
        <p:spPr bwMode="auto">
          <a:xfrm>
            <a:off x="34290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44" name="Oval 48">
            <a:extLst>
              <a:ext uri="{FF2B5EF4-FFF2-40B4-BE49-F238E27FC236}">
                <a16:creationId xmlns:a16="http://schemas.microsoft.com/office/drawing/2014/main" id="{6537374D-B02E-13E4-A79B-D01A63918CE3}"/>
              </a:ext>
            </a:extLst>
          </p:cNvPr>
          <p:cNvSpPr>
            <a:spLocks noChangeArrowheads="1"/>
          </p:cNvSpPr>
          <p:nvPr/>
        </p:nvSpPr>
        <p:spPr bwMode="auto">
          <a:xfrm>
            <a:off x="6400800" y="1219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6545" name="Line 49">
            <a:extLst>
              <a:ext uri="{FF2B5EF4-FFF2-40B4-BE49-F238E27FC236}">
                <a16:creationId xmlns:a16="http://schemas.microsoft.com/office/drawing/2014/main" id="{162B4336-5E95-2C68-F8AE-7E22392B1905}"/>
              </a:ext>
            </a:extLst>
          </p:cNvPr>
          <p:cNvSpPr>
            <a:spLocks noChangeShapeType="1"/>
          </p:cNvSpPr>
          <p:nvPr/>
        </p:nvSpPr>
        <p:spPr bwMode="auto">
          <a:xfrm flipH="1">
            <a:off x="1752600" y="3810000"/>
            <a:ext cx="3810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46" name="Oval 50">
            <a:extLst>
              <a:ext uri="{FF2B5EF4-FFF2-40B4-BE49-F238E27FC236}">
                <a16:creationId xmlns:a16="http://schemas.microsoft.com/office/drawing/2014/main" id="{6562921A-87E3-8558-75F7-2565B6001CCE}"/>
              </a:ext>
            </a:extLst>
          </p:cNvPr>
          <p:cNvSpPr>
            <a:spLocks noChangeArrowheads="1"/>
          </p:cNvSpPr>
          <p:nvPr/>
        </p:nvSpPr>
        <p:spPr bwMode="auto">
          <a:xfrm>
            <a:off x="2057400" y="3429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47" name="Oval 51">
            <a:extLst>
              <a:ext uri="{FF2B5EF4-FFF2-40B4-BE49-F238E27FC236}">
                <a16:creationId xmlns:a16="http://schemas.microsoft.com/office/drawing/2014/main" id="{3AA61072-1FC2-EDAD-914D-C64FA4251669}"/>
              </a:ext>
            </a:extLst>
          </p:cNvPr>
          <p:cNvSpPr>
            <a:spLocks noChangeArrowheads="1"/>
          </p:cNvSpPr>
          <p:nvPr/>
        </p:nvSpPr>
        <p:spPr bwMode="auto">
          <a:xfrm>
            <a:off x="22860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9</a:t>
            </a:r>
            <a:endParaRPr lang="en-US" altLang="zh-CN" sz="2400">
              <a:latin typeface="Times New Roman" panose="02020603050405020304" pitchFamily="18" charset="0"/>
              <a:ea typeface="宋体" panose="02010600030101010101" pitchFamily="2" charset="-122"/>
            </a:endParaRPr>
          </a:p>
        </p:txBody>
      </p:sp>
      <p:sp>
        <p:nvSpPr>
          <p:cNvPr id="235572" name="Text Box 52">
            <a:extLst>
              <a:ext uri="{FF2B5EF4-FFF2-40B4-BE49-F238E27FC236}">
                <a16:creationId xmlns:a16="http://schemas.microsoft.com/office/drawing/2014/main" id="{16F229D5-FBDA-21A3-F510-F3B7FC30DCBD}"/>
              </a:ext>
            </a:extLst>
          </p:cNvPr>
          <p:cNvSpPr txBox="1">
            <a:spLocks noChangeArrowheads="1"/>
          </p:cNvSpPr>
          <p:nvPr/>
        </p:nvSpPr>
        <p:spPr bwMode="auto">
          <a:xfrm>
            <a:off x="6597650" y="37338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p>
        </p:txBody>
      </p:sp>
      <p:sp>
        <p:nvSpPr>
          <p:cNvPr id="106549" name="AutoShape 53">
            <a:extLst>
              <a:ext uri="{FF2B5EF4-FFF2-40B4-BE49-F238E27FC236}">
                <a16:creationId xmlns:a16="http://schemas.microsoft.com/office/drawing/2014/main" id="{1BF6AC64-3244-98B4-9CD4-39F85A6AD92F}"/>
              </a:ext>
            </a:extLst>
          </p:cNvPr>
          <p:cNvSpPr>
            <a:spLocks noChangeArrowheads="1"/>
          </p:cNvSpPr>
          <p:nvPr/>
        </p:nvSpPr>
        <p:spPr bwMode="auto">
          <a:xfrm>
            <a:off x="304800" y="1295400"/>
            <a:ext cx="1219200" cy="228600"/>
          </a:xfrm>
          <a:prstGeom prst="rightArrow">
            <a:avLst>
              <a:gd name="adj1" fmla="val 50000"/>
              <a:gd name="adj2" fmla="val 1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5574" name="Text Box 54">
            <a:extLst>
              <a:ext uri="{FF2B5EF4-FFF2-40B4-BE49-F238E27FC236}">
                <a16:creationId xmlns:a16="http://schemas.microsoft.com/office/drawing/2014/main" id="{1D2784C2-4B22-478C-585E-E217CEBE8741}"/>
              </a:ext>
            </a:extLst>
          </p:cNvPr>
          <p:cNvSpPr txBox="1">
            <a:spLocks noChangeArrowheads="1"/>
          </p:cNvSpPr>
          <p:nvPr/>
        </p:nvSpPr>
        <p:spPr bwMode="auto">
          <a:xfrm>
            <a:off x="304800" y="762000"/>
            <a:ext cx="1108075" cy="457200"/>
          </a:xfrm>
          <a:prstGeom prst="rect">
            <a:avLst/>
          </a:prstGeom>
          <a:noFill/>
          <a:ln w="9525">
            <a:noFill/>
            <a:miter lim="800000"/>
            <a:headEnd/>
            <a:tailEnd/>
          </a:ln>
          <a:effectLst/>
        </p:spPr>
        <p:txBody>
          <a:bodyPr wrap="none">
            <a:spAutoFit/>
          </a:bodyPr>
          <a:lstStyle/>
          <a:p>
            <a:pPr>
              <a:defRPr/>
            </a:pPr>
            <a:r>
              <a:rPr lang="zh-CN" altLang="en-US" b="1">
                <a:effectLst>
                  <a:outerShdw blurRad="38100" dist="38100" dir="2700000" algn="tl">
                    <a:srgbClr val="C0C0C0"/>
                  </a:outerShdw>
                </a:effectLst>
                <a:latin typeface="Times New Roman" charset="0"/>
                <a:ea typeface="仿宋_GB2312" pitchFamily="49" charset="-122"/>
              </a:rPr>
              <a:t>左单旋</a:t>
            </a:r>
            <a:endParaRPr lang="zh-CN" altLang="en-US">
              <a:latin typeface="Times New Roman" charset="0"/>
            </a:endParaRPr>
          </a:p>
        </p:txBody>
      </p:sp>
      <p:sp>
        <p:nvSpPr>
          <p:cNvPr id="106551" name="Oval 55">
            <a:extLst>
              <a:ext uri="{FF2B5EF4-FFF2-40B4-BE49-F238E27FC236}">
                <a16:creationId xmlns:a16="http://schemas.microsoft.com/office/drawing/2014/main" id="{36C62A6C-87AB-6952-B8BE-F455027B752F}"/>
              </a:ext>
            </a:extLst>
          </p:cNvPr>
          <p:cNvSpPr>
            <a:spLocks noChangeArrowheads="1"/>
          </p:cNvSpPr>
          <p:nvPr/>
        </p:nvSpPr>
        <p:spPr bwMode="auto">
          <a:xfrm>
            <a:off x="16764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9</a:t>
            </a:r>
            <a:endParaRPr lang="en-US" altLang="zh-CN" sz="2400">
              <a:solidFill>
                <a:srgbClr val="CC3300"/>
              </a:solidFill>
              <a:latin typeface="Times New Roman" panose="02020603050405020304" pitchFamily="18" charset="0"/>
              <a:ea typeface="宋体" panose="02010600030101010101" pitchFamily="2" charset="-122"/>
            </a:endParaRPr>
          </a:p>
        </p:txBody>
      </p:sp>
      <p:sp>
        <p:nvSpPr>
          <p:cNvPr id="106552" name="Oval 56">
            <a:extLst>
              <a:ext uri="{FF2B5EF4-FFF2-40B4-BE49-F238E27FC236}">
                <a16:creationId xmlns:a16="http://schemas.microsoft.com/office/drawing/2014/main" id="{568AA5AA-C2C2-D0E7-8DAB-9E381F6444DA}"/>
              </a:ext>
            </a:extLst>
          </p:cNvPr>
          <p:cNvSpPr>
            <a:spLocks noChangeArrowheads="1"/>
          </p:cNvSpPr>
          <p:nvPr/>
        </p:nvSpPr>
        <p:spPr bwMode="auto">
          <a:xfrm>
            <a:off x="5029200" y="4114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latin typeface="Times New Roman" panose="02020603050405020304" pitchFamily="18" charset="0"/>
              <a:ea typeface="宋体" panose="02010600030101010101" pitchFamily="2" charset="-122"/>
            </a:endParaRPr>
          </a:p>
        </p:txBody>
      </p:sp>
      <p:sp>
        <p:nvSpPr>
          <p:cNvPr id="106553" name="Oval 57">
            <a:extLst>
              <a:ext uri="{FF2B5EF4-FFF2-40B4-BE49-F238E27FC236}">
                <a16:creationId xmlns:a16="http://schemas.microsoft.com/office/drawing/2014/main" id="{CF57ED07-03AC-950F-D877-030191FACEEE}"/>
              </a:ext>
            </a:extLst>
          </p:cNvPr>
          <p:cNvSpPr>
            <a:spLocks noChangeArrowheads="1"/>
          </p:cNvSpPr>
          <p:nvPr/>
        </p:nvSpPr>
        <p:spPr bwMode="auto">
          <a:xfrm>
            <a:off x="60198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16</a:t>
            </a:r>
            <a:endParaRPr lang="en-US" altLang="zh-CN" sz="2400">
              <a:latin typeface="Times New Roman" panose="02020603050405020304" pitchFamily="18" charset="0"/>
              <a:ea typeface="宋体" panose="02010600030101010101" pitchFamily="2" charset="-122"/>
            </a:endParaRPr>
          </a:p>
        </p:txBody>
      </p:sp>
      <p:sp>
        <p:nvSpPr>
          <p:cNvPr id="106554" name="Oval 58">
            <a:extLst>
              <a:ext uri="{FF2B5EF4-FFF2-40B4-BE49-F238E27FC236}">
                <a16:creationId xmlns:a16="http://schemas.microsoft.com/office/drawing/2014/main" id="{BBF81292-AD25-9D0D-5155-4F9D3F58E41B}"/>
              </a:ext>
            </a:extLst>
          </p:cNvPr>
          <p:cNvSpPr>
            <a:spLocks noChangeArrowheads="1"/>
          </p:cNvSpPr>
          <p:nvPr/>
        </p:nvSpPr>
        <p:spPr bwMode="auto">
          <a:xfrm>
            <a:off x="5486400" y="571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14</a:t>
            </a:r>
            <a:endParaRPr lang="en-US" altLang="zh-CN" sz="2400">
              <a:latin typeface="Times New Roman" panose="02020603050405020304" pitchFamily="18" charset="0"/>
              <a:ea typeface="宋体" panose="02010600030101010101" pitchFamily="2" charset="-122"/>
            </a:endParaRPr>
          </a:p>
        </p:txBody>
      </p:sp>
      <p:sp>
        <p:nvSpPr>
          <p:cNvPr id="235579" name="Text Box 59">
            <a:extLst>
              <a:ext uri="{FF2B5EF4-FFF2-40B4-BE49-F238E27FC236}">
                <a16:creationId xmlns:a16="http://schemas.microsoft.com/office/drawing/2014/main" id="{3F7D320B-B0C8-B616-1C09-E744E90667DE}"/>
              </a:ext>
            </a:extLst>
          </p:cNvPr>
          <p:cNvSpPr txBox="1">
            <a:spLocks noChangeArrowheads="1"/>
          </p:cNvSpPr>
          <p:nvPr/>
        </p:nvSpPr>
        <p:spPr bwMode="auto">
          <a:xfrm>
            <a:off x="2286000" y="30480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9900"/>
                </a:solidFill>
                <a:effectLst>
                  <a:outerShdw blurRad="38100" dist="38100" dir="2700000" algn="tl">
                    <a:srgbClr val="C0C0C0"/>
                  </a:outerShdw>
                </a:effectLst>
              </a:rPr>
              <a:t>0</a:t>
            </a:r>
          </a:p>
        </p:txBody>
      </p:sp>
      <p:sp>
        <p:nvSpPr>
          <p:cNvPr id="235580" name="Text Box 60">
            <a:extLst>
              <a:ext uri="{FF2B5EF4-FFF2-40B4-BE49-F238E27FC236}">
                <a16:creationId xmlns:a16="http://schemas.microsoft.com/office/drawing/2014/main" id="{E4CD1531-33E4-E790-3EFD-8602B2874E84}"/>
              </a:ext>
            </a:extLst>
          </p:cNvPr>
          <p:cNvSpPr txBox="1">
            <a:spLocks noChangeArrowheads="1"/>
          </p:cNvSpPr>
          <p:nvPr/>
        </p:nvSpPr>
        <p:spPr bwMode="auto">
          <a:xfrm>
            <a:off x="5334000" y="53340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5581" name="Text Box 61">
            <a:extLst>
              <a:ext uri="{FF2B5EF4-FFF2-40B4-BE49-F238E27FC236}">
                <a16:creationId xmlns:a16="http://schemas.microsoft.com/office/drawing/2014/main" id="{6E66432B-2D31-6DFE-A966-D24FFF111660}"/>
              </a:ext>
            </a:extLst>
          </p:cNvPr>
          <p:cNvSpPr txBox="1">
            <a:spLocks noChangeArrowheads="1"/>
          </p:cNvSpPr>
          <p:nvPr/>
        </p:nvSpPr>
        <p:spPr bwMode="auto">
          <a:xfrm>
            <a:off x="3244850" y="8382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106558" name="Line 62">
            <a:extLst>
              <a:ext uri="{FF2B5EF4-FFF2-40B4-BE49-F238E27FC236}">
                <a16:creationId xmlns:a16="http://schemas.microsoft.com/office/drawing/2014/main" id="{EBADDAC9-7DD4-F4DE-90FA-BBEDBF573A32}"/>
              </a:ext>
            </a:extLst>
          </p:cNvPr>
          <p:cNvSpPr>
            <a:spLocks noChangeShapeType="1"/>
          </p:cNvSpPr>
          <p:nvPr/>
        </p:nvSpPr>
        <p:spPr bwMode="auto">
          <a:xfrm flipH="1">
            <a:off x="2057400" y="9144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59" name="Oval 63">
            <a:extLst>
              <a:ext uri="{FF2B5EF4-FFF2-40B4-BE49-F238E27FC236}">
                <a16:creationId xmlns:a16="http://schemas.microsoft.com/office/drawing/2014/main" id="{31494DB7-4893-E982-B389-9A5037EA03FB}"/>
              </a:ext>
            </a:extLst>
          </p:cNvPr>
          <p:cNvSpPr>
            <a:spLocks noChangeArrowheads="1"/>
          </p:cNvSpPr>
          <p:nvPr/>
        </p:nvSpPr>
        <p:spPr bwMode="auto">
          <a:xfrm>
            <a:off x="1752600" y="12192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latin typeface="Times New Roman" panose="02020603050405020304" pitchFamily="18" charset="0"/>
              <a:ea typeface="宋体" panose="02010600030101010101" pitchFamily="2" charset="-122"/>
            </a:endParaRPr>
          </a:p>
        </p:txBody>
      </p:sp>
      <p:sp>
        <p:nvSpPr>
          <p:cNvPr id="106560" name="Oval 64">
            <a:extLst>
              <a:ext uri="{FF2B5EF4-FFF2-40B4-BE49-F238E27FC236}">
                <a16:creationId xmlns:a16="http://schemas.microsoft.com/office/drawing/2014/main" id="{3C252ABC-7F70-5ADA-C6D4-BBE06B272AB6}"/>
              </a:ext>
            </a:extLst>
          </p:cNvPr>
          <p:cNvSpPr>
            <a:spLocks noChangeArrowheads="1"/>
          </p:cNvSpPr>
          <p:nvPr/>
        </p:nvSpPr>
        <p:spPr bwMode="auto">
          <a:xfrm>
            <a:off x="2362200" y="533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11</a:t>
            </a:r>
            <a:endParaRPr lang="en-US" altLang="zh-CN" sz="2400">
              <a:latin typeface="Times New Roman" panose="02020603050405020304" pitchFamily="18" charset="0"/>
              <a:ea typeface="宋体" panose="02010600030101010101" pitchFamily="2" charset="-122"/>
            </a:endParaRPr>
          </a:p>
        </p:txBody>
      </p:sp>
      <p:sp>
        <p:nvSpPr>
          <p:cNvPr id="106561" name="Line 65">
            <a:extLst>
              <a:ext uri="{FF2B5EF4-FFF2-40B4-BE49-F238E27FC236}">
                <a16:creationId xmlns:a16="http://schemas.microsoft.com/office/drawing/2014/main" id="{D9EDC7F7-94D7-E1C4-2B10-C5BB59D530B6}"/>
              </a:ext>
            </a:extLst>
          </p:cNvPr>
          <p:cNvSpPr>
            <a:spLocks noChangeShapeType="1"/>
          </p:cNvSpPr>
          <p:nvPr/>
        </p:nvSpPr>
        <p:spPr bwMode="auto">
          <a:xfrm>
            <a:off x="67818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62" name="Line 66">
            <a:extLst>
              <a:ext uri="{FF2B5EF4-FFF2-40B4-BE49-F238E27FC236}">
                <a16:creationId xmlns:a16="http://schemas.microsoft.com/office/drawing/2014/main" id="{514F2E2B-7FF9-E62E-B5AA-C87CB52525EB}"/>
              </a:ext>
            </a:extLst>
          </p:cNvPr>
          <p:cNvSpPr>
            <a:spLocks noChangeShapeType="1"/>
          </p:cNvSpPr>
          <p:nvPr/>
        </p:nvSpPr>
        <p:spPr bwMode="auto">
          <a:xfrm>
            <a:off x="6781800" y="4495800"/>
            <a:ext cx="533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563" name="Oval 67">
            <a:extLst>
              <a:ext uri="{FF2B5EF4-FFF2-40B4-BE49-F238E27FC236}">
                <a16:creationId xmlns:a16="http://schemas.microsoft.com/office/drawing/2014/main" id="{976B2C20-2ECF-B785-5B0B-D0EFC037752C}"/>
              </a:ext>
            </a:extLst>
          </p:cNvPr>
          <p:cNvSpPr>
            <a:spLocks noChangeArrowheads="1"/>
          </p:cNvSpPr>
          <p:nvPr/>
        </p:nvSpPr>
        <p:spPr bwMode="auto">
          <a:xfrm>
            <a:off x="3581400" y="1905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latin typeface="Times New Roman" panose="02020603050405020304" pitchFamily="18" charset="0"/>
              <a:ea typeface="宋体" panose="02010600030101010101" pitchFamily="2" charset="-122"/>
            </a:endParaRPr>
          </a:p>
        </p:txBody>
      </p:sp>
      <p:sp>
        <p:nvSpPr>
          <p:cNvPr id="106564" name="Oval 68">
            <a:extLst>
              <a:ext uri="{FF2B5EF4-FFF2-40B4-BE49-F238E27FC236}">
                <a16:creationId xmlns:a16="http://schemas.microsoft.com/office/drawing/2014/main" id="{0191785C-686B-DC9A-A92F-072D1E17886F}"/>
              </a:ext>
            </a:extLst>
          </p:cNvPr>
          <p:cNvSpPr>
            <a:spLocks noChangeArrowheads="1"/>
          </p:cNvSpPr>
          <p:nvPr/>
        </p:nvSpPr>
        <p:spPr bwMode="auto">
          <a:xfrm>
            <a:off x="71628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latin typeface="Times New Roman" panose="02020603050405020304" pitchFamily="18" charset="0"/>
              <a:ea typeface="宋体" panose="02010600030101010101" pitchFamily="2" charset="-122"/>
            </a:endParaRPr>
          </a:p>
        </p:txBody>
      </p:sp>
      <p:sp>
        <p:nvSpPr>
          <p:cNvPr id="106565" name="Oval 69">
            <a:extLst>
              <a:ext uri="{FF2B5EF4-FFF2-40B4-BE49-F238E27FC236}">
                <a16:creationId xmlns:a16="http://schemas.microsoft.com/office/drawing/2014/main" id="{8259234A-F304-B117-E90D-CF6AF8FA3F6A}"/>
              </a:ext>
            </a:extLst>
          </p:cNvPr>
          <p:cNvSpPr>
            <a:spLocks noChangeArrowheads="1"/>
          </p:cNvSpPr>
          <p:nvPr/>
        </p:nvSpPr>
        <p:spPr bwMode="auto">
          <a:xfrm>
            <a:off x="5334000" y="487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9</a:t>
            </a:r>
            <a:endParaRPr lang="en-US" altLang="zh-CN" sz="2400">
              <a:latin typeface="Times New Roman" panose="02020603050405020304" pitchFamily="18" charset="0"/>
              <a:ea typeface="宋体" panose="02010600030101010101" pitchFamily="2" charset="-122"/>
            </a:endParaRPr>
          </a:p>
        </p:txBody>
      </p:sp>
      <p:sp>
        <p:nvSpPr>
          <p:cNvPr id="235590" name="Text Box 70">
            <a:extLst>
              <a:ext uri="{FF2B5EF4-FFF2-40B4-BE49-F238E27FC236}">
                <a16:creationId xmlns:a16="http://schemas.microsoft.com/office/drawing/2014/main" id="{F5FD764D-565F-2948-08A8-472B3CE04480}"/>
              </a:ext>
            </a:extLst>
          </p:cNvPr>
          <p:cNvSpPr txBox="1">
            <a:spLocks noChangeArrowheads="1"/>
          </p:cNvSpPr>
          <p:nvPr/>
        </p:nvSpPr>
        <p:spPr bwMode="auto">
          <a:xfrm>
            <a:off x="6096000" y="31242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235591" name="Text Box 71">
            <a:extLst>
              <a:ext uri="{FF2B5EF4-FFF2-40B4-BE49-F238E27FC236}">
                <a16:creationId xmlns:a16="http://schemas.microsoft.com/office/drawing/2014/main" id="{39B0BFAD-869F-5260-42A3-7CC362CFE261}"/>
              </a:ext>
            </a:extLst>
          </p:cNvPr>
          <p:cNvSpPr txBox="1">
            <a:spLocks noChangeArrowheads="1"/>
          </p:cNvSpPr>
          <p:nvPr/>
        </p:nvSpPr>
        <p:spPr bwMode="auto">
          <a:xfrm>
            <a:off x="6140450" y="2286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106568" name="Oval 72">
            <a:extLst>
              <a:ext uri="{FF2B5EF4-FFF2-40B4-BE49-F238E27FC236}">
                <a16:creationId xmlns:a16="http://schemas.microsoft.com/office/drawing/2014/main" id="{A9B8A737-3587-A69B-0F38-922B2DE7ABD8}"/>
              </a:ext>
            </a:extLst>
          </p:cNvPr>
          <p:cNvSpPr>
            <a:spLocks noChangeArrowheads="1"/>
          </p:cNvSpPr>
          <p:nvPr/>
        </p:nvSpPr>
        <p:spPr bwMode="auto">
          <a:xfrm>
            <a:off x="5715000" y="34290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106569" name="Freeform 73">
            <a:extLst>
              <a:ext uri="{FF2B5EF4-FFF2-40B4-BE49-F238E27FC236}">
                <a16:creationId xmlns:a16="http://schemas.microsoft.com/office/drawing/2014/main" id="{3CD7C9A7-A5EE-513B-0DB5-A208AB643F99}"/>
              </a:ext>
            </a:extLst>
          </p:cNvPr>
          <p:cNvSpPr>
            <a:spLocks/>
          </p:cNvSpPr>
          <p:nvPr/>
        </p:nvSpPr>
        <p:spPr bwMode="auto">
          <a:xfrm>
            <a:off x="6146800" y="952500"/>
            <a:ext cx="1524000" cy="2298700"/>
          </a:xfrm>
          <a:custGeom>
            <a:avLst/>
            <a:gdLst>
              <a:gd name="T0" fmla="*/ 2147483646 w 960"/>
              <a:gd name="T1" fmla="*/ 2147483646 h 1448"/>
              <a:gd name="T2" fmla="*/ 2147483646 w 960"/>
              <a:gd name="T3" fmla="*/ 2147483646 h 1448"/>
              <a:gd name="T4" fmla="*/ 2147483646 w 960"/>
              <a:gd name="T5" fmla="*/ 2147483646 h 1448"/>
              <a:gd name="T6" fmla="*/ 2147483646 w 960"/>
              <a:gd name="T7" fmla="*/ 2147483646 h 1448"/>
              <a:gd name="T8" fmla="*/ 2147483646 w 960"/>
              <a:gd name="T9" fmla="*/ 2147483646 h 1448"/>
              <a:gd name="T10" fmla="*/ 2147483646 w 960"/>
              <a:gd name="T11" fmla="*/ 2147483646 h 1448"/>
              <a:gd name="T12" fmla="*/ 2147483646 w 960"/>
              <a:gd name="T13" fmla="*/ 2147483646 h 1448"/>
              <a:gd name="T14" fmla="*/ 2147483646 w 960"/>
              <a:gd name="T15" fmla="*/ 2147483646 h 1448"/>
              <a:gd name="T16" fmla="*/ 2147483646 w 960"/>
              <a:gd name="T17" fmla="*/ 2147483646 h 1448"/>
              <a:gd name="T18" fmla="*/ 2147483646 w 960"/>
              <a:gd name="T19" fmla="*/ 2147483646 h 1448"/>
              <a:gd name="T20" fmla="*/ 2147483646 w 960"/>
              <a:gd name="T21" fmla="*/ 2147483646 h 1448"/>
              <a:gd name="T22" fmla="*/ 2147483646 w 960"/>
              <a:gd name="T23" fmla="*/ 2147483646 h 1448"/>
              <a:gd name="T24" fmla="*/ 2147483646 w 960"/>
              <a:gd name="T25" fmla="*/ 2147483646 h 1448"/>
              <a:gd name="T26" fmla="*/ 2147483646 w 960"/>
              <a:gd name="T27" fmla="*/ 2147483646 h 1448"/>
              <a:gd name="T28" fmla="*/ 2147483646 w 960"/>
              <a:gd name="T29" fmla="*/ 2147483646 h 1448"/>
              <a:gd name="T30" fmla="*/ 2147483646 w 960"/>
              <a:gd name="T31" fmla="*/ 2147483646 h 1448"/>
              <a:gd name="T32" fmla="*/ 2147483646 w 960"/>
              <a:gd name="T33" fmla="*/ 2147483646 h 1448"/>
              <a:gd name="T34" fmla="*/ 2147483646 w 960"/>
              <a:gd name="T35" fmla="*/ 2147483646 h 14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0"/>
              <a:gd name="T55" fmla="*/ 0 h 1448"/>
              <a:gd name="T56" fmla="*/ 960 w 960"/>
              <a:gd name="T57" fmla="*/ 1448 h 14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0" h="1448">
                <a:moveTo>
                  <a:pt x="160" y="72"/>
                </a:moveTo>
                <a:cubicBezTo>
                  <a:pt x="104" y="88"/>
                  <a:pt x="88" y="128"/>
                  <a:pt x="64" y="168"/>
                </a:cubicBezTo>
                <a:cubicBezTo>
                  <a:pt x="40" y="208"/>
                  <a:pt x="0" y="256"/>
                  <a:pt x="16" y="312"/>
                </a:cubicBezTo>
                <a:cubicBezTo>
                  <a:pt x="32" y="368"/>
                  <a:pt x="112" y="448"/>
                  <a:pt x="160" y="504"/>
                </a:cubicBezTo>
                <a:cubicBezTo>
                  <a:pt x="208" y="560"/>
                  <a:pt x="280" y="600"/>
                  <a:pt x="304" y="648"/>
                </a:cubicBezTo>
                <a:cubicBezTo>
                  <a:pt x="328" y="696"/>
                  <a:pt x="336" y="736"/>
                  <a:pt x="304" y="792"/>
                </a:cubicBezTo>
                <a:cubicBezTo>
                  <a:pt x="272" y="848"/>
                  <a:pt x="152" y="928"/>
                  <a:pt x="112" y="984"/>
                </a:cubicBezTo>
                <a:cubicBezTo>
                  <a:pt x="72" y="1040"/>
                  <a:pt x="72" y="1088"/>
                  <a:pt x="64" y="1128"/>
                </a:cubicBezTo>
                <a:cubicBezTo>
                  <a:pt x="56" y="1168"/>
                  <a:pt x="56" y="1192"/>
                  <a:pt x="64" y="1224"/>
                </a:cubicBezTo>
                <a:cubicBezTo>
                  <a:pt x="72" y="1256"/>
                  <a:pt x="80" y="1288"/>
                  <a:pt x="112" y="1320"/>
                </a:cubicBezTo>
                <a:cubicBezTo>
                  <a:pt x="144" y="1352"/>
                  <a:pt x="200" y="1408"/>
                  <a:pt x="256" y="1416"/>
                </a:cubicBezTo>
                <a:cubicBezTo>
                  <a:pt x="312" y="1424"/>
                  <a:pt x="344" y="1448"/>
                  <a:pt x="448" y="1368"/>
                </a:cubicBezTo>
                <a:cubicBezTo>
                  <a:pt x="552" y="1288"/>
                  <a:pt x="800" y="1032"/>
                  <a:pt x="880" y="936"/>
                </a:cubicBezTo>
                <a:cubicBezTo>
                  <a:pt x="960" y="840"/>
                  <a:pt x="920" y="840"/>
                  <a:pt x="928" y="792"/>
                </a:cubicBezTo>
                <a:cubicBezTo>
                  <a:pt x="936" y="744"/>
                  <a:pt x="944" y="696"/>
                  <a:pt x="928" y="648"/>
                </a:cubicBezTo>
                <a:cubicBezTo>
                  <a:pt x="912" y="600"/>
                  <a:pt x="920" y="600"/>
                  <a:pt x="832" y="504"/>
                </a:cubicBezTo>
                <a:cubicBezTo>
                  <a:pt x="744" y="408"/>
                  <a:pt x="512" y="144"/>
                  <a:pt x="400" y="72"/>
                </a:cubicBezTo>
                <a:cubicBezTo>
                  <a:pt x="288" y="0"/>
                  <a:pt x="216" y="56"/>
                  <a:pt x="160" y="72"/>
                </a:cubicBezTo>
                <a:close/>
              </a:path>
            </a:pathLst>
          </a:custGeom>
          <a:noFill/>
          <a:ln w="19050">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0781B27C-3DE0-A9F1-1D41-1C28E56BBA97}"/>
              </a:ext>
            </a:extLst>
          </p:cNvPr>
          <p:cNvSpPr>
            <a:spLocks noGrp="1"/>
          </p:cNvSpPr>
          <p:nvPr>
            <p:ph type="sldNum" sz="quarter" idx="12"/>
          </p:nvPr>
        </p:nvSpPr>
        <p:spPr/>
        <p:txBody>
          <a:bodyPr/>
          <a:lstStyle/>
          <a:p>
            <a:pPr>
              <a:defRPr/>
            </a:pPr>
            <a:fld id="{A5CDC942-AD50-4CB1-AAEC-9B389C2C8E01}" type="slidenum">
              <a:rPr lang="en-US" altLang="zh-CN" smtClean="0"/>
              <a:pPr>
                <a:defRPr/>
              </a:pPr>
              <a:t>91</a:t>
            </a:fld>
            <a:endParaRPr lang="en-US" altLang="zh-CN"/>
          </a:p>
        </p:txBody>
      </p:sp>
    </p:spTree>
  </p:cSld>
  <p:clrMapOvr>
    <a:masterClrMapping/>
  </p:clrMapOvr>
  <p:transition>
    <p:spli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Line 2">
            <a:extLst>
              <a:ext uri="{FF2B5EF4-FFF2-40B4-BE49-F238E27FC236}">
                <a16:creationId xmlns:a16="http://schemas.microsoft.com/office/drawing/2014/main" id="{3D778040-4E1F-25CC-E804-3C5951590C9B}"/>
              </a:ext>
            </a:extLst>
          </p:cNvPr>
          <p:cNvSpPr>
            <a:spLocks noChangeShapeType="1"/>
          </p:cNvSpPr>
          <p:nvPr/>
        </p:nvSpPr>
        <p:spPr bwMode="auto">
          <a:xfrm flipH="1">
            <a:off x="6781800" y="2057400"/>
            <a:ext cx="3048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3" name="Line 3">
            <a:extLst>
              <a:ext uri="{FF2B5EF4-FFF2-40B4-BE49-F238E27FC236}">
                <a16:creationId xmlns:a16="http://schemas.microsoft.com/office/drawing/2014/main" id="{F206F6DB-A2CA-4EE7-945E-799DD9F4684D}"/>
              </a:ext>
            </a:extLst>
          </p:cNvPr>
          <p:cNvSpPr>
            <a:spLocks noChangeShapeType="1"/>
          </p:cNvSpPr>
          <p:nvPr/>
        </p:nvSpPr>
        <p:spPr bwMode="auto">
          <a:xfrm>
            <a:off x="6629400" y="13716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4" name="Line 4">
            <a:extLst>
              <a:ext uri="{FF2B5EF4-FFF2-40B4-BE49-F238E27FC236}">
                <a16:creationId xmlns:a16="http://schemas.microsoft.com/office/drawing/2014/main" id="{6651CA11-E4ED-DD1E-66D1-A57D6581C48D}"/>
              </a:ext>
            </a:extLst>
          </p:cNvPr>
          <p:cNvSpPr>
            <a:spLocks noChangeShapeType="1"/>
          </p:cNvSpPr>
          <p:nvPr/>
        </p:nvSpPr>
        <p:spPr bwMode="auto">
          <a:xfrm flipH="1">
            <a:off x="5791200" y="1295400"/>
            <a:ext cx="533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5" name="Line 5">
            <a:extLst>
              <a:ext uri="{FF2B5EF4-FFF2-40B4-BE49-F238E27FC236}">
                <a16:creationId xmlns:a16="http://schemas.microsoft.com/office/drawing/2014/main" id="{661217EA-A4AA-D33A-AB4F-D757C98F1525}"/>
              </a:ext>
            </a:extLst>
          </p:cNvPr>
          <p:cNvSpPr>
            <a:spLocks noChangeShapeType="1"/>
          </p:cNvSpPr>
          <p:nvPr/>
        </p:nvSpPr>
        <p:spPr bwMode="auto">
          <a:xfrm>
            <a:off x="2438400" y="13716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6" name="Line 6">
            <a:extLst>
              <a:ext uri="{FF2B5EF4-FFF2-40B4-BE49-F238E27FC236}">
                <a16:creationId xmlns:a16="http://schemas.microsoft.com/office/drawing/2014/main" id="{276216E2-F0BF-07AC-9659-B00BA592DDBE}"/>
              </a:ext>
            </a:extLst>
          </p:cNvPr>
          <p:cNvSpPr>
            <a:spLocks noChangeShapeType="1"/>
          </p:cNvSpPr>
          <p:nvPr/>
        </p:nvSpPr>
        <p:spPr bwMode="auto">
          <a:xfrm flipH="1">
            <a:off x="2057400" y="2819400"/>
            <a:ext cx="3048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7" name="Line 7">
            <a:extLst>
              <a:ext uri="{FF2B5EF4-FFF2-40B4-BE49-F238E27FC236}">
                <a16:creationId xmlns:a16="http://schemas.microsoft.com/office/drawing/2014/main" id="{D84A76DA-E969-9A97-32CE-FCA968AC0401}"/>
              </a:ext>
            </a:extLst>
          </p:cNvPr>
          <p:cNvSpPr>
            <a:spLocks noChangeShapeType="1"/>
          </p:cNvSpPr>
          <p:nvPr/>
        </p:nvSpPr>
        <p:spPr bwMode="auto">
          <a:xfrm>
            <a:off x="6858000" y="2819400"/>
            <a:ext cx="381000" cy="685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8" name="Line 8">
            <a:extLst>
              <a:ext uri="{FF2B5EF4-FFF2-40B4-BE49-F238E27FC236}">
                <a16:creationId xmlns:a16="http://schemas.microsoft.com/office/drawing/2014/main" id="{F8F6BA9A-4D0C-F97E-F552-3EA4B987A71E}"/>
              </a:ext>
            </a:extLst>
          </p:cNvPr>
          <p:cNvSpPr>
            <a:spLocks noChangeShapeType="1"/>
          </p:cNvSpPr>
          <p:nvPr/>
        </p:nvSpPr>
        <p:spPr bwMode="auto">
          <a:xfrm>
            <a:off x="5791200" y="2057400"/>
            <a:ext cx="2286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29" name="Line 9">
            <a:extLst>
              <a:ext uri="{FF2B5EF4-FFF2-40B4-BE49-F238E27FC236}">
                <a16:creationId xmlns:a16="http://schemas.microsoft.com/office/drawing/2014/main" id="{6F881F98-F930-D5D9-A7F4-6890FDC99CEC}"/>
              </a:ext>
            </a:extLst>
          </p:cNvPr>
          <p:cNvSpPr>
            <a:spLocks noChangeShapeType="1"/>
          </p:cNvSpPr>
          <p:nvPr/>
        </p:nvSpPr>
        <p:spPr bwMode="auto">
          <a:xfrm flipH="1">
            <a:off x="6248400" y="2819400"/>
            <a:ext cx="304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0" name="Line 10">
            <a:extLst>
              <a:ext uri="{FF2B5EF4-FFF2-40B4-BE49-F238E27FC236}">
                <a16:creationId xmlns:a16="http://schemas.microsoft.com/office/drawing/2014/main" id="{ABD73348-B957-0B27-3723-1F1FB322632D}"/>
              </a:ext>
            </a:extLst>
          </p:cNvPr>
          <p:cNvSpPr>
            <a:spLocks noChangeShapeType="1"/>
          </p:cNvSpPr>
          <p:nvPr/>
        </p:nvSpPr>
        <p:spPr bwMode="auto">
          <a:xfrm>
            <a:off x="1600200" y="2133600"/>
            <a:ext cx="2286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1" name="Line 11">
            <a:extLst>
              <a:ext uri="{FF2B5EF4-FFF2-40B4-BE49-F238E27FC236}">
                <a16:creationId xmlns:a16="http://schemas.microsoft.com/office/drawing/2014/main" id="{C02C6506-29BD-7773-97EB-C960CA2760DE}"/>
              </a:ext>
            </a:extLst>
          </p:cNvPr>
          <p:cNvSpPr>
            <a:spLocks noChangeShapeType="1"/>
          </p:cNvSpPr>
          <p:nvPr/>
        </p:nvSpPr>
        <p:spPr bwMode="auto">
          <a:xfrm flipH="1">
            <a:off x="2590800" y="2133600"/>
            <a:ext cx="228600" cy="381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2" name="Line 12">
            <a:extLst>
              <a:ext uri="{FF2B5EF4-FFF2-40B4-BE49-F238E27FC236}">
                <a16:creationId xmlns:a16="http://schemas.microsoft.com/office/drawing/2014/main" id="{CEF8CB0B-649F-870D-AA49-3C31DC58D177}"/>
              </a:ext>
            </a:extLst>
          </p:cNvPr>
          <p:cNvSpPr>
            <a:spLocks noChangeShapeType="1"/>
          </p:cNvSpPr>
          <p:nvPr/>
        </p:nvSpPr>
        <p:spPr bwMode="auto">
          <a:xfrm>
            <a:off x="2133600" y="3657600"/>
            <a:ext cx="4572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3" name="Line 13">
            <a:extLst>
              <a:ext uri="{FF2B5EF4-FFF2-40B4-BE49-F238E27FC236}">
                <a16:creationId xmlns:a16="http://schemas.microsoft.com/office/drawing/2014/main" id="{CFF9B78A-9765-7434-0E7C-8158087E9E34}"/>
              </a:ext>
            </a:extLst>
          </p:cNvPr>
          <p:cNvSpPr>
            <a:spLocks noChangeShapeType="1"/>
          </p:cNvSpPr>
          <p:nvPr/>
        </p:nvSpPr>
        <p:spPr bwMode="auto">
          <a:xfrm flipH="1">
            <a:off x="5105400" y="20574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4" name="Line 14">
            <a:extLst>
              <a:ext uri="{FF2B5EF4-FFF2-40B4-BE49-F238E27FC236}">
                <a16:creationId xmlns:a16="http://schemas.microsoft.com/office/drawing/2014/main" id="{BD8BE4AD-F03E-6395-8B4F-29E458E2F2B6}"/>
              </a:ext>
            </a:extLst>
          </p:cNvPr>
          <p:cNvSpPr>
            <a:spLocks noChangeShapeType="1"/>
          </p:cNvSpPr>
          <p:nvPr/>
        </p:nvSpPr>
        <p:spPr bwMode="auto">
          <a:xfrm>
            <a:off x="3124200" y="2133600"/>
            <a:ext cx="457200" cy="4572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5" name="Oval 15">
            <a:extLst>
              <a:ext uri="{FF2B5EF4-FFF2-40B4-BE49-F238E27FC236}">
                <a16:creationId xmlns:a16="http://schemas.microsoft.com/office/drawing/2014/main" id="{D6E51600-B27D-4239-2993-9209EDF12882}"/>
              </a:ext>
            </a:extLst>
          </p:cNvPr>
          <p:cNvSpPr>
            <a:spLocks noChangeArrowheads="1"/>
          </p:cNvSpPr>
          <p:nvPr/>
        </p:nvSpPr>
        <p:spPr bwMode="auto">
          <a:xfrm>
            <a:off x="2362200" y="4114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15</a:t>
            </a:r>
            <a:endParaRPr lang="en-US" altLang="zh-CN" sz="2400">
              <a:latin typeface="Times New Roman" panose="02020603050405020304" pitchFamily="18" charset="0"/>
              <a:ea typeface="宋体" panose="02010600030101010101" pitchFamily="2" charset="-122"/>
            </a:endParaRPr>
          </a:p>
        </p:txBody>
      </p:sp>
      <p:sp>
        <p:nvSpPr>
          <p:cNvPr id="107536" name="Oval 16">
            <a:extLst>
              <a:ext uri="{FF2B5EF4-FFF2-40B4-BE49-F238E27FC236}">
                <a16:creationId xmlns:a16="http://schemas.microsoft.com/office/drawing/2014/main" id="{FB379ACA-B7C0-C1E6-2CC2-94DC2E359E73}"/>
              </a:ext>
            </a:extLst>
          </p:cNvPr>
          <p:cNvSpPr>
            <a:spLocks noChangeArrowheads="1"/>
          </p:cNvSpPr>
          <p:nvPr/>
        </p:nvSpPr>
        <p:spPr bwMode="auto">
          <a:xfrm>
            <a:off x="6934200" y="1676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18</a:t>
            </a:r>
            <a:endParaRPr lang="en-US" altLang="zh-CN" sz="2400">
              <a:latin typeface="Times New Roman" panose="02020603050405020304" pitchFamily="18" charset="0"/>
              <a:ea typeface="宋体" panose="02010600030101010101" pitchFamily="2" charset="-122"/>
            </a:endParaRPr>
          </a:p>
        </p:txBody>
      </p:sp>
      <p:sp>
        <p:nvSpPr>
          <p:cNvPr id="236561" name="Text Box 17">
            <a:extLst>
              <a:ext uri="{FF2B5EF4-FFF2-40B4-BE49-F238E27FC236}">
                <a16:creationId xmlns:a16="http://schemas.microsoft.com/office/drawing/2014/main" id="{5BA7F18B-FD30-AF0C-5D38-44F84E013A6C}"/>
              </a:ext>
            </a:extLst>
          </p:cNvPr>
          <p:cNvSpPr txBox="1">
            <a:spLocks noChangeArrowheads="1"/>
          </p:cNvSpPr>
          <p:nvPr/>
        </p:nvSpPr>
        <p:spPr bwMode="auto">
          <a:xfrm>
            <a:off x="2406650" y="685800"/>
            <a:ext cx="336550" cy="457200"/>
          </a:xfrm>
          <a:prstGeom prst="rect">
            <a:avLst/>
          </a:prstGeom>
          <a:noFill/>
          <a:ln w="9525">
            <a:noFill/>
            <a:miter lim="800000"/>
            <a:headEnd/>
            <a:tailEnd/>
          </a:ln>
          <a:effectLst/>
        </p:spPr>
        <p:txBody>
          <a:bodyPr wrap="none">
            <a:spAutoFit/>
          </a:bodyPr>
          <a:lstStyle/>
          <a:p>
            <a:pPr>
              <a:defRPr/>
            </a:pPr>
            <a:r>
              <a:rPr lang="en-US" altLang="zh-CN" b="1">
                <a:solidFill>
                  <a:srgbClr val="009900"/>
                </a:solidFill>
                <a:effectLst>
                  <a:outerShdw blurRad="38100" dist="38100" dir="2700000" algn="tl">
                    <a:srgbClr val="C0C0C0"/>
                  </a:outerShdw>
                </a:effectLst>
                <a:latin typeface="Times New Roman" charset="0"/>
              </a:rPr>
              <a:t>2</a:t>
            </a:r>
            <a:endParaRPr lang="en-US" altLang="zh-CN">
              <a:solidFill>
                <a:srgbClr val="009900"/>
              </a:solidFill>
              <a:latin typeface="Times New Roman" charset="0"/>
            </a:endParaRPr>
          </a:p>
        </p:txBody>
      </p:sp>
      <p:sp>
        <p:nvSpPr>
          <p:cNvPr id="107538" name="Line 18">
            <a:extLst>
              <a:ext uri="{FF2B5EF4-FFF2-40B4-BE49-F238E27FC236}">
                <a16:creationId xmlns:a16="http://schemas.microsoft.com/office/drawing/2014/main" id="{EEB27E33-12E2-819C-E3DA-CD3E97AAC8E4}"/>
              </a:ext>
            </a:extLst>
          </p:cNvPr>
          <p:cNvSpPr>
            <a:spLocks noChangeShapeType="1"/>
          </p:cNvSpPr>
          <p:nvPr/>
        </p:nvSpPr>
        <p:spPr bwMode="auto">
          <a:xfrm flipH="1">
            <a:off x="838200" y="2057400"/>
            <a:ext cx="6096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39" name="Oval 19">
            <a:extLst>
              <a:ext uri="{FF2B5EF4-FFF2-40B4-BE49-F238E27FC236}">
                <a16:creationId xmlns:a16="http://schemas.microsoft.com/office/drawing/2014/main" id="{F248F857-DAFF-A082-E792-1BD85EF68080}"/>
              </a:ext>
            </a:extLst>
          </p:cNvPr>
          <p:cNvSpPr>
            <a:spLocks noChangeArrowheads="1"/>
          </p:cNvSpPr>
          <p:nvPr/>
        </p:nvSpPr>
        <p:spPr bwMode="auto">
          <a:xfrm>
            <a:off x="6096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107540" name="Oval 20">
            <a:extLst>
              <a:ext uri="{FF2B5EF4-FFF2-40B4-BE49-F238E27FC236}">
                <a16:creationId xmlns:a16="http://schemas.microsoft.com/office/drawing/2014/main" id="{951204BE-6269-4C7B-ACFE-38E09878826A}"/>
              </a:ext>
            </a:extLst>
          </p:cNvPr>
          <p:cNvSpPr>
            <a:spLocks noChangeArrowheads="1"/>
          </p:cNvSpPr>
          <p:nvPr/>
        </p:nvSpPr>
        <p:spPr bwMode="auto">
          <a:xfrm>
            <a:off x="2743200" y="1752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18</a:t>
            </a:r>
            <a:endParaRPr lang="en-US" altLang="zh-CN" sz="2400">
              <a:latin typeface="Times New Roman" panose="02020603050405020304" pitchFamily="18" charset="0"/>
              <a:ea typeface="宋体" panose="02010600030101010101" pitchFamily="2" charset="-122"/>
            </a:endParaRPr>
          </a:p>
        </p:txBody>
      </p:sp>
      <p:sp>
        <p:nvSpPr>
          <p:cNvPr id="107541" name="Oval 21">
            <a:extLst>
              <a:ext uri="{FF2B5EF4-FFF2-40B4-BE49-F238E27FC236}">
                <a16:creationId xmlns:a16="http://schemas.microsoft.com/office/drawing/2014/main" id="{4D25A794-55C4-DD8C-AE5F-0CAF3D8716E7}"/>
              </a:ext>
            </a:extLst>
          </p:cNvPr>
          <p:cNvSpPr>
            <a:spLocks noChangeArrowheads="1"/>
          </p:cNvSpPr>
          <p:nvPr/>
        </p:nvSpPr>
        <p:spPr bwMode="auto">
          <a:xfrm>
            <a:off x="22860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MS Hei" pitchFamily="49" charset="-122"/>
              </a:rPr>
              <a:t>16</a:t>
            </a:r>
            <a:endParaRPr lang="en-US" altLang="zh-CN" sz="2400">
              <a:latin typeface="Times New Roman" panose="02020603050405020304" pitchFamily="18" charset="0"/>
              <a:ea typeface="宋体" panose="02010600030101010101" pitchFamily="2" charset="-122"/>
            </a:endParaRPr>
          </a:p>
        </p:txBody>
      </p:sp>
      <p:sp>
        <p:nvSpPr>
          <p:cNvPr id="236566" name="Text Box 22">
            <a:extLst>
              <a:ext uri="{FF2B5EF4-FFF2-40B4-BE49-F238E27FC236}">
                <a16:creationId xmlns:a16="http://schemas.microsoft.com/office/drawing/2014/main" id="{6917139B-345D-7D51-201A-F8067C833605}"/>
              </a:ext>
            </a:extLst>
          </p:cNvPr>
          <p:cNvSpPr txBox="1">
            <a:spLocks noChangeArrowheads="1"/>
          </p:cNvSpPr>
          <p:nvPr/>
        </p:nvSpPr>
        <p:spPr bwMode="auto">
          <a:xfrm>
            <a:off x="2209800" y="19812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99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009900"/>
                </a:solidFill>
                <a:effectLst>
                  <a:outerShdw blurRad="38100" dist="38100" dir="2700000" algn="tl">
                    <a:srgbClr val="C0C0C0"/>
                  </a:outerShdw>
                </a:effectLst>
                <a:latin typeface="Times New Roman" charset="0"/>
              </a:rPr>
              <a:t>2</a:t>
            </a:r>
            <a:endParaRPr lang="en-US" altLang="zh-CN">
              <a:solidFill>
                <a:srgbClr val="009900"/>
              </a:solidFill>
              <a:latin typeface="Times New Roman" charset="0"/>
            </a:endParaRPr>
          </a:p>
        </p:txBody>
      </p:sp>
      <p:sp>
        <p:nvSpPr>
          <p:cNvPr id="107543" name="AutoShape 23">
            <a:extLst>
              <a:ext uri="{FF2B5EF4-FFF2-40B4-BE49-F238E27FC236}">
                <a16:creationId xmlns:a16="http://schemas.microsoft.com/office/drawing/2014/main" id="{9BCF2220-7236-E2FE-FF8F-E6FB7572CC9D}"/>
              </a:ext>
            </a:extLst>
          </p:cNvPr>
          <p:cNvSpPr>
            <a:spLocks noChangeArrowheads="1"/>
          </p:cNvSpPr>
          <p:nvPr/>
        </p:nvSpPr>
        <p:spPr bwMode="auto">
          <a:xfrm>
            <a:off x="3810000" y="1600200"/>
            <a:ext cx="1219200" cy="228600"/>
          </a:xfrm>
          <a:prstGeom prst="rightArrow">
            <a:avLst>
              <a:gd name="adj1" fmla="val 50000"/>
              <a:gd name="adj2" fmla="val 133333"/>
            </a:avLst>
          </a:prstGeom>
          <a:solidFill>
            <a:schemeClr val="accent1"/>
          </a:solidFill>
          <a:ln w="9525">
            <a:solidFill>
              <a:schemeClr val="tx1"/>
            </a:solidFill>
            <a:miter lim="800000"/>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kumimoji="1" lang="zh-CN" altLang="en-US" sz="2400">
              <a:latin typeface="Times New Roman" panose="02020603050405020304" pitchFamily="18" charset="0"/>
              <a:ea typeface="宋体" panose="02010600030101010101" pitchFamily="2" charset="-122"/>
            </a:endParaRPr>
          </a:p>
        </p:txBody>
      </p:sp>
      <p:sp>
        <p:nvSpPr>
          <p:cNvPr id="236568" name="Text Box 24">
            <a:extLst>
              <a:ext uri="{FF2B5EF4-FFF2-40B4-BE49-F238E27FC236}">
                <a16:creationId xmlns:a16="http://schemas.microsoft.com/office/drawing/2014/main" id="{C5B33846-2DB9-F64F-7EE0-0E07AB841B34}"/>
              </a:ext>
            </a:extLst>
          </p:cNvPr>
          <p:cNvSpPr txBox="1">
            <a:spLocks noChangeArrowheads="1"/>
          </p:cNvSpPr>
          <p:nvPr/>
        </p:nvSpPr>
        <p:spPr bwMode="auto">
          <a:xfrm>
            <a:off x="3733800" y="990600"/>
            <a:ext cx="1416050" cy="457200"/>
          </a:xfrm>
          <a:prstGeom prst="rect">
            <a:avLst/>
          </a:prstGeom>
          <a:noFill/>
          <a:ln w="9525">
            <a:noFill/>
            <a:miter lim="800000"/>
            <a:headEnd/>
            <a:tailEnd/>
          </a:ln>
          <a:effectLst/>
        </p:spPr>
        <p:txBody>
          <a:bodyPr wrap="none">
            <a:spAutoFit/>
          </a:bodyPr>
          <a:lstStyle/>
          <a:p>
            <a:pPr>
              <a:defRPr/>
            </a:pPr>
            <a:r>
              <a:rPr lang="zh-CN" altLang="en-US" b="1">
                <a:effectLst>
                  <a:outerShdw blurRad="38100" dist="38100" dir="2700000" algn="tl">
                    <a:srgbClr val="C0C0C0"/>
                  </a:outerShdw>
                </a:effectLst>
                <a:latin typeface="Times New Roman" charset="0"/>
                <a:ea typeface="仿宋_GB2312" pitchFamily="49" charset="-122"/>
              </a:rPr>
              <a:t>左右双旋</a:t>
            </a:r>
            <a:endParaRPr lang="zh-CN" altLang="en-US">
              <a:latin typeface="Times New Roman" charset="0"/>
            </a:endParaRPr>
          </a:p>
        </p:txBody>
      </p:sp>
      <p:sp>
        <p:nvSpPr>
          <p:cNvPr id="107545" name="Oval 25">
            <a:extLst>
              <a:ext uri="{FF2B5EF4-FFF2-40B4-BE49-F238E27FC236}">
                <a16:creationId xmlns:a16="http://schemas.microsoft.com/office/drawing/2014/main" id="{11F63705-8300-DF95-65A0-E7A26AA8632A}"/>
              </a:ext>
            </a:extLst>
          </p:cNvPr>
          <p:cNvSpPr>
            <a:spLocks noChangeArrowheads="1"/>
          </p:cNvSpPr>
          <p:nvPr/>
        </p:nvSpPr>
        <p:spPr bwMode="auto">
          <a:xfrm>
            <a:off x="5486400" y="1676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latin typeface="Times New Roman" panose="02020603050405020304" pitchFamily="18" charset="0"/>
              <a:ea typeface="宋体" panose="02010600030101010101" pitchFamily="2" charset="-122"/>
            </a:endParaRPr>
          </a:p>
        </p:txBody>
      </p:sp>
      <p:sp>
        <p:nvSpPr>
          <p:cNvPr id="107546" name="Oval 26">
            <a:extLst>
              <a:ext uri="{FF2B5EF4-FFF2-40B4-BE49-F238E27FC236}">
                <a16:creationId xmlns:a16="http://schemas.microsoft.com/office/drawing/2014/main" id="{9BA26B7E-315E-8996-EBBE-702C0C7C16E2}"/>
              </a:ext>
            </a:extLst>
          </p:cNvPr>
          <p:cNvSpPr>
            <a:spLocks noChangeArrowheads="1"/>
          </p:cNvSpPr>
          <p:nvPr/>
        </p:nvSpPr>
        <p:spPr bwMode="auto">
          <a:xfrm>
            <a:off x="47244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3</a:t>
            </a:r>
            <a:endParaRPr lang="en-US" altLang="zh-CN" sz="2400">
              <a:latin typeface="Times New Roman" panose="02020603050405020304" pitchFamily="18" charset="0"/>
              <a:ea typeface="宋体" panose="02010600030101010101" pitchFamily="2" charset="-122"/>
            </a:endParaRPr>
          </a:p>
        </p:txBody>
      </p:sp>
      <p:sp>
        <p:nvSpPr>
          <p:cNvPr id="236571" name="Text Box 27">
            <a:extLst>
              <a:ext uri="{FF2B5EF4-FFF2-40B4-BE49-F238E27FC236}">
                <a16:creationId xmlns:a16="http://schemas.microsoft.com/office/drawing/2014/main" id="{A67A61D7-B368-F78F-AE75-075DE1BE446D}"/>
              </a:ext>
            </a:extLst>
          </p:cNvPr>
          <p:cNvSpPr txBox="1">
            <a:spLocks noChangeArrowheads="1"/>
          </p:cNvSpPr>
          <p:nvPr/>
        </p:nvSpPr>
        <p:spPr bwMode="auto">
          <a:xfrm>
            <a:off x="5791200" y="28956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6572" name="Text Box 28">
            <a:extLst>
              <a:ext uri="{FF2B5EF4-FFF2-40B4-BE49-F238E27FC236}">
                <a16:creationId xmlns:a16="http://schemas.microsoft.com/office/drawing/2014/main" id="{175F92C0-CA62-D5E6-7126-5671BFBFCC92}"/>
              </a:ext>
            </a:extLst>
          </p:cNvPr>
          <p:cNvSpPr txBox="1">
            <a:spLocks noChangeArrowheads="1"/>
          </p:cNvSpPr>
          <p:nvPr/>
        </p:nvSpPr>
        <p:spPr bwMode="auto">
          <a:xfrm>
            <a:off x="6324600" y="20574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6573" name="Text Box 29">
            <a:extLst>
              <a:ext uri="{FF2B5EF4-FFF2-40B4-BE49-F238E27FC236}">
                <a16:creationId xmlns:a16="http://schemas.microsoft.com/office/drawing/2014/main" id="{8ACFC88B-6ED5-F3C7-7D9B-E781CE42861D}"/>
              </a:ext>
            </a:extLst>
          </p:cNvPr>
          <p:cNvSpPr txBox="1">
            <a:spLocks noChangeArrowheads="1"/>
          </p:cNvSpPr>
          <p:nvPr/>
        </p:nvSpPr>
        <p:spPr bwMode="auto">
          <a:xfrm>
            <a:off x="2590800" y="37338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9900"/>
                </a:solidFill>
                <a:effectLst>
                  <a:outerShdw blurRad="38100" dist="38100" dir="2700000" algn="tl">
                    <a:srgbClr val="C0C0C0"/>
                  </a:outerShdw>
                </a:effectLst>
              </a:rPr>
              <a:t>0</a:t>
            </a:r>
          </a:p>
        </p:txBody>
      </p:sp>
      <p:sp>
        <p:nvSpPr>
          <p:cNvPr id="107550" name="Oval 30">
            <a:extLst>
              <a:ext uri="{FF2B5EF4-FFF2-40B4-BE49-F238E27FC236}">
                <a16:creationId xmlns:a16="http://schemas.microsoft.com/office/drawing/2014/main" id="{3DA76352-6D83-FE2E-C02B-B72ACBAE5525}"/>
              </a:ext>
            </a:extLst>
          </p:cNvPr>
          <p:cNvSpPr>
            <a:spLocks noChangeArrowheads="1"/>
          </p:cNvSpPr>
          <p:nvPr/>
        </p:nvSpPr>
        <p:spPr bwMode="auto">
          <a:xfrm>
            <a:off x="6248400" y="990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11</a:t>
            </a:r>
            <a:endParaRPr lang="en-US" altLang="zh-CN" sz="2400">
              <a:latin typeface="Times New Roman" panose="02020603050405020304" pitchFamily="18" charset="0"/>
              <a:ea typeface="宋体" panose="02010600030101010101" pitchFamily="2" charset="-122"/>
            </a:endParaRPr>
          </a:p>
        </p:txBody>
      </p:sp>
      <p:sp>
        <p:nvSpPr>
          <p:cNvPr id="107551" name="Oval 31">
            <a:extLst>
              <a:ext uri="{FF2B5EF4-FFF2-40B4-BE49-F238E27FC236}">
                <a16:creationId xmlns:a16="http://schemas.microsoft.com/office/drawing/2014/main" id="{0006245B-D5BD-D575-9227-723BD08BB71C}"/>
              </a:ext>
            </a:extLst>
          </p:cNvPr>
          <p:cNvSpPr>
            <a:spLocks noChangeArrowheads="1"/>
          </p:cNvSpPr>
          <p:nvPr/>
        </p:nvSpPr>
        <p:spPr bwMode="auto">
          <a:xfrm>
            <a:off x="1295400" y="1752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a:solidFill>
                  <a:srgbClr val="CC3300"/>
                </a:solidFill>
                <a:latin typeface="Times New Roman" panose="02020603050405020304" pitchFamily="18" charset="0"/>
                <a:ea typeface="MS Hei" pitchFamily="49" charset="-122"/>
              </a:rPr>
              <a:t>7</a:t>
            </a:r>
            <a:endParaRPr lang="en-US" altLang="zh-CN" sz="2400">
              <a:latin typeface="Times New Roman" panose="02020603050405020304" pitchFamily="18" charset="0"/>
              <a:ea typeface="宋体" panose="02010600030101010101" pitchFamily="2" charset="-122"/>
            </a:endParaRPr>
          </a:p>
        </p:txBody>
      </p:sp>
      <p:sp>
        <p:nvSpPr>
          <p:cNvPr id="107552" name="Oval 32">
            <a:extLst>
              <a:ext uri="{FF2B5EF4-FFF2-40B4-BE49-F238E27FC236}">
                <a16:creationId xmlns:a16="http://schemas.microsoft.com/office/drawing/2014/main" id="{6990FBFF-C22A-571A-05EA-72B8D20E509A}"/>
              </a:ext>
            </a:extLst>
          </p:cNvPr>
          <p:cNvSpPr>
            <a:spLocks noChangeArrowheads="1"/>
          </p:cNvSpPr>
          <p:nvPr/>
        </p:nvSpPr>
        <p:spPr bwMode="auto">
          <a:xfrm>
            <a:off x="1828800" y="3276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chemeClr val="bg2"/>
                </a:solidFill>
                <a:latin typeface="Times New Roman" panose="02020603050405020304" pitchFamily="18" charset="0"/>
                <a:ea typeface="宋体" panose="02010600030101010101" pitchFamily="2" charset="-122"/>
              </a:rPr>
              <a:t>14</a:t>
            </a:r>
            <a:endParaRPr lang="en-US" altLang="zh-CN" sz="2400">
              <a:latin typeface="Times New Roman" panose="02020603050405020304" pitchFamily="18" charset="0"/>
              <a:ea typeface="宋体" panose="02010600030101010101" pitchFamily="2" charset="-122"/>
            </a:endParaRPr>
          </a:p>
        </p:txBody>
      </p:sp>
      <p:sp>
        <p:nvSpPr>
          <p:cNvPr id="107553" name="Oval 33">
            <a:extLst>
              <a:ext uri="{FF2B5EF4-FFF2-40B4-BE49-F238E27FC236}">
                <a16:creationId xmlns:a16="http://schemas.microsoft.com/office/drawing/2014/main" id="{01882D72-A5DD-5830-712A-60B2FDA4DABF}"/>
              </a:ext>
            </a:extLst>
          </p:cNvPr>
          <p:cNvSpPr>
            <a:spLocks noChangeArrowheads="1"/>
          </p:cNvSpPr>
          <p:nvPr/>
        </p:nvSpPr>
        <p:spPr bwMode="auto">
          <a:xfrm>
            <a:off x="16764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9</a:t>
            </a:r>
            <a:endParaRPr lang="en-US" altLang="zh-CN" sz="2400">
              <a:latin typeface="Times New Roman" panose="02020603050405020304" pitchFamily="18" charset="0"/>
              <a:ea typeface="宋体" panose="02010600030101010101" pitchFamily="2" charset="-122"/>
            </a:endParaRPr>
          </a:p>
        </p:txBody>
      </p:sp>
      <p:sp>
        <p:nvSpPr>
          <p:cNvPr id="236578" name="Text Box 34">
            <a:extLst>
              <a:ext uri="{FF2B5EF4-FFF2-40B4-BE49-F238E27FC236}">
                <a16:creationId xmlns:a16="http://schemas.microsoft.com/office/drawing/2014/main" id="{187D748D-2E47-6417-606E-7D83B4B2101C}"/>
              </a:ext>
            </a:extLst>
          </p:cNvPr>
          <p:cNvSpPr txBox="1">
            <a:spLocks noChangeArrowheads="1"/>
          </p:cNvSpPr>
          <p:nvPr/>
        </p:nvSpPr>
        <p:spPr bwMode="auto">
          <a:xfrm>
            <a:off x="6934200" y="12954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8000"/>
                </a:solidFill>
                <a:effectLst>
                  <a:outerShdw blurRad="38100" dist="38100" dir="2700000" algn="tl">
                    <a:srgbClr val="C0C0C0"/>
                  </a:outerShdw>
                </a:effectLst>
                <a:latin typeface="宋体" pitchFamily="2" charset="-122"/>
              </a:rPr>
              <a:t>-</a:t>
            </a:r>
            <a:r>
              <a:rPr lang="en-US" altLang="zh-CN" b="1">
                <a:solidFill>
                  <a:srgbClr val="008000"/>
                </a:solidFill>
                <a:effectLst>
                  <a:outerShdw blurRad="38100" dist="38100" dir="2700000" algn="tl">
                    <a:srgbClr val="C0C0C0"/>
                  </a:outerShdw>
                </a:effectLst>
                <a:latin typeface="Times New Roman" charset="0"/>
              </a:rPr>
              <a:t>1</a:t>
            </a:r>
          </a:p>
        </p:txBody>
      </p:sp>
      <p:sp>
        <p:nvSpPr>
          <p:cNvPr id="107555" name="Oval 35">
            <a:extLst>
              <a:ext uri="{FF2B5EF4-FFF2-40B4-BE49-F238E27FC236}">
                <a16:creationId xmlns:a16="http://schemas.microsoft.com/office/drawing/2014/main" id="{87C312C9-84C5-3E70-9185-D238AB1D9D40}"/>
              </a:ext>
            </a:extLst>
          </p:cNvPr>
          <p:cNvSpPr>
            <a:spLocks noChangeArrowheads="1"/>
          </p:cNvSpPr>
          <p:nvPr/>
        </p:nvSpPr>
        <p:spPr bwMode="auto">
          <a:xfrm>
            <a:off x="6934200" y="3276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16</a:t>
            </a:r>
            <a:endParaRPr lang="en-US" altLang="zh-CN" sz="2400">
              <a:latin typeface="Times New Roman" panose="02020603050405020304" pitchFamily="18" charset="0"/>
              <a:ea typeface="宋体" panose="02010600030101010101" pitchFamily="2" charset="-122"/>
            </a:endParaRPr>
          </a:p>
        </p:txBody>
      </p:sp>
      <p:sp>
        <p:nvSpPr>
          <p:cNvPr id="107556" name="Oval 36">
            <a:extLst>
              <a:ext uri="{FF2B5EF4-FFF2-40B4-BE49-F238E27FC236}">
                <a16:creationId xmlns:a16="http://schemas.microsoft.com/office/drawing/2014/main" id="{EC7F14FD-7305-7A9E-1BEB-AD8AD893961D}"/>
              </a:ext>
            </a:extLst>
          </p:cNvPr>
          <p:cNvSpPr>
            <a:spLocks noChangeArrowheads="1"/>
          </p:cNvSpPr>
          <p:nvPr/>
        </p:nvSpPr>
        <p:spPr bwMode="auto">
          <a:xfrm>
            <a:off x="64770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15</a:t>
            </a:r>
            <a:endParaRPr lang="en-US" altLang="zh-CN" sz="2400">
              <a:latin typeface="Times New Roman" panose="02020603050405020304" pitchFamily="18" charset="0"/>
              <a:ea typeface="宋体" panose="02010600030101010101" pitchFamily="2" charset="-122"/>
            </a:endParaRPr>
          </a:p>
        </p:txBody>
      </p:sp>
      <p:sp>
        <p:nvSpPr>
          <p:cNvPr id="236581" name="Text Box 37">
            <a:extLst>
              <a:ext uri="{FF2B5EF4-FFF2-40B4-BE49-F238E27FC236}">
                <a16:creationId xmlns:a16="http://schemas.microsoft.com/office/drawing/2014/main" id="{148AB47C-22D9-3F29-E2DB-F4BD652E8ED0}"/>
              </a:ext>
            </a:extLst>
          </p:cNvPr>
          <p:cNvSpPr txBox="1">
            <a:spLocks noChangeArrowheads="1"/>
          </p:cNvSpPr>
          <p:nvPr/>
        </p:nvSpPr>
        <p:spPr bwMode="auto">
          <a:xfrm>
            <a:off x="7054850" y="28956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0</a:t>
            </a:r>
          </a:p>
        </p:txBody>
      </p:sp>
      <p:sp>
        <p:nvSpPr>
          <p:cNvPr id="236582" name="Text Box 38">
            <a:extLst>
              <a:ext uri="{FF2B5EF4-FFF2-40B4-BE49-F238E27FC236}">
                <a16:creationId xmlns:a16="http://schemas.microsoft.com/office/drawing/2014/main" id="{E37429C4-4D01-3F96-0CF7-4F12E11353AC}"/>
              </a:ext>
            </a:extLst>
          </p:cNvPr>
          <p:cNvSpPr txBox="1">
            <a:spLocks noChangeArrowheads="1"/>
          </p:cNvSpPr>
          <p:nvPr/>
        </p:nvSpPr>
        <p:spPr bwMode="auto">
          <a:xfrm>
            <a:off x="6445250" y="609600"/>
            <a:ext cx="336550" cy="457200"/>
          </a:xfrm>
          <a:prstGeom prst="rect">
            <a:avLst/>
          </a:prstGeom>
          <a:no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C0C0C0"/>
                  </a:outerShdw>
                </a:effectLst>
              </a:rPr>
              <a:t>1</a:t>
            </a:r>
          </a:p>
        </p:txBody>
      </p:sp>
      <p:sp>
        <p:nvSpPr>
          <p:cNvPr id="107559" name="Line 39">
            <a:extLst>
              <a:ext uri="{FF2B5EF4-FFF2-40B4-BE49-F238E27FC236}">
                <a16:creationId xmlns:a16="http://schemas.microsoft.com/office/drawing/2014/main" id="{37A6899A-7238-5CB4-0A88-5F6B69A5A960}"/>
              </a:ext>
            </a:extLst>
          </p:cNvPr>
          <p:cNvSpPr>
            <a:spLocks noChangeShapeType="1"/>
          </p:cNvSpPr>
          <p:nvPr/>
        </p:nvSpPr>
        <p:spPr bwMode="auto">
          <a:xfrm flipH="1">
            <a:off x="1676400" y="1295400"/>
            <a:ext cx="533400" cy="5334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60" name="Oval 40">
            <a:extLst>
              <a:ext uri="{FF2B5EF4-FFF2-40B4-BE49-F238E27FC236}">
                <a16:creationId xmlns:a16="http://schemas.microsoft.com/office/drawing/2014/main" id="{0697B689-638E-27BE-E98B-7C45C3B69658}"/>
              </a:ext>
            </a:extLst>
          </p:cNvPr>
          <p:cNvSpPr>
            <a:spLocks noChangeArrowheads="1"/>
          </p:cNvSpPr>
          <p:nvPr/>
        </p:nvSpPr>
        <p:spPr bwMode="auto">
          <a:xfrm>
            <a:off x="2057400" y="10668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MS Hei" pitchFamily="49" charset="-122"/>
              </a:rPr>
              <a:t>11</a:t>
            </a:r>
            <a:endParaRPr lang="en-US" altLang="zh-CN" sz="2400">
              <a:latin typeface="Times New Roman" panose="02020603050405020304" pitchFamily="18" charset="0"/>
              <a:ea typeface="宋体" panose="02010600030101010101" pitchFamily="2" charset="-122"/>
            </a:endParaRPr>
          </a:p>
        </p:txBody>
      </p:sp>
      <p:sp>
        <p:nvSpPr>
          <p:cNvPr id="107561" name="Line 41">
            <a:extLst>
              <a:ext uri="{FF2B5EF4-FFF2-40B4-BE49-F238E27FC236}">
                <a16:creationId xmlns:a16="http://schemas.microsoft.com/office/drawing/2014/main" id="{9A4E800E-20E2-4DAE-9785-C04C7F0EE0A9}"/>
              </a:ext>
            </a:extLst>
          </p:cNvPr>
          <p:cNvSpPr>
            <a:spLocks noChangeShapeType="1"/>
          </p:cNvSpPr>
          <p:nvPr/>
        </p:nvSpPr>
        <p:spPr bwMode="auto">
          <a:xfrm>
            <a:off x="7315200" y="2057400"/>
            <a:ext cx="685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562" name="Oval 42">
            <a:extLst>
              <a:ext uri="{FF2B5EF4-FFF2-40B4-BE49-F238E27FC236}">
                <a16:creationId xmlns:a16="http://schemas.microsoft.com/office/drawing/2014/main" id="{D2708F05-9460-B73A-B103-38E1C36DDE34}"/>
              </a:ext>
            </a:extLst>
          </p:cNvPr>
          <p:cNvSpPr>
            <a:spLocks noChangeArrowheads="1"/>
          </p:cNvSpPr>
          <p:nvPr/>
        </p:nvSpPr>
        <p:spPr bwMode="auto">
          <a:xfrm>
            <a:off x="34290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latin typeface="Times New Roman" panose="02020603050405020304" pitchFamily="18" charset="0"/>
              <a:ea typeface="宋体" panose="02010600030101010101" pitchFamily="2" charset="-122"/>
            </a:endParaRPr>
          </a:p>
        </p:txBody>
      </p:sp>
      <p:sp>
        <p:nvSpPr>
          <p:cNvPr id="107563" name="Oval 43">
            <a:extLst>
              <a:ext uri="{FF2B5EF4-FFF2-40B4-BE49-F238E27FC236}">
                <a16:creationId xmlns:a16="http://schemas.microsoft.com/office/drawing/2014/main" id="{3710932C-52FB-2725-66B3-3CB2160C4BA1}"/>
              </a:ext>
            </a:extLst>
          </p:cNvPr>
          <p:cNvSpPr>
            <a:spLocks noChangeArrowheads="1"/>
          </p:cNvSpPr>
          <p:nvPr/>
        </p:nvSpPr>
        <p:spPr bwMode="auto">
          <a:xfrm>
            <a:off x="76962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26</a:t>
            </a:r>
            <a:endParaRPr lang="en-US" altLang="zh-CN" sz="2400">
              <a:latin typeface="Times New Roman" panose="02020603050405020304" pitchFamily="18" charset="0"/>
              <a:ea typeface="宋体" panose="02010600030101010101" pitchFamily="2" charset="-122"/>
            </a:endParaRPr>
          </a:p>
        </p:txBody>
      </p:sp>
      <p:sp>
        <p:nvSpPr>
          <p:cNvPr id="107564" name="Oval 44">
            <a:extLst>
              <a:ext uri="{FF2B5EF4-FFF2-40B4-BE49-F238E27FC236}">
                <a16:creationId xmlns:a16="http://schemas.microsoft.com/office/drawing/2014/main" id="{D7C8C5AD-2020-1747-F186-943FB5FA245E}"/>
              </a:ext>
            </a:extLst>
          </p:cNvPr>
          <p:cNvSpPr>
            <a:spLocks noChangeArrowheads="1"/>
          </p:cNvSpPr>
          <p:nvPr/>
        </p:nvSpPr>
        <p:spPr bwMode="auto">
          <a:xfrm>
            <a:off x="6019800" y="32766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14</a:t>
            </a:r>
            <a:endParaRPr lang="en-US" altLang="zh-CN" sz="2400">
              <a:latin typeface="Times New Roman" panose="02020603050405020304" pitchFamily="18" charset="0"/>
              <a:ea typeface="宋体" panose="02010600030101010101" pitchFamily="2" charset="-122"/>
            </a:endParaRPr>
          </a:p>
        </p:txBody>
      </p:sp>
      <p:sp>
        <p:nvSpPr>
          <p:cNvPr id="236589" name="Text Box 45">
            <a:extLst>
              <a:ext uri="{FF2B5EF4-FFF2-40B4-BE49-F238E27FC236}">
                <a16:creationId xmlns:a16="http://schemas.microsoft.com/office/drawing/2014/main" id="{E905512D-9869-FF3F-37F1-5505506DAAAC}"/>
              </a:ext>
            </a:extLst>
          </p:cNvPr>
          <p:cNvSpPr txBox="1">
            <a:spLocks noChangeArrowheads="1"/>
          </p:cNvSpPr>
          <p:nvPr/>
        </p:nvSpPr>
        <p:spPr bwMode="auto">
          <a:xfrm>
            <a:off x="1447800" y="3200400"/>
            <a:ext cx="336550" cy="457200"/>
          </a:xfrm>
          <a:prstGeom prst="rect">
            <a:avLst/>
          </a:prstGeom>
          <a:solidFill>
            <a:srgbClr val="FFFFCC"/>
          </a:solidFill>
          <a:ln w="9525">
            <a:noFill/>
            <a:miter lim="800000"/>
            <a:headEnd/>
            <a:tailEnd/>
          </a:ln>
          <a:effec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kumimoji="0" lang="en-US" altLang="zh-CN" b="1">
                <a:solidFill>
                  <a:srgbClr val="008000"/>
                </a:solidFill>
                <a:effectLst>
                  <a:outerShdw blurRad="38100" dist="38100" dir="2700000" algn="tl">
                    <a:srgbClr val="000000"/>
                  </a:outerShdw>
                </a:effectLst>
              </a:rPr>
              <a:t>1</a:t>
            </a:r>
          </a:p>
        </p:txBody>
      </p:sp>
      <p:sp>
        <p:nvSpPr>
          <p:cNvPr id="236590" name="Text Box 46">
            <a:extLst>
              <a:ext uri="{FF2B5EF4-FFF2-40B4-BE49-F238E27FC236}">
                <a16:creationId xmlns:a16="http://schemas.microsoft.com/office/drawing/2014/main" id="{50B3E5F7-5C7F-B65A-789D-231B11D63914}"/>
              </a:ext>
            </a:extLst>
          </p:cNvPr>
          <p:cNvSpPr txBox="1">
            <a:spLocks noChangeArrowheads="1"/>
          </p:cNvSpPr>
          <p:nvPr/>
        </p:nvSpPr>
        <p:spPr bwMode="auto">
          <a:xfrm>
            <a:off x="2895600" y="1371600"/>
            <a:ext cx="488950" cy="457200"/>
          </a:xfrm>
          <a:prstGeom prst="rect">
            <a:avLst/>
          </a:prstGeom>
          <a:noFill/>
          <a:ln w="9525">
            <a:noFill/>
            <a:miter lim="800000"/>
            <a:headEnd/>
            <a:tailEnd/>
          </a:ln>
          <a:effectLst/>
        </p:spPr>
        <p:txBody>
          <a:bodyPr wrap="none">
            <a:spAutoFit/>
          </a:bodyPr>
          <a:lstStyle/>
          <a:p>
            <a:pPr>
              <a:defRPr/>
            </a:pPr>
            <a:r>
              <a:rPr lang="en-US" altLang="zh-CN" b="1">
                <a:solidFill>
                  <a:srgbClr val="0099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009900"/>
                </a:solidFill>
                <a:effectLst>
                  <a:outerShdw blurRad="38100" dist="38100" dir="2700000" algn="tl">
                    <a:srgbClr val="C0C0C0"/>
                  </a:outerShdw>
                </a:effectLst>
                <a:latin typeface="Times New Roman" charset="0"/>
              </a:rPr>
              <a:t>2</a:t>
            </a:r>
          </a:p>
        </p:txBody>
      </p:sp>
      <p:sp>
        <p:nvSpPr>
          <p:cNvPr id="107567" name="Oval 47">
            <a:extLst>
              <a:ext uri="{FF2B5EF4-FFF2-40B4-BE49-F238E27FC236}">
                <a16:creationId xmlns:a16="http://schemas.microsoft.com/office/drawing/2014/main" id="{C7E86E31-F89F-4E46-4A51-94120339E959}"/>
              </a:ext>
            </a:extLst>
          </p:cNvPr>
          <p:cNvSpPr>
            <a:spLocks noChangeArrowheads="1"/>
          </p:cNvSpPr>
          <p:nvPr/>
        </p:nvSpPr>
        <p:spPr bwMode="auto">
          <a:xfrm>
            <a:off x="5867400" y="2438400"/>
            <a:ext cx="457200" cy="457200"/>
          </a:xfrm>
          <a:prstGeom prst="ellipse">
            <a:avLst/>
          </a:prstGeom>
          <a:solidFill>
            <a:srgbClr val="FFFFCC"/>
          </a:solidFill>
          <a:ln w="28575">
            <a:solidFill>
              <a:srgbClr val="009900"/>
            </a:solidFill>
            <a:round/>
            <a:headEnd/>
            <a:tailEnd/>
          </a:ln>
        </p:spPr>
        <p:txBody>
          <a:bodyPr wrap="none" anchor="ct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en-US" altLang="zh-CN" sz="2800" b="1">
                <a:solidFill>
                  <a:srgbClr val="CC3300"/>
                </a:solidFill>
                <a:latin typeface="Times New Roman" panose="02020603050405020304" pitchFamily="18" charset="0"/>
                <a:ea typeface="宋体" panose="02010600030101010101" pitchFamily="2" charset="-122"/>
              </a:rPr>
              <a:t>9</a:t>
            </a:r>
            <a:endParaRPr lang="en-US" altLang="zh-CN" sz="2400">
              <a:latin typeface="Times New Roman" panose="02020603050405020304" pitchFamily="18" charset="0"/>
              <a:ea typeface="宋体" panose="02010600030101010101" pitchFamily="2" charset="-122"/>
            </a:endParaRPr>
          </a:p>
        </p:txBody>
      </p:sp>
      <p:sp>
        <p:nvSpPr>
          <p:cNvPr id="107569" name="Freeform 49">
            <a:extLst>
              <a:ext uri="{FF2B5EF4-FFF2-40B4-BE49-F238E27FC236}">
                <a16:creationId xmlns:a16="http://schemas.microsoft.com/office/drawing/2014/main" id="{A34AF589-F555-AA62-FE53-30C3D460E749}"/>
              </a:ext>
            </a:extLst>
          </p:cNvPr>
          <p:cNvSpPr>
            <a:spLocks/>
          </p:cNvSpPr>
          <p:nvPr/>
        </p:nvSpPr>
        <p:spPr bwMode="auto">
          <a:xfrm>
            <a:off x="1663700" y="2247900"/>
            <a:ext cx="1320800" cy="2501900"/>
          </a:xfrm>
          <a:custGeom>
            <a:avLst/>
            <a:gdLst>
              <a:gd name="T0" fmla="*/ 2147483646 w 832"/>
              <a:gd name="T1" fmla="*/ 2147483646 h 1576"/>
              <a:gd name="T2" fmla="*/ 2147483646 w 832"/>
              <a:gd name="T3" fmla="*/ 2147483646 h 1576"/>
              <a:gd name="T4" fmla="*/ 2147483646 w 832"/>
              <a:gd name="T5" fmla="*/ 2147483646 h 1576"/>
              <a:gd name="T6" fmla="*/ 2147483646 w 832"/>
              <a:gd name="T7" fmla="*/ 2147483646 h 1576"/>
              <a:gd name="T8" fmla="*/ 2147483646 w 832"/>
              <a:gd name="T9" fmla="*/ 2147483646 h 1576"/>
              <a:gd name="T10" fmla="*/ 2147483646 w 832"/>
              <a:gd name="T11" fmla="*/ 2147483646 h 1576"/>
              <a:gd name="T12" fmla="*/ 2147483646 w 832"/>
              <a:gd name="T13" fmla="*/ 2147483646 h 1576"/>
              <a:gd name="T14" fmla="*/ 2147483646 w 832"/>
              <a:gd name="T15" fmla="*/ 2147483646 h 1576"/>
              <a:gd name="T16" fmla="*/ 2147483646 w 832"/>
              <a:gd name="T17" fmla="*/ 2147483646 h 1576"/>
              <a:gd name="T18" fmla="*/ 2147483646 w 832"/>
              <a:gd name="T19" fmla="*/ 2147483646 h 1576"/>
              <a:gd name="T20" fmla="*/ 2147483646 w 832"/>
              <a:gd name="T21" fmla="*/ 2147483646 h 1576"/>
              <a:gd name="T22" fmla="*/ 2147483646 w 832"/>
              <a:gd name="T23" fmla="*/ 2147483646 h 1576"/>
              <a:gd name="T24" fmla="*/ 2147483646 w 832"/>
              <a:gd name="T25" fmla="*/ 2147483646 h 1576"/>
              <a:gd name="T26" fmla="*/ 2147483646 w 832"/>
              <a:gd name="T27" fmla="*/ 2147483646 h 1576"/>
              <a:gd name="T28" fmla="*/ 2147483646 w 832"/>
              <a:gd name="T29" fmla="*/ 2147483646 h 1576"/>
              <a:gd name="T30" fmla="*/ 2147483646 w 832"/>
              <a:gd name="T31" fmla="*/ 2147483646 h 1576"/>
              <a:gd name="T32" fmla="*/ 2147483646 w 832"/>
              <a:gd name="T33" fmla="*/ 2147483646 h 1576"/>
              <a:gd name="T34" fmla="*/ 2147483646 w 832"/>
              <a:gd name="T35" fmla="*/ 2147483646 h 1576"/>
              <a:gd name="T36" fmla="*/ 2147483646 w 832"/>
              <a:gd name="T37" fmla="*/ 2147483646 h 15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32"/>
              <a:gd name="T58" fmla="*/ 0 h 1576"/>
              <a:gd name="T59" fmla="*/ 832 w 832"/>
              <a:gd name="T60" fmla="*/ 1576 h 15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32" h="1576">
                <a:moveTo>
                  <a:pt x="440" y="72"/>
                </a:moveTo>
                <a:cubicBezTo>
                  <a:pt x="416" y="104"/>
                  <a:pt x="368" y="160"/>
                  <a:pt x="344" y="216"/>
                </a:cubicBezTo>
                <a:cubicBezTo>
                  <a:pt x="320" y="272"/>
                  <a:pt x="336" y="344"/>
                  <a:pt x="296" y="408"/>
                </a:cubicBezTo>
                <a:cubicBezTo>
                  <a:pt x="256" y="472"/>
                  <a:pt x="152" y="544"/>
                  <a:pt x="104" y="600"/>
                </a:cubicBezTo>
                <a:cubicBezTo>
                  <a:pt x="56" y="656"/>
                  <a:pt x="16" y="680"/>
                  <a:pt x="8" y="744"/>
                </a:cubicBezTo>
                <a:cubicBezTo>
                  <a:pt x="0" y="808"/>
                  <a:pt x="0" y="872"/>
                  <a:pt x="56" y="984"/>
                </a:cubicBezTo>
                <a:cubicBezTo>
                  <a:pt x="112" y="1096"/>
                  <a:pt x="264" y="1320"/>
                  <a:pt x="344" y="1416"/>
                </a:cubicBezTo>
                <a:cubicBezTo>
                  <a:pt x="424" y="1512"/>
                  <a:pt x="472" y="1544"/>
                  <a:pt x="536" y="1560"/>
                </a:cubicBezTo>
                <a:cubicBezTo>
                  <a:pt x="600" y="1576"/>
                  <a:pt x="680" y="1544"/>
                  <a:pt x="728" y="1512"/>
                </a:cubicBezTo>
                <a:cubicBezTo>
                  <a:pt x="776" y="1480"/>
                  <a:pt x="816" y="1424"/>
                  <a:pt x="824" y="1368"/>
                </a:cubicBezTo>
                <a:cubicBezTo>
                  <a:pt x="832" y="1312"/>
                  <a:pt x="824" y="1256"/>
                  <a:pt x="776" y="1176"/>
                </a:cubicBezTo>
                <a:cubicBezTo>
                  <a:pt x="728" y="1096"/>
                  <a:pt x="568" y="984"/>
                  <a:pt x="536" y="888"/>
                </a:cubicBezTo>
                <a:cubicBezTo>
                  <a:pt x="504" y="792"/>
                  <a:pt x="552" y="672"/>
                  <a:pt x="584" y="600"/>
                </a:cubicBezTo>
                <a:cubicBezTo>
                  <a:pt x="616" y="528"/>
                  <a:pt x="696" y="504"/>
                  <a:pt x="728" y="456"/>
                </a:cubicBezTo>
                <a:cubicBezTo>
                  <a:pt x="760" y="408"/>
                  <a:pt x="768" y="360"/>
                  <a:pt x="776" y="312"/>
                </a:cubicBezTo>
                <a:cubicBezTo>
                  <a:pt x="784" y="264"/>
                  <a:pt x="800" y="216"/>
                  <a:pt x="776" y="168"/>
                </a:cubicBezTo>
                <a:cubicBezTo>
                  <a:pt x="752" y="120"/>
                  <a:pt x="680" y="48"/>
                  <a:pt x="632" y="24"/>
                </a:cubicBezTo>
                <a:cubicBezTo>
                  <a:pt x="584" y="0"/>
                  <a:pt x="520" y="16"/>
                  <a:pt x="488" y="24"/>
                </a:cubicBezTo>
                <a:cubicBezTo>
                  <a:pt x="456" y="32"/>
                  <a:pt x="464" y="40"/>
                  <a:pt x="440" y="72"/>
                </a:cubicBezTo>
                <a:close/>
              </a:path>
            </a:pathLst>
          </a:custGeom>
          <a:noFill/>
          <a:ln w="19050" cap="rnd">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4FC975E3-ECB3-A43F-FB31-38D158FF906D}"/>
              </a:ext>
            </a:extLst>
          </p:cNvPr>
          <p:cNvSpPr>
            <a:spLocks noGrp="1"/>
          </p:cNvSpPr>
          <p:nvPr>
            <p:ph type="sldNum" sz="quarter" idx="12"/>
          </p:nvPr>
        </p:nvSpPr>
        <p:spPr/>
        <p:txBody>
          <a:bodyPr/>
          <a:lstStyle/>
          <a:p>
            <a:pPr>
              <a:defRPr/>
            </a:pPr>
            <a:fld id="{A5CDC942-AD50-4CB1-AAEC-9B389C2C8E01}" type="slidenum">
              <a:rPr lang="en-US" altLang="zh-CN" smtClean="0"/>
              <a:pPr>
                <a:defRPr/>
              </a:pPr>
              <a:t>92</a:t>
            </a:fld>
            <a:endParaRPr lang="en-US" altLang="zh-CN"/>
          </a:p>
        </p:txBody>
      </p:sp>
    </p:spTree>
  </p:cSld>
  <p:clrMapOvr>
    <a:masterClrMapping/>
  </p:clrMapOvr>
  <p:transition>
    <p:spli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A6F34F05-2666-1385-38EC-6AAD232D9317}"/>
              </a:ext>
            </a:extLst>
          </p:cNvPr>
          <p:cNvSpPr>
            <a:spLocks noGrp="1" noChangeArrowheads="1"/>
          </p:cNvSpPr>
          <p:nvPr>
            <p:ph type="title"/>
          </p:nvPr>
        </p:nvSpPr>
        <p:spPr/>
        <p:txBody>
          <a:bodyPr/>
          <a:lstStyle/>
          <a:p>
            <a:r>
              <a:rPr lang="en-US" altLang="zh-CN" dirty="0"/>
              <a:t>7.3.4 AVL</a:t>
            </a:r>
            <a:r>
              <a:rPr lang="zh-CN" altLang="en-US" dirty="0"/>
              <a:t>树的删除</a:t>
            </a:r>
          </a:p>
        </p:txBody>
      </p:sp>
      <p:sp>
        <p:nvSpPr>
          <p:cNvPr id="299011" name="Rectangle 3">
            <a:extLst>
              <a:ext uri="{FF2B5EF4-FFF2-40B4-BE49-F238E27FC236}">
                <a16:creationId xmlns:a16="http://schemas.microsoft.com/office/drawing/2014/main" id="{3BA0B45A-B059-14CD-8A63-6D0E7D050393}"/>
              </a:ext>
            </a:extLst>
          </p:cNvPr>
          <p:cNvSpPr>
            <a:spLocks noGrp="1" noChangeArrowheads="1"/>
          </p:cNvSpPr>
          <p:nvPr>
            <p:ph type="body" idx="1"/>
          </p:nvPr>
        </p:nvSpPr>
        <p:spPr/>
        <p:txBody>
          <a:bodyPr>
            <a:normAutofit fontScale="92500" lnSpcReduction="10000"/>
          </a:bodyPr>
          <a:lstStyle/>
          <a:p>
            <a:r>
              <a:rPr lang="en-US" altLang="zh-CN" dirty="0"/>
              <a:t>(1) </a:t>
            </a:r>
            <a:r>
              <a:rPr lang="zh-CN" altLang="en-US" dirty="0"/>
              <a:t>如果被删结点</a:t>
            </a:r>
            <a:r>
              <a:rPr lang="en-US" altLang="zh-CN" dirty="0"/>
              <a:t>p</a:t>
            </a:r>
            <a:r>
              <a:rPr lang="zh-CN" altLang="en-US" dirty="0"/>
              <a:t>最多只有一个子女，那么问题比较简单</a:t>
            </a:r>
            <a:r>
              <a:rPr lang="en-US" altLang="zh-CN" dirty="0"/>
              <a:t>:</a:t>
            </a:r>
          </a:p>
          <a:p>
            <a:pPr lvl="1"/>
            <a:r>
              <a:rPr lang="zh-CN" altLang="en-US" dirty="0"/>
              <a:t>将结点</a:t>
            </a:r>
            <a:r>
              <a:rPr lang="en-US" altLang="zh-CN" dirty="0"/>
              <a:t>p</a:t>
            </a:r>
            <a:r>
              <a:rPr lang="zh-CN" altLang="en-US" dirty="0"/>
              <a:t>从树中删去。</a:t>
            </a:r>
          </a:p>
          <a:p>
            <a:pPr lvl="1"/>
            <a:r>
              <a:rPr lang="zh-CN" altLang="en-US" dirty="0"/>
              <a:t>因为结点</a:t>
            </a:r>
            <a:r>
              <a:rPr lang="en-US" altLang="zh-CN" dirty="0"/>
              <a:t>p</a:t>
            </a:r>
            <a:r>
              <a:rPr lang="zh-CN" altLang="en-US" dirty="0"/>
              <a:t>最多有一个子女，可以简单地把</a:t>
            </a:r>
            <a:r>
              <a:rPr lang="en-US" altLang="zh-CN" dirty="0"/>
              <a:t>p</a:t>
            </a:r>
            <a:r>
              <a:rPr lang="zh-CN" altLang="en-US" dirty="0"/>
              <a:t>的双亲结点中原来指向</a:t>
            </a:r>
            <a:r>
              <a:rPr lang="en-US" altLang="zh-CN" dirty="0"/>
              <a:t>p</a:t>
            </a:r>
            <a:r>
              <a:rPr lang="zh-CN" altLang="en-US" dirty="0"/>
              <a:t>的指针改指到这个子女结点；</a:t>
            </a:r>
          </a:p>
          <a:p>
            <a:pPr lvl="2"/>
            <a:r>
              <a:rPr lang="zh-CN" altLang="en-US" dirty="0"/>
              <a:t>如果结点</a:t>
            </a:r>
            <a:r>
              <a:rPr lang="en-US" altLang="zh-CN" dirty="0"/>
              <a:t>p</a:t>
            </a:r>
            <a:r>
              <a:rPr lang="zh-CN" altLang="en-US" dirty="0"/>
              <a:t>没有子女，</a:t>
            </a:r>
            <a:r>
              <a:rPr lang="en-US" altLang="zh-CN" dirty="0"/>
              <a:t>p</a:t>
            </a:r>
            <a:r>
              <a:rPr lang="zh-CN" altLang="en-US" dirty="0"/>
              <a:t>双亲结点的相应指针置为</a:t>
            </a:r>
            <a:r>
              <a:rPr lang="en-US" altLang="zh-CN" dirty="0"/>
              <a:t>NULL</a:t>
            </a:r>
            <a:r>
              <a:rPr lang="zh-CN" altLang="en-US" dirty="0"/>
              <a:t>。</a:t>
            </a:r>
          </a:p>
          <a:p>
            <a:pPr lvl="1"/>
            <a:r>
              <a:rPr lang="zh-CN" altLang="en-US" dirty="0"/>
              <a:t>将原来以结点</a:t>
            </a:r>
            <a:r>
              <a:rPr lang="en-US" altLang="zh-CN" dirty="0"/>
              <a:t>p</a:t>
            </a:r>
            <a:r>
              <a:rPr lang="zh-CN" altLang="en-US" dirty="0"/>
              <a:t>为根的子树的高度减</a:t>
            </a:r>
            <a:r>
              <a:rPr lang="en-US" altLang="zh-CN" dirty="0"/>
              <a:t>1</a:t>
            </a:r>
            <a:r>
              <a:rPr lang="zh-CN" altLang="en-US" dirty="0"/>
              <a:t>。</a:t>
            </a:r>
          </a:p>
        </p:txBody>
      </p:sp>
      <p:sp>
        <p:nvSpPr>
          <p:cNvPr id="2" name="灯片编号占位符 1">
            <a:extLst>
              <a:ext uri="{FF2B5EF4-FFF2-40B4-BE49-F238E27FC236}">
                <a16:creationId xmlns:a16="http://schemas.microsoft.com/office/drawing/2014/main" id="{3D8D6C7A-2279-6F69-D3A9-6C23F2257C4B}"/>
              </a:ext>
            </a:extLst>
          </p:cNvPr>
          <p:cNvSpPr>
            <a:spLocks noGrp="1"/>
          </p:cNvSpPr>
          <p:nvPr>
            <p:ph type="sldNum" sz="quarter" idx="12"/>
          </p:nvPr>
        </p:nvSpPr>
        <p:spPr/>
        <p:txBody>
          <a:bodyPr/>
          <a:lstStyle/>
          <a:p>
            <a:pPr>
              <a:defRPr/>
            </a:pPr>
            <a:fld id="{82BC8E53-3928-4033-8D0B-01554133DC73}" type="slidenum">
              <a:rPr lang="en-US" altLang="zh-CN" smtClean="0"/>
              <a:pPr>
                <a:defRPr/>
              </a:pPr>
              <a:t>93</a:t>
            </a:fld>
            <a:endParaRPr lang="en-US" altLang="zh-CN"/>
          </a:p>
        </p:txBody>
      </p:sp>
    </p:spTree>
  </p:cSld>
  <p:clrMapOvr>
    <a:masterClrMapping/>
  </p:clrMapOvr>
  <p:transition>
    <p:spli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085515F-BA32-4BF6-B0B0-50BC9ABA6B6A}"/>
              </a:ext>
            </a:extLst>
          </p:cNvPr>
          <p:cNvSpPr>
            <a:spLocks noGrp="1"/>
          </p:cNvSpPr>
          <p:nvPr>
            <p:ph type="title"/>
          </p:nvPr>
        </p:nvSpPr>
        <p:spPr/>
        <p:txBody>
          <a:bodyPr/>
          <a:lstStyle/>
          <a:p>
            <a:r>
              <a:rPr lang="en-US" altLang="zh-CN" dirty="0"/>
              <a:t>(2) </a:t>
            </a:r>
            <a:r>
              <a:rPr lang="zh-CN" altLang="en-US" dirty="0"/>
              <a:t>如果被删结点</a:t>
            </a:r>
            <a:r>
              <a:rPr lang="en-US" altLang="zh-CN" dirty="0"/>
              <a:t>p</a:t>
            </a:r>
            <a:r>
              <a:rPr lang="zh-CN" altLang="en-US" dirty="0"/>
              <a:t>有两个子女</a:t>
            </a:r>
          </a:p>
        </p:txBody>
      </p:sp>
      <p:sp>
        <p:nvSpPr>
          <p:cNvPr id="238595" name="Rectangle 3">
            <a:extLst>
              <a:ext uri="{FF2B5EF4-FFF2-40B4-BE49-F238E27FC236}">
                <a16:creationId xmlns:a16="http://schemas.microsoft.com/office/drawing/2014/main" id="{E703DB3E-F91B-0464-044E-13921A0CBE7F}"/>
              </a:ext>
            </a:extLst>
          </p:cNvPr>
          <p:cNvSpPr>
            <a:spLocks noGrp="1" noChangeArrowheads="1"/>
          </p:cNvSpPr>
          <p:nvPr>
            <p:ph type="body" idx="1"/>
          </p:nvPr>
        </p:nvSpPr>
        <p:spPr/>
        <p:txBody>
          <a:bodyPr>
            <a:normAutofit/>
          </a:bodyPr>
          <a:lstStyle/>
          <a:p>
            <a:r>
              <a:rPr lang="zh-CN" altLang="en-US" dirty="0"/>
              <a:t>搜索 </a:t>
            </a:r>
            <a:r>
              <a:rPr lang="en-US" altLang="zh-CN" dirty="0"/>
              <a:t>p </a:t>
            </a:r>
            <a:r>
              <a:rPr lang="zh-CN" altLang="en-US" dirty="0"/>
              <a:t>在中序下的直接前驱 </a:t>
            </a:r>
            <a:r>
              <a:rPr lang="en-US" altLang="zh-CN" dirty="0"/>
              <a:t>q (</a:t>
            </a:r>
            <a:r>
              <a:rPr lang="zh-CN" altLang="en-US" dirty="0"/>
              <a:t>同样可以找直接后继</a:t>
            </a:r>
            <a:r>
              <a:rPr lang="en-US" altLang="zh-CN" dirty="0"/>
              <a:t>)</a:t>
            </a:r>
            <a:r>
              <a:rPr lang="zh-CN" altLang="en-US" dirty="0"/>
              <a:t>。</a:t>
            </a:r>
          </a:p>
          <a:p>
            <a:r>
              <a:rPr lang="zh-CN" altLang="en-US" dirty="0"/>
              <a:t>把结点</a:t>
            </a:r>
            <a:r>
              <a:rPr lang="en-US" altLang="zh-CN" dirty="0"/>
              <a:t>q </a:t>
            </a:r>
            <a:r>
              <a:rPr lang="zh-CN" altLang="en-US" dirty="0"/>
              <a:t>的内容传送给结点</a:t>
            </a:r>
            <a:r>
              <a:rPr lang="en-US" altLang="zh-CN" dirty="0"/>
              <a:t>p</a:t>
            </a:r>
            <a:r>
              <a:rPr lang="zh-CN" altLang="en-US" dirty="0"/>
              <a:t>，现在问题转移到删除结点</a:t>
            </a:r>
            <a:r>
              <a:rPr lang="en-US" altLang="zh-CN" dirty="0"/>
              <a:t>q</a:t>
            </a:r>
            <a:r>
              <a:rPr lang="zh-CN" altLang="en-US" dirty="0"/>
              <a:t>。</a:t>
            </a:r>
          </a:p>
          <a:p>
            <a:pPr lvl="1"/>
            <a:r>
              <a:rPr lang="zh-CN" altLang="en-US" dirty="0"/>
              <a:t>因为结点</a:t>
            </a:r>
            <a:r>
              <a:rPr lang="en-US" altLang="zh-CN" dirty="0"/>
              <a:t>q</a:t>
            </a:r>
            <a:r>
              <a:rPr lang="zh-CN" altLang="en-US" dirty="0"/>
              <a:t>最多有一个子女，可以简单地用</a:t>
            </a:r>
            <a:r>
              <a:rPr lang="en-US" altLang="zh-CN" dirty="0"/>
              <a:t>(1)</a:t>
            </a:r>
            <a:r>
              <a:rPr lang="zh-CN" altLang="en-US" dirty="0"/>
              <a:t>给出的方法进行删除。</a:t>
            </a:r>
          </a:p>
        </p:txBody>
      </p:sp>
      <p:sp>
        <p:nvSpPr>
          <p:cNvPr id="2" name="灯片编号占位符 1">
            <a:extLst>
              <a:ext uri="{FF2B5EF4-FFF2-40B4-BE49-F238E27FC236}">
                <a16:creationId xmlns:a16="http://schemas.microsoft.com/office/drawing/2014/main" id="{E379BC77-788C-DB51-2DA3-CDC21B37B1E4}"/>
              </a:ext>
            </a:extLst>
          </p:cNvPr>
          <p:cNvSpPr>
            <a:spLocks noGrp="1"/>
          </p:cNvSpPr>
          <p:nvPr>
            <p:ph type="sldNum" sz="quarter" idx="12"/>
          </p:nvPr>
        </p:nvSpPr>
        <p:spPr/>
        <p:txBody>
          <a:bodyPr/>
          <a:lstStyle/>
          <a:p>
            <a:pPr>
              <a:defRPr/>
            </a:pPr>
            <a:fld id="{82BC8E53-3928-4033-8D0B-01554133DC73}" type="slidenum">
              <a:rPr lang="en-US" altLang="zh-CN" smtClean="0"/>
              <a:pPr>
                <a:defRPr/>
              </a:pPr>
              <a:t>94</a:t>
            </a:fld>
            <a:endParaRPr lang="en-US" altLang="zh-CN"/>
          </a:p>
        </p:txBody>
      </p:sp>
    </p:spTree>
  </p:cSld>
  <p:clrMapOvr>
    <a:masterClrMapping/>
  </p:clrMapOvr>
  <p:transition>
    <p:spli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422A4FF-DC2F-41A7-BA30-631B504EFB81}"/>
              </a:ext>
            </a:extLst>
          </p:cNvPr>
          <p:cNvSpPr>
            <a:spLocks noGrp="1"/>
          </p:cNvSpPr>
          <p:nvPr>
            <p:ph type="title"/>
          </p:nvPr>
        </p:nvSpPr>
        <p:spPr/>
        <p:txBody>
          <a:bodyPr/>
          <a:lstStyle/>
          <a:p>
            <a:r>
              <a:rPr lang="zh-CN" altLang="en-US" dirty="0"/>
              <a:t>向上调整</a:t>
            </a:r>
          </a:p>
        </p:txBody>
      </p:sp>
      <p:sp>
        <p:nvSpPr>
          <p:cNvPr id="239618" name="Rectangle 2">
            <a:extLst>
              <a:ext uri="{FF2B5EF4-FFF2-40B4-BE49-F238E27FC236}">
                <a16:creationId xmlns:a16="http://schemas.microsoft.com/office/drawing/2014/main" id="{B8210C02-9A36-22FB-8948-5E67531A5D81}"/>
              </a:ext>
            </a:extLst>
          </p:cNvPr>
          <p:cNvSpPr>
            <a:spLocks noGrp="1" noChangeArrowheads="1"/>
          </p:cNvSpPr>
          <p:nvPr>
            <p:ph type="body" idx="1"/>
          </p:nvPr>
        </p:nvSpPr>
        <p:spPr/>
        <p:txBody>
          <a:bodyPr>
            <a:normAutofit fontScale="62500" lnSpcReduction="20000"/>
          </a:bodyPr>
          <a:lstStyle/>
          <a:p>
            <a:r>
              <a:rPr lang="zh-CN" altLang="en-US" dirty="0"/>
              <a:t>设被删结点为</a:t>
            </a:r>
            <a:r>
              <a:rPr lang="en-US" altLang="zh-CN" dirty="0"/>
              <a:t>q</a:t>
            </a:r>
            <a:r>
              <a:rPr lang="zh-CN" altLang="en-US" dirty="0"/>
              <a:t>，必须沿 </a:t>
            </a:r>
            <a:r>
              <a:rPr lang="en-US" altLang="zh-CN" dirty="0"/>
              <a:t>q </a:t>
            </a:r>
            <a:r>
              <a:rPr lang="zh-CN" altLang="en-US" dirty="0"/>
              <a:t>通向根的路径反向追踪路径上各结点的平衡因子的变化。</a:t>
            </a:r>
          </a:p>
          <a:p>
            <a:r>
              <a:rPr lang="zh-CN" altLang="en-US" dirty="0"/>
              <a:t>考察</a:t>
            </a:r>
            <a:r>
              <a:rPr lang="en-US" altLang="zh-CN" dirty="0"/>
              <a:t>q</a:t>
            </a:r>
            <a:r>
              <a:rPr lang="zh-CN" altLang="en-US" dirty="0"/>
              <a:t>的父结点</a:t>
            </a:r>
            <a:r>
              <a:rPr lang="en-US" altLang="zh-CN" dirty="0"/>
              <a:t>pr</a:t>
            </a:r>
            <a:r>
              <a:rPr lang="zh-CN" altLang="en-US" dirty="0"/>
              <a:t>，若</a:t>
            </a:r>
            <a:r>
              <a:rPr lang="en-US" altLang="zh-CN" dirty="0"/>
              <a:t>q</a:t>
            </a:r>
            <a:r>
              <a:rPr lang="zh-CN" altLang="en-US" dirty="0"/>
              <a:t>是其左子女，则</a:t>
            </a:r>
            <a:r>
              <a:rPr lang="en-US" altLang="zh-CN" dirty="0"/>
              <a:t>pr</a:t>
            </a:r>
            <a:r>
              <a:rPr lang="zh-CN" altLang="en-US" dirty="0"/>
              <a:t>的平衡因子应该增加</a:t>
            </a:r>
            <a:r>
              <a:rPr lang="en-US" altLang="zh-CN" dirty="0"/>
              <a:t>1</a:t>
            </a:r>
            <a:r>
              <a:rPr lang="zh-CN" altLang="en-US" dirty="0"/>
              <a:t>，否则减</a:t>
            </a:r>
            <a:r>
              <a:rPr lang="en-US" altLang="zh-CN" dirty="0"/>
              <a:t>1</a:t>
            </a:r>
            <a:r>
              <a:rPr lang="zh-CN" altLang="en-US" dirty="0"/>
              <a:t>。修改后</a:t>
            </a:r>
            <a:r>
              <a:rPr lang="en-US" altLang="zh-CN" dirty="0"/>
              <a:t>pr</a:t>
            </a:r>
            <a:r>
              <a:rPr lang="zh-CN" altLang="en-US" dirty="0"/>
              <a:t>的平衡因子值有</a:t>
            </a:r>
            <a:r>
              <a:rPr lang="en-US" altLang="zh-CN" dirty="0"/>
              <a:t>3</a:t>
            </a:r>
            <a:r>
              <a:rPr lang="zh-CN" altLang="en-US" dirty="0"/>
              <a:t>种情况，分别处理：</a:t>
            </a:r>
          </a:p>
          <a:p>
            <a:pPr lvl="1"/>
            <a:r>
              <a:rPr lang="zh-CN" altLang="en-US" dirty="0"/>
              <a:t>由</a:t>
            </a:r>
            <a:r>
              <a:rPr lang="en-US" altLang="zh-CN" dirty="0"/>
              <a:t>0</a:t>
            </a:r>
            <a:r>
              <a:rPr lang="zh-CN" altLang="en-US" dirty="0"/>
              <a:t>改为</a:t>
            </a:r>
            <a:r>
              <a:rPr lang="en-US" altLang="zh-CN" dirty="0"/>
              <a:t>1</a:t>
            </a:r>
            <a:r>
              <a:rPr lang="zh-CN" altLang="en-US" dirty="0"/>
              <a:t>或者</a:t>
            </a:r>
            <a:r>
              <a:rPr lang="en-US" altLang="zh-CN" dirty="0"/>
              <a:t>-1</a:t>
            </a:r>
            <a:r>
              <a:rPr lang="zh-CN" altLang="en-US" dirty="0"/>
              <a:t>：结束调整（因为子树整体高度不变）</a:t>
            </a:r>
          </a:p>
          <a:p>
            <a:pPr lvl="1"/>
            <a:r>
              <a:rPr lang="zh-CN" altLang="en-US" dirty="0"/>
              <a:t>由非</a:t>
            </a:r>
            <a:r>
              <a:rPr lang="en-US" altLang="zh-CN" dirty="0"/>
              <a:t>0</a:t>
            </a:r>
            <a:r>
              <a:rPr lang="zh-CN" altLang="en-US" dirty="0"/>
              <a:t>改为</a:t>
            </a:r>
            <a:r>
              <a:rPr lang="en-US" altLang="zh-CN" dirty="0"/>
              <a:t>0</a:t>
            </a:r>
            <a:r>
              <a:rPr lang="zh-CN" altLang="en-US" dirty="0"/>
              <a:t>：继续向上，可能一直到根</a:t>
            </a:r>
          </a:p>
          <a:p>
            <a:pPr lvl="1"/>
            <a:r>
              <a:rPr lang="zh-CN" altLang="en-US" dirty="0"/>
              <a:t>绝对值改为</a:t>
            </a:r>
            <a:r>
              <a:rPr lang="en-US" altLang="zh-CN" dirty="0"/>
              <a:t>2</a:t>
            </a:r>
            <a:r>
              <a:rPr lang="zh-CN" altLang="en-US" dirty="0"/>
              <a:t>，则要看</a:t>
            </a:r>
            <a:r>
              <a:rPr lang="en-US" altLang="zh-CN" dirty="0"/>
              <a:t>pr</a:t>
            </a:r>
            <a:r>
              <a:rPr lang="zh-CN" altLang="en-US" dirty="0"/>
              <a:t>的较高子树的根</a:t>
            </a:r>
            <a:r>
              <a:rPr lang="en-US" altLang="zh-CN" dirty="0"/>
              <a:t>s</a:t>
            </a:r>
            <a:r>
              <a:rPr lang="zh-CN" altLang="en-US" dirty="0"/>
              <a:t>的平衡因子</a:t>
            </a:r>
            <a:r>
              <a:rPr lang="en-US" altLang="zh-CN" dirty="0"/>
              <a:t>[</a:t>
            </a:r>
            <a:r>
              <a:rPr lang="zh-CN" altLang="en-US" dirty="0"/>
              <a:t>不是沿之前的回溯路径</a:t>
            </a:r>
            <a:r>
              <a:rPr lang="en-US" altLang="zh-CN" dirty="0"/>
              <a:t>]</a:t>
            </a:r>
            <a:r>
              <a:rPr lang="zh-CN" altLang="en-US" dirty="0"/>
              <a:t>，也分三种情况，处理后可能仍要向上，直到由</a:t>
            </a:r>
            <a:r>
              <a:rPr lang="en-US" altLang="zh-CN" dirty="0"/>
              <a:t>0</a:t>
            </a:r>
            <a:r>
              <a:rPr lang="zh-CN" altLang="en-US" dirty="0"/>
              <a:t>改为</a:t>
            </a:r>
            <a:r>
              <a:rPr lang="en-US" altLang="zh-CN" dirty="0"/>
              <a:t>1</a:t>
            </a:r>
            <a:r>
              <a:rPr lang="zh-CN" altLang="en-US" dirty="0"/>
              <a:t>或者</a:t>
            </a:r>
            <a:r>
              <a:rPr lang="en-US" altLang="zh-CN" dirty="0"/>
              <a:t>-1</a:t>
            </a:r>
            <a:r>
              <a:rPr lang="zh-CN" altLang="en-US" dirty="0"/>
              <a:t>情况出现，或者一直到根。</a:t>
            </a:r>
          </a:p>
          <a:p>
            <a:pPr lvl="2"/>
            <a:r>
              <a:rPr lang="en-US" altLang="zh-CN" dirty="0"/>
              <a:t>s</a:t>
            </a:r>
            <a:r>
              <a:rPr lang="zh-CN" altLang="en-US" dirty="0"/>
              <a:t>的平衡因子为</a:t>
            </a:r>
            <a:r>
              <a:rPr lang="en-US" altLang="zh-CN" dirty="0"/>
              <a:t>0</a:t>
            </a:r>
            <a:r>
              <a:rPr lang="zh-CN" altLang="en-US" dirty="0"/>
              <a:t>：单旋</a:t>
            </a:r>
          </a:p>
          <a:p>
            <a:pPr lvl="2"/>
            <a:r>
              <a:rPr lang="en-US" altLang="zh-CN" dirty="0"/>
              <a:t>s</a:t>
            </a:r>
            <a:r>
              <a:rPr lang="zh-CN" altLang="en-US" dirty="0"/>
              <a:t>与</a:t>
            </a:r>
            <a:r>
              <a:rPr lang="en-US" altLang="zh-CN" dirty="0"/>
              <a:t>pr</a:t>
            </a:r>
            <a:r>
              <a:rPr lang="zh-CN" altLang="en-US" dirty="0"/>
              <a:t>的平衡因子同号：单旋</a:t>
            </a:r>
          </a:p>
          <a:p>
            <a:pPr lvl="2"/>
            <a:r>
              <a:rPr lang="en-US" altLang="zh-CN" dirty="0"/>
              <a:t>s</a:t>
            </a:r>
            <a:r>
              <a:rPr lang="zh-CN" altLang="en-US" dirty="0"/>
              <a:t>与</a:t>
            </a:r>
            <a:r>
              <a:rPr lang="en-US" altLang="zh-CN" dirty="0"/>
              <a:t>pr</a:t>
            </a:r>
            <a:r>
              <a:rPr lang="zh-CN" altLang="en-US" dirty="0"/>
              <a:t>的平衡因子异号：双旋</a:t>
            </a:r>
          </a:p>
          <a:p>
            <a:pPr lvl="1"/>
            <a:r>
              <a:rPr lang="zh-CN" altLang="en-US" dirty="0"/>
              <a:t>以下详细说明</a:t>
            </a:r>
          </a:p>
        </p:txBody>
      </p:sp>
      <p:sp>
        <p:nvSpPr>
          <p:cNvPr id="2" name="灯片编号占位符 1">
            <a:extLst>
              <a:ext uri="{FF2B5EF4-FFF2-40B4-BE49-F238E27FC236}">
                <a16:creationId xmlns:a16="http://schemas.microsoft.com/office/drawing/2014/main" id="{58972999-C95E-025A-C0FB-8C5CDD8DBEE8}"/>
              </a:ext>
            </a:extLst>
          </p:cNvPr>
          <p:cNvSpPr>
            <a:spLocks noGrp="1"/>
          </p:cNvSpPr>
          <p:nvPr>
            <p:ph type="sldNum" sz="quarter" idx="12"/>
          </p:nvPr>
        </p:nvSpPr>
        <p:spPr/>
        <p:txBody>
          <a:bodyPr/>
          <a:lstStyle/>
          <a:p>
            <a:pPr>
              <a:defRPr/>
            </a:pPr>
            <a:fld id="{82BC8E53-3928-4033-8D0B-01554133DC73}" type="slidenum">
              <a:rPr lang="en-US" altLang="zh-CN" smtClean="0"/>
              <a:pPr>
                <a:defRPr/>
              </a:pPr>
              <a:t>95</a:t>
            </a:fld>
            <a:endParaRPr lang="en-US" altLang="zh-CN"/>
          </a:p>
        </p:txBody>
      </p:sp>
    </p:spTree>
  </p:cSld>
  <p:clrMapOvr>
    <a:masterClrMapping/>
  </p:clrMapOvr>
  <p:transition>
    <p:spli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Line 11">
            <a:extLst>
              <a:ext uri="{FF2B5EF4-FFF2-40B4-BE49-F238E27FC236}">
                <a16:creationId xmlns:a16="http://schemas.microsoft.com/office/drawing/2014/main" id="{6F25CBFD-C861-F9CA-4CF0-8F753C01E3D6}"/>
              </a:ext>
            </a:extLst>
          </p:cNvPr>
          <p:cNvSpPr>
            <a:spLocks noChangeShapeType="1"/>
          </p:cNvSpPr>
          <p:nvPr/>
        </p:nvSpPr>
        <p:spPr bwMode="auto">
          <a:xfrm>
            <a:off x="2438400" y="2743200"/>
            <a:ext cx="3810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19" name="Line 10">
            <a:extLst>
              <a:ext uri="{FF2B5EF4-FFF2-40B4-BE49-F238E27FC236}">
                <a16:creationId xmlns:a16="http://schemas.microsoft.com/office/drawing/2014/main" id="{268285A5-732A-396C-5335-2B58F97258C8}"/>
              </a:ext>
            </a:extLst>
          </p:cNvPr>
          <p:cNvSpPr>
            <a:spLocks noChangeShapeType="1"/>
          </p:cNvSpPr>
          <p:nvPr/>
        </p:nvSpPr>
        <p:spPr bwMode="auto">
          <a:xfrm flipH="1">
            <a:off x="1828800" y="2667000"/>
            <a:ext cx="4572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0642" name="Rectangle 2">
            <a:extLst>
              <a:ext uri="{FF2B5EF4-FFF2-40B4-BE49-F238E27FC236}">
                <a16:creationId xmlns:a16="http://schemas.microsoft.com/office/drawing/2014/main" id="{B301D176-2AB5-777D-FC5F-03B3E078B592}"/>
              </a:ext>
            </a:extLst>
          </p:cNvPr>
          <p:cNvSpPr>
            <a:spLocks noGrp="1" noChangeArrowheads="1"/>
          </p:cNvSpPr>
          <p:nvPr>
            <p:ph type="body" idx="1"/>
          </p:nvPr>
        </p:nvSpPr>
        <p:spPr>
          <a:xfrm>
            <a:off x="609600" y="750094"/>
            <a:ext cx="7886700" cy="1034256"/>
          </a:xfrm>
        </p:spPr>
        <p:txBody>
          <a:bodyPr>
            <a:normAutofit fontScale="92500" lnSpcReduction="10000"/>
          </a:bodyPr>
          <a:lstStyle/>
          <a:p>
            <a:r>
              <a:rPr lang="en-US" altLang="zh-CN" dirty="0"/>
              <a:t>case 1 : </a:t>
            </a:r>
            <a:r>
              <a:rPr lang="en-US" altLang="zh-CN" dirty="0" err="1"/>
              <a:t>pr</a:t>
            </a:r>
            <a:r>
              <a:rPr lang="zh-CN" altLang="en-US" dirty="0"/>
              <a:t>的平衡因子由</a:t>
            </a:r>
            <a:r>
              <a:rPr lang="en-US" altLang="zh-CN" dirty="0"/>
              <a:t>0</a:t>
            </a:r>
            <a:r>
              <a:rPr lang="zh-CN" altLang="en-US" dirty="0"/>
              <a:t>改为</a:t>
            </a:r>
            <a:r>
              <a:rPr lang="en-US" altLang="zh-CN" dirty="0"/>
              <a:t>1</a:t>
            </a:r>
            <a:r>
              <a:rPr lang="zh-CN" altLang="en-US" dirty="0"/>
              <a:t>或者</a:t>
            </a:r>
            <a:r>
              <a:rPr lang="en-US" altLang="zh-CN" dirty="0"/>
              <a:t>-1</a:t>
            </a:r>
            <a:r>
              <a:rPr lang="zh-CN" altLang="en-US" dirty="0"/>
              <a:t>，完成调整</a:t>
            </a:r>
            <a:r>
              <a:rPr lang="en-US" altLang="zh-CN" dirty="0"/>
              <a:t> </a:t>
            </a:r>
          </a:p>
        </p:txBody>
      </p:sp>
      <p:sp>
        <p:nvSpPr>
          <p:cNvPr id="111621" name="Oval 4">
            <a:extLst>
              <a:ext uri="{FF2B5EF4-FFF2-40B4-BE49-F238E27FC236}">
                <a16:creationId xmlns:a16="http://schemas.microsoft.com/office/drawing/2014/main" id="{9B2CB7D1-B514-C482-F9B2-03BCC233596A}"/>
              </a:ext>
            </a:extLst>
          </p:cNvPr>
          <p:cNvSpPr>
            <a:spLocks noChangeArrowheads="1"/>
          </p:cNvSpPr>
          <p:nvPr/>
        </p:nvSpPr>
        <p:spPr bwMode="auto">
          <a:xfrm>
            <a:off x="21336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22" name="Rectangle 5">
            <a:extLst>
              <a:ext uri="{FF2B5EF4-FFF2-40B4-BE49-F238E27FC236}">
                <a16:creationId xmlns:a16="http://schemas.microsoft.com/office/drawing/2014/main" id="{86C80BA3-3758-86BE-2F8E-1C038B0585A5}"/>
              </a:ext>
            </a:extLst>
          </p:cNvPr>
          <p:cNvSpPr>
            <a:spLocks noChangeArrowheads="1"/>
          </p:cNvSpPr>
          <p:nvPr/>
        </p:nvSpPr>
        <p:spPr bwMode="auto">
          <a:xfrm>
            <a:off x="15240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23" name="Rectangle 6">
            <a:extLst>
              <a:ext uri="{FF2B5EF4-FFF2-40B4-BE49-F238E27FC236}">
                <a16:creationId xmlns:a16="http://schemas.microsoft.com/office/drawing/2014/main" id="{AEEDAEBF-5389-535B-C240-39DA1F5E9C11}"/>
              </a:ext>
            </a:extLst>
          </p:cNvPr>
          <p:cNvSpPr>
            <a:spLocks noChangeArrowheads="1"/>
          </p:cNvSpPr>
          <p:nvPr/>
        </p:nvSpPr>
        <p:spPr bwMode="auto">
          <a:xfrm>
            <a:off x="26670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24" name="Rectangle 7">
            <a:extLst>
              <a:ext uri="{FF2B5EF4-FFF2-40B4-BE49-F238E27FC236}">
                <a16:creationId xmlns:a16="http://schemas.microsoft.com/office/drawing/2014/main" id="{A9C1C8B2-C308-4482-FD15-D980A91AB555}"/>
              </a:ext>
            </a:extLst>
          </p:cNvPr>
          <p:cNvSpPr>
            <a:spLocks noChangeArrowheads="1"/>
          </p:cNvSpPr>
          <p:nvPr/>
        </p:nvSpPr>
        <p:spPr bwMode="auto">
          <a:xfrm>
            <a:off x="1524000" y="4572000"/>
            <a:ext cx="457200" cy="381000"/>
          </a:xfrm>
          <a:prstGeom prst="rect">
            <a:avLst/>
          </a:prstGeom>
          <a:solidFill>
            <a:schemeClr val="accent2"/>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25" name="Line 8">
            <a:extLst>
              <a:ext uri="{FF2B5EF4-FFF2-40B4-BE49-F238E27FC236}">
                <a16:creationId xmlns:a16="http://schemas.microsoft.com/office/drawing/2014/main" id="{E363BA5C-6E2A-66D8-D919-B9107E82CF11}"/>
              </a:ext>
            </a:extLst>
          </p:cNvPr>
          <p:cNvSpPr>
            <a:spLocks noChangeShapeType="1"/>
          </p:cNvSpPr>
          <p:nvPr/>
        </p:nvSpPr>
        <p:spPr bwMode="auto">
          <a:xfrm flipH="1">
            <a:off x="1524000" y="4572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6" name="Line 9">
            <a:extLst>
              <a:ext uri="{FF2B5EF4-FFF2-40B4-BE49-F238E27FC236}">
                <a16:creationId xmlns:a16="http://schemas.microsoft.com/office/drawing/2014/main" id="{A69089F2-187D-A0E6-1070-D85626DDCD3F}"/>
              </a:ext>
            </a:extLst>
          </p:cNvPr>
          <p:cNvSpPr>
            <a:spLocks noChangeShapeType="1"/>
          </p:cNvSpPr>
          <p:nvPr/>
        </p:nvSpPr>
        <p:spPr bwMode="auto">
          <a:xfrm>
            <a:off x="1524000" y="4572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27" name="Text Box 12">
            <a:extLst>
              <a:ext uri="{FF2B5EF4-FFF2-40B4-BE49-F238E27FC236}">
                <a16:creationId xmlns:a16="http://schemas.microsoft.com/office/drawing/2014/main" id="{55806846-3BC9-2FA9-08CA-42D360B51DC1}"/>
              </a:ext>
            </a:extLst>
          </p:cNvPr>
          <p:cNvSpPr txBox="1">
            <a:spLocks noChangeArrowheads="1"/>
          </p:cNvSpPr>
          <p:nvPr/>
        </p:nvSpPr>
        <p:spPr bwMode="auto">
          <a:xfrm>
            <a:off x="2133600" y="22860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1628" name="Text Box 13">
            <a:extLst>
              <a:ext uri="{FF2B5EF4-FFF2-40B4-BE49-F238E27FC236}">
                <a16:creationId xmlns:a16="http://schemas.microsoft.com/office/drawing/2014/main" id="{22C0C6A2-0DED-9659-0854-97F388AA9061}"/>
              </a:ext>
            </a:extLst>
          </p:cNvPr>
          <p:cNvSpPr txBox="1">
            <a:spLocks noChangeArrowheads="1"/>
          </p:cNvSpPr>
          <p:nvPr/>
        </p:nvSpPr>
        <p:spPr bwMode="auto">
          <a:xfrm>
            <a:off x="15240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29" name="Text Box 14">
            <a:extLst>
              <a:ext uri="{FF2B5EF4-FFF2-40B4-BE49-F238E27FC236}">
                <a16:creationId xmlns:a16="http://schemas.microsoft.com/office/drawing/2014/main" id="{43830A1A-7E1E-86C5-0D04-9E81E46F42B6}"/>
              </a:ext>
            </a:extLst>
          </p:cNvPr>
          <p:cNvSpPr txBox="1">
            <a:spLocks noChangeArrowheads="1"/>
          </p:cNvSpPr>
          <p:nvPr/>
        </p:nvSpPr>
        <p:spPr bwMode="auto">
          <a:xfrm>
            <a:off x="26670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30" name="Text Box 15">
            <a:extLst>
              <a:ext uri="{FF2B5EF4-FFF2-40B4-BE49-F238E27FC236}">
                <a16:creationId xmlns:a16="http://schemas.microsoft.com/office/drawing/2014/main" id="{E9CAFACA-F7BF-D577-7978-4CB8885EE3CF}"/>
              </a:ext>
            </a:extLst>
          </p:cNvPr>
          <p:cNvSpPr txBox="1">
            <a:spLocks noChangeArrowheads="1"/>
          </p:cNvSpPr>
          <p:nvPr/>
        </p:nvSpPr>
        <p:spPr bwMode="auto">
          <a:xfrm>
            <a:off x="762000" y="37338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1631" name="Line 16">
            <a:extLst>
              <a:ext uri="{FF2B5EF4-FFF2-40B4-BE49-F238E27FC236}">
                <a16:creationId xmlns:a16="http://schemas.microsoft.com/office/drawing/2014/main" id="{E74D1B87-22D2-2491-7913-4E70234F76FA}"/>
              </a:ext>
            </a:extLst>
          </p:cNvPr>
          <p:cNvSpPr>
            <a:spLocks noChangeShapeType="1"/>
          </p:cNvSpPr>
          <p:nvPr/>
        </p:nvSpPr>
        <p:spPr bwMode="auto">
          <a:xfrm>
            <a:off x="1143000" y="4191000"/>
            <a:ext cx="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2" name="Line 17">
            <a:extLst>
              <a:ext uri="{FF2B5EF4-FFF2-40B4-BE49-F238E27FC236}">
                <a16:creationId xmlns:a16="http://schemas.microsoft.com/office/drawing/2014/main" id="{424A7D03-F16E-1459-84C2-1EBA3606429B}"/>
              </a:ext>
            </a:extLst>
          </p:cNvPr>
          <p:cNvSpPr>
            <a:spLocks noChangeShapeType="1"/>
          </p:cNvSpPr>
          <p:nvPr/>
        </p:nvSpPr>
        <p:spPr bwMode="auto">
          <a:xfrm>
            <a:off x="990600" y="4572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3" name="Line 18">
            <a:extLst>
              <a:ext uri="{FF2B5EF4-FFF2-40B4-BE49-F238E27FC236}">
                <a16:creationId xmlns:a16="http://schemas.microsoft.com/office/drawing/2014/main" id="{EACBBA41-BC69-7532-6D64-426239AF58A8}"/>
              </a:ext>
            </a:extLst>
          </p:cNvPr>
          <p:cNvSpPr>
            <a:spLocks noChangeShapeType="1"/>
          </p:cNvSpPr>
          <p:nvPr/>
        </p:nvSpPr>
        <p:spPr bwMode="auto">
          <a:xfrm>
            <a:off x="990600" y="3429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4" name="Line 20">
            <a:extLst>
              <a:ext uri="{FF2B5EF4-FFF2-40B4-BE49-F238E27FC236}">
                <a16:creationId xmlns:a16="http://schemas.microsoft.com/office/drawing/2014/main" id="{4BE0AD13-FD6C-55EC-C2B7-A2B8CF4F68C0}"/>
              </a:ext>
            </a:extLst>
          </p:cNvPr>
          <p:cNvSpPr>
            <a:spLocks noChangeShapeType="1"/>
          </p:cNvSpPr>
          <p:nvPr/>
        </p:nvSpPr>
        <p:spPr bwMode="auto">
          <a:xfrm>
            <a:off x="1143000" y="3429000"/>
            <a:ext cx="0" cy="381000"/>
          </a:xfrm>
          <a:prstGeom prst="line">
            <a:avLst/>
          </a:prstGeom>
          <a:noFill/>
          <a:ln w="28575">
            <a:solidFill>
              <a:srgbClr val="009900"/>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0661" name="Text Box 21">
            <a:extLst>
              <a:ext uri="{FF2B5EF4-FFF2-40B4-BE49-F238E27FC236}">
                <a16:creationId xmlns:a16="http://schemas.microsoft.com/office/drawing/2014/main" id="{DEDA0241-4289-49CB-F501-221D05A6544D}"/>
              </a:ext>
            </a:extLst>
          </p:cNvPr>
          <p:cNvSpPr txBox="1">
            <a:spLocks noChangeArrowheads="1"/>
          </p:cNvSpPr>
          <p:nvPr/>
        </p:nvSpPr>
        <p:spPr bwMode="auto">
          <a:xfrm>
            <a:off x="609600" y="5073650"/>
            <a:ext cx="2514600" cy="955675"/>
          </a:xfrm>
          <a:prstGeom prst="rect">
            <a:avLst/>
          </a:prstGeom>
          <a:noFill/>
          <a:ln w="9525">
            <a:solidFill>
              <a:schemeClr val="tx2"/>
            </a:solidFill>
            <a:miter lim="800000"/>
            <a:headEnd/>
            <a:tailEnd/>
          </a:ln>
          <a:effectLst/>
        </p:spPr>
        <p:txBody>
          <a:bodyPr wrap="square">
            <a:spAutoFit/>
          </a:bodyPr>
          <a:lstStyle/>
          <a:p>
            <a:pPr>
              <a:defRPr/>
            </a:pP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删除一个结点</a:t>
            </a:r>
            <a:r>
              <a:rPr lang="en-US" altLang="zh-CN" sz="2800" b="1">
                <a:solidFill>
                  <a:srgbClr val="006666"/>
                </a:solidFill>
                <a:effectLst>
                  <a:outerShdw blurRad="38100" dist="38100" dir="2700000" algn="tl">
                    <a:srgbClr val="C0C0C0"/>
                  </a:outerShdw>
                </a:effectLst>
                <a:latin typeface="仿宋_GB2312" pitchFamily="49" charset="-122"/>
                <a:ea typeface="仿宋_GB2312" pitchFamily="49" charset="-122"/>
              </a:rPr>
              <a:t>,</a:t>
            </a: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整体高度不变</a:t>
            </a:r>
            <a:endParaRPr lang="zh-CN" altLang="en-US">
              <a:latin typeface="Times New Roman" charset="0"/>
            </a:endParaRPr>
          </a:p>
        </p:txBody>
      </p:sp>
      <p:sp>
        <p:nvSpPr>
          <p:cNvPr id="111636" name="AutoShape 22">
            <a:extLst>
              <a:ext uri="{FF2B5EF4-FFF2-40B4-BE49-F238E27FC236}">
                <a16:creationId xmlns:a16="http://schemas.microsoft.com/office/drawing/2014/main" id="{20DEC682-7F46-0B55-6CB8-DF9A86C08328}"/>
              </a:ext>
            </a:extLst>
          </p:cNvPr>
          <p:cNvSpPr>
            <a:spLocks noChangeArrowheads="1"/>
          </p:cNvSpPr>
          <p:nvPr/>
        </p:nvSpPr>
        <p:spPr bwMode="auto">
          <a:xfrm>
            <a:off x="3733800" y="3657600"/>
            <a:ext cx="1295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1637" name="Text Box 23">
            <a:extLst>
              <a:ext uri="{FF2B5EF4-FFF2-40B4-BE49-F238E27FC236}">
                <a16:creationId xmlns:a16="http://schemas.microsoft.com/office/drawing/2014/main" id="{6D3FC6DA-471B-4700-0F26-B1931F9F5688}"/>
              </a:ext>
            </a:extLst>
          </p:cNvPr>
          <p:cNvSpPr txBox="1">
            <a:spLocks noChangeArrowheads="1"/>
          </p:cNvSpPr>
          <p:nvPr/>
        </p:nvSpPr>
        <p:spPr bwMode="auto">
          <a:xfrm>
            <a:off x="3581400" y="2925763"/>
            <a:ext cx="140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不旋转</a:t>
            </a:r>
            <a:endParaRPr kumimoji="1" lang="zh-CN" altLang="en-US" sz="2400">
              <a:latin typeface="Times New Roman" panose="02020603050405020304" pitchFamily="18" charset="0"/>
              <a:ea typeface="宋体" panose="02010600030101010101" pitchFamily="2" charset="-122"/>
            </a:endParaRPr>
          </a:p>
        </p:txBody>
      </p:sp>
      <p:sp>
        <p:nvSpPr>
          <p:cNvPr id="111638" name="Line 24">
            <a:extLst>
              <a:ext uri="{FF2B5EF4-FFF2-40B4-BE49-F238E27FC236}">
                <a16:creationId xmlns:a16="http://schemas.microsoft.com/office/drawing/2014/main" id="{E80E403E-3D02-5BBA-A62F-2AA15F6CFD1F}"/>
              </a:ext>
            </a:extLst>
          </p:cNvPr>
          <p:cNvSpPr>
            <a:spLocks noChangeShapeType="1"/>
          </p:cNvSpPr>
          <p:nvPr/>
        </p:nvSpPr>
        <p:spPr bwMode="auto">
          <a:xfrm>
            <a:off x="6477000" y="2743200"/>
            <a:ext cx="3810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39" name="Line 25">
            <a:extLst>
              <a:ext uri="{FF2B5EF4-FFF2-40B4-BE49-F238E27FC236}">
                <a16:creationId xmlns:a16="http://schemas.microsoft.com/office/drawing/2014/main" id="{C0CC2A65-154D-518A-25C9-35A5F13BC163}"/>
              </a:ext>
            </a:extLst>
          </p:cNvPr>
          <p:cNvSpPr>
            <a:spLocks noChangeShapeType="1"/>
          </p:cNvSpPr>
          <p:nvPr/>
        </p:nvSpPr>
        <p:spPr bwMode="auto">
          <a:xfrm flipH="1">
            <a:off x="5867400" y="2667000"/>
            <a:ext cx="4572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640" name="Oval 26">
            <a:extLst>
              <a:ext uri="{FF2B5EF4-FFF2-40B4-BE49-F238E27FC236}">
                <a16:creationId xmlns:a16="http://schemas.microsoft.com/office/drawing/2014/main" id="{C3913911-D9F7-A65C-E659-8A3414ECED51}"/>
              </a:ext>
            </a:extLst>
          </p:cNvPr>
          <p:cNvSpPr>
            <a:spLocks noChangeArrowheads="1"/>
          </p:cNvSpPr>
          <p:nvPr/>
        </p:nvSpPr>
        <p:spPr bwMode="auto">
          <a:xfrm>
            <a:off x="61722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41" name="Rectangle 27">
            <a:extLst>
              <a:ext uri="{FF2B5EF4-FFF2-40B4-BE49-F238E27FC236}">
                <a16:creationId xmlns:a16="http://schemas.microsoft.com/office/drawing/2014/main" id="{4417E1D6-1A61-7B69-4509-4460BD4EBFEB}"/>
              </a:ext>
            </a:extLst>
          </p:cNvPr>
          <p:cNvSpPr>
            <a:spLocks noChangeArrowheads="1"/>
          </p:cNvSpPr>
          <p:nvPr/>
        </p:nvSpPr>
        <p:spPr bwMode="auto">
          <a:xfrm>
            <a:off x="5562600" y="3429000"/>
            <a:ext cx="457200" cy="1143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42" name="Rectangle 28">
            <a:extLst>
              <a:ext uri="{FF2B5EF4-FFF2-40B4-BE49-F238E27FC236}">
                <a16:creationId xmlns:a16="http://schemas.microsoft.com/office/drawing/2014/main" id="{5B5522F8-7E2C-B6F7-4EC3-B23C0839DC27}"/>
              </a:ext>
            </a:extLst>
          </p:cNvPr>
          <p:cNvSpPr>
            <a:spLocks noChangeArrowheads="1"/>
          </p:cNvSpPr>
          <p:nvPr/>
        </p:nvSpPr>
        <p:spPr bwMode="auto">
          <a:xfrm>
            <a:off x="67056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1643" name="Text Box 30">
            <a:extLst>
              <a:ext uri="{FF2B5EF4-FFF2-40B4-BE49-F238E27FC236}">
                <a16:creationId xmlns:a16="http://schemas.microsoft.com/office/drawing/2014/main" id="{743091DF-D590-84AE-96B8-42C1BAAEA89B}"/>
              </a:ext>
            </a:extLst>
          </p:cNvPr>
          <p:cNvSpPr txBox="1">
            <a:spLocks noChangeArrowheads="1"/>
          </p:cNvSpPr>
          <p:nvPr/>
        </p:nvSpPr>
        <p:spPr bwMode="auto">
          <a:xfrm>
            <a:off x="6172200" y="22860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1644" name="Text Box 31">
            <a:extLst>
              <a:ext uri="{FF2B5EF4-FFF2-40B4-BE49-F238E27FC236}">
                <a16:creationId xmlns:a16="http://schemas.microsoft.com/office/drawing/2014/main" id="{778839A2-9F1F-D833-39E9-BF19C6D7CD68}"/>
              </a:ext>
            </a:extLst>
          </p:cNvPr>
          <p:cNvSpPr txBox="1">
            <a:spLocks noChangeArrowheads="1"/>
          </p:cNvSpPr>
          <p:nvPr/>
        </p:nvSpPr>
        <p:spPr bwMode="auto">
          <a:xfrm>
            <a:off x="67056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1645" name="Text Box 32">
            <a:extLst>
              <a:ext uri="{FF2B5EF4-FFF2-40B4-BE49-F238E27FC236}">
                <a16:creationId xmlns:a16="http://schemas.microsoft.com/office/drawing/2014/main" id="{7CE7F6DC-7744-1893-2D99-D086A71961A6}"/>
              </a:ext>
            </a:extLst>
          </p:cNvPr>
          <p:cNvSpPr txBox="1">
            <a:spLocks noChangeArrowheads="1"/>
          </p:cNvSpPr>
          <p:nvPr/>
        </p:nvSpPr>
        <p:spPr bwMode="auto">
          <a:xfrm>
            <a:off x="5562600" y="37338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1646" name="Text Box 33">
            <a:extLst>
              <a:ext uri="{FF2B5EF4-FFF2-40B4-BE49-F238E27FC236}">
                <a16:creationId xmlns:a16="http://schemas.microsoft.com/office/drawing/2014/main" id="{5029FE1C-5D33-6A01-1F18-A461A3F53315}"/>
              </a:ext>
            </a:extLst>
          </p:cNvPr>
          <p:cNvSpPr txBox="1">
            <a:spLocks noChangeArrowheads="1"/>
          </p:cNvSpPr>
          <p:nvPr/>
        </p:nvSpPr>
        <p:spPr bwMode="auto">
          <a:xfrm>
            <a:off x="2727325" y="2076450"/>
            <a:ext cx="552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1647" name="Text Box 34">
            <a:extLst>
              <a:ext uri="{FF2B5EF4-FFF2-40B4-BE49-F238E27FC236}">
                <a16:creationId xmlns:a16="http://schemas.microsoft.com/office/drawing/2014/main" id="{9B9DBAB2-3BA7-94D4-9FBD-37D348ACD057}"/>
              </a:ext>
            </a:extLst>
          </p:cNvPr>
          <p:cNvSpPr txBox="1">
            <a:spLocks noChangeArrowheads="1"/>
          </p:cNvSpPr>
          <p:nvPr/>
        </p:nvSpPr>
        <p:spPr bwMode="auto">
          <a:xfrm>
            <a:off x="6699250" y="2057400"/>
            <a:ext cx="490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7954B1EE-1805-750F-CE75-6AC6583D7681}"/>
              </a:ext>
            </a:extLst>
          </p:cNvPr>
          <p:cNvSpPr>
            <a:spLocks noGrp="1"/>
          </p:cNvSpPr>
          <p:nvPr>
            <p:ph type="sldNum" sz="quarter" idx="12"/>
          </p:nvPr>
        </p:nvSpPr>
        <p:spPr/>
        <p:txBody>
          <a:bodyPr/>
          <a:lstStyle/>
          <a:p>
            <a:pPr>
              <a:defRPr/>
            </a:pPr>
            <a:fld id="{82BC8E53-3928-4033-8D0B-01554133DC73}" type="slidenum">
              <a:rPr lang="en-US" altLang="zh-CN" smtClean="0"/>
              <a:pPr>
                <a:defRPr/>
              </a:pPr>
              <a:t>96</a:t>
            </a:fld>
            <a:endParaRPr lang="en-US" altLang="zh-CN"/>
          </a:p>
        </p:txBody>
      </p:sp>
    </p:spTree>
  </p:cSld>
  <p:clrMapOvr>
    <a:masterClrMapping/>
  </p:clrMapOvr>
  <p:transition>
    <p:spli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ED28DE85-C8F1-547D-67D8-B3397C82341E}"/>
              </a:ext>
            </a:extLst>
          </p:cNvPr>
          <p:cNvSpPr>
            <a:spLocks noGrp="1" noChangeArrowheads="1"/>
          </p:cNvSpPr>
          <p:nvPr>
            <p:ph type="body" idx="1"/>
          </p:nvPr>
        </p:nvSpPr>
        <p:spPr>
          <a:xfrm>
            <a:off x="628650" y="523081"/>
            <a:ext cx="7886700" cy="1251742"/>
          </a:xfrm>
        </p:spPr>
        <p:txBody>
          <a:bodyPr/>
          <a:lstStyle/>
          <a:p>
            <a:r>
              <a:rPr lang="en-US" altLang="zh-CN" dirty="0"/>
              <a:t>case 2 : </a:t>
            </a:r>
            <a:r>
              <a:rPr lang="en-US" altLang="zh-CN" dirty="0" err="1"/>
              <a:t>pr</a:t>
            </a:r>
            <a:r>
              <a:rPr lang="zh-CN" altLang="en-US" dirty="0"/>
              <a:t>的平衡因子由非</a:t>
            </a:r>
            <a:r>
              <a:rPr lang="en-US" altLang="zh-CN" dirty="0"/>
              <a:t>0</a:t>
            </a:r>
            <a:r>
              <a:rPr lang="zh-CN" altLang="en-US" dirty="0"/>
              <a:t>改为</a:t>
            </a:r>
            <a:r>
              <a:rPr lang="en-US" altLang="zh-CN" dirty="0"/>
              <a:t>0</a:t>
            </a:r>
            <a:r>
              <a:rPr lang="zh-CN" altLang="en-US" dirty="0"/>
              <a:t>，继续向上检查。</a:t>
            </a:r>
          </a:p>
        </p:txBody>
      </p:sp>
      <p:sp>
        <p:nvSpPr>
          <p:cNvPr id="112643" name="Line 4">
            <a:extLst>
              <a:ext uri="{FF2B5EF4-FFF2-40B4-BE49-F238E27FC236}">
                <a16:creationId xmlns:a16="http://schemas.microsoft.com/office/drawing/2014/main" id="{F2AC8F74-FC27-81B9-0208-71EC1E2915D1}"/>
              </a:ext>
            </a:extLst>
          </p:cNvPr>
          <p:cNvSpPr>
            <a:spLocks noChangeShapeType="1"/>
          </p:cNvSpPr>
          <p:nvPr/>
        </p:nvSpPr>
        <p:spPr bwMode="auto">
          <a:xfrm>
            <a:off x="2438400" y="2743200"/>
            <a:ext cx="3810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4" name="Line 5">
            <a:extLst>
              <a:ext uri="{FF2B5EF4-FFF2-40B4-BE49-F238E27FC236}">
                <a16:creationId xmlns:a16="http://schemas.microsoft.com/office/drawing/2014/main" id="{1C0A75A7-4D48-CDB6-2A00-0F65099A5DC6}"/>
              </a:ext>
            </a:extLst>
          </p:cNvPr>
          <p:cNvSpPr>
            <a:spLocks noChangeShapeType="1"/>
          </p:cNvSpPr>
          <p:nvPr/>
        </p:nvSpPr>
        <p:spPr bwMode="auto">
          <a:xfrm flipH="1">
            <a:off x="1828800" y="2667000"/>
            <a:ext cx="4572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45" name="Oval 6">
            <a:extLst>
              <a:ext uri="{FF2B5EF4-FFF2-40B4-BE49-F238E27FC236}">
                <a16:creationId xmlns:a16="http://schemas.microsoft.com/office/drawing/2014/main" id="{1DD00467-9CC2-306D-C3DD-1EA3B47AA30D}"/>
              </a:ext>
            </a:extLst>
          </p:cNvPr>
          <p:cNvSpPr>
            <a:spLocks noChangeArrowheads="1"/>
          </p:cNvSpPr>
          <p:nvPr/>
        </p:nvSpPr>
        <p:spPr bwMode="auto">
          <a:xfrm>
            <a:off x="21336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46" name="Rectangle 7">
            <a:extLst>
              <a:ext uri="{FF2B5EF4-FFF2-40B4-BE49-F238E27FC236}">
                <a16:creationId xmlns:a16="http://schemas.microsoft.com/office/drawing/2014/main" id="{9F8EADA6-4C76-FB31-8A18-254EB5A49382}"/>
              </a:ext>
            </a:extLst>
          </p:cNvPr>
          <p:cNvSpPr>
            <a:spLocks noChangeArrowheads="1"/>
          </p:cNvSpPr>
          <p:nvPr/>
        </p:nvSpPr>
        <p:spPr bwMode="auto">
          <a:xfrm>
            <a:off x="15240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47" name="Rectangle 8">
            <a:extLst>
              <a:ext uri="{FF2B5EF4-FFF2-40B4-BE49-F238E27FC236}">
                <a16:creationId xmlns:a16="http://schemas.microsoft.com/office/drawing/2014/main" id="{DC2766AA-A837-68E4-4E86-2AD356B4456C}"/>
              </a:ext>
            </a:extLst>
          </p:cNvPr>
          <p:cNvSpPr>
            <a:spLocks noChangeArrowheads="1"/>
          </p:cNvSpPr>
          <p:nvPr/>
        </p:nvSpPr>
        <p:spPr bwMode="auto">
          <a:xfrm>
            <a:off x="26670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48" name="Rectangle 9">
            <a:extLst>
              <a:ext uri="{FF2B5EF4-FFF2-40B4-BE49-F238E27FC236}">
                <a16:creationId xmlns:a16="http://schemas.microsoft.com/office/drawing/2014/main" id="{F3B92C21-529B-26C7-7E36-0808047B6216}"/>
              </a:ext>
            </a:extLst>
          </p:cNvPr>
          <p:cNvSpPr>
            <a:spLocks noChangeArrowheads="1"/>
          </p:cNvSpPr>
          <p:nvPr/>
        </p:nvSpPr>
        <p:spPr bwMode="auto">
          <a:xfrm>
            <a:off x="1524000" y="4953000"/>
            <a:ext cx="457200" cy="381000"/>
          </a:xfrm>
          <a:prstGeom prst="rect">
            <a:avLst/>
          </a:prstGeom>
          <a:solidFill>
            <a:schemeClr val="accent2"/>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49" name="Line 10">
            <a:extLst>
              <a:ext uri="{FF2B5EF4-FFF2-40B4-BE49-F238E27FC236}">
                <a16:creationId xmlns:a16="http://schemas.microsoft.com/office/drawing/2014/main" id="{7CB9F993-9BD8-05C7-5650-402C5C167674}"/>
              </a:ext>
            </a:extLst>
          </p:cNvPr>
          <p:cNvSpPr>
            <a:spLocks noChangeShapeType="1"/>
          </p:cNvSpPr>
          <p:nvPr/>
        </p:nvSpPr>
        <p:spPr bwMode="auto">
          <a:xfrm flipH="1">
            <a:off x="1524000" y="4953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0" name="Line 11">
            <a:extLst>
              <a:ext uri="{FF2B5EF4-FFF2-40B4-BE49-F238E27FC236}">
                <a16:creationId xmlns:a16="http://schemas.microsoft.com/office/drawing/2014/main" id="{1F5B1AAA-E946-F8B6-DD26-5CB4E19E6281}"/>
              </a:ext>
            </a:extLst>
          </p:cNvPr>
          <p:cNvSpPr>
            <a:spLocks noChangeShapeType="1"/>
          </p:cNvSpPr>
          <p:nvPr/>
        </p:nvSpPr>
        <p:spPr bwMode="auto">
          <a:xfrm>
            <a:off x="1524000" y="4953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1" name="Text Box 12">
            <a:extLst>
              <a:ext uri="{FF2B5EF4-FFF2-40B4-BE49-F238E27FC236}">
                <a16:creationId xmlns:a16="http://schemas.microsoft.com/office/drawing/2014/main" id="{B71D292B-1EF4-2620-4084-1D7637D721A5}"/>
              </a:ext>
            </a:extLst>
          </p:cNvPr>
          <p:cNvSpPr txBox="1">
            <a:spLocks noChangeArrowheads="1"/>
          </p:cNvSpPr>
          <p:nvPr/>
        </p:nvSpPr>
        <p:spPr bwMode="auto">
          <a:xfrm>
            <a:off x="2057400" y="2286000"/>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仿宋_GB2312" pitchFamily="49" charset="-122"/>
                <a:ea typeface="仿宋_GB2312" pitchFamily="49" charset="-122"/>
              </a:rPr>
              <a:t>-</a:t>
            </a: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2652" name="Text Box 13">
            <a:extLst>
              <a:ext uri="{FF2B5EF4-FFF2-40B4-BE49-F238E27FC236}">
                <a16:creationId xmlns:a16="http://schemas.microsoft.com/office/drawing/2014/main" id="{6FCC8D20-EBA3-2304-ECC3-3C1588C67D60}"/>
              </a:ext>
            </a:extLst>
          </p:cNvPr>
          <p:cNvSpPr txBox="1">
            <a:spLocks noChangeArrowheads="1"/>
          </p:cNvSpPr>
          <p:nvPr/>
        </p:nvSpPr>
        <p:spPr bwMode="auto">
          <a:xfrm>
            <a:off x="1447800" y="3840163"/>
            <a:ext cx="914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2653" name="Text Box 14">
            <a:extLst>
              <a:ext uri="{FF2B5EF4-FFF2-40B4-BE49-F238E27FC236}">
                <a16:creationId xmlns:a16="http://schemas.microsoft.com/office/drawing/2014/main" id="{A731C630-8DAB-2771-7E91-EA1681927323}"/>
              </a:ext>
            </a:extLst>
          </p:cNvPr>
          <p:cNvSpPr txBox="1">
            <a:spLocks noChangeArrowheads="1"/>
          </p:cNvSpPr>
          <p:nvPr/>
        </p:nvSpPr>
        <p:spPr bwMode="auto">
          <a:xfrm>
            <a:off x="26670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2654" name="Text Box 15">
            <a:extLst>
              <a:ext uri="{FF2B5EF4-FFF2-40B4-BE49-F238E27FC236}">
                <a16:creationId xmlns:a16="http://schemas.microsoft.com/office/drawing/2014/main" id="{1E20F408-F2BD-A3F5-FCF1-5AE783311ABC}"/>
              </a:ext>
            </a:extLst>
          </p:cNvPr>
          <p:cNvSpPr txBox="1">
            <a:spLocks noChangeArrowheads="1"/>
          </p:cNvSpPr>
          <p:nvPr/>
        </p:nvSpPr>
        <p:spPr bwMode="auto">
          <a:xfrm>
            <a:off x="914400" y="3840163"/>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2655" name="Line 16">
            <a:extLst>
              <a:ext uri="{FF2B5EF4-FFF2-40B4-BE49-F238E27FC236}">
                <a16:creationId xmlns:a16="http://schemas.microsoft.com/office/drawing/2014/main" id="{641DBDA5-7C43-E223-C534-1A8ADDC606C8}"/>
              </a:ext>
            </a:extLst>
          </p:cNvPr>
          <p:cNvSpPr>
            <a:spLocks noChangeShapeType="1"/>
          </p:cNvSpPr>
          <p:nvPr/>
        </p:nvSpPr>
        <p:spPr bwMode="auto">
          <a:xfrm>
            <a:off x="1143000" y="4343400"/>
            <a:ext cx="0" cy="6096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6" name="Line 17">
            <a:extLst>
              <a:ext uri="{FF2B5EF4-FFF2-40B4-BE49-F238E27FC236}">
                <a16:creationId xmlns:a16="http://schemas.microsoft.com/office/drawing/2014/main" id="{239BA11E-46C8-87BA-41B9-5988B4E61B1C}"/>
              </a:ext>
            </a:extLst>
          </p:cNvPr>
          <p:cNvSpPr>
            <a:spLocks noChangeShapeType="1"/>
          </p:cNvSpPr>
          <p:nvPr/>
        </p:nvSpPr>
        <p:spPr bwMode="auto">
          <a:xfrm>
            <a:off x="990600" y="4953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7" name="Line 18">
            <a:extLst>
              <a:ext uri="{FF2B5EF4-FFF2-40B4-BE49-F238E27FC236}">
                <a16:creationId xmlns:a16="http://schemas.microsoft.com/office/drawing/2014/main" id="{46E7ED4F-5C1D-A8A4-A908-CF3967B1E297}"/>
              </a:ext>
            </a:extLst>
          </p:cNvPr>
          <p:cNvSpPr>
            <a:spLocks noChangeShapeType="1"/>
          </p:cNvSpPr>
          <p:nvPr/>
        </p:nvSpPr>
        <p:spPr bwMode="auto">
          <a:xfrm>
            <a:off x="990600" y="3429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8" name="Line 19">
            <a:extLst>
              <a:ext uri="{FF2B5EF4-FFF2-40B4-BE49-F238E27FC236}">
                <a16:creationId xmlns:a16="http://schemas.microsoft.com/office/drawing/2014/main" id="{ACDB3023-FE45-857D-412B-9591EF7361DE}"/>
              </a:ext>
            </a:extLst>
          </p:cNvPr>
          <p:cNvSpPr>
            <a:spLocks noChangeShapeType="1"/>
          </p:cNvSpPr>
          <p:nvPr/>
        </p:nvSpPr>
        <p:spPr bwMode="auto">
          <a:xfrm>
            <a:off x="1143000" y="3429000"/>
            <a:ext cx="0" cy="533400"/>
          </a:xfrm>
          <a:prstGeom prst="line">
            <a:avLst/>
          </a:prstGeom>
          <a:noFill/>
          <a:ln w="28575">
            <a:solidFill>
              <a:srgbClr val="009900"/>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0" name="AutoShape 21">
            <a:extLst>
              <a:ext uri="{FF2B5EF4-FFF2-40B4-BE49-F238E27FC236}">
                <a16:creationId xmlns:a16="http://schemas.microsoft.com/office/drawing/2014/main" id="{29B7137E-638D-19A9-43CF-B0CC24A31480}"/>
              </a:ext>
            </a:extLst>
          </p:cNvPr>
          <p:cNvSpPr>
            <a:spLocks noChangeArrowheads="1"/>
          </p:cNvSpPr>
          <p:nvPr/>
        </p:nvSpPr>
        <p:spPr bwMode="auto">
          <a:xfrm>
            <a:off x="3651250" y="3657600"/>
            <a:ext cx="1295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2661" name="Line 23">
            <a:extLst>
              <a:ext uri="{FF2B5EF4-FFF2-40B4-BE49-F238E27FC236}">
                <a16:creationId xmlns:a16="http://schemas.microsoft.com/office/drawing/2014/main" id="{5FCBD956-94EC-B971-6EDC-3B0CD27C6766}"/>
              </a:ext>
            </a:extLst>
          </p:cNvPr>
          <p:cNvSpPr>
            <a:spLocks noChangeShapeType="1"/>
          </p:cNvSpPr>
          <p:nvPr/>
        </p:nvSpPr>
        <p:spPr bwMode="auto">
          <a:xfrm>
            <a:off x="6324600" y="2743200"/>
            <a:ext cx="3810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2" name="Line 24">
            <a:extLst>
              <a:ext uri="{FF2B5EF4-FFF2-40B4-BE49-F238E27FC236}">
                <a16:creationId xmlns:a16="http://schemas.microsoft.com/office/drawing/2014/main" id="{206643F5-34C0-A512-D6D7-F9669974C8E2}"/>
              </a:ext>
            </a:extLst>
          </p:cNvPr>
          <p:cNvSpPr>
            <a:spLocks noChangeShapeType="1"/>
          </p:cNvSpPr>
          <p:nvPr/>
        </p:nvSpPr>
        <p:spPr bwMode="auto">
          <a:xfrm flipH="1">
            <a:off x="5715000" y="2667000"/>
            <a:ext cx="4572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3" name="Oval 25">
            <a:extLst>
              <a:ext uri="{FF2B5EF4-FFF2-40B4-BE49-F238E27FC236}">
                <a16:creationId xmlns:a16="http://schemas.microsoft.com/office/drawing/2014/main" id="{35B746AC-4BD1-A926-B7D8-EC52D7D9AB6E}"/>
              </a:ext>
            </a:extLst>
          </p:cNvPr>
          <p:cNvSpPr>
            <a:spLocks noChangeArrowheads="1"/>
          </p:cNvSpPr>
          <p:nvPr/>
        </p:nvSpPr>
        <p:spPr bwMode="auto">
          <a:xfrm>
            <a:off x="60198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64" name="Rectangle 26">
            <a:extLst>
              <a:ext uri="{FF2B5EF4-FFF2-40B4-BE49-F238E27FC236}">
                <a16:creationId xmlns:a16="http://schemas.microsoft.com/office/drawing/2014/main" id="{31C8073E-098B-BB82-4A5C-C05C98360F0C}"/>
              </a:ext>
            </a:extLst>
          </p:cNvPr>
          <p:cNvSpPr>
            <a:spLocks noChangeArrowheads="1"/>
          </p:cNvSpPr>
          <p:nvPr/>
        </p:nvSpPr>
        <p:spPr bwMode="auto">
          <a:xfrm>
            <a:off x="54102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65" name="Rectangle 27">
            <a:extLst>
              <a:ext uri="{FF2B5EF4-FFF2-40B4-BE49-F238E27FC236}">
                <a16:creationId xmlns:a16="http://schemas.microsoft.com/office/drawing/2014/main" id="{E7EC3EAF-804F-3D1E-29D9-C9221EE6098A}"/>
              </a:ext>
            </a:extLst>
          </p:cNvPr>
          <p:cNvSpPr>
            <a:spLocks noChangeArrowheads="1"/>
          </p:cNvSpPr>
          <p:nvPr/>
        </p:nvSpPr>
        <p:spPr bwMode="auto">
          <a:xfrm>
            <a:off x="65532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2666" name="Text Box 28">
            <a:extLst>
              <a:ext uri="{FF2B5EF4-FFF2-40B4-BE49-F238E27FC236}">
                <a16:creationId xmlns:a16="http://schemas.microsoft.com/office/drawing/2014/main" id="{8929CF51-623D-80F4-F5C4-A306AC818553}"/>
              </a:ext>
            </a:extLst>
          </p:cNvPr>
          <p:cNvSpPr txBox="1">
            <a:spLocks noChangeArrowheads="1"/>
          </p:cNvSpPr>
          <p:nvPr/>
        </p:nvSpPr>
        <p:spPr bwMode="auto">
          <a:xfrm>
            <a:off x="6019800" y="22860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2667" name="Text Box 29">
            <a:extLst>
              <a:ext uri="{FF2B5EF4-FFF2-40B4-BE49-F238E27FC236}">
                <a16:creationId xmlns:a16="http://schemas.microsoft.com/office/drawing/2014/main" id="{3981AE72-FA70-BB91-E29A-FACFE525A7D4}"/>
              </a:ext>
            </a:extLst>
          </p:cNvPr>
          <p:cNvSpPr txBox="1">
            <a:spLocks noChangeArrowheads="1"/>
          </p:cNvSpPr>
          <p:nvPr/>
        </p:nvSpPr>
        <p:spPr bwMode="auto">
          <a:xfrm>
            <a:off x="65532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2668" name="Text Box 30">
            <a:extLst>
              <a:ext uri="{FF2B5EF4-FFF2-40B4-BE49-F238E27FC236}">
                <a16:creationId xmlns:a16="http://schemas.microsoft.com/office/drawing/2014/main" id="{5A769E7E-460D-CD63-D7C6-E8656188BCEE}"/>
              </a:ext>
            </a:extLst>
          </p:cNvPr>
          <p:cNvSpPr txBox="1">
            <a:spLocks noChangeArrowheads="1"/>
          </p:cNvSpPr>
          <p:nvPr/>
        </p:nvSpPr>
        <p:spPr bwMode="auto">
          <a:xfrm>
            <a:off x="5410200" y="3840163"/>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2669" name="Text Box 31">
            <a:extLst>
              <a:ext uri="{FF2B5EF4-FFF2-40B4-BE49-F238E27FC236}">
                <a16:creationId xmlns:a16="http://schemas.microsoft.com/office/drawing/2014/main" id="{203B75B5-4485-6B37-A747-C10830D8E238}"/>
              </a:ext>
            </a:extLst>
          </p:cNvPr>
          <p:cNvSpPr txBox="1">
            <a:spLocks noChangeArrowheads="1"/>
          </p:cNvSpPr>
          <p:nvPr/>
        </p:nvSpPr>
        <p:spPr bwMode="auto">
          <a:xfrm>
            <a:off x="2727325" y="2076450"/>
            <a:ext cx="628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2670" name="Text Box 32">
            <a:extLst>
              <a:ext uri="{FF2B5EF4-FFF2-40B4-BE49-F238E27FC236}">
                <a16:creationId xmlns:a16="http://schemas.microsoft.com/office/drawing/2014/main" id="{366B1865-CE64-38B5-421C-7765EFBA6446}"/>
              </a:ext>
            </a:extLst>
          </p:cNvPr>
          <p:cNvSpPr txBox="1">
            <a:spLocks noChangeArrowheads="1"/>
          </p:cNvSpPr>
          <p:nvPr/>
        </p:nvSpPr>
        <p:spPr bwMode="auto">
          <a:xfrm>
            <a:off x="6546850" y="2057400"/>
            <a:ext cx="490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2671" name="Text Box 33">
            <a:extLst>
              <a:ext uri="{FF2B5EF4-FFF2-40B4-BE49-F238E27FC236}">
                <a16:creationId xmlns:a16="http://schemas.microsoft.com/office/drawing/2014/main" id="{2CFB0BFA-4C5F-B80D-0953-C897FEE4E135}"/>
              </a:ext>
            </a:extLst>
          </p:cNvPr>
          <p:cNvSpPr txBox="1">
            <a:spLocks noChangeArrowheads="1"/>
          </p:cNvSpPr>
          <p:nvPr/>
        </p:nvSpPr>
        <p:spPr bwMode="auto">
          <a:xfrm>
            <a:off x="3498850" y="4019550"/>
            <a:ext cx="160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高度减</a:t>
            </a:r>
            <a:r>
              <a:rPr kumimoji="1" lang="en-US" altLang="zh-CN" sz="3200">
                <a:latin typeface="Times New Roman" panose="02020603050405020304" pitchFamily="18" charset="0"/>
                <a:ea typeface="隶书" panose="02010509060101010101" pitchFamily="49" charset="-122"/>
              </a:rPr>
              <a:t>1</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B7BE0F0D-2262-92E3-D554-EA58587486D6}"/>
              </a:ext>
            </a:extLst>
          </p:cNvPr>
          <p:cNvSpPr>
            <a:spLocks noGrp="1"/>
          </p:cNvSpPr>
          <p:nvPr>
            <p:ph type="sldNum" sz="quarter" idx="12"/>
          </p:nvPr>
        </p:nvSpPr>
        <p:spPr/>
        <p:txBody>
          <a:bodyPr/>
          <a:lstStyle/>
          <a:p>
            <a:pPr>
              <a:defRPr/>
            </a:pPr>
            <a:fld id="{82BC8E53-3928-4033-8D0B-01554133DC73}" type="slidenum">
              <a:rPr lang="en-US" altLang="zh-CN" smtClean="0"/>
              <a:pPr>
                <a:defRPr/>
              </a:pPr>
              <a:t>97</a:t>
            </a:fld>
            <a:endParaRPr lang="en-US" altLang="zh-CN"/>
          </a:p>
        </p:txBody>
      </p:sp>
      <p:sp>
        <p:nvSpPr>
          <p:cNvPr id="3" name="Text Box 48">
            <a:extLst>
              <a:ext uri="{FF2B5EF4-FFF2-40B4-BE49-F238E27FC236}">
                <a16:creationId xmlns:a16="http://schemas.microsoft.com/office/drawing/2014/main" id="{BD36B955-7EB9-7F09-D07C-941DC07433D1}"/>
              </a:ext>
            </a:extLst>
          </p:cNvPr>
          <p:cNvSpPr txBox="1">
            <a:spLocks noChangeArrowheads="1"/>
          </p:cNvSpPr>
          <p:nvPr/>
        </p:nvSpPr>
        <p:spPr bwMode="auto">
          <a:xfrm>
            <a:off x="2317750" y="5583567"/>
            <a:ext cx="5782642" cy="523220"/>
          </a:xfrm>
          <a:prstGeom prst="rect">
            <a:avLst/>
          </a:prstGeom>
          <a:noFill/>
          <a:ln w="9525">
            <a:noFill/>
            <a:miter lim="800000"/>
            <a:headEnd/>
            <a:tailEnd/>
          </a:ln>
          <a:effectLst/>
        </p:spPr>
        <p:txBody>
          <a:bodyPr wrap="square">
            <a:spAutoFit/>
          </a:bodyPr>
          <a:lstStyle/>
          <a:p>
            <a:pPr>
              <a:defRPr/>
            </a:pPr>
            <a:r>
              <a:rPr lang="zh-CN" altLang="en-US" sz="2800" b="1" dirty="0">
                <a:solidFill>
                  <a:srgbClr val="006666"/>
                </a:solidFill>
                <a:effectLst>
                  <a:outerShdw blurRad="38100" dist="38100" dir="2700000" algn="tl">
                    <a:srgbClr val="C0C0C0"/>
                  </a:outerShdw>
                </a:effectLst>
                <a:latin typeface="仿宋_GB2312" pitchFamily="49" charset="-122"/>
                <a:ea typeface="仿宋_GB2312" pitchFamily="49" charset="-122"/>
              </a:rPr>
              <a:t>子树整体高度减少，继续向上检查</a:t>
            </a:r>
            <a:endParaRPr lang="zh-CN" altLang="en-US" dirty="0">
              <a:latin typeface="Times New Roman" charset="0"/>
            </a:endParaRPr>
          </a:p>
        </p:txBody>
      </p:sp>
    </p:spTree>
  </p:cSld>
  <p:clrMapOvr>
    <a:masterClrMapping/>
  </p:clrMapOvr>
  <p:transition>
    <p:spli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Line 95">
            <a:extLst>
              <a:ext uri="{FF2B5EF4-FFF2-40B4-BE49-F238E27FC236}">
                <a16:creationId xmlns:a16="http://schemas.microsoft.com/office/drawing/2014/main" id="{37EF4A5D-D24C-25BA-076C-C5AA7C8E8E66}"/>
              </a:ext>
            </a:extLst>
          </p:cNvPr>
          <p:cNvSpPr>
            <a:spLocks noChangeShapeType="1"/>
          </p:cNvSpPr>
          <p:nvPr/>
        </p:nvSpPr>
        <p:spPr bwMode="auto">
          <a:xfrm>
            <a:off x="3124200" y="3657600"/>
            <a:ext cx="3048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67" name="Line 94">
            <a:extLst>
              <a:ext uri="{FF2B5EF4-FFF2-40B4-BE49-F238E27FC236}">
                <a16:creationId xmlns:a16="http://schemas.microsoft.com/office/drawing/2014/main" id="{B1B26963-4058-562A-06AE-ADBC9F1CC8DF}"/>
              </a:ext>
            </a:extLst>
          </p:cNvPr>
          <p:cNvSpPr>
            <a:spLocks noChangeShapeType="1"/>
          </p:cNvSpPr>
          <p:nvPr/>
        </p:nvSpPr>
        <p:spPr bwMode="auto">
          <a:xfrm flipH="1">
            <a:off x="2590800" y="3657600"/>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1058" name="Rectangle 2">
            <a:extLst>
              <a:ext uri="{FF2B5EF4-FFF2-40B4-BE49-F238E27FC236}">
                <a16:creationId xmlns:a16="http://schemas.microsoft.com/office/drawing/2014/main" id="{5A4E4649-0777-E51F-DA55-8803B7930304}"/>
              </a:ext>
            </a:extLst>
          </p:cNvPr>
          <p:cNvSpPr>
            <a:spLocks noGrp="1" noChangeArrowheads="1"/>
          </p:cNvSpPr>
          <p:nvPr>
            <p:ph type="body" idx="1"/>
          </p:nvPr>
        </p:nvSpPr>
        <p:spPr>
          <a:xfrm>
            <a:off x="666750" y="317536"/>
            <a:ext cx="7886700" cy="1728751"/>
          </a:xfrm>
        </p:spPr>
        <p:txBody>
          <a:bodyPr/>
          <a:lstStyle/>
          <a:p>
            <a:r>
              <a:rPr lang="en-US" altLang="zh-CN" dirty="0"/>
              <a:t>case 3 : pr</a:t>
            </a:r>
            <a:r>
              <a:rPr lang="zh-CN" altLang="en-US" dirty="0"/>
              <a:t>的平衡因子绝对值改为</a:t>
            </a:r>
            <a:r>
              <a:rPr lang="en-US" altLang="zh-CN" dirty="0"/>
              <a:t>2 </a:t>
            </a:r>
            <a:r>
              <a:rPr lang="zh-CN" altLang="en-US" dirty="0"/>
              <a:t>。则要看</a:t>
            </a:r>
            <a:r>
              <a:rPr lang="en-US" altLang="zh-CN" dirty="0"/>
              <a:t>q</a:t>
            </a:r>
            <a:r>
              <a:rPr lang="zh-CN" altLang="en-US" dirty="0"/>
              <a:t>的平衡因子，也分三种情况</a:t>
            </a:r>
          </a:p>
          <a:p>
            <a:pPr lvl="1"/>
            <a:r>
              <a:rPr lang="en-US" altLang="zh-CN" dirty="0"/>
              <a:t>case 3a : q</a:t>
            </a:r>
            <a:r>
              <a:rPr lang="zh-CN" altLang="en-US" dirty="0"/>
              <a:t>的平衡因子为</a:t>
            </a:r>
            <a:r>
              <a:rPr lang="en-US" altLang="zh-CN" dirty="0"/>
              <a:t>0 </a:t>
            </a:r>
            <a:r>
              <a:rPr lang="zh-CN" altLang="en-US" dirty="0"/>
              <a:t>。</a:t>
            </a:r>
          </a:p>
        </p:txBody>
      </p:sp>
      <p:sp>
        <p:nvSpPr>
          <p:cNvPr id="113669" name="Line 32">
            <a:extLst>
              <a:ext uri="{FF2B5EF4-FFF2-40B4-BE49-F238E27FC236}">
                <a16:creationId xmlns:a16="http://schemas.microsoft.com/office/drawing/2014/main" id="{DF2C759B-99C7-AB6E-1A0B-E2F972B54210}"/>
              </a:ext>
            </a:extLst>
          </p:cNvPr>
          <p:cNvSpPr>
            <a:spLocks noChangeShapeType="1"/>
          </p:cNvSpPr>
          <p:nvPr/>
        </p:nvSpPr>
        <p:spPr bwMode="auto">
          <a:xfrm>
            <a:off x="2514600" y="2590800"/>
            <a:ext cx="5334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0" name="Line 33">
            <a:extLst>
              <a:ext uri="{FF2B5EF4-FFF2-40B4-BE49-F238E27FC236}">
                <a16:creationId xmlns:a16="http://schemas.microsoft.com/office/drawing/2014/main" id="{4C1D5752-3C1F-818E-4B0D-109CBAD7C251}"/>
              </a:ext>
            </a:extLst>
          </p:cNvPr>
          <p:cNvSpPr>
            <a:spLocks noChangeShapeType="1"/>
          </p:cNvSpPr>
          <p:nvPr/>
        </p:nvSpPr>
        <p:spPr bwMode="auto">
          <a:xfrm flipH="1">
            <a:off x="1676400" y="2667000"/>
            <a:ext cx="6096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1" name="Oval 34">
            <a:extLst>
              <a:ext uri="{FF2B5EF4-FFF2-40B4-BE49-F238E27FC236}">
                <a16:creationId xmlns:a16="http://schemas.microsoft.com/office/drawing/2014/main" id="{47607358-172A-A419-8F37-6FF323E44191}"/>
              </a:ext>
            </a:extLst>
          </p:cNvPr>
          <p:cNvSpPr>
            <a:spLocks noChangeArrowheads="1"/>
          </p:cNvSpPr>
          <p:nvPr/>
        </p:nvSpPr>
        <p:spPr bwMode="auto">
          <a:xfrm>
            <a:off x="22098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72" name="Rectangle 35">
            <a:extLst>
              <a:ext uri="{FF2B5EF4-FFF2-40B4-BE49-F238E27FC236}">
                <a16:creationId xmlns:a16="http://schemas.microsoft.com/office/drawing/2014/main" id="{D8521F1A-724E-D0A6-7660-51D69EC8731E}"/>
              </a:ext>
            </a:extLst>
          </p:cNvPr>
          <p:cNvSpPr>
            <a:spLocks noChangeArrowheads="1"/>
          </p:cNvSpPr>
          <p:nvPr/>
        </p:nvSpPr>
        <p:spPr bwMode="auto">
          <a:xfrm>
            <a:off x="13716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73" name="Rectangle 36">
            <a:extLst>
              <a:ext uri="{FF2B5EF4-FFF2-40B4-BE49-F238E27FC236}">
                <a16:creationId xmlns:a16="http://schemas.microsoft.com/office/drawing/2014/main" id="{CAAAE9B7-D80C-219B-CBDE-8C17B878720B}"/>
              </a:ext>
            </a:extLst>
          </p:cNvPr>
          <p:cNvSpPr>
            <a:spLocks noChangeArrowheads="1"/>
          </p:cNvSpPr>
          <p:nvPr/>
        </p:nvSpPr>
        <p:spPr bwMode="auto">
          <a:xfrm>
            <a:off x="2286000" y="42672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74" name="Rectangle 37">
            <a:extLst>
              <a:ext uri="{FF2B5EF4-FFF2-40B4-BE49-F238E27FC236}">
                <a16:creationId xmlns:a16="http://schemas.microsoft.com/office/drawing/2014/main" id="{37FB663F-1F04-ADC8-79C3-313429150D3B}"/>
              </a:ext>
            </a:extLst>
          </p:cNvPr>
          <p:cNvSpPr>
            <a:spLocks noChangeArrowheads="1"/>
          </p:cNvSpPr>
          <p:nvPr/>
        </p:nvSpPr>
        <p:spPr bwMode="auto">
          <a:xfrm>
            <a:off x="1371600" y="4572000"/>
            <a:ext cx="457200" cy="381000"/>
          </a:xfrm>
          <a:prstGeom prst="rect">
            <a:avLst/>
          </a:prstGeom>
          <a:solidFill>
            <a:schemeClr val="accent2"/>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75" name="Line 38">
            <a:extLst>
              <a:ext uri="{FF2B5EF4-FFF2-40B4-BE49-F238E27FC236}">
                <a16:creationId xmlns:a16="http://schemas.microsoft.com/office/drawing/2014/main" id="{24475798-95F0-FC37-1F0B-22D5A6F19E74}"/>
              </a:ext>
            </a:extLst>
          </p:cNvPr>
          <p:cNvSpPr>
            <a:spLocks noChangeShapeType="1"/>
          </p:cNvSpPr>
          <p:nvPr/>
        </p:nvSpPr>
        <p:spPr bwMode="auto">
          <a:xfrm flipH="1">
            <a:off x="1371600" y="4572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6" name="Line 39">
            <a:extLst>
              <a:ext uri="{FF2B5EF4-FFF2-40B4-BE49-F238E27FC236}">
                <a16:creationId xmlns:a16="http://schemas.microsoft.com/office/drawing/2014/main" id="{A656BF57-C482-95F8-EFC3-ED64DBC3538D}"/>
              </a:ext>
            </a:extLst>
          </p:cNvPr>
          <p:cNvSpPr>
            <a:spLocks noChangeShapeType="1"/>
          </p:cNvSpPr>
          <p:nvPr/>
        </p:nvSpPr>
        <p:spPr bwMode="auto">
          <a:xfrm>
            <a:off x="1371600" y="4572000"/>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77" name="Text Box 40">
            <a:extLst>
              <a:ext uri="{FF2B5EF4-FFF2-40B4-BE49-F238E27FC236}">
                <a16:creationId xmlns:a16="http://schemas.microsoft.com/office/drawing/2014/main" id="{59A75BD5-F213-A2E9-6553-C0B1D51EF7AD}"/>
              </a:ext>
            </a:extLst>
          </p:cNvPr>
          <p:cNvSpPr txBox="1">
            <a:spLocks noChangeArrowheads="1"/>
          </p:cNvSpPr>
          <p:nvPr/>
        </p:nvSpPr>
        <p:spPr bwMode="auto">
          <a:xfrm>
            <a:off x="2209800" y="22860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3678" name="Text Box 41">
            <a:extLst>
              <a:ext uri="{FF2B5EF4-FFF2-40B4-BE49-F238E27FC236}">
                <a16:creationId xmlns:a16="http://schemas.microsoft.com/office/drawing/2014/main" id="{03FB2A90-7728-6F1E-7ABD-CDB2A02F8780}"/>
              </a:ext>
            </a:extLst>
          </p:cNvPr>
          <p:cNvSpPr txBox="1">
            <a:spLocks noChangeArrowheads="1"/>
          </p:cNvSpPr>
          <p:nvPr/>
        </p:nvSpPr>
        <p:spPr bwMode="auto">
          <a:xfrm>
            <a:off x="1371600" y="3840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3679" name="Text Box 42">
            <a:extLst>
              <a:ext uri="{FF2B5EF4-FFF2-40B4-BE49-F238E27FC236}">
                <a16:creationId xmlns:a16="http://schemas.microsoft.com/office/drawing/2014/main" id="{F6A97E07-E109-9A6B-20F8-3DB3D18BA882}"/>
              </a:ext>
            </a:extLst>
          </p:cNvPr>
          <p:cNvSpPr txBox="1">
            <a:spLocks noChangeArrowheads="1"/>
          </p:cNvSpPr>
          <p:nvPr/>
        </p:nvSpPr>
        <p:spPr bwMode="auto">
          <a:xfrm>
            <a:off x="2286000" y="46783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3680" name="Text Box 43">
            <a:extLst>
              <a:ext uri="{FF2B5EF4-FFF2-40B4-BE49-F238E27FC236}">
                <a16:creationId xmlns:a16="http://schemas.microsoft.com/office/drawing/2014/main" id="{66208C8E-99BD-D7A1-89C2-DEA680304EFF}"/>
              </a:ext>
            </a:extLst>
          </p:cNvPr>
          <p:cNvSpPr txBox="1">
            <a:spLocks noChangeArrowheads="1"/>
          </p:cNvSpPr>
          <p:nvPr/>
        </p:nvSpPr>
        <p:spPr bwMode="auto">
          <a:xfrm>
            <a:off x="609600" y="37338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3681" name="Line 44">
            <a:extLst>
              <a:ext uri="{FF2B5EF4-FFF2-40B4-BE49-F238E27FC236}">
                <a16:creationId xmlns:a16="http://schemas.microsoft.com/office/drawing/2014/main" id="{8FBE4E6C-69CE-20B3-AC63-15E9C7BDE234}"/>
              </a:ext>
            </a:extLst>
          </p:cNvPr>
          <p:cNvSpPr>
            <a:spLocks noChangeShapeType="1"/>
          </p:cNvSpPr>
          <p:nvPr/>
        </p:nvSpPr>
        <p:spPr bwMode="auto">
          <a:xfrm>
            <a:off x="990600" y="4191000"/>
            <a:ext cx="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2" name="Line 45">
            <a:extLst>
              <a:ext uri="{FF2B5EF4-FFF2-40B4-BE49-F238E27FC236}">
                <a16:creationId xmlns:a16="http://schemas.microsoft.com/office/drawing/2014/main" id="{6CB361D2-E751-A1C5-2909-7FF5D2C56565}"/>
              </a:ext>
            </a:extLst>
          </p:cNvPr>
          <p:cNvSpPr>
            <a:spLocks noChangeShapeType="1"/>
          </p:cNvSpPr>
          <p:nvPr/>
        </p:nvSpPr>
        <p:spPr bwMode="auto">
          <a:xfrm>
            <a:off x="838200" y="4572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3" name="Line 46">
            <a:extLst>
              <a:ext uri="{FF2B5EF4-FFF2-40B4-BE49-F238E27FC236}">
                <a16:creationId xmlns:a16="http://schemas.microsoft.com/office/drawing/2014/main" id="{09C8BBE8-1042-372A-BA95-89669741F563}"/>
              </a:ext>
            </a:extLst>
          </p:cNvPr>
          <p:cNvSpPr>
            <a:spLocks noChangeShapeType="1"/>
          </p:cNvSpPr>
          <p:nvPr/>
        </p:nvSpPr>
        <p:spPr bwMode="auto">
          <a:xfrm>
            <a:off x="838200" y="3429000"/>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84" name="Line 47">
            <a:extLst>
              <a:ext uri="{FF2B5EF4-FFF2-40B4-BE49-F238E27FC236}">
                <a16:creationId xmlns:a16="http://schemas.microsoft.com/office/drawing/2014/main" id="{2D51355C-9A26-FB89-5DA9-B2147632D5A5}"/>
              </a:ext>
            </a:extLst>
          </p:cNvPr>
          <p:cNvSpPr>
            <a:spLocks noChangeShapeType="1"/>
          </p:cNvSpPr>
          <p:nvPr/>
        </p:nvSpPr>
        <p:spPr bwMode="auto">
          <a:xfrm>
            <a:off x="990600" y="3429000"/>
            <a:ext cx="0" cy="381000"/>
          </a:xfrm>
          <a:prstGeom prst="line">
            <a:avLst/>
          </a:prstGeom>
          <a:noFill/>
          <a:ln w="28575">
            <a:solidFill>
              <a:srgbClr val="009900"/>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1104" name="Text Box 48">
            <a:extLst>
              <a:ext uri="{FF2B5EF4-FFF2-40B4-BE49-F238E27FC236}">
                <a16:creationId xmlns:a16="http://schemas.microsoft.com/office/drawing/2014/main" id="{BE397B8E-4791-3234-2991-378BE9315898}"/>
              </a:ext>
            </a:extLst>
          </p:cNvPr>
          <p:cNvSpPr txBox="1">
            <a:spLocks noChangeArrowheads="1"/>
          </p:cNvSpPr>
          <p:nvPr/>
        </p:nvSpPr>
        <p:spPr bwMode="auto">
          <a:xfrm>
            <a:off x="1143000" y="5105400"/>
            <a:ext cx="914400" cy="955675"/>
          </a:xfrm>
          <a:prstGeom prst="rect">
            <a:avLst/>
          </a:prstGeom>
          <a:noFill/>
          <a:ln w="9525">
            <a:solidFill>
              <a:schemeClr val="tx2"/>
            </a:solidFill>
            <a:miter lim="800000"/>
            <a:headEnd/>
            <a:tailEnd/>
          </a:ln>
          <a:effectLst/>
        </p:spPr>
        <p:txBody>
          <a:bodyPr>
            <a:spAutoFit/>
          </a:bodyPr>
          <a:lstStyle/>
          <a:p>
            <a:pPr>
              <a:defRPr/>
            </a:pP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删除结点</a:t>
            </a:r>
            <a:endParaRPr lang="zh-CN" altLang="en-US">
              <a:latin typeface="Times New Roman" charset="0"/>
            </a:endParaRPr>
          </a:p>
        </p:txBody>
      </p:sp>
      <p:sp>
        <p:nvSpPr>
          <p:cNvPr id="113686" name="AutoShape 49">
            <a:extLst>
              <a:ext uri="{FF2B5EF4-FFF2-40B4-BE49-F238E27FC236}">
                <a16:creationId xmlns:a16="http://schemas.microsoft.com/office/drawing/2014/main" id="{EDF77DCE-43AA-2F3D-B32E-667036289A9B}"/>
              </a:ext>
            </a:extLst>
          </p:cNvPr>
          <p:cNvSpPr>
            <a:spLocks noChangeArrowheads="1"/>
          </p:cNvSpPr>
          <p:nvPr/>
        </p:nvSpPr>
        <p:spPr bwMode="auto">
          <a:xfrm>
            <a:off x="3962400" y="3657600"/>
            <a:ext cx="1295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3687" name="Text Box 50">
            <a:extLst>
              <a:ext uri="{FF2B5EF4-FFF2-40B4-BE49-F238E27FC236}">
                <a16:creationId xmlns:a16="http://schemas.microsoft.com/office/drawing/2014/main" id="{B22CE128-DC01-78CE-2F25-A41057ED881C}"/>
              </a:ext>
            </a:extLst>
          </p:cNvPr>
          <p:cNvSpPr txBox="1">
            <a:spLocks noChangeArrowheads="1"/>
          </p:cNvSpPr>
          <p:nvPr/>
        </p:nvSpPr>
        <p:spPr bwMode="auto">
          <a:xfrm>
            <a:off x="3854450" y="2925763"/>
            <a:ext cx="140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左单旋</a:t>
            </a:r>
            <a:endParaRPr kumimoji="1" lang="zh-CN" altLang="en-US" sz="2400">
              <a:latin typeface="Times New Roman" panose="02020603050405020304" pitchFamily="18" charset="0"/>
              <a:ea typeface="宋体" panose="02010600030101010101" pitchFamily="2" charset="-122"/>
            </a:endParaRPr>
          </a:p>
        </p:txBody>
      </p:sp>
      <p:sp>
        <p:nvSpPr>
          <p:cNvPr id="113688" name="Text Box 59">
            <a:extLst>
              <a:ext uri="{FF2B5EF4-FFF2-40B4-BE49-F238E27FC236}">
                <a16:creationId xmlns:a16="http://schemas.microsoft.com/office/drawing/2014/main" id="{381CD215-D51D-FDB2-BB0B-9CA0EC29EC45}"/>
              </a:ext>
            </a:extLst>
          </p:cNvPr>
          <p:cNvSpPr txBox="1">
            <a:spLocks noChangeArrowheads="1"/>
          </p:cNvSpPr>
          <p:nvPr/>
        </p:nvSpPr>
        <p:spPr bwMode="auto">
          <a:xfrm>
            <a:off x="2803525" y="2076450"/>
            <a:ext cx="615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3689" name="Rectangle 90">
            <a:extLst>
              <a:ext uri="{FF2B5EF4-FFF2-40B4-BE49-F238E27FC236}">
                <a16:creationId xmlns:a16="http://schemas.microsoft.com/office/drawing/2014/main" id="{15A20C93-0214-A880-3F91-A0449171E84A}"/>
              </a:ext>
            </a:extLst>
          </p:cNvPr>
          <p:cNvSpPr>
            <a:spLocks noChangeArrowheads="1"/>
          </p:cNvSpPr>
          <p:nvPr/>
        </p:nvSpPr>
        <p:spPr bwMode="auto">
          <a:xfrm>
            <a:off x="3276600" y="42672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90" name="Text Box 91">
            <a:extLst>
              <a:ext uri="{FF2B5EF4-FFF2-40B4-BE49-F238E27FC236}">
                <a16:creationId xmlns:a16="http://schemas.microsoft.com/office/drawing/2014/main" id="{0DECA915-0F1C-1D43-697E-360A9D0C3871}"/>
              </a:ext>
            </a:extLst>
          </p:cNvPr>
          <p:cNvSpPr txBox="1">
            <a:spLocks noChangeArrowheads="1"/>
          </p:cNvSpPr>
          <p:nvPr/>
        </p:nvSpPr>
        <p:spPr bwMode="auto">
          <a:xfrm>
            <a:off x="3276600" y="46783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3691" name="Oval 92">
            <a:extLst>
              <a:ext uri="{FF2B5EF4-FFF2-40B4-BE49-F238E27FC236}">
                <a16:creationId xmlns:a16="http://schemas.microsoft.com/office/drawing/2014/main" id="{5D55DF2E-4379-85F0-77BE-B7BFA118253A}"/>
              </a:ext>
            </a:extLst>
          </p:cNvPr>
          <p:cNvSpPr>
            <a:spLocks noChangeArrowheads="1"/>
          </p:cNvSpPr>
          <p:nvPr/>
        </p:nvSpPr>
        <p:spPr bwMode="auto">
          <a:xfrm>
            <a:off x="2819400" y="3306763"/>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92" name="Text Box 93">
            <a:extLst>
              <a:ext uri="{FF2B5EF4-FFF2-40B4-BE49-F238E27FC236}">
                <a16:creationId xmlns:a16="http://schemas.microsoft.com/office/drawing/2014/main" id="{B6370E61-484A-DEDC-F201-63BA7F4BD686}"/>
              </a:ext>
            </a:extLst>
          </p:cNvPr>
          <p:cNvSpPr txBox="1">
            <a:spLocks noChangeArrowheads="1"/>
          </p:cNvSpPr>
          <p:nvPr/>
        </p:nvSpPr>
        <p:spPr bwMode="auto">
          <a:xfrm>
            <a:off x="2819400" y="3230563"/>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3693" name="Line 96">
            <a:extLst>
              <a:ext uri="{FF2B5EF4-FFF2-40B4-BE49-F238E27FC236}">
                <a16:creationId xmlns:a16="http://schemas.microsoft.com/office/drawing/2014/main" id="{096B76D7-D2EC-F62C-796B-8A1A4C75FA25}"/>
              </a:ext>
            </a:extLst>
          </p:cNvPr>
          <p:cNvSpPr>
            <a:spLocks noChangeShapeType="1"/>
          </p:cNvSpPr>
          <p:nvPr/>
        </p:nvSpPr>
        <p:spPr bwMode="auto">
          <a:xfrm flipH="1">
            <a:off x="5943600" y="3657600"/>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4" name="Line 97">
            <a:extLst>
              <a:ext uri="{FF2B5EF4-FFF2-40B4-BE49-F238E27FC236}">
                <a16:creationId xmlns:a16="http://schemas.microsoft.com/office/drawing/2014/main" id="{B6047AD1-BFA6-4860-079B-2060C93057E8}"/>
              </a:ext>
            </a:extLst>
          </p:cNvPr>
          <p:cNvSpPr>
            <a:spLocks noChangeShapeType="1"/>
          </p:cNvSpPr>
          <p:nvPr/>
        </p:nvSpPr>
        <p:spPr bwMode="auto">
          <a:xfrm>
            <a:off x="6477000" y="3657600"/>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5" name="Line 98">
            <a:extLst>
              <a:ext uri="{FF2B5EF4-FFF2-40B4-BE49-F238E27FC236}">
                <a16:creationId xmlns:a16="http://schemas.microsoft.com/office/drawing/2014/main" id="{0C057553-3D9B-A5DD-33DA-5EB60CAE6B72}"/>
              </a:ext>
            </a:extLst>
          </p:cNvPr>
          <p:cNvSpPr>
            <a:spLocks noChangeShapeType="1"/>
          </p:cNvSpPr>
          <p:nvPr/>
        </p:nvSpPr>
        <p:spPr bwMode="auto">
          <a:xfrm flipH="1">
            <a:off x="6400800" y="2590800"/>
            <a:ext cx="5334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6" name="Line 99">
            <a:extLst>
              <a:ext uri="{FF2B5EF4-FFF2-40B4-BE49-F238E27FC236}">
                <a16:creationId xmlns:a16="http://schemas.microsoft.com/office/drawing/2014/main" id="{080D3632-FCA9-8C42-003A-68CC829342E7}"/>
              </a:ext>
            </a:extLst>
          </p:cNvPr>
          <p:cNvSpPr>
            <a:spLocks noChangeShapeType="1"/>
          </p:cNvSpPr>
          <p:nvPr/>
        </p:nvSpPr>
        <p:spPr bwMode="auto">
          <a:xfrm>
            <a:off x="7010400" y="2667000"/>
            <a:ext cx="6096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7" name="Oval 100">
            <a:extLst>
              <a:ext uri="{FF2B5EF4-FFF2-40B4-BE49-F238E27FC236}">
                <a16:creationId xmlns:a16="http://schemas.microsoft.com/office/drawing/2014/main" id="{D16970D0-0E2B-2493-CD9F-A1D32B61FB65}"/>
              </a:ext>
            </a:extLst>
          </p:cNvPr>
          <p:cNvSpPr>
            <a:spLocks noChangeArrowheads="1"/>
          </p:cNvSpPr>
          <p:nvPr/>
        </p:nvSpPr>
        <p:spPr bwMode="auto">
          <a:xfrm flipH="1">
            <a:off x="6705600" y="2362200"/>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98" name="Rectangle 101">
            <a:extLst>
              <a:ext uri="{FF2B5EF4-FFF2-40B4-BE49-F238E27FC236}">
                <a16:creationId xmlns:a16="http://schemas.microsoft.com/office/drawing/2014/main" id="{5B6F281D-AE2C-D616-94D7-F63C865C94A6}"/>
              </a:ext>
            </a:extLst>
          </p:cNvPr>
          <p:cNvSpPr>
            <a:spLocks noChangeArrowheads="1"/>
          </p:cNvSpPr>
          <p:nvPr/>
        </p:nvSpPr>
        <p:spPr bwMode="auto">
          <a:xfrm flipH="1">
            <a:off x="5638800" y="4267200"/>
            <a:ext cx="457200" cy="1143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699" name="Rectangle 102">
            <a:extLst>
              <a:ext uri="{FF2B5EF4-FFF2-40B4-BE49-F238E27FC236}">
                <a16:creationId xmlns:a16="http://schemas.microsoft.com/office/drawing/2014/main" id="{0C8C793C-E75A-CD48-CF66-3299F023BF2C}"/>
              </a:ext>
            </a:extLst>
          </p:cNvPr>
          <p:cNvSpPr>
            <a:spLocks noChangeArrowheads="1"/>
          </p:cNvSpPr>
          <p:nvPr/>
        </p:nvSpPr>
        <p:spPr bwMode="auto">
          <a:xfrm flipH="1">
            <a:off x="6705600" y="42672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700" name="Rectangle 103">
            <a:extLst>
              <a:ext uri="{FF2B5EF4-FFF2-40B4-BE49-F238E27FC236}">
                <a16:creationId xmlns:a16="http://schemas.microsoft.com/office/drawing/2014/main" id="{2FC27C80-05F8-FE6F-0F07-56DAF7C67BFC}"/>
              </a:ext>
            </a:extLst>
          </p:cNvPr>
          <p:cNvSpPr>
            <a:spLocks noChangeArrowheads="1"/>
          </p:cNvSpPr>
          <p:nvPr/>
        </p:nvSpPr>
        <p:spPr bwMode="auto">
          <a:xfrm flipH="1">
            <a:off x="7467600" y="3429000"/>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701" name="Oval 104">
            <a:extLst>
              <a:ext uri="{FF2B5EF4-FFF2-40B4-BE49-F238E27FC236}">
                <a16:creationId xmlns:a16="http://schemas.microsoft.com/office/drawing/2014/main" id="{57925846-9FF4-6F36-0353-F19E5EBFAC4C}"/>
              </a:ext>
            </a:extLst>
          </p:cNvPr>
          <p:cNvSpPr>
            <a:spLocks noChangeArrowheads="1"/>
          </p:cNvSpPr>
          <p:nvPr/>
        </p:nvSpPr>
        <p:spPr bwMode="auto">
          <a:xfrm flipH="1">
            <a:off x="6172200" y="3306763"/>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3702" name="Text Box 105">
            <a:extLst>
              <a:ext uri="{FF2B5EF4-FFF2-40B4-BE49-F238E27FC236}">
                <a16:creationId xmlns:a16="http://schemas.microsoft.com/office/drawing/2014/main" id="{52889570-D08B-4BCD-8C77-B934F1EA405E}"/>
              </a:ext>
            </a:extLst>
          </p:cNvPr>
          <p:cNvSpPr txBox="1">
            <a:spLocks noChangeArrowheads="1"/>
          </p:cNvSpPr>
          <p:nvPr/>
        </p:nvSpPr>
        <p:spPr bwMode="auto">
          <a:xfrm>
            <a:off x="3336925" y="2895600"/>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3703" name="Text Box 106">
            <a:extLst>
              <a:ext uri="{FF2B5EF4-FFF2-40B4-BE49-F238E27FC236}">
                <a16:creationId xmlns:a16="http://schemas.microsoft.com/office/drawing/2014/main" id="{7EA35E16-820C-E43A-A000-96FCA5DAA37B}"/>
              </a:ext>
            </a:extLst>
          </p:cNvPr>
          <p:cNvSpPr txBox="1">
            <a:spLocks noChangeArrowheads="1"/>
          </p:cNvSpPr>
          <p:nvPr/>
        </p:nvSpPr>
        <p:spPr bwMode="auto">
          <a:xfrm>
            <a:off x="6172200" y="3230563"/>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3704" name="Text Box 107">
            <a:extLst>
              <a:ext uri="{FF2B5EF4-FFF2-40B4-BE49-F238E27FC236}">
                <a16:creationId xmlns:a16="http://schemas.microsoft.com/office/drawing/2014/main" id="{CB42EBA1-BAAE-DFE0-280A-0973F42A0624}"/>
              </a:ext>
            </a:extLst>
          </p:cNvPr>
          <p:cNvSpPr txBox="1">
            <a:spLocks noChangeArrowheads="1"/>
          </p:cNvSpPr>
          <p:nvPr/>
        </p:nvSpPr>
        <p:spPr bwMode="auto">
          <a:xfrm>
            <a:off x="6705600" y="45259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3705" name="Text Box 108">
            <a:extLst>
              <a:ext uri="{FF2B5EF4-FFF2-40B4-BE49-F238E27FC236}">
                <a16:creationId xmlns:a16="http://schemas.microsoft.com/office/drawing/2014/main" id="{D9658810-3F8C-F600-0B90-5383E7ECC09D}"/>
              </a:ext>
            </a:extLst>
          </p:cNvPr>
          <p:cNvSpPr txBox="1">
            <a:spLocks noChangeArrowheads="1"/>
          </p:cNvSpPr>
          <p:nvPr/>
        </p:nvSpPr>
        <p:spPr bwMode="auto">
          <a:xfrm>
            <a:off x="5638800" y="4525963"/>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3706" name="Text Box 109">
            <a:extLst>
              <a:ext uri="{FF2B5EF4-FFF2-40B4-BE49-F238E27FC236}">
                <a16:creationId xmlns:a16="http://schemas.microsoft.com/office/drawing/2014/main" id="{B04EFD3B-306E-18C3-725A-127408D314D5}"/>
              </a:ext>
            </a:extLst>
          </p:cNvPr>
          <p:cNvSpPr txBox="1">
            <a:spLocks noChangeArrowheads="1"/>
          </p:cNvSpPr>
          <p:nvPr/>
        </p:nvSpPr>
        <p:spPr bwMode="auto">
          <a:xfrm>
            <a:off x="5867400" y="2849563"/>
            <a:ext cx="6683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3707" name="Text Box 110">
            <a:extLst>
              <a:ext uri="{FF2B5EF4-FFF2-40B4-BE49-F238E27FC236}">
                <a16:creationId xmlns:a16="http://schemas.microsoft.com/office/drawing/2014/main" id="{15FCB1CC-62B5-9CA7-D253-D801091CEA6E}"/>
              </a:ext>
            </a:extLst>
          </p:cNvPr>
          <p:cNvSpPr txBox="1">
            <a:spLocks noChangeArrowheads="1"/>
          </p:cNvSpPr>
          <p:nvPr/>
        </p:nvSpPr>
        <p:spPr bwMode="auto">
          <a:xfrm>
            <a:off x="7467600" y="382111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3708" name="Text Box 111">
            <a:extLst>
              <a:ext uri="{FF2B5EF4-FFF2-40B4-BE49-F238E27FC236}">
                <a16:creationId xmlns:a16="http://schemas.microsoft.com/office/drawing/2014/main" id="{553F9279-99AC-563A-44C8-351A7BB4A01C}"/>
              </a:ext>
            </a:extLst>
          </p:cNvPr>
          <p:cNvSpPr txBox="1">
            <a:spLocks noChangeArrowheads="1"/>
          </p:cNvSpPr>
          <p:nvPr/>
        </p:nvSpPr>
        <p:spPr bwMode="auto">
          <a:xfrm>
            <a:off x="7223125" y="2038350"/>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3709" name="Text Box 112">
            <a:extLst>
              <a:ext uri="{FF2B5EF4-FFF2-40B4-BE49-F238E27FC236}">
                <a16:creationId xmlns:a16="http://schemas.microsoft.com/office/drawing/2014/main" id="{2DC35C63-8DF2-8190-ED5C-9CEE316134F7}"/>
              </a:ext>
            </a:extLst>
          </p:cNvPr>
          <p:cNvSpPr txBox="1">
            <a:spLocks noChangeArrowheads="1"/>
          </p:cNvSpPr>
          <p:nvPr/>
        </p:nvSpPr>
        <p:spPr bwMode="auto">
          <a:xfrm>
            <a:off x="6629400" y="2286000"/>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楷体_GB2312" pitchFamily="49" charset="-122"/>
                <a:ea typeface="楷体_GB2312" pitchFamily="49" charset="-122"/>
              </a:rPr>
              <a:t>-</a:t>
            </a: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3710" name="Freeform 120">
            <a:extLst>
              <a:ext uri="{FF2B5EF4-FFF2-40B4-BE49-F238E27FC236}">
                <a16:creationId xmlns:a16="http://schemas.microsoft.com/office/drawing/2014/main" id="{1DA7BBD7-A2EB-8986-DEC3-333ED4503DAA}"/>
              </a:ext>
            </a:extLst>
          </p:cNvPr>
          <p:cNvSpPr>
            <a:spLocks/>
          </p:cNvSpPr>
          <p:nvPr/>
        </p:nvSpPr>
        <p:spPr bwMode="auto">
          <a:xfrm>
            <a:off x="2133600" y="3022600"/>
            <a:ext cx="609600" cy="177800"/>
          </a:xfrm>
          <a:custGeom>
            <a:avLst/>
            <a:gdLst>
              <a:gd name="T0" fmla="*/ 0 w 384"/>
              <a:gd name="T1" fmla="*/ 2147483646 h 112"/>
              <a:gd name="T2" fmla="*/ 2147483646 w 384"/>
              <a:gd name="T3" fmla="*/ 2147483646 h 112"/>
              <a:gd name="T4" fmla="*/ 2147483646 w 384"/>
              <a:gd name="T5" fmla="*/ 2147483646 h 112"/>
              <a:gd name="T6" fmla="*/ 2147483646 w 384"/>
              <a:gd name="T7" fmla="*/ 2147483646 h 112"/>
              <a:gd name="T8" fmla="*/ 2147483646 w 384"/>
              <a:gd name="T9" fmla="*/ 2147483646 h 112"/>
              <a:gd name="T10" fmla="*/ 0 60000 65536"/>
              <a:gd name="T11" fmla="*/ 0 60000 65536"/>
              <a:gd name="T12" fmla="*/ 0 60000 65536"/>
              <a:gd name="T13" fmla="*/ 0 60000 65536"/>
              <a:gd name="T14" fmla="*/ 0 60000 65536"/>
              <a:gd name="T15" fmla="*/ 0 w 384"/>
              <a:gd name="T16" fmla="*/ 0 h 112"/>
              <a:gd name="T17" fmla="*/ 384 w 384"/>
              <a:gd name="T18" fmla="*/ 112 h 112"/>
            </a:gdLst>
            <a:ahLst/>
            <a:cxnLst>
              <a:cxn ang="T10">
                <a:pos x="T0" y="T1"/>
              </a:cxn>
              <a:cxn ang="T11">
                <a:pos x="T2" y="T3"/>
              </a:cxn>
              <a:cxn ang="T12">
                <a:pos x="T4" y="T5"/>
              </a:cxn>
              <a:cxn ang="T13">
                <a:pos x="T6" y="T7"/>
              </a:cxn>
              <a:cxn ang="T14">
                <a:pos x="T8" y="T9"/>
              </a:cxn>
            </a:cxnLst>
            <a:rect l="T15" t="T16" r="T17" b="T18"/>
            <a:pathLst>
              <a:path w="384" h="112">
                <a:moveTo>
                  <a:pt x="0" y="112"/>
                </a:moveTo>
                <a:cubicBezTo>
                  <a:pt x="12" y="96"/>
                  <a:pt x="24" y="80"/>
                  <a:pt x="48" y="64"/>
                </a:cubicBezTo>
                <a:cubicBezTo>
                  <a:pt x="72" y="48"/>
                  <a:pt x="112" y="24"/>
                  <a:pt x="144" y="16"/>
                </a:cubicBezTo>
                <a:cubicBezTo>
                  <a:pt x="176" y="8"/>
                  <a:pt x="200" y="0"/>
                  <a:pt x="240" y="16"/>
                </a:cubicBezTo>
                <a:cubicBezTo>
                  <a:pt x="280" y="32"/>
                  <a:pt x="360" y="96"/>
                  <a:pt x="384" y="112"/>
                </a:cubicBezTo>
              </a:path>
            </a:pathLst>
          </a:custGeom>
          <a:noFill/>
          <a:ln w="28575">
            <a:solidFill>
              <a:schemeClr val="tx2"/>
            </a:solidFill>
            <a:round/>
            <a:headEnd type="triangle" w="sm"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灯片编号占位符 1">
            <a:extLst>
              <a:ext uri="{FF2B5EF4-FFF2-40B4-BE49-F238E27FC236}">
                <a16:creationId xmlns:a16="http://schemas.microsoft.com/office/drawing/2014/main" id="{A440445D-D44F-D2D9-43C3-85179C4A7E57}"/>
              </a:ext>
            </a:extLst>
          </p:cNvPr>
          <p:cNvSpPr>
            <a:spLocks noGrp="1"/>
          </p:cNvSpPr>
          <p:nvPr>
            <p:ph type="sldNum" sz="quarter" idx="12"/>
          </p:nvPr>
        </p:nvSpPr>
        <p:spPr/>
        <p:txBody>
          <a:bodyPr/>
          <a:lstStyle/>
          <a:p>
            <a:pPr>
              <a:defRPr/>
            </a:pPr>
            <a:fld id="{82BC8E53-3928-4033-8D0B-01554133DC73}" type="slidenum">
              <a:rPr lang="en-US" altLang="zh-CN" smtClean="0"/>
              <a:pPr>
                <a:defRPr/>
              </a:pPr>
              <a:t>98</a:t>
            </a:fld>
            <a:endParaRPr lang="en-US" altLang="zh-CN"/>
          </a:p>
        </p:txBody>
      </p:sp>
      <p:sp>
        <p:nvSpPr>
          <p:cNvPr id="3" name="Text Box 48">
            <a:extLst>
              <a:ext uri="{FF2B5EF4-FFF2-40B4-BE49-F238E27FC236}">
                <a16:creationId xmlns:a16="http://schemas.microsoft.com/office/drawing/2014/main" id="{1C3AC18B-2A7D-99CB-25FF-A4E58A784837}"/>
              </a:ext>
            </a:extLst>
          </p:cNvPr>
          <p:cNvSpPr txBox="1">
            <a:spLocks noChangeArrowheads="1"/>
          </p:cNvSpPr>
          <p:nvPr/>
        </p:nvSpPr>
        <p:spPr bwMode="auto">
          <a:xfrm>
            <a:off x="2590800" y="6048703"/>
            <a:ext cx="5257800" cy="523220"/>
          </a:xfrm>
          <a:prstGeom prst="rect">
            <a:avLst/>
          </a:prstGeom>
          <a:noFill/>
          <a:ln w="9525">
            <a:noFill/>
            <a:miter lim="800000"/>
            <a:headEnd/>
            <a:tailEnd/>
          </a:ln>
          <a:effectLst/>
        </p:spPr>
        <p:txBody>
          <a:bodyPr wrap="square">
            <a:spAutoFit/>
          </a:bodyPr>
          <a:lstStyle/>
          <a:p>
            <a:pPr>
              <a:defRPr/>
            </a:pPr>
            <a:r>
              <a:rPr lang="zh-CN" altLang="en-US" sz="2800" b="1" dirty="0">
                <a:solidFill>
                  <a:srgbClr val="006666"/>
                </a:solidFill>
                <a:effectLst>
                  <a:outerShdw blurRad="38100" dist="38100" dir="2700000" algn="tl">
                    <a:srgbClr val="C0C0C0"/>
                  </a:outerShdw>
                </a:effectLst>
                <a:latin typeface="仿宋_GB2312" pitchFamily="49" charset="-122"/>
                <a:ea typeface="仿宋_GB2312" pitchFamily="49" charset="-122"/>
              </a:rPr>
              <a:t>子树整体高度不变，完成调整</a:t>
            </a:r>
            <a:endParaRPr lang="zh-CN" altLang="en-US" dirty="0">
              <a:latin typeface="Times New Roman" charset="0"/>
            </a:endParaRPr>
          </a:p>
        </p:txBody>
      </p:sp>
    </p:spTree>
  </p:cSld>
  <p:clrMapOvr>
    <a:masterClrMapping/>
  </p:clrMapOvr>
  <p:transition>
    <p:spli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a:extLst>
              <a:ext uri="{FF2B5EF4-FFF2-40B4-BE49-F238E27FC236}">
                <a16:creationId xmlns:a16="http://schemas.microsoft.com/office/drawing/2014/main" id="{E007F3DE-2416-3F88-9A0B-94E8036119AB}"/>
              </a:ext>
            </a:extLst>
          </p:cNvPr>
          <p:cNvSpPr>
            <a:spLocks noGrp="1" noChangeArrowheads="1"/>
          </p:cNvSpPr>
          <p:nvPr>
            <p:ph type="body" idx="1"/>
          </p:nvPr>
        </p:nvSpPr>
        <p:spPr>
          <a:xfrm>
            <a:off x="628650" y="479425"/>
            <a:ext cx="7886700" cy="946150"/>
          </a:xfrm>
        </p:spPr>
        <p:txBody>
          <a:bodyPr/>
          <a:lstStyle/>
          <a:p>
            <a:r>
              <a:rPr lang="en-US" altLang="zh-CN" dirty="0"/>
              <a:t>case 3b : q</a:t>
            </a:r>
            <a:r>
              <a:rPr lang="zh-CN" altLang="en-US" dirty="0"/>
              <a:t>与</a:t>
            </a:r>
            <a:r>
              <a:rPr lang="en-US" altLang="zh-CN" dirty="0" err="1"/>
              <a:t>pr</a:t>
            </a:r>
            <a:r>
              <a:rPr lang="zh-CN" altLang="en-US" dirty="0"/>
              <a:t>的平衡因子同号。</a:t>
            </a:r>
          </a:p>
        </p:txBody>
      </p:sp>
      <p:sp>
        <p:nvSpPr>
          <p:cNvPr id="114691" name="Line 3">
            <a:extLst>
              <a:ext uri="{FF2B5EF4-FFF2-40B4-BE49-F238E27FC236}">
                <a16:creationId xmlns:a16="http://schemas.microsoft.com/office/drawing/2014/main" id="{B7838FF7-A205-A56C-E8A5-FDD1F882D113}"/>
              </a:ext>
            </a:extLst>
          </p:cNvPr>
          <p:cNvSpPr>
            <a:spLocks noChangeShapeType="1"/>
          </p:cNvSpPr>
          <p:nvPr/>
        </p:nvSpPr>
        <p:spPr bwMode="auto">
          <a:xfrm>
            <a:off x="3113286" y="3027211"/>
            <a:ext cx="3048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2" name="Line 4">
            <a:extLst>
              <a:ext uri="{FF2B5EF4-FFF2-40B4-BE49-F238E27FC236}">
                <a16:creationId xmlns:a16="http://schemas.microsoft.com/office/drawing/2014/main" id="{C5815E0C-5803-9250-F826-F506FA62B28C}"/>
              </a:ext>
            </a:extLst>
          </p:cNvPr>
          <p:cNvSpPr>
            <a:spLocks noChangeShapeType="1"/>
          </p:cNvSpPr>
          <p:nvPr/>
        </p:nvSpPr>
        <p:spPr bwMode="auto">
          <a:xfrm flipH="1">
            <a:off x="2579886" y="3027211"/>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3" name="Line 5">
            <a:extLst>
              <a:ext uri="{FF2B5EF4-FFF2-40B4-BE49-F238E27FC236}">
                <a16:creationId xmlns:a16="http://schemas.microsoft.com/office/drawing/2014/main" id="{C04182E9-F46F-29EB-C79B-62AD49152851}"/>
              </a:ext>
            </a:extLst>
          </p:cNvPr>
          <p:cNvSpPr>
            <a:spLocks noChangeShapeType="1"/>
          </p:cNvSpPr>
          <p:nvPr/>
        </p:nvSpPr>
        <p:spPr bwMode="auto">
          <a:xfrm>
            <a:off x="2503686" y="1960411"/>
            <a:ext cx="5334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4" name="Line 6">
            <a:extLst>
              <a:ext uri="{FF2B5EF4-FFF2-40B4-BE49-F238E27FC236}">
                <a16:creationId xmlns:a16="http://schemas.microsoft.com/office/drawing/2014/main" id="{BA14D571-E483-694E-F3E3-7672E834BD8C}"/>
              </a:ext>
            </a:extLst>
          </p:cNvPr>
          <p:cNvSpPr>
            <a:spLocks noChangeShapeType="1"/>
          </p:cNvSpPr>
          <p:nvPr/>
        </p:nvSpPr>
        <p:spPr bwMode="auto">
          <a:xfrm flipH="1">
            <a:off x="1665486" y="2036611"/>
            <a:ext cx="6096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5" name="Oval 7">
            <a:extLst>
              <a:ext uri="{FF2B5EF4-FFF2-40B4-BE49-F238E27FC236}">
                <a16:creationId xmlns:a16="http://schemas.microsoft.com/office/drawing/2014/main" id="{8889821B-EA16-33A5-3FC5-FEA63D471F5D}"/>
              </a:ext>
            </a:extLst>
          </p:cNvPr>
          <p:cNvSpPr>
            <a:spLocks noChangeArrowheads="1"/>
          </p:cNvSpPr>
          <p:nvPr/>
        </p:nvSpPr>
        <p:spPr bwMode="auto">
          <a:xfrm>
            <a:off x="2198886" y="1731811"/>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696" name="Rectangle 8">
            <a:extLst>
              <a:ext uri="{FF2B5EF4-FFF2-40B4-BE49-F238E27FC236}">
                <a16:creationId xmlns:a16="http://schemas.microsoft.com/office/drawing/2014/main" id="{9EE75694-82E7-7381-D135-FC2204FEBAFC}"/>
              </a:ext>
            </a:extLst>
          </p:cNvPr>
          <p:cNvSpPr>
            <a:spLocks noChangeArrowheads="1"/>
          </p:cNvSpPr>
          <p:nvPr/>
        </p:nvSpPr>
        <p:spPr bwMode="auto">
          <a:xfrm>
            <a:off x="1360686" y="2798611"/>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697" name="Rectangle 9">
            <a:extLst>
              <a:ext uri="{FF2B5EF4-FFF2-40B4-BE49-F238E27FC236}">
                <a16:creationId xmlns:a16="http://schemas.microsoft.com/office/drawing/2014/main" id="{00F8E117-CE8F-EBFF-4F08-90D31B790DC2}"/>
              </a:ext>
            </a:extLst>
          </p:cNvPr>
          <p:cNvSpPr>
            <a:spLocks noChangeArrowheads="1"/>
          </p:cNvSpPr>
          <p:nvPr/>
        </p:nvSpPr>
        <p:spPr bwMode="auto">
          <a:xfrm>
            <a:off x="2275086" y="3636811"/>
            <a:ext cx="457200" cy="1108075"/>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698" name="Rectangle 10">
            <a:extLst>
              <a:ext uri="{FF2B5EF4-FFF2-40B4-BE49-F238E27FC236}">
                <a16:creationId xmlns:a16="http://schemas.microsoft.com/office/drawing/2014/main" id="{C817E10A-833B-8569-FC2B-35C0281DB859}"/>
              </a:ext>
            </a:extLst>
          </p:cNvPr>
          <p:cNvSpPr>
            <a:spLocks noChangeArrowheads="1"/>
          </p:cNvSpPr>
          <p:nvPr/>
        </p:nvSpPr>
        <p:spPr bwMode="auto">
          <a:xfrm>
            <a:off x="1360686" y="3941611"/>
            <a:ext cx="457200" cy="381000"/>
          </a:xfrm>
          <a:prstGeom prst="rect">
            <a:avLst/>
          </a:prstGeom>
          <a:solidFill>
            <a:schemeClr val="accent2"/>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699" name="Line 11">
            <a:extLst>
              <a:ext uri="{FF2B5EF4-FFF2-40B4-BE49-F238E27FC236}">
                <a16:creationId xmlns:a16="http://schemas.microsoft.com/office/drawing/2014/main" id="{4F783813-C508-4FD1-0E3E-D24BCBE77C05}"/>
              </a:ext>
            </a:extLst>
          </p:cNvPr>
          <p:cNvSpPr>
            <a:spLocks noChangeShapeType="1"/>
          </p:cNvSpPr>
          <p:nvPr/>
        </p:nvSpPr>
        <p:spPr bwMode="auto">
          <a:xfrm flipH="1">
            <a:off x="1360686" y="3941611"/>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0" name="Line 12">
            <a:extLst>
              <a:ext uri="{FF2B5EF4-FFF2-40B4-BE49-F238E27FC236}">
                <a16:creationId xmlns:a16="http://schemas.microsoft.com/office/drawing/2014/main" id="{DF3EEB0F-B953-6CB1-564A-486F1ACFFF1F}"/>
              </a:ext>
            </a:extLst>
          </p:cNvPr>
          <p:cNvSpPr>
            <a:spLocks noChangeShapeType="1"/>
          </p:cNvSpPr>
          <p:nvPr/>
        </p:nvSpPr>
        <p:spPr bwMode="auto">
          <a:xfrm>
            <a:off x="1360686" y="3941611"/>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1" name="Text Box 13">
            <a:extLst>
              <a:ext uri="{FF2B5EF4-FFF2-40B4-BE49-F238E27FC236}">
                <a16:creationId xmlns:a16="http://schemas.microsoft.com/office/drawing/2014/main" id="{B8E59CAF-0DE3-DBA4-D64D-8F702FC3D30C}"/>
              </a:ext>
            </a:extLst>
          </p:cNvPr>
          <p:cNvSpPr txBox="1">
            <a:spLocks noChangeArrowheads="1"/>
          </p:cNvSpPr>
          <p:nvPr/>
        </p:nvSpPr>
        <p:spPr bwMode="auto">
          <a:xfrm>
            <a:off x="2198886" y="1655611"/>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4702" name="Text Box 14">
            <a:extLst>
              <a:ext uri="{FF2B5EF4-FFF2-40B4-BE49-F238E27FC236}">
                <a16:creationId xmlns:a16="http://schemas.microsoft.com/office/drawing/2014/main" id="{7A9B220D-D363-B32A-9914-624278DF760F}"/>
              </a:ext>
            </a:extLst>
          </p:cNvPr>
          <p:cNvSpPr txBox="1">
            <a:spLocks noChangeArrowheads="1"/>
          </p:cNvSpPr>
          <p:nvPr/>
        </p:nvSpPr>
        <p:spPr bwMode="auto">
          <a:xfrm>
            <a:off x="1360686" y="3209774"/>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4703" name="Text Box 16">
            <a:extLst>
              <a:ext uri="{FF2B5EF4-FFF2-40B4-BE49-F238E27FC236}">
                <a16:creationId xmlns:a16="http://schemas.microsoft.com/office/drawing/2014/main" id="{3BB7CC0D-AF41-85DB-9F60-9350C19451C7}"/>
              </a:ext>
            </a:extLst>
          </p:cNvPr>
          <p:cNvSpPr txBox="1">
            <a:spLocks noChangeArrowheads="1"/>
          </p:cNvSpPr>
          <p:nvPr/>
        </p:nvSpPr>
        <p:spPr bwMode="auto">
          <a:xfrm>
            <a:off x="598686" y="3103411"/>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4704" name="Line 17">
            <a:extLst>
              <a:ext uri="{FF2B5EF4-FFF2-40B4-BE49-F238E27FC236}">
                <a16:creationId xmlns:a16="http://schemas.microsoft.com/office/drawing/2014/main" id="{36DC1EDF-8FF0-C58D-7061-8BBA73C8229F}"/>
              </a:ext>
            </a:extLst>
          </p:cNvPr>
          <p:cNvSpPr>
            <a:spLocks noChangeShapeType="1"/>
          </p:cNvSpPr>
          <p:nvPr/>
        </p:nvSpPr>
        <p:spPr bwMode="auto">
          <a:xfrm>
            <a:off x="979686" y="3560611"/>
            <a:ext cx="0" cy="3810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5" name="Line 18">
            <a:extLst>
              <a:ext uri="{FF2B5EF4-FFF2-40B4-BE49-F238E27FC236}">
                <a16:creationId xmlns:a16="http://schemas.microsoft.com/office/drawing/2014/main" id="{44DA153C-8B39-CE05-32CD-ECBF966CFC49}"/>
              </a:ext>
            </a:extLst>
          </p:cNvPr>
          <p:cNvSpPr>
            <a:spLocks noChangeShapeType="1"/>
          </p:cNvSpPr>
          <p:nvPr/>
        </p:nvSpPr>
        <p:spPr bwMode="auto">
          <a:xfrm>
            <a:off x="827286" y="3941611"/>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6" name="Line 19">
            <a:extLst>
              <a:ext uri="{FF2B5EF4-FFF2-40B4-BE49-F238E27FC236}">
                <a16:creationId xmlns:a16="http://schemas.microsoft.com/office/drawing/2014/main" id="{996B4F90-8760-EEC4-59E0-A766E4C4FA0B}"/>
              </a:ext>
            </a:extLst>
          </p:cNvPr>
          <p:cNvSpPr>
            <a:spLocks noChangeShapeType="1"/>
          </p:cNvSpPr>
          <p:nvPr/>
        </p:nvSpPr>
        <p:spPr bwMode="auto">
          <a:xfrm>
            <a:off x="827286" y="2798611"/>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7" name="Line 20">
            <a:extLst>
              <a:ext uri="{FF2B5EF4-FFF2-40B4-BE49-F238E27FC236}">
                <a16:creationId xmlns:a16="http://schemas.microsoft.com/office/drawing/2014/main" id="{E22F6AF3-528C-E3FB-A1EA-EADD56B3F3C4}"/>
              </a:ext>
            </a:extLst>
          </p:cNvPr>
          <p:cNvSpPr>
            <a:spLocks noChangeShapeType="1"/>
          </p:cNvSpPr>
          <p:nvPr/>
        </p:nvSpPr>
        <p:spPr bwMode="auto">
          <a:xfrm>
            <a:off x="979686" y="2798611"/>
            <a:ext cx="0" cy="381000"/>
          </a:xfrm>
          <a:prstGeom prst="line">
            <a:avLst/>
          </a:prstGeom>
          <a:noFill/>
          <a:ln w="28575">
            <a:solidFill>
              <a:srgbClr val="009900"/>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2101" name="Text Box 21">
            <a:extLst>
              <a:ext uri="{FF2B5EF4-FFF2-40B4-BE49-F238E27FC236}">
                <a16:creationId xmlns:a16="http://schemas.microsoft.com/office/drawing/2014/main" id="{48857F48-E037-EA29-80C3-F9B8B8A03BA3}"/>
              </a:ext>
            </a:extLst>
          </p:cNvPr>
          <p:cNvSpPr txBox="1">
            <a:spLocks noChangeArrowheads="1"/>
          </p:cNvSpPr>
          <p:nvPr/>
        </p:nvSpPr>
        <p:spPr bwMode="auto">
          <a:xfrm>
            <a:off x="446286" y="4475011"/>
            <a:ext cx="1676400" cy="528638"/>
          </a:xfrm>
          <a:prstGeom prst="rect">
            <a:avLst/>
          </a:prstGeom>
          <a:noFill/>
          <a:ln w="9525">
            <a:solidFill>
              <a:schemeClr val="tx2"/>
            </a:solidFill>
            <a:miter lim="800000"/>
            <a:headEnd/>
            <a:tailEnd/>
          </a:ln>
          <a:effectLst/>
        </p:spPr>
        <p:txBody>
          <a:bodyPr>
            <a:spAutoFit/>
          </a:bodyPr>
          <a:lstStyle/>
          <a:p>
            <a:pPr>
              <a:defRPr/>
            </a:pP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删除结点</a:t>
            </a:r>
            <a:endParaRPr lang="zh-CN" altLang="en-US">
              <a:latin typeface="Times New Roman" charset="0"/>
            </a:endParaRPr>
          </a:p>
        </p:txBody>
      </p:sp>
      <p:sp>
        <p:nvSpPr>
          <p:cNvPr id="114709" name="AutoShape 22">
            <a:extLst>
              <a:ext uri="{FF2B5EF4-FFF2-40B4-BE49-F238E27FC236}">
                <a16:creationId xmlns:a16="http://schemas.microsoft.com/office/drawing/2014/main" id="{C55448D4-2DC4-7209-44A1-CF8E60FE3302}"/>
              </a:ext>
            </a:extLst>
          </p:cNvPr>
          <p:cNvSpPr>
            <a:spLocks noChangeArrowheads="1"/>
          </p:cNvSpPr>
          <p:nvPr/>
        </p:nvSpPr>
        <p:spPr bwMode="auto">
          <a:xfrm>
            <a:off x="4103886" y="3027211"/>
            <a:ext cx="1295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4710" name="Text Box 23">
            <a:extLst>
              <a:ext uri="{FF2B5EF4-FFF2-40B4-BE49-F238E27FC236}">
                <a16:creationId xmlns:a16="http://schemas.microsoft.com/office/drawing/2014/main" id="{47EAE20F-2C12-FF10-45D1-D16838EB325B}"/>
              </a:ext>
            </a:extLst>
          </p:cNvPr>
          <p:cNvSpPr txBox="1">
            <a:spLocks noChangeArrowheads="1"/>
          </p:cNvSpPr>
          <p:nvPr/>
        </p:nvSpPr>
        <p:spPr bwMode="auto">
          <a:xfrm>
            <a:off x="3995936" y="2295374"/>
            <a:ext cx="140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左单旋</a:t>
            </a:r>
            <a:endParaRPr kumimoji="1" lang="zh-CN" altLang="en-US" sz="2400">
              <a:latin typeface="Times New Roman" panose="02020603050405020304" pitchFamily="18" charset="0"/>
              <a:ea typeface="宋体" panose="02010600030101010101" pitchFamily="2" charset="-122"/>
            </a:endParaRPr>
          </a:p>
        </p:txBody>
      </p:sp>
      <p:sp>
        <p:nvSpPr>
          <p:cNvPr id="114711" name="Text Box 24">
            <a:extLst>
              <a:ext uri="{FF2B5EF4-FFF2-40B4-BE49-F238E27FC236}">
                <a16:creationId xmlns:a16="http://schemas.microsoft.com/office/drawing/2014/main" id="{9545EF4A-66F6-2A6F-4643-A705D0DF74E6}"/>
              </a:ext>
            </a:extLst>
          </p:cNvPr>
          <p:cNvSpPr txBox="1">
            <a:spLocks noChangeArrowheads="1"/>
          </p:cNvSpPr>
          <p:nvPr/>
        </p:nvSpPr>
        <p:spPr bwMode="auto">
          <a:xfrm>
            <a:off x="2792611" y="1446061"/>
            <a:ext cx="603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4712" name="Rectangle 25">
            <a:extLst>
              <a:ext uri="{FF2B5EF4-FFF2-40B4-BE49-F238E27FC236}">
                <a16:creationId xmlns:a16="http://schemas.microsoft.com/office/drawing/2014/main" id="{D2632170-133B-1123-8A9E-02227F263AFB}"/>
              </a:ext>
            </a:extLst>
          </p:cNvPr>
          <p:cNvSpPr>
            <a:spLocks noChangeArrowheads="1"/>
          </p:cNvSpPr>
          <p:nvPr/>
        </p:nvSpPr>
        <p:spPr bwMode="auto">
          <a:xfrm>
            <a:off x="3265686" y="3636811"/>
            <a:ext cx="457200" cy="1524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13" name="Text Box 26">
            <a:extLst>
              <a:ext uri="{FF2B5EF4-FFF2-40B4-BE49-F238E27FC236}">
                <a16:creationId xmlns:a16="http://schemas.microsoft.com/office/drawing/2014/main" id="{EF7E188D-B218-464B-A8C9-F4A007118B4D}"/>
              </a:ext>
            </a:extLst>
          </p:cNvPr>
          <p:cNvSpPr txBox="1">
            <a:spLocks noChangeArrowheads="1"/>
          </p:cNvSpPr>
          <p:nvPr/>
        </p:nvSpPr>
        <p:spPr bwMode="auto">
          <a:xfrm>
            <a:off x="3265686" y="3860649"/>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4714" name="Oval 27">
            <a:extLst>
              <a:ext uri="{FF2B5EF4-FFF2-40B4-BE49-F238E27FC236}">
                <a16:creationId xmlns:a16="http://schemas.microsoft.com/office/drawing/2014/main" id="{10853C4D-4687-C754-E316-29E558466886}"/>
              </a:ext>
            </a:extLst>
          </p:cNvPr>
          <p:cNvSpPr>
            <a:spLocks noChangeArrowheads="1"/>
          </p:cNvSpPr>
          <p:nvPr/>
        </p:nvSpPr>
        <p:spPr bwMode="auto">
          <a:xfrm>
            <a:off x="2808486" y="2676374"/>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15" name="Text Box 28">
            <a:extLst>
              <a:ext uri="{FF2B5EF4-FFF2-40B4-BE49-F238E27FC236}">
                <a16:creationId xmlns:a16="http://schemas.microsoft.com/office/drawing/2014/main" id="{62E3C427-6E96-D93D-CD99-E0A9A5A8ACCB}"/>
              </a:ext>
            </a:extLst>
          </p:cNvPr>
          <p:cNvSpPr txBox="1">
            <a:spLocks noChangeArrowheads="1"/>
          </p:cNvSpPr>
          <p:nvPr/>
        </p:nvSpPr>
        <p:spPr bwMode="auto">
          <a:xfrm>
            <a:off x="2808486" y="2600174"/>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4716" name="Line 29">
            <a:extLst>
              <a:ext uri="{FF2B5EF4-FFF2-40B4-BE49-F238E27FC236}">
                <a16:creationId xmlns:a16="http://schemas.microsoft.com/office/drawing/2014/main" id="{FC97D002-92D7-EBDC-EF14-BA3C8599944A}"/>
              </a:ext>
            </a:extLst>
          </p:cNvPr>
          <p:cNvSpPr>
            <a:spLocks noChangeShapeType="1"/>
          </p:cNvSpPr>
          <p:nvPr/>
        </p:nvSpPr>
        <p:spPr bwMode="auto">
          <a:xfrm flipH="1">
            <a:off x="5932686" y="3027211"/>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7" name="Line 30">
            <a:extLst>
              <a:ext uri="{FF2B5EF4-FFF2-40B4-BE49-F238E27FC236}">
                <a16:creationId xmlns:a16="http://schemas.microsoft.com/office/drawing/2014/main" id="{19B8D886-2765-2EEA-2580-B86B708E8F11}"/>
              </a:ext>
            </a:extLst>
          </p:cNvPr>
          <p:cNvSpPr>
            <a:spLocks noChangeShapeType="1"/>
          </p:cNvSpPr>
          <p:nvPr/>
        </p:nvSpPr>
        <p:spPr bwMode="auto">
          <a:xfrm>
            <a:off x="6466086" y="3027211"/>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8" name="Line 31">
            <a:extLst>
              <a:ext uri="{FF2B5EF4-FFF2-40B4-BE49-F238E27FC236}">
                <a16:creationId xmlns:a16="http://schemas.microsoft.com/office/drawing/2014/main" id="{07214BF0-20D7-8E44-7320-58E394969876}"/>
              </a:ext>
            </a:extLst>
          </p:cNvPr>
          <p:cNvSpPr>
            <a:spLocks noChangeShapeType="1"/>
          </p:cNvSpPr>
          <p:nvPr/>
        </p:nvSpPr>
        <p:spPr bwMode="auto">
          <a:xfrm flipH="1">
            <a:off x="6389886" y="1960411"/>
            <a:ext cx="533400" cy="8382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19" name="Line 32">
            <a:extLst>
              <a:ext uri="{FF2B5EF4-FFF2-40B4-BE49-F238E27FC236}">
                <a16:creationId xmlns:a16="http://schemas.microsoft.com/office/drawing/2014/main" id="{16617043-D0E0-BA19-3E8B-ED89B960A274}"/>
              </a:ext>
            </a:extLst>
          </p:cNvPr>
          <p:cNvSpPr>
            <a:spLocks noChangeShapeType="1"/>
          </p:cNvSpPr>
          <p:nvPr/>
        </p:nvSpPr>
        <p:spPr bwMode="auto">
          <a:xfrm>
            <a:off x="6999486" y="2036611"/>
            <a:ext cx="838200" cy="1184275"/>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0" name="Oval 33">
            <a:extLst>
              <a:ext uri="{FF2B5EF4-FFF2-40B4-BE49-F238E27FC236}">
                <a16:creationId xmlns:a16="http://schemas.microsoft.com/office/drawing/2014/main" id="{CAD91C6C-51E1-5FD2-EBEF-99B1F71F912D}"/>
              </a:ext>
            </a:extLst>
          </p:cNvPr>
          <p:cNvSpPr>
            <a:spLocks noChangeArrowheads="1"/>
          </p:cNvSpPr>
          <p:nvPr/>
        </p:nvSpPr>
        <p:spPr bwMode="auto">
          <a:xfrm flipH="1">
            <a:off x="6694686" y="1731811"/>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21" name="Rectangle 34">
            <a:extLst>
              <a:ext uri="{FF2B5EF4-FFF2-40B4-BE49-F238E27FC236}">
                <a16:creationId xmlns:a16="http://schemas.microsoft.com/office/drawing/2014/main" id="{3C4E9E43-BBE0-6056-9CC1-D75696C1844B}"/>
              </a:ext>
            </a:extLst>
          </p:cNvPr>
          <p:cNvSpPr>
            <a:spLocks noChangeArrowheads="1"/>
          </p:cNvSpPr>
          <p:nvPr/>
        </p:nvSpPr>
        <p:spPr bwMode="auto">
          <a:xfrm flipH="1">
            <a:off x="5627886" y="3636811"/>
            <a:ext cx="457200" cy="11430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22" name="Rectangle 35">
            <a:extLst>
              <a:ext uri="{FF2B5EF4-FFF2-40B4-BE49-F238E27FC236}">
                <a16:creationId xmlns:a16="http://schemas.microsoft.com/office/drawing/2014/main" id="{6D16BCBE-5D50-890B-F719-C73B58BB0838}"/>
              </a:ext>
            </a:extLst>
          </p:cNvPr>
          <p:cNvSpPr>
            <a:spLocks noChangeArrowheads="1"/>
          </p:cNvSpPr>
          <p:nvPr/>
        </p:nvSpPr>
        <p:spPr bwMode="auto">
          <a:xfrm flipH="1">
            <a:off x="6694686" y="3636811"/>
            <a:ext cx="457200" cy="1184275"/>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23" name="Rectangle 36">
            <a:extLst>
              <a:ext uri="{FF2B5EF4-FFF2-40B4-BE49-F238E27FC236}">
                <a16:creationId xmlns:a16="http://schemas.microsoft.com/office/drawing/2014/main" id="{A4B46199-81B7-7A1E-3621-B3BED0FE3A6C}"/>
              </a:ext>
            </a:extLst>
          </p:cNvPr>
          <p:cNvSpPr>
            <a:spLocks noChangeArrowheads="1"/>
          </p:cNvSpPr>
          <p:nvPr/>
        </p:nvSpPr>
        <p:spPr bwMode="auto">
          <a:xfrm flipH="1">
            <a:off x="7609086" y="3144686"/>
            <a:ext cx="457200" cy="16764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24" name="Oval 37">
            <a:extLst>
              <a:ext uri="{FF2B5EF4-FFF2-40B4-BE49-F238E27FC236}">
                <a16:creationId xmlns:a16="http://schemas.microsoft.com/office/drawing/2014/main" id="{3269F80D-1E70-4F00-1DAB-4B1E852BC746}"/>
              </a:ext>
            </a:extLst>
          </p:cNvPr>
          <p:cNvSpPr>
            <a:spLocks noChangeArrowheads="1"/>
          </p:cNvSpPr>
          <p:nvPr/>
        </p:nvSpPr>
        <p:spPr bwMode="auto">
          <a:xfrm flipH="1">
            <a:off x="6161286" y="2676374"/>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4725" name="Text Box 38">
            <a:extLst>
              <a:ext uri="{FF2B5EF4-FFF2-40B4-BE49-F238E27FC236}">
                <a16:creationId xmlns:a16="http://schemas.microsoft.com/office/drawing/2014/main" id="{E090C15F-EF5A-E8DC-A0A6-E8E38A9F39EB}"/>
              </a:ext>
            </a:extLst>
          </p:cNvPr>
          <p:cNvSpPr txBox="1">
            <a:spLocks noChangeArrowheads="1"/>
          </p:cNvSpPr>
          <p:nvPr/>
        </p:nvSpPr>
        <p:spPr bwMode="auto">
          <a:xfrm>
            <a:off x="3326011" y="2265211"/>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4726" name="Text Box 39">
            <a:extLst>
              <a:ext uri="{FF2B5EF4-FFF2-40B4-BE49-F238E27FC236}">
                <a16:creationId xmlns:a16="http://schemas.microsoft.com/office/drawing/2014/main" id="{A1C49484-ACD3-3871-B4ED-22C478683896}"/>
              </a:ext>
            </a:extLst>
          </p:cNvPr>
          <p:cNvSpPr txBox="1">
            <a:spLocks noChangeArrowheads="1"/>
          </p:cNvSpPr>
          <p:nvPr/>
        </p:nvSpPr>
        <p:spPr bwMode="auto">
          <a:xfrm>
            <a:off x="6161286" y="2600174"/>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4727" name="Text Box 41">
            <a:extLst>
              <a:ext uri="{FF2B5EF4-FFF2-40B4-BE49-F238E27FC236}">
                <a16:creationId xmlns:a16="http://schemas.microsoft.com/office/drawing/2014/main" id="{06932F04-3D46-D51C-8EC2-A031284E3BA6}"/>
              </a:ext>
            </a:extLst>
          </p:cNvPr>
          <p:cNvSpPr txBox="1">
            <a:spLocks noChangeArrowheads="1"/>
          </p:cNvSpPr>
          <p:nvPr/>
        </p:nvSpPr>
        <p:spPr bwMode="auto">
          <a:xfrm>
            <a:off x="5627886" y="3895574"/>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4728" name="Text Box 42">
            <a:extLst>
              <a:ext uri="{FF2B5EF4-FFF2-40B4-BE49-F238E27FC236}">
                <a16:creationId xmlns:a16="http://schemas.microsoft.com/office/drawing/2014/main" id="{000FF394-39BC-45C8-E00E-A91610EDE329}"/>
              </a:ext>
            </a:extLst>
          </p:cNvPr>
          <p:cNvSpPr txBox="1">
            <a:spLocks noChangeArrowheads="1"/>
          </p:cNvSpPr>
          <p:nvPr/>
        </p:nvSpPr>
        <p:spPr bwMode="auto">
          <a:xfrm>
            <a:off x="5856486" y="2219174"/>
            <a:ext cx="603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4729" name="Text Box 43">
            <a:extLst>
              <a:ext uri="{FF2B5EF4-FFF2-40B4-BE49-F238E27FC236}">
                <a16:creationId xmlns:a16="http://schemas.microsoft.com/office/drawing/2014/main" id="{656432D6-E8AB-01C1-121F-63A5BF5A0226}"/>
              </a:ext>
            </a:extLst>
          </p:cNvPr>
          <p:cNvSpPr txBox="1">
            <a:spLocks noChangeArrowheads="1"/>
          </p:cNvSpPr>
          <p:nvPr/>
        </p:nvSpPr>
        <p:spPr bwMode="auto">
          <a:xfrm>
            <a:off x="7609086" y="3601886"/>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4730" name="Text Box 44">
            <a:extLst>
              <a:ext uri="{FF2B5EF4-FFF2-40B4-BE49-F238E27FC236}">
                <a16:creationId xmlns:a16="http://schemas.microsoft.com/office/drawing/2014/main" id="{357A540A-8D96-EDF4-4702-F57A6516B7F3}"/>
              </a:ext>
            </a:extLst>
          </p:cNvPr>
          <p:cNvSpPr txBox="1">
            <a:spLocks noChangeArrowheads="1"/>
          </p:cNvSpPr>
          <p:nvPr/>
        </p:nvSpPr>
        <p:spPr bwMode="auto">
          <a:xfrm>
            <a:off x="7212211" y="1407961"/>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4731" name="Text Box 45">
            <a:extLst>
              <a:ext uri="{FF2B5EF4-FFF2-40B4-BE49-F238E27FC236}">
                <a16:creationId xmlns:a16="http://schemas.microsoft.com/office/drawing/2014/main" id="{149A2BF0-67A8-CD6D-F4D6-452E5EB007B1}"/>
              </a:ext>
            </a:extLst>
          </p:cNvPr>
          <p:cNvSpPr txBox="1">
            <a:spLocks noChangeArrowheads="1"/>
          </p:cNvSpPr>
          <p:nvPr/>
        </p:nvSpPr>
        <p:spPr bwMode="auto">
          <a:xfrm>
            <a:off x="6694686" y="1655611"/>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宋体" panose="02010600030101010101" pitchFamily="2" charset="-122"/>
            </a:endParaRPr>
          </a:p>
        </p:txBody>
      </p:sp>
      <p:sp>
        <p:nvSpPr>
          <p:cNvPr id="114732" name="Text Box 46">
            <a:extLst>
              <a:ext uri="{FF2B5EF4-FFF2-40B4-BE49-F238E27FC236}">
                <a16:creationId xmlns:a16="http://schemas.microsoft.com/office/drawing/2014/main" id="{52010958-6EC5-2B2F-2774-458F209F76F2}"/>
              </a:ext>
            </a:extLst>
          </p:cNvPr>
          <p:cNvSpPr txBox="1">
            <a:spLocks noChangeArrowheads="1"/>
          </p:cNvSpPr>
          <p:nvPr/>
        </p:nvSpPr>
        <p:spPr bwMode="auto">
          <a:xfrm>
            <a:off x="2275086" y="3860649"/>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4733" name="Freeform 47">
            <a:extLst>
              <a:ext uri="{FF2B5EF4-FFF2-40B4-BE49-F238E27FC236}">
                <a16:creationId xmlns:a16="http://schemas.microsoft.com/office/drawing/2014/main" id="{C42D7C2E-7126-55F0-A0CC-A589F349A33A}"/>
              </a:ext>
            </a:extLst>
          </p:cNvPr>
          <p:cNvSpPr>
            <a:spLocks/>
          </p:cNvSpPr>
          <p:nvPr/>
        </p:nvSpPr>
        <p:spPr bwMode="auto">
          <a:xfrm>
            <a:off x="2122686" y="2357286"/>
            <a:ext cx="609600" cy="177800"/>
          </a:xfrm>
          <a:custGeom>
            <a:avLst/>
            <a:gdLst>
              <a:gd name="T0" fmla="*/ 0 w 384"/>
              <a:gd name="T1" fmla="*/ 2147483646 h 112"/>
              <a:gd name="T2" fmla="*/ 2147483646 w 384"/>
              <a:gd name="T3" fmla="*/ 2147483646 h 112"/>
              <a:gd name="T4" fmla="*/ 2147483646 w 384"/>
              <a:gd name="T5" fmla="*/ 2147483646 h 112"/>
              <a:gd name="T6" fmla="*/ 2147483646 w 384"/>
              <a:gd name="T7" fmla="*/ 2147483646 h 112"/>
              <a:gd name="T8" fmla="*/ 2147483646 w 384"/>
              <a:gd name="T9" fmla="*/ 2147483646 h 112"/>
              <a:gd name="T10" fmla="*/ 0 60000 65536"/>
              <a:gd name="T11" fmla="*/ 0 60000 65536"/>
              <a:gd name="T12" fmla="*/ 0 60000 65536"/>
              <a:gd name="T13" fmla="*/ 0 60000 65536"/>
              <a:gd name="T14" fmla="*/ 0 60000 65536"/>
              <a:gd name="T15" fmla="*/ 0 w 384"/>
              <a:gd name="T16" fmla="*/ 0 h 112"/>
              <a:gd name="T17" fmla="*/ 384 w 384"/>
              <a:gd name="T18" fmla="*/ 112 h 112"/>
            </a:gdLst>
            <a:ahLst/>
            <a:cxnLst>
              <a:cxn ang="T10">
                <a:pos x="T0" y="T1"/>
              </a:cxn>
              <a:cxn ang="T11">
                <a:pos x="T2" y="T3"/>
              </a:cxn>
              <a:cxn ang="T12">
                <a:pos x="T4" y="T5"/>
              </a:cxn>
              <a:cxn ang="T13">
                <a:pos x="T6" y="T7"/>
              </a:cxn>
              <a:cxn ang="T14">
                <a:pos x="T8" y="T9"/>
              </a:cxn>
            </a:cxnLst>
            <a:rect l="T15" t="T16" r="T17" b="T18"/>
            <a:pathLst>
              <a:path w="384" h="112">
                <a:moveTo>
                  <a:pt x="0" y="112"/>
                </a:moveTo>
                <a:cubicBezTo>
                  <a:pt x="12" y="96"/>
                  <a:pt x="24" y="80"/>
                  <a:pt x="48" y="64"/>
                </a:cubicBezTo>
                <a:cubicBezTo>
                  <a:pt x="72" y="48"/>
                  <a:pt x="112" y="24"/>
                  <a:pt x="144" y="16"/>
                </a:cubicBezTo>
                <a:cubicBezTo>
                  <a:pt x="176" y="8"/>
                  <a:pt x="200" y="0"/>
                  <a:pt x="240" y="16"/>
                </a:cubicBezTo>
                <a:cubicBezTo>
                  <a:pt x="280" y="32"/>
                  <a:pt x="360" y="96"/>
                  <a:pt x="384" y="112"/>
                </a:cubicBezTo>
              </a:path>
            </a:pathLst>
          </a:custGeom>
          <a:noFill/>
          <a:ln w="28575">
            <a:solidFill>
              <a:schemeClr val="tx2"/>
            </a:solidFill>
            <a:round/>
            <a:headEnd type="triangle" w="sm"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4734" name="Text Box 48">
            <a:extLst>
              <a:ext uri="{FF2B5EF4-FFF2-40B4-BE49-F238E27FC236}">
                <a16:creationId xmlns:a16="http://schemas.microsoft.com/office/drawing/2014/main" id="{DEDD875E-89B2-D3D3-C273-78E787917F67}"/>
              </a:ext>
            </a:extLst>
          </p:cNvPr>
          <p:cNvSpPr txBox="1">
            <a:spLocks noChangeArrowheads="1"/>
          </p:cNvSpPr>
          <p:nvPr/>
        </p:nvSpPr>
        <p:spPr bwMode="auto">
          <a:xfrm>
            <a:off x="6694686" y="3860649"/>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344DF2FC-3D0D-D8B5-BE80-EE776970A56B}"/>
              </a:ext>
            </a:extLst>
          </p:cNvPr>
          <p:cNvSpPr>
            <a:spLocks noGrp="1"/>
          </p:cNvSpPr>
          <p:nvPr>
            <p:ph type="sldNum" sz="quarter" idx="12"/>
          </p:nvPr>
        </p:nvSpPr>
        <p:spPr/>
        <p:txBody>
          <a:bodyPr/>
          <a:lstStyle/>
          <a:p>
            <a:pPr>
              <a:defRPr/>
            </a:pPr>
            <a:fld id="{82BC8E53-3928-4033-8D0B-01554133DC73}" type="slidenum">
              <a:rPr lang="en-US" altLang="zh-CN" smtClean="0"/>
              <a:pPr>
                <a:defRPr/>
              </a:pPr>
              <a:t>99</a:t>
            </a:fld>
            <a:endParaRPr lang="en-US" altLang="zh-CN"/>
          </a:p>
        </p:txBody>
      </p:sp>
      <p:sp>
        <p:nvSpPr>
          <p:cNvPr id="3" name="Text Box 48">
            <a:extLst>
              <a:ext uri="{FF2B5EF4-FFF2-40B4-BE49-F238E27FC236}">
                <a16:creationId xmlns:a16="http://schemas.microsoft.com/office/drawing/2014/main" id="{25204CDD-2DDE-2D96-BB2B-05452DB9A436}"/>
              </a:ext>
            </a:extLst>
          </p:cNvPr>
          <p:cNvSpPr txBox="1">
            <a:spLocks noChangeArrowheads="1"/>
          </p:cNvSpPr>
          <p:nvPr/>
        </p:nvSpPr>
        <p:spPr bwMode="auto">
          <a:xfrm>
            <a:off x="2317750" y="5583567"/>
            <a:ext cx="5782642" cy="523220"/>
          </a:xfrm>
          <a:prstGeom prst="rect">
            <a:avLst/>
          </a:prstGeom>
          <a:noFill/>
          <a:ln w="9525">
            <a:noFill/>
            <a:miter lim="800000"/>
            <a:headEnd/>
            <a:tailEnd/>
          </a:ln>
          <a:effectLst/>
        </p:spPr>
        <p:txBody>
          <a:bodyPr wrap="square">
            <a:spAutoFit/>
          </a:bodyPr>
          <a:lstStyle/>
          <a:p>
            <a:pPr>
              <a:defRPr/>
            </a:pPr>
            <a:r>
              <a:rPr lang="zh-CN" altLang="en-US" sz="2800" b="1" dirty="0">
                <a:solidFill>
                  <a:srgbClr val="006666"/>
                </a:solidFill>
                <a:effectLst>
                  <a:outerShdw blurRad="38100" dist="38100" dir="2700000" algn="tl">
                    <a:srgbClr val="C0C0C0"/>
                  </a:outerShdw>
                </a:effectLst>
                <a:latin typeface="仿宋_GB2312" pitchFamily="49" charset="-122"/>
                <a:ea typeface="仿宋_GB2312" pitchFamily="49" charset="-122"/>
              </a:rPr>
              <a:t>子树整体高度减少，继续向上检查</a:t>
            </a:r>
            <a:endParaRPr lang="zh-CN" altLang="en-US" dirty="0">
              <a:latin typeface="Times New Roman" charset="0"/>
            </a:endParaRPr>
          </a:p>
        </p:txBody>
      </p:sp>
    </p:spTree>
  </p:cSld>
  <p:clrMapOvr>
    <a:masterClrMapping/>
  </p:clrMapOvr>
  <p:transition>
    <p:spli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Line 49">
            <a:extLst>
              <a:ext uri="{FF2B5EF4-FFF2-40B4-BE49-F238E27FC236}">
                <a16:creationId xmlns:a16="http://schemas.microsoft.com/office/drawing/2014/main" id="{38628160-6A81-9FA1-493D-CC1042968765}"/>
              </a:ext>
            </a:extLst>
          </p:cNvPr>
          <p:cNvSpPr>
            <a:spLocks noChangeShapeType="1"/>
          </p:cNvSpPr>
          <p:nvPr/>
        </p:nvSpPr>
        <p:spPr bwMode="auto">
          <a:xfrm>
            <a:off x="7191400" y="2083718"/>
            <a:ext cx="609600" cy="6858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5" name="Line 50">
            <a:extLst>
              <a:ext uri="{FF2B5EF4-FFF2-40B4-BE49-F238E27FC236}">
                <a16:creationId xmlns:a16="http://schemas.microsoft.com/office/drawing/2014/main" id="{4D88A49A-65DC-F20B-0ABD-4E96597AACE6}"/>
              </a:ext>
            </a:extLst>
          </p:cNvPr>
          <p:cNvSpPr>
            <a:spLocks noChangeShapeType="1"/>
          </p:cNvSpPr>
          <p:nvPr/>
        </p:nvSpPr>
        <p:spPr bwMode="auto">
          <a:xfrm flipH="1">
            <a:off x="6353200" y="2083718"/>
            <a:ext cx="685800" cy="7620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6" name="Oval 51">
            <a:extLst>
              <a:ext uri="{FF2B5EF4-FFF2-40B4-BE49-F238E27FC236}">
                <a16:creationId xmlns:a16="http://schemas.microsoft.com/office/drawing/2014/main" id="{ECD08F6E-CC48-EE97-2A57-7225259A4AD2}"/>
              </a:ext>
            </a:extLst>
          </p:cNvPr>
          <p:cNvSpPr>
            <a:spLocks noChangeArrowheads="1"/>
          </p:cNvSpPr>
          <p:nvPr/>
        </p:nvSpPr>
        <p:spPr bwMode="auto">
          <a:xfrm>
            <a:off x="6886600" y="17789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17" name="Text Box 52">
            <a:extLst>
              <a:ext uri="{FF2B5EF4-FFF2-40B4-BE49-F238E27FC236}">
                <a16:creationId xmlns:a16="http://schemas.microsoft.com/office/drawing/2014/main" id="{E055EA9E-EDA9-7BD6-CCBA-214E338934CD}"/>
              </a:ext>
            </a:extLst>
          </p:cNvPr>
          <p:cNvSpPr txBox="1">
            <a:spLocks noChangeArrowheads="1"/>
          </p:cNvSpPr>
          <p:nvPr/>
        </p:nvSpPr>
        <p:spPr bwMode="auto">
          <a:xfrm>
            <a:off x="6886600" y="1702718"/>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5718" name="Line 39">
            <a:extLst>
              <a:ext uri="{FF2B5EF4-FFF2-40B4-BE49-F238E27FC236}">
                <a16:creationId xmlns:a16="http://schemas.microsoft.com/office/drawing/2014/main" id="{1B9C66EF-ECAF-9134-A0F9-0FEA4AC18250}"/>
              </a:ext>
            </a:extLst>
          </p:cNvPr>
          <p:cNvSpPr>
            <a:spLocks noChangeShapeType="1"/>
          </p:cNvSpPr>
          <p:nvPr/>
        </p:nvSpPr>
        <p:spPr bwMode="auto">
          <a:xfrm>
            <a:off x="7953400" y="2921918"/>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19" name="Line 40">
            <a:extLst>
              <a:ext uri="{FF2B5EF4-FFF2-40B4-BE49-F238E27FC236}">
                <a16:creationId xmlns:a16="http://schemas.microsoft.com/office/drawing/2014/main" id="{2DFEF545-91F9-B667-2BE4-B6E2AE758979}"/>
              </a:ext>
            </a:extLst>
          </p:cNvPr>
          <p:cNvSpPr>
            <a:spLocks noChangeShapeType="1"/>
          </p:cNvSpPr>
          <p:nvPr/>
        </p:nvSpPr>
        <p:spPr bwMode="auto">
          <a:xfrm flipH="1">
            <a:off x="7420000" y="2921918"/>
            <a:ext cx="4572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0" name="Oval 41">
            <a:extLst>
              <a:ext uri="{FF2B5EF4-FFF2-40B4-BE49-F238E27FC236}">
                <a16:creationId xmlns:a16="http://schemas.microsoft.com/office/drawing/2014/main" id="{58F1BD7C-110B-79E7-4224-C873C24F2516}"/>
              </a:ext>
            </a:extLst>
          </p:cNvPr>
          <p:cNvSpPr>
            <a:spLocks noChangeArrowheads="1"/>
          </p:cNvSpPr>
          <p:nvPr/>
        </p:nvSpPr>
        <p:spPr bwMode="auto">
          <a:xfrm>
            <a:off x="7648600" y="26171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21" name="Line 33">
            <a:extLst>
              <a:ext uri="{FF2B5EF4-FFF2-40B4-BE49-F238E27FC236}">
                <a16:creationId xmlns:a16="http://schemas.microsoft.com/office/drawing/2014/main" id="{DD231AD9-2F0C-0F86-EE6A-B7D0F42CB254}"/>
              </a:ext>
            </a:extLst>
          </p:cNvPr>
          <p:cNvSpPr>
            <a:spLocks noChangeShapeType="1"/>
          </p:cNvSpPr>
          <p:nvPr/>
        </p:nvSpPr>
        <p:spPr bwMode="auto">
          <a:xfrm>
            <a:off x="2695600" y="3302918"/>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2" name="Line 34">
            <a:extLst>
              <a:ext uri="{FF2B5EF4-FFF2-40B4-BE49-F238E27FC236}">
                <a16:creationId xmlns:a16="http://schemas.microsoft.com/office/drawing/2014/main" id="{E06BE2B4-F9CC-2CC5-3ADD-CA008965F0DA}"/>
              </a:ext>
            </a:extLst>
          </p:cNvPr>
          <p:cNvSpPr>
            <a:spLocks noChangeShapeType="1"/>
          </p:cNvSpPr>
          <p:nvPr/>
        </p:nvSpPr>
        <p:spPr bwMode="auto">
          <a:xfrm flipH="1">
            <a:off x="2162200" y="3302918"/>
            <a:ext cx="4572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714" name="Rectangle 2">
            <a:extLst>
              <a:ext uri="{FF2B5EF4-FFF2-40B4-BE49-F238E27FC236}">
                <a16:creationId xmlns:a16="http://schemas.microsoft.com/office/drawing/2014/main" id="{488DFA0C-C77B-5F45-47A8-198BC96B6CE6}"/>
              </a:ext>
            </a:extLst>
          </p:cNvPr>
          <p:cNvSpPr>
            <a:spLocks noGrp="1" noChangeArrowheads="1"/>
          </p:cNvSpPr>
          <p:nvPr>
            <p:ph type="body" idx="1"/>
          </p:nvPr>
        </p:nvSpPr>
        <p:spPr>
          <a:xfrm>
            <a:off x="628650" y="449262"/>
            <a:ext cx="7886700" cy="1025525"/>
          </a:xfrm>
        </p:spPr>
        <p:txBody>
          <a:bodyPr/>
          <a:lstStyle/>
          <a:p>
            <a:r>
              <a:rPr lang="en-US" altLang="zh-CN" dirty="0"/>
              <a:t>case 3c : q</a:t>
            </a:r>
            <a:r>
              <a:rPr lang="zh-CN" altLang="en-US" dirty="0"/>
              <a:t>与</a:t>
            </a:r>
            <a:r>
              <a:rPr lang="en-US" altLang="zh-CN" dirty="0" err="1"/>
              <a:t>pr</a:t>
            </a:r>
            <a:r>
              <a:rPr lang="zh-CN" altLang="en-US" dirty="0"/>
              <a:t>的平衡因子异号。</a:t>
            </a:r>
          </a:p>
        </p:txBody>
      </p:sp>
      <p:sp>
        <p:nvSpPr>
          <p:cNvPr id="115724" name="Line 3">
            <a:extLst>
              <a:ext uri="{FF2B5EF4-FFF2-40B4-BE49-F238E27FC236}">
                <a16:creationId xmlns:a16="http://schemas.microsoft.com/office/drawing/2014/main" id="{EA549EE7-E201-2B94-8193-58D6399359C9}"/>
              </a:ext>
            </a:extLst>
          </p:cNvPr>
          <p:cNvSpPr>
            <a:spLocks noChangeShapeType="1"/>
          </p:cNvSpPr>
          <p:nvPr/>
        </p:nvSpPr>
        <p:spPr bwMode="auto">
          <a:xfrm>
            <a:off x="3305200" y="2617118"/>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5" name="Line 4">
            <a:extLst>
              <a:ext uri="{FF2B5EF4-FFF2-40B4-BE49-F238E27FC236}">
                <a16:creationId xmlns:a16="http://schemas.microsoft.com/office/drawing/2014/main" id="{ABD04D66-70CE-8265-55F0-A6AF75752595}"/>
              </a:ext>
            </a:extLst>
          </p:cNvPr>
          <p:cNvSpPr>
            <a:spLocks noChangeShapeType="1"/>
          </p:cNvSpPr>
          <p:nvPr/>
        </p:nvSpPr>
        <p:spPr bwMode="auto">
          <a:xfrm flipH="1">
            <a:off x="2695600" y="2540918"/>
            <a:ext cx="4572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6" name="Line 5">
            <a:extLst>
              <a:ext uri="{FF2B5EF4-FFF2-40B4-BE49-F238E27FC236}">
                <a16:creationId xmlns:a16="http://schemas.microsoft.com/office/drawing/2014/main" id="{E2F66B10-A770-213C-9907-AFE8950394B9}"/>
              </a:ext>
            </a:extLst>
          </p:cNvPr>
          <p:cNvSpPr>
            <a:spLocks noChangeShapeType="1"/>
          </p:cNvSpPr>
          <p:nvPr/>
        </p:nvSpPr>
        <p:spPr bwMode="auto">
          <a:xfrm>
            <a:off x="2543200" y="1931318"/>
            <a:ext cx="609600" cy="5334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7" name="Line 6">
            <a:extLst>
              <a:ext uri="{FF2B5EF4-FFF2-40B4-BE49-F238E27FC236}">
                <a16:creationId xmlns:a16="http://schemas.microsoft.com/office/drawing/2014/main" id="{D4E0154F-6931-D86B-1660-516B786528E5}"/>
              </a:ext>
            </a:extLst>
          </p:cNvPr>
          <p:cNvSpPr>
            <a:spLocks noChangeShapeType="1"/>
          </p:cNvSpPr>
          <p:nvPr/>
        </p:nvSpPr>
        <p:spPr bwMode="auto">
          <a:xfrm flipH="1">
            <a:off x="1705000" y="1931318"/>
            <a:ext cx="685800" cy="503238"/>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28" name="Oval 7">
            <a:extLst>
              <a:ext uri="{FF2B5EF4-FFF2-40B4-BE49-F238E27FC236}">
                <a16:creationId xmlns:a16="http://schemas.microsoft.com/office/drawing/2014/main" id="{E710F0B1-CC21-2E1F-B6E8-B214F5596413}"/>
              </a:ext>
            </a:extLst>
          </p:cNvPr>
          <p:cNvSpPr>
            <a:spLocks noChangeArrowheads="1"/>
          </p:cNvSpPr>
          <p:nvPr/>
        </p:nvSpPr>
        <p:spPr bwMode="auto">
          <a:xfrm>
            <a:off x="2238400" y="16265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29" name="Rectangle 8">
            <a:extLst>
              <a:ext uri="{FF2B5EF4-FFF2-40B4-BE49-F238E27FC236}">
                <a16:creationId xmlns:a16="http://schemas.microsoft.com/office/drawing/2014/main" id="{C293A7C6-73AC-3EBC-C0FC-A39EF5AC2946}"/>
              </a:ext>
            </a:extLst>
          </p:cNvPr>
          <p:cNvSpPr>
            <a:spLocks noChangeArrowheads="1"/>
          </p:cNvSpPr>
          <p:nvPr/>
        </p:nvSpPr>
        <p:spPr bwMode="auto">
          <a:xfrm>
            <a:off x="1304950" y="2434556"/>
            <a:ext cx="457200" cy="1782762"/>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30" name="Rectangle 9">
            <a:extLst>
              <a:ext uri="{FF2B5EF4-FFF2-40B4-BE49-F238E27FC236}">
                <a16:creationId xmlns:a16="http://schemas.microsoft.com/office/drawing/2014/main" id="{5E1C7D72-918D-69C4-FDA0-1AE0D464749A}"/>
              </a:ext>
            </a:extLst>
          </p:cNvPr>
          <p:cNvSpPr>
            <a:spLocks noChangeArrowheads="1"/>
          </p:cNvSpPr>
          <p:nvPr/>
        </p:nvSpPr>
        <p:spPr bwMode="auto">
          <a:xfrm>
            <a:off x="2009800" y="3836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31" name="Rectangle 10">
            <a:extLst>
              <a:ext uri="{FF2B5EF4-FFF2-40B4-BE49-F238E27FC236}">
                <a16:creationId xmlns:a16="http://schemas.microsoft.com/office/drawing/2014/main" id="{D463693B-3232-8DF8-22F7-D24EBF5213DE}"/>
              </a:ext>
            </a:extLst>
          </p:cNvPr>
          <p:cNvSpPr>
            <a:spLocks noChangeArrowheads="1"/>
          </p:cNvSpPr>
          <p:nvPr/>
        </p:nvSpPr>
        <p:spPr bwMode="auto">
          <a:xfrm>
            <a:off x="1304950" y="3988718"/>
            <a:ext cx="457200" cy="381000"/>
          </a:xfrm>
          <a:prstGeom prst="rect">
            <a:avLst/>
          </a:prstGeom>
          <a:solidFill>
            <a:schemeClr val="accent2"/>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32" name="Line 11">
            <a:extLst>
              <a:ext uri="{FF2B5EF4-FFF2-40B4-BE49-F238E27FC236}">
                <a16:creationId xmlns:a16="http://schemas.microsoft.com/office/drawing/2014/main" id="{4FBB5A35-6996-7294-A550-2FC7A0DB89AD}"/>
              </a:ext>
            </a:extLst>
          </p:cNvPr>
          <p:cNvSpPr>
            <a:spLocks noChangeShapeType="1"/>
          </p:cNvSpPr>
          <p:nvPr/>
        </p:nvSpPr>
        <p:spPr bwMode="auto">
          <a:xfrm flipH="1">
            <a:off x="1304950" y="3988718"/>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3" name="Line 12">
            <a:extLst>
              <a:ext uri="{FF2B5EF4-FFF2-40B4-BE49-F238E27FC236}">
                <a16:creationId xmlns:a16="http://schemas.microsoft.com/office/drawing/2014/main" id="{74EA850E-D234-A047-C482-6632D7CFE761}"/>
              </a:ext>
            </a:extLst>
          </p:cNvPr>
          <p:cNvSpPr>
            <a:spLocks noChangeShapeType="1"/>
          </p:cNvSpPr>
          <p:nvPr/>
        </p:nvSpPr>
        <p:spPr bwMode="auto">
          <a:xfrm>
            <a:off x="1304950" y="3988718"/>
            <a:ext cx="457200" cy="381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4" name="Text Box 13">
            <a:extLst>
              <a:ext uri="{FF2B5EF4-FFF2-40B4-BE49-F238E27FC236}">
                <a16:creationId xmlns:a16="http://schemas.microsoft.com/office/drawing/2014/main" id="{20A6A6D9-F69B-D92E-2673-242A93720824}"/>
              </a:ext>
            </a:extLst>
          </p:cNvPr>
          <p:cNvSpPr txBox="1">
            <a:spLocks noChangeArrowheads="1"/>
          </p:cNvSpPr>
          <p:nvPr/>
        </p:nvSpPr>
        <p:spPr bwMode="auto">
          <a:xfrm>
            <a:off x="2238400" y="1550318"/>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35" name="Text Box 14">
            <a:extLst>
              <a:ext uri="{FF2B5EF4-FFF2-40B4-BE49-F238E27FC236}">
                <a16:creationId xmlns:a16="http://schemas.microsoft.com/office/drawing/2014/main" id="{C9581F47-3C89-2228-DF17-22A0D82C37A0}"/>
              </a:ext>
            </a:extLst>
          </p:cNvPr>
          <p:cNvSpPr txBox="1">
            <a:spLocks noChangeArrowheads="1"/>
          </p:cNvSpPr>
          <p:nvPr/>
        </p:nvSpPr>
        <p:spPr bwMode="auto">
          <a:xfrm>
            <a:off x="1304950" y="3074318"/>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5736" name="Text Box 15">
            <a:extLst>
              <a:ext uri="{FF2B5EF4-FFF2-40B4-BE49-F238E27FC236}">
                <a16:creationId xmlns:a16="http://schemas.microsoft.com/office/drawing/2014/main" id="{49BF90BC-2749-31BD-79BC-FC8CCE9E5373}"/>
              </a:ext>
            </a:extLst>
          </p:cNvPr>
          <p:cNvSpPr txBox="1">
            <a:spLocks noChangeArrowheads="1"/>
          </p:cNvSpPr>
          <p:nvPr/>
        </p:nvSpPr>
        <p:spPr bwMode="auto">
          <a:xfrm>
            <a:off x="542950" y="3028281"/>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37" name="Line 16">
            <a:extLst>
              <a:ext uri="{FF2B5EF4-FFF2-40B4-BE49-F238E27FC236}">
                <a16:creationId xmlns:a16="http://schemas.microsoft.com/office/drawing/2014/main" id="{18432B68-D37B-8677-0B5F-83533BFA1A4A}"/>
              </a:ext>
            </a:extLst>
          </p:cNvPr>
          <p:cNvSpPr>
            <a:spLocks noChangeShapeType="1"/>
          </p:cNvSpPr>
          <p:nvPr/>
        </p:nvSpPr>
        <p:spPr bwMode="auto">
          <a:xfrm>
            <a:off x="923950" y="3531518"/>
            <a:ext cx="0" cy="457200"/>
          </a:xfrm>
          <a:prstGeom prst="line">
            <a:avLst/>
          </a:prstGeom>
          <a:noFill/>
          <a:ln w="28575">
            <a:solidFill>
              <a:srgbClr val="009900"/>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8" name="Line 17">
            <a:extLst>
              <a:ext uri="{FF2B5EF4-FFF2-40B4-BE49-F238E27FC236}">
                <a16:creationId xmlns:a16="http://schemas.microsoft.com/office/drawing/2014/main" id="{24FF6A24-FD02-91CD-FCDB-78D3C642BDA3}"/>
              </a:ext>
            </a:extLst>
          </p:cNvPr>
          <p:cNvSpPr>
            <a:spLocks noChangeShapeType="1"/>
          </p:cNvSpPr>
          <p:nvPr/>
        </p:nvSpPr>
        <p:spPr bwMode="auto">
          <a:xfrm>
            <a:off x="771550" y="3988718"/>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39" name="Line 18">
            <a:extLst>
              <a:ext uri="{FF2B5EF4-FFF2-40B4-BE49-F238E27FC236}">
                <a16:creationId xmlns:a16="http://schemas.microsoft.com/office/drawing/2014/main" id="{8B389EA4-F0AA-057E-B074-896CCEC82E06}"/>
              </a:ext>
            </a:extLst>
          </p:cNvPr>
          <p:cNvSpPr>
            <a:spLocks noChangeShapeType="1"/>
          </p:cNvSpPr>
          <p:nvPr/>
        </p:nvSpPr>
        <p:spPr bwMode="auto">
          <a:xfrm>
            <a:off x="771550" y="2442493"/>
            <a:ext cx="304800" cy="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40" name="Line 19">
            <a:extLst>
              <a:ext uri="{FF2B5EF4-FFF2-40B4-BE49-F238E27FC236}">
                <a16:creationId xmlns:a16="http://schemas.microsoft.com/office/drawing/2014/main" id="{0EFC9C13-FAE6-53FA-19A2-348F8951023D}"/>
              </a:ext>
            </a:extLst>
          </p:cNvPr>
          <p:cNvSpPr>
            <a:spLocks noChangeShapeType="1"/>
          </p:cNvSpPr>
          <p:nvPr/>
        </p:nvSpPr>
        <p:spPr bwMode="auto">
          <a:xfrm flipH="1">
            <a:off x="923949" y="2442493"/>
            <a:ext cx="19047" cy="708025"/>
          </a:xfrm>
          <a:prstGeom prst="line">
            <a:avLst/>
          </a:prstGeom>
          <a:noFill/>
          <a:ln w="28575">
            <a:solidFill>
              <a:srgbClr val="009900"/>
            </a:solidFill>
            <a:round/>
            <a:headEnd type="triangle" w="sm"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3732" name="Text Box 20">
            <a:extLst>
              <a:ext uri="{FF2B5EF4-FFF2-40B4-BE49-F238E27FC236}">
                <a16:creationId xmlns:a16="http://schemas.microsoft.com/office/drawing/2014/main" id="{984F42D9-63C6-1EA0-F467-2027304E1B44}"/>
              </a:ext>
            </a:extLst>
          </p:cNvPr>
          <p:cNvSpPr txBox="1">
            <a:spLocks noChangeArrowheads="1"/>
          </p:cNvSpPr>
          <p:nvPr/>
        </p:nvSpPr>
        <p:spPr bwMode="auto">
          <a:xfrm>
            <a:off x="889819" y="4568156"/>
            <a:ext cx="914400" cy="955675"/>
          </a:xfrm>
          <a:prstGeom prst="rect">
            <a:avLst/>
          </a:prstGeom>
          <a:noFill/>
          <a:ln w="9525">
            <a:solidFill>
              <a:schemeClr val="tx2"/>
            </a:solidFill>
            <a:miter lim="800000"/>
            <a:headEnd/>
            <a:tailEnd/>
          </a:ln>
          <a:effectLst/>
        </p:spPr>
        <p:txBody>
          <a:bodyPr>
            <a:spAutoFit/>
          </a:bodyPr>
          <a:lstStyle/>
          <a:p>
            <a:pPr>
              <a:defRPr/>
            </a:pP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删除</a:t>
            </a:r>
          </a:p>
          <a:p>
            <a:pPr>
              <a:defRPr/>
            </a:pPr>
            <a:r>
              <a:rPr lang="zh-CN" altLang="en-US" sz="2800" b="1">
                <a:solidFill>
                  <a:srgbClr val="006666"/>
                </a:solidFill>
                <a:effectLst>
                  <a:outerShdw blurRad="38100" dist="38100" dir="2700000" algn="tl">
                    <a:srgbClr val="C0C0C0"/>
                  </a:outerShdw>
                </a:effectLst>
                <a:latin typeface="仿宋_GB2312" pitchFamily="49" charset="-122"/>
                <a:ea typeface="仿宋_GB2312" pitchFamily="49" charset="-122"/>
              </a:rPr>
              <a:t>结点</a:t>
            </a:r>
            <a:endParaRPr lang="zh-CN" altLang="en-US">
              <a:latin typeface="Times New Roman" charset="0"/>
            </a:endParaRPr>
          </a:p>
        </p:txBody>
      </p:sp>
      <p:sp>
        <p:nvSpPr>
          <p:cNvPr id="115742" name="Text Box 21">
            <a:extLst>
              <a:ext uri="{FF2B5EF4-FFF2-40B4-BE49-F238E27FC236}">
                <a16:creationId xmlns:a16="http://schemas.microsoft.com/office/drawing/2014/main" id="{372923FA-14DC-ACFF-4D66-DDC3AD875652}"/>
              </a:ext>
            </a:extLst>
          </p:cNvPr>
          <p:cNvSpPr txBox="1">
            <a:spLocks noChangeArrowheads="1"/>
          </p:cNvSpPr>
          <p:nvPr/>
        </p:nvSpPr>
        <p:spPr bwMode="auto">
          <a:xfrm>
            <a:off x="2771800" y="1340768"/>
            <a:ext cx="6175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5743" name="Rectangle 22">
            <a:extLst>
              <a:ext uri="{FF2B5EF4-FFF2-40B4-BE49-F238E27FC236}">
                <a16:creationId xmlns:a16="http://schemas.microsoft.com/office/drawing/2014/main" id="{7776F036-734F-1313-F32E-E454FB4A5570}"/>
              </a:ext>
            </a:extLst>
          </p:cNvPr>
          <p:cNvSpPr>
            <a:spLocks noChangeArrowheads="1"/>
          </p:cNvSpPr>
          <p:nvPr/>
        </p:nvSpPr>
        <p:spPr bwMode="auto">
          <a:xfrm>
            <a:off x="3533800" y="31505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44" name="Oval 24">
            <a:extLst>
              <a:ext uri="{FF2B5EF4-FFF2-40B4-BE49-F238E27FC236}">
                <a16:creationId xmlns:a16="http://schemas.microsoft.com/office/drawing/2014/main" id="{67DD0230-F9B0-56DD-C131-9B7DF4D9F7EE}"/>
              </a:ext>
            </a:extLst>
          </p:cNvPr>
          <p:cNvSpPr>
            <a:spLocks noChangeArrowheads="1"/>
          </p:cNvSpPr>
          <p:nvPr/>
        </p:nvSpPr>
        <p:spPr bwMode="auto">
          <a:xfrm>
            <a:off x="3000400" y="23123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45" name="Text Box 25">
            <a:extLst>
              <a:ext uri="{FF2B5EF4-FFF2-40B4-BE49-F238E27FC236}">
                <a16:creationId xmlns:a16="http://schemas.microsoft.com/office/drawing/2014/main" id="{32FFF4E7-DAFA-D8E4-76EF-1B9200CD5C1D}"/>
              </a:ext>
            </a:extLst>
          </p:cNvPr>
          <p:cNvSpPr txBox="1">
            <a:spLocks noChangeArrowheads="1"/>
          </p:cNvSpPr>
          <p:nvPr/>
        </p:nvSpPr>
        <p:spPr bwMode="auto">
          <a:xfrm>
            <a:off x="2924200" y="2236118"/>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楷体_GB2312" pitchFamily="49" charset="-122"/>
                <a:ea typeface="楷体_GB2312" pitchFamily="49" charset="-122"/>
              </a:rPr>
              <a:t>-</a:t>
            </a:r>
            <a:r>
              <a:rPr kumimoji="1" lang="en-US" altLang="zh-CN" sz="3200" b="1">
                <a:solidFill>
                  <a:schemeClr val="tx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46" name="Text Box 26">
            <a:extLst>
              <a:ext uri="{FF2B5EF4-FFF2-40B4-BE49-F238E27FC236}">
                <a16:creationId xmlns:a16="http://schemas.microsoft.com/office/drawing/2014/main" id="{C7CD84D5-BEA1-8849-C43C-A01092255AA7}"/>
              </a:ext>
            </a:extLst>
          </p:cNvPr>
          <p:cNvSpPr txBox="1">
            <a:spLocks noChangeArrowheads="1"/>
          </p:cNvSpPr>
          <p:nvPr/>
        </p:nvSpPr>
        <p:spPr bwMode="auto">
          <a:xfrm>
            <a:off x="3441725" y="1931318"/>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5747" name="Text Box 27">
            <a:extLst>
              <a:ext uri="{FF2B5EF4-FFF2-40B4-BE49-F238E27FC236}">
                <a16:creationId xmlns:a16="http://schemas.microsoft.com/office/drawing/2014/main" id="{6EDAE0DE-102C-B635-CBEA-5FA18DB28268}"/>
              </a:ext>
            </a:extLst>
          </p:cNvPr>
          <p:cNvSpPr txBox="1">
            <a:spLocks noChangeArrowheads="1"/>
          </p:cNvSpPr>
          <p:nvPr/>
        </p:nvSpPr>
        <p:spPr bwMode="auto">
          <a:xfrm>
            <a:off x="2009800" y="3912518"/>
            <a:ext cx="7620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70000"/>
              </a:lnSpc>
              <a:spcBef>
                <a:spcPct val="0"/>
              </a:spcBef>
              <a:buFontTx/>
              <a:buNone/>
            </a:pPr>
            <a:r>
              <a:rPr kumimoji="1" lang="zh-CN" altLang="en-US" sz="3200">
                <a:solidFill>
                  <a:schemeClr val="accent2"/>
                </a:solidFill>
                <a:latin typeface="Times New Roman" panose="02020603050405020304" pitchFamily="18" charset="0"/>
                <a:ea typeface="隶书" panose="02010509060101010101" pitchFamily="49" charset="-122"/>
              </a:rPr>
              <a:t>或</a:t>
            </a:r>
            <a:endParaRPr kumimoji="1" lang="zh-CN" altLang="en-US" sz="3200" b="1">
              <a:solidFill>
                <a:schemeClr val="accent2"/>
              </a:solidFill>
              <a:latin typeface="Times New Roman" panose="02020603050405020304" pitchFamily="18" charset="0"/>
              <a:ea typeface="宋体" panose="02010600030101010101" pitchFamily="2" charset="-122"/>
            </a:endParaRPr>
          </a:p>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15748" name="Oval 28">
            <a:extLst>
              <a:ext uri="{FF2B5EF4-FFF2-40B4-BE49-F238E27FC236}">
                <a16:creationId xmlns:a16="http://schemas.microsoft.com/office/drawing/2014/main" id="{7A85FA11-0118-8D35-FBF0-8FBD86FEEE93}"/>
              </a:ext>
            </a:extLst>
          </p:cNvPr>
          <p:cNvSpPr>
            <a:spLocks noChangeArrowheads="1"/>
          </p:cNvSpPr>
          <p:nvPr/>
        </p:nvSpPr>
        <p:spPr bwMode="auto">
          <a:xfrm>
            <a:off x="2390800" y="29981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49" name="Rectangle 29">
            <a:extLst>
              <a:ext uri="{FF2B5EF4-FFF2-40B4-BE49-F238E27FC236}">
                <a16:creationId xmlns:a16="http://schemas.microsoft.com/office/drawing/2014/main" id="{420D04BF-9351-4EF6-EB20-6FB9B219DE31}"/>
              </a:ext>
            </a:extLst>
          </p:cNvPr>
          <p:cNvSpPr>
            <a:spLocks noChangeArrowheads="1"/>
          </p:cNvSpPr>
          <p:nvPr/>
        </p:nvSpPr>
        <p:spPr bwMode="auto">
          <a:xfrm>
            <a:off x="2771800" y="3836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50" name="Text Box 30">
            <a:extLst>
              <a:ext uri="{FF2B5EF4-FFF2-40B4-BE49-F238E27FC236}">
                <a16:creationId xmlns:a16="http://schemas.microsoft.com/office/drawing/2014/main" id="{8FA2DB09-2D6E-5048-6765-C65D453A5C20}"/>
              </a:ext>
            </a:extLst>
          </p:cNvPr>
          <p:cNvSpPr txBox="1">
            <a:spLocks noChangeArrowheads="1"/>
          </p:cNvSpPr>
          <p:nvPr/>
        </p:nvSpPr>
        <p:spPr bwMode="auto">
          <a:xfrm>
            <a:off x="2771800" y="3912518"/>
            <a:ext cx="7620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70000"/>
              </a:lnSpc>
              <a:spcBef>
                <a:spcPct val="0"/>
              </a:spcBef>
              <a:buFontTx/>
              <a:buNone/>
            </a:pPr>
            <a:r>
              <a:rPr kumimoji="1" lang="zh-CN" altLang="en-US" sz="3200">
                <a:solidFill>
                  <a:schemeClr val="accent2"/>
                </a:solidFill>
                <a:latin typeface="Times New Roman" panose="02020603050405020304" pitchFamily="18" charset="0"/>
                <a:ea typeface="隶书" panose="02010509060101010101" pitchFamily="49" charset="-122"/>
              </a:rPr>
              <a:t>或</a:t>
            </a:r>
            <a:endParaRPr kumimoji="1" lang="zh-CN" altLang="en-US" sz="3200" b="1">
              <a:solidFill>
                <a:schemeClr val="accent2"/>
              </a:solidFill>
              <a:latin typeface="Times New Roman" panose="02020603050405020304" pitchFamily="18" charset="0"/>
              <a:ea typeface="宋体" panose="02010600030101010101" pitchFamily="2" charset="-122"/>
            </a:endParaRPr>
          </a:p>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15751" name="Text Box 31">
            <a:extLst>
              <a:ext uri="{FF2B5EF4-FFF2-40B4-BE49-F238E27FC236}">
                <a16:creationId xmlns:a16="http://schemas.microsoft.com/office/drawing/2014/main" id="{2F9975CF-FF21-A0CD-1EC0-A312A6BA9732}"/>
              </a:ext>
            </a:extLst>
          </p:cNvPr>
          <p:cNvSpPr txBox="1">
            <a:spLocks noChangeArrowheads="1"/>
          </p:cNvSpPr>
          <p:nvPr/>
        </p:nvSpPr>
        <p:spPr bwMode="auto">
          <a:xfrm>
            <a:off x="3533800" y="3379118"/>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52" name="Text Box 32">
            <a:extLst>
              <a:ext uri="{FF2B5EF4-FFF2-40B4-BE49-F238E27FC236}">
                <a16:creationId xmlns:a16="http://schemas.microsoft.com/office/drawing/2014/main" id="{F276A86A-01C9-44D9-5D1B-0C02442CD739}"/>
              </a:ext>
            </a:extLst>
          </p:cNvPr>
          <p:cNvSpPr txBox="1">
            <a:spLocks noChangeArrowheads="1"/>
          </p:cNvSpPr>
          <p:nvPr/>
        </p:nvSpPr>
        <p:spPr bwMode="auto">
          <a:xfrm>
            <a:off x="2238400" y="2571081"/>
            <a:ext cx="473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5753" name="Rectangle 35">
            <a:extLst>
              <a:ext uri="{FF2B5EF4-FFF2-40B4-BE49-F238E27FC236}">
                <a16:creationId xmlns:a16="http://schemas.microsoft.com/office/drawing/2014/main" id="{7A4BF37A-7355-E0E0-043E-024BE3BB39B5}"/>
              </a:ext>
            </a:extLst>
          </p:cNvPr>
          <p:cNvSpPr>
            <a:spLocks noChangeArrowheads="1"/>
          </p:cNvSpPr>
          <p:nvPr/>
        </p:nvSpPr>
        <p:spPr bwMode="auto">
          <a:xfrm>
            <a:off x="8029600" y="3455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54" name="Text Box 36">
            <a:extLst>
              <a:ext uri="{FF2B5EF4-FFF2-40B4-BE49-F238E27FC236}">
                <a16:creationId xmlns:a16="http://schemas.microsoft.com/office/drawing/2014/main" id="{9F157F5D-D195-92F5-CAC2-50A8D4E1722B}"/>
              </a:ext>
            </a:extLst>
          </p:cNvPr>
          <p:cNvSpPr txBox="1">
            <a:spLocks noChangeArrowheads="1"/>
          </p:cNvSpPr>
          <p:nvPr/>
        </p:nvSpPr>
        <p:spPr bwMode="auto">
          <a:xfrm>
            <a:off x="8029600" y="3683918"/>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55" name="Rectangle 37">
            <a:extLst>
              <a:ext uri="{FF2B5EF4-FFF2-40B4-BE49-F238E27FC236}">
                <a16:creationId xmlns:a16="http://schemas.microsoft.com/office/drawing/2014/main" id="{B6EB0DE1-0FB2-453E-1F11-762040BC6A06}"/>
              </a:ext>
            </a:extLst>
          </p:cNvPr>
          <p:cNvSpPr>
            <a:spLocks noChangeArrowheads="1"/>
          </p:cNvSpPr>
          <p:nvPr/>
        </p:nvSpPr>
        <p:spPr bwMode="auto">
          <a:xfrm>
            <a:off x="7267600" y="3455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56" name="Line 42">
            <a:extLst>
              <a:ext uri="{FF2B5EF4-FFF2-40B4-BE49-F238E27FC236}">
                <a16:creationId xmlns:a16="http://schemas.microsoft.com/office/drawing/2014/main" id="{0325F934-8E1A-01B9-7BA7-399C3A75EA68}"/>
              </a:ext>
            </a:extLst>
          </p:cNvPr>
          <p:cNvSpPr>
            <a:spLocks noChangeShapeType="1"/>
          </p:cNvSpPr>
          <p:nvPr/>
        </p:nvSpPr>
        <p:spPr bwMode="auto">
          <a:xfrm>
            <a:off x="6429400" y="2921918"/>
            <a:ext cx="3810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57" name="Line 43">
            <a:extLst>
              <a:ext uri="{FF2B5EF4-FFF2-40B4-BE49-F238E27FC236}">
                <a16:creationId xmlns:a16="http://schemas.microsoft.com/office/drawing/2014/main" id="{25BA8112-D4E1-4D44-AF35-CB2883597A70}"/>
              </a:ext>
            </a:extLst>
          </p:cNvPr>
          <p:cNvSpPr>
            <a:spLocks noChangeShapeType="1"/>
          </p:cNvSpPr>
          <p:nvPr/>
        </p:nvSpPr>
        <p:spPr bwMode="auto">
          <a:xfrm flipH="1">
            <a:off x="5896000" y="2921918"/>
            <a:ext cx="457200" cy="68580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58" name="Oval 44">
            <a:extLst>
              <a:ext uri="{FF2B5EF4-FFF2-40B4-BE49-F238E27FC236}">
                <a16:creationId xmlns:a16="http://schemas.microsoft.com/office/drawing/2014/main" id="{1576AA84-5E74-5796-410A-C0FDA5E553CE}"/>
              </a:ext>
            </a:extLst>
          </p:cNvPr>
          <p:cNvSpPr>
            <a:spLocks noChangeArrowheads="1"/>
          </p:cNvSpPr>
          <p:nvPr/>
        </p:nvSpPr>
        <p:spPr bwMode="auto">
          <a:xfrm>
            <a:off x="6124600" y="2617118"/>
            <a:ext cx="457200" cy="457200"/>
          </a:xfrm>
          <a:prstGeom prst="ellipse">
            <a:avLst/>
          </a:prstGeom>
          <a:solidFill>
            <a:srgbClr val="99FF99"/>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59" name="Rectangle 45">
            <a:extLst>
              <a:ext uri="{FF2B5EF4-FFF2-40B4-BE49-F238E27FC236}">
                <a16:creationId xmlns:a16="http://schemas.microsoft.com/office/drawing/2014/main" id="{242C1E2E-5B83-4F3A-CBBD-ECD76690F6DD}"/>
              </a:ext>
            </a:extLst>
          </p:cNvPr>
          <p:cNvSpPr>
            <a:spLocks noChangeArrowheads="1"/>
          </p:cNvSpPr>
          <p:nvPr/>
        </p:nvSpPr>
        <p:spPr bwMode="auto">
          <a:xfrm>
            <a:off x="6505600" y="3455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60" name="Rectangle 47">
            <a:extLst>
              <a:ext uri="{FF2B5EF4-FFF2-40B4-BE49-F238E27FC236}">
                <a16:creationId xmlns:a16="http://schemas.microsoft.com/office/drawing/2014/main" id="{E316ABAB-E09E-2A16-2FA4-04BBA3316557}"/>
              </a:ext>
            </a:extLst>
          </p:cNvPr>
          <p:cNvSpPr>
            <a:spLocks noChangeArrowheads="1"/>
          </p:cNvSpPr>
          <p:nvPr/>
        </p:nvSpPr>
        <p:spPr bwMode="auto">
          <a:xfrm>
            <a:off x="5743600" y="3455318"/>
            <a:ext cx="457200" cy="1219200"/>
          </a:xfrm>
          <a:prstGeom prst="rect">
            <a:avLst/>
          </a:prstGeom>
          <a:solidFill>
            <a:srgbClr val="99FF99"/>
          </a:solidFill>
          <a:ln w="28575">
            <a:solidFill>
              <a:srgbClr val="009900"/>
            </a:solidFill>
            <a:miter lim="800000"/>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5761" name="Text Box 48">
            <a:extLst>
              <a:ext uri="{FF2B5EF4-FFF2-40B4-BE49-F238E27FC236}">
                <a16:creationId xmlns:a16="http://schemas.microsoft.com/office/drawing/2014/main" id="{A3968F25-F7ED-A5DB-8FCB-8158591C77AD}"/>
              </a:ext>
            </a:extLst>
          </p:cNvPr>
          <p:cNvSpPr txBox="1">
            <a:spLocks noChangeArrowheads="1"/>
          </p:cNvSpPr>
          <p:nvPr/>
        </p:nvSpPr>
        <p:spPr bwMode="auto">
          <a:xfrm>
            <a:off x="5743600" y="3683918"/>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5762" name="Text Box 53">
            <a:extLst>
              <a:ext uri="{FF2B5EF4-FFF2-40B4-BE49-F238E27FC236}">
                <a16:creationId xmlns:a16="http://schemas.microsoft.com/office/drawing/2014/main" id="{16B47423-5EAA-2392-E4E9-6231AF6B8909}"/>
              </a:ext>
            </a:extLst>
          </p:cNvPr>
          <p:cNvSpPr txBox="1">
            <a:spLocks noChangeArrowheads="1"/>
          </p:cNvSpPr>
          <p:nvPr/>
        </p:nvSpPr>
        <p:spPr bwMode="auto">
          <a:xfrm>
            <a:off x="6124600" y="2571081"/>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5763" name="Text Box 54">
            <a:extLst>
              <a:ext uri="{FF2B5EF4-FFF2-40B4-BE49-F238E27FC236}">
                <a16:creationId xmlns:a16="http://schemas.microsoft.com/office/drawing/2014/main" id="{1E170FCA-6E79-0258-F7B7-5E5E554A7D43}"/>
              </a:ext>
            </a:extLst>
          </p:cNvPr>
          <p:cNvSpPr txBox="1">
            <a:spLocks noChangeArrowheads="1"/>
          </p:cNvSpPr>
          <p:nvPr/>
        </p:nvSpPr>
        <p:spPr bwMode="auto">
          <a:xfrm>
            <a:off x="7648600" y="2571081"/>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5764" name="Freeform 55">
            <a:extLst>
              <a:ext uri="{FF2B5EF4-FFF2-40B4-BE49-F238E27FC236}">
                <a16:creationId xmlns:a16="http://schemas.microsoft.com/office/drawing/2014/main" id="{34309D7E-92F2-9AAF-6037-037FF08AC55E}"/>
              </a:ext>
            </a:extLst>
          </p:cNvPr>
          <p:cNvSpPr>
            <a:spLocks/>
          </p:cNvSpPr>
          <p:nvPr/>
        </p:nvSpPr>
        <p:spPr bwMode="auto">
          <a:xfrm>
            <a:off x="2162200" y="2236118"/>
            <a:ext cx="609600" cy="177800"/>
          </a:xfrm>
          <a:custGeom>
            <a:avLst/>
            <a:gdLst>
              <a:gd name="T0" fmla="*/ 0 w 384"/>
              <a:gd name="T1" fmla="*/ 2147483646 h 112"/>
              <a:gd name="T2" fmla="*/ 2147483646 w 384"/>
              <a:gd name="T3" fmla="*/ 2147483646 h 112"/>
              <a:gd name="T4" fmla="*/ 2147483646 w 384"/>
              <a:gd name="T5" fmla="*/ 2147483646 h 112"/>
              <a:gd name="T6" fmla="*/ 2147483646 w 384"/>
              <a:gd name="T7" fmla="*/ 2147483646 h 112"/>
              <a:gd name="T8" fmla="*/ 2147483646 w 384"/>
              <a:gd name="T9" fmla="*/ 2147483646 h 112"/>
              <a:gd name="T10" fmla="*/ 0 60000 65536"/>
              <a:gd name="T11" fmla="*/ 0 60000 65536"/>
              <a:gd name="T12" fmla="*/ 0 60000 65536"/>
              <a:gd name="T13" fmla="*/ 0 60000 65536"/>
              <a:gd name="T14" fmla="*/ 0 60000 65536"/>
              <a:gd name="T15" fmla="*/ 0 w 384"/>
              <a:gd name="T16" fmla="*/ 0 h 112"/>
              <a:gd name="T17" fmla="*/ 384 w 384"/>
              <a:gd name="T18" fmla="*/ 112 h 112"/>
            </a:gdLst>
            <a:ahLst/>
            <a:cxnLst>
              <a:cxn ang="T10">
                <a:pos x="T0" y="T1"/>
              </a:cxn>
              <a:cxn ang="T11">
                <a:pos x="T2" y="T3"/>
              </a:cxn>
              <a:cxn ang="T12">
                <a:pos x="T4" y="T5"/>
              </a:cxn>
              <a:cxn ang="T13">
                <a:pos x="T6" y="T7"/>
              </a:cxn>
              <a:cxn ang="T14">
                <a:pos x="T8" y="T9"/>
              </a:cxn>
            </a:cxnLst>
            <a:rect l="T15" t="T16" r="T17" b="T18"/>
            <a:pathLst>
              <a:path w="384" h="112">
                <a:moveTo>
                  <a:pt x="0" y="112"/>
                </a:moveTo>
                <a:cubicBezTo>
                  <a:pt x="12" y="96"/>
                  <a:pt x="24" y="80"/>
                  <a:pt x="48" y="64"/>
                </a:cubicBezTo>
                <a:cubicBezTo>
                  <a:pt x="72" y="48"/>
                  <a:pt x="112" y="24"/>
                  <a:pt x="144" y="16"/>
                </a:cubicBezTo>
                <a:cubicBezTo>
                  <a:pt x="176" y="8"/>
                  <a:pt x="200" y="0"/>
                  <a:pt x="240" y="16"/>
                </a:cubicBezTo>
                <a:cubicBezTo>
                  <a:pt x="280" y="32"/>
                  <a:pt x="360" y="96"/>
                  <a:pt x="384" y="112"/>
                </a:cubicBezTo>
              </a:path>
            </a:pathLst>
          </a:custGeom>
          <a:noFill/>
          <a:ln w="28575">
            <a:solidFill>
              <a:schemeClr val="tx2"/>
            </a:solidFill>
            <a:round/>
            <a:headEnd type="triangle" w="sm"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765" name="Freeform 57">
            <a:extLst>
              <a:ext uri="{FF2B5EF4-FFF2-40B4-BE49-F238E27FC236}">
                <a16:creationId xmlns:a16="http://schemas.microsoft.com/office/drawing/2014/main" id="{16E7C8A2-CA16-C073-159E-3FA74651B0B7}"/>
              </a:ext>
            </a:extLst>
          </p:cNvPr>
          <p:cNvSpPr>
            <a:spLocks/>
          </p:cNvSpPr>
          <p:nvPr/>
        </p:nvSpPr>
        <p:spPr bwMode="auto">
          <a:xfrm>
            <a:off x="3000400" y="2909218"/>
            <a:ext cx="381000" cy="88900"/>
          </a:xfrm>
          <a:custGeom>
            <a:avLst/>
            <a:gdLst>
              <a:gd name="T0" fmla="*/ 0 w 240"/>
              <a:gd name="T1" fmla="*/ 2147483646 h 56"/>
              <a:gd name="T2" fmla="*/ 2147483646 w 240"/>
              <a:gd name="T3" fmla="*/ 2147483646 h 56"/>
              <a:gd name="T4" fmla="*/ 2147483646 w 240"/>
              <a:gd name="T5" fmla="*/ 2147483646 h 56"/>
              <a:gd name="T6" fmla="*/ 2147483646 w 240"/>
              <a:gd name="T7" fmla="*/ 2147483646 h 56"/>
              <a:gd name="T8" fmla="*/ 2147483646 w 240"/>
              <a:gd name="T9" fmla="*/ 2147483646 h 56"/>
              <a:gd name="T10" fmla="*/ 0 60000 65536"/>
              <a:gd name="T11" fmla="*/ 0 60000 65536"/>
              <a:gd name="T12" fmla="*/ 0 60000 65536"/>
              <a:gd name="T13" fmla="*/ 0 60000 65536"/>
              <a:gd name="T14" fmla="*/ 0 60000 65536"/>
              <a:gd name="T15" fmla="*/ 0 w 240"/>
              <a:gd name="T16" fmla="*/ 0 h 56"/>
              <a:gd name="T17" fmla="*/ 240 w 240"/>
              <a:gd name="T18" fmla="*/ 56 h 56"/>
            </a:gdLst>
            <a:ahLst/>
            <a:cxnLst>
              <a:cxn ang="T10">
                <a:pos x="T0" y="T1"/>
              </a:cxn>
              <a:cxn ang="T11">
                <a:pos x="T2" y="T3"/>
              </a:cxn>
              <a:cxn ang="T12">
                <a:pos x="T4" y="T5"/>
              </a:cxn>
              <a:cxn ang="T13">
                <a:pos x="T6" y="T7"/>
              </a:cxn>
              <a:cxn ang="T14">
                <a:pos x="T8" y="T9"/>
              </a:cxn>
            </a:cxnLst>
            <a:rect l="T15" t="T16" r="T17" b="T18"/>
            <a:pathLst>
              <a:path w="240" h="56">
                <a:moveTo>
                  <a:pt x="0" y="56"/>
                </a:moveTo>
                <a:cubicBezTo>
                  <a:pt x="16" y="36"/>
                  <a:pt x="32" y="16"/>
                  <a:pt x="48" y="8"/>
                </a:cubicBezTo>
                <a:cubicBezTo>
                  <a:pt x="64" y="0"/>
                  <a:pt x="72" y="8"/>
                  <a:pt x="96" y="8"/>
                </a:cubicBezTo>
                <a:cubicBezTo>
                  <a:pt x="120" y="8"/>
                  <a:pt x="168" y="0"/>
                  <a:pt x="192" y="8"/>
                </a:cubicBezTo>
                <a:cubicBezTo>
                  <a:pt x="216" y="16"/>
                  <a:pt x="232" y="48"/>
                  <a:pt x="240" y="56"/>
                </a:cubicBezTo>
              </a:path>
            </a:pathLst>
          </a:custGeom>
          <a:noFill/>
          <a:ln w="28575">
            <a:solidFill>
              <a:schemeClr val="tx2"/>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766" name="Text Box 58">
            <a:extLst>
              <a:ext uri="{FF2B5EF4-FFF2-40B4-BE49-F238E27FC236}">
                <a16:creationId xmlns:a16="http://schemas.microsoft.com/office/drawing/2014/main" id="{7F61693D-4EA1-04B1-B197-013376D53DB4}"/>
              </a:ext>
            </a:extLst>
          </p:cNvPr>
          <p:cNvSpPr txBox="1">
            <a:spLocks noChangeArrowheads="1"/>
          </p:cNvSpPr>
          <p:nvPr/>
        </p:nvSpPr>
        <p:spPr bwMode="auto">
          <a:xfrm>
            <a:off x="6107138" y="2053556"/>
            <a:ext cx="6175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p</a:t>
            </a:r>
            <a:r>
              <a:rPr kumimoji="1" lang="en-US" altLang="zh-CN" sz="3200" b="1" i="1" baseline="-25000">
                <a:solidFill>
                  <a:schemeClr val="accent2"/>
                </a:solidFill>
                <a:latin typeface="Times New Roman" panose="02020603050405020304" pitchFamily="18" charset="0"/>
                <a:ea typeface="宋体" panose="02010600030101010101" pitchFamily="2" charset="-122"/>
              </a:rPr>
              <a:t>r</a:t>
            </a:r>
            <a:endParaRPr kumimoji="1" lang="en-US" altLang="zh-CN" sz="2400" baseline="-25000">
              <a:latin typeface="Times New Roman" panose="02020603050405020304" pitchFamily="18" charset="0"/>
              <a:ea typeface="宋体" panose="02010600030101010101" pitchFamily="2" charset="-122"/>
            </a:endParaRPr>
          </a:p>
        </p:txBody>
      </p:sp>
      <p:sp>
        <p:nvSpPr>
          <p:cNvPr id="115767" name="Text Box 59">
            <a:extLst>
              <a:ext uri="{FF2B5EF4-FFF2-40B4-BE49-F238E27FC236}">
                <a16:creationId xmlns:a16="http://schemas.microsoft.com/office/drawing/2014/main" id="{2DEDD1F4-8287-4CEF-26A2-B4D08883AACC}"/>
              </a:ext>
            </a:extLst>
          </p:cNvPr>
          <p:cNvSpPr txBox="1">
            <a:spLocks noChangeArrowheads="1"/>
          </p:cNvSpPr>
          <p:nvPr/>
        </p:nvSpPr>
        <p:spPr bwMode="auto">
          <a:xfrm>
            <a:off x="8089925" y="2190081"/>
            <a:ext cx="4730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5768" name="Text Box 60">
            <a:extLst>
              <a:ext uri="{FF2B5EF4-FFF2-40B4-BE49-F238E27FC236}">
                <a16:creationId xmlns:a16="http://schemas.microsoft.com/office/drawing/2014/main" id="{D10BE3E1-E84A-B950-D71E-FABE83952F21}"/>
              </a:ext>
            </a:extLst>
          </p:cNvPr>
          <p:cNvSpPr txBox="1">
            <a:spLocks noChangeArrowheads="1"/>
          </p:cNvSpPr>
          <p:nvPr/>
        </p:nvSpPr>
        <p:spPr bwMode="auto">
          <a:xfrm>
            <a:off x="6658000" y="1397918"/>
            <a:ext cx="4730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5769" name="AutoShape 61">
            <a:extLst>
              <a:ext uri="{FF2B5EF4-FFF2-40B4-BE49-F238E27FC236}">
                <a16:creationId xmlns:a16="http://schemas.microsoft.com/office/drawing/2014/main" id="{D19DC189-4CDA-94DC-B793-165FA870E23E}"/>
              </a:ext>
            </a:extLst>
          </p:cNvPr>
          <p:cNvSpPr>
            <a:spLocks noChangeArrowheads="1"/>
          </p:cNvSpPr>
          <p:nvPr/>
        </p:nvSpPr>
        <p:spPr bwMode="auto">
          <a:xfrm>
            <a:off x="4372000" y="2956843"/>
            <a:ext cx="1295400" cy="3048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15770" name="Text Box 62">
            <a:extLst>
              <a:ext uri="{FF2B5EF4-FFF2-40B4-BE49-F238E27FC236}">
                <a16:creationId xmlns:a16="http://schemas.microsoft.com/office/drawing/2014/main" id="{B1C914D2-C435-1B02-55F4-989CCE2BC61B}"/>
              </a:ext>
            </a:extLst>
          </p:cNvPr>
          <p:cNvSpPr txBox="1">
            <a:spLocks noChangeArrowheads="1"/>
          </p:cNvSpPr>
          <p:nvPr/>
        </p:nvSpPr>
        <p:spPr bwMode="auto">
          <a:xfrm>
            <a:off x="4067200" y="2266281"/>
            <a:ext cx="180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右左双旋</a:t>
            </a:r>
            <a:endParaRPr kumimoji="1" lang="zh-CN" altLang="en-US" sz="2400">
              <a:latin typeface="Times New Roman" panose="02020603050405020304" pitchFamily="18" charset="0"/>
              <a:ea typeface="宋体" panose="02010600030101010101" pitchFamily="2" charset="-122"/>
            </a:endParaRPr>
          </a:p>
        </p:txBody>
      </p:sp>
      <p:sp>
        <p:nvSpPr>
          <p:cNvPr id="115771" name="Text Box 63">
            <a:extLst>
              <a:ext uri="{FF2B5EF4-FFF2-40B4-BE49-F238E27FC236}">
                <a16:creationId xmlns:a16="http://schemas.microsoft.com/office/drawing/2014/main" id="{521C1A14-E52C-B24F-AA85-B0BFEF03D4BB}"/>
              </a:ext>
            </a:extLst>
          </p:cNvPr>
          <p:cNvSpPr txBox="1">
            <a:spLocks noChangeArrowheads="1"/>
          </p:cNvSpPr>
          <p:nvPr/>
        </p:nvSpPr>
        <p:spPr bwMode="auto">
          <a:xfrm>
            <a:off x="4143400" y="3283868"/>
            <a:ext cx="160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zh-CN" altLang="en-US" sz="3200">
                <a:latin typeface="Times New Roman" panose="02020603050405020304" pitchFamily="18" charset="0"/>
                <a:ea typeface="隶书" panose="02010509060101010101" pitchFamily="49" charset="-122"/>
              </a:rPr>
              <a:t>高度减</a:t>
            </a:r>
            <a:r>
              <a:rPr kumimoji="1" lang="en-US" altLang="zh-CN" sz="3200">
                <a:latin typeface="Times New Roman" panose="02020603050405020304" pitchFamily="18" charset="0"/>
                <a:ea typeface="隶书" panose="02010509060101010101" pitchFamily="49" charset="-122"/>
              </a:rPr>
              <a:t>1</a:t>
            </a:r>
            <a:endParaRPr kumimoji="1" lang="en-US" altLang="zh-CN" sz="2400">
              <a:latin typeface="Times New Roman" panose="02020603050405020304" pitchFamily="18" charset="0"/>
              <a:ea typeface="宋体" panose="02010600030101010101" pitchFamily="2" charset="-122"/>
            </a:endParaRPr>
          </a:p>
        </p:txBody>
      </p:sp>
      <p:sp>
        <p:nvSpPr>
          <p:cNvPr id="115772" name="Text Box 30">
            <a:extLst>
              <a:ext uri="{FF2B5EF4-FFF2-40B4-BE49-F238E27FC236}">
                <a16:creationId xmlns:a16="http://schemas.microsoft.com/office/drawing/2014/main" id="{44D1CD3A-8B1B-4EA9-F762-A52247AE6CDC}"/>
              </a:ext>
            </a:extLst>
          </p:cNvPr>
          <p:cNvSpPr txBox="1">
            <a:spLocks noChangeArrowheads="1"/>
          </p:cNvSpPr>
          <p:nvPr/>
        </p:nvSpPr>
        <p:spPr bwMode="auto">
          <a:xfrm>
            <a:off x="7154888" y="3606131"/>
            <a:ext cx="7620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70000"/>
              </a:lnSpc>
              <a:spcBef>
                <a:spcPct val="0"/>
              </a:spcBef>
              <a:buFontTx/>
              <a:buNone/>
            </a:pPr>
            <a:r>
              <a:rPr kumimoji="1" lang="zh-CN" altLang="en-US" sz="3200">
                <a:solidFill>
                  <a:schemeClr val="accent2"/>
                </a:solidFill>
                <a:latin typeface="Times New Roman" panose="02020603050405020304" pitchFamily="18" charset="0"/>
                <a:ea typeface="隶书" panose="02010509060101010101" pitchFamily="49" charset="-122"/>
              </a:rPr>
              <a:t>或</a:t>
            </a:r>
            <a:endParaRPr kumimoji="1" lang="zh-CN" altLang="en-US" sz="3200" b="1">
              <a:solidFill>
                <a:schemeClr val="accent2"/>
              </a:solidFill>
              <a:latin typeface="Times New Roman" panose="02020603050405020304" pitchFamily="18" charset="0"/>
              <a:ea typeface="宋体" panose="02010600030101010101" pitchFamily="2" charset="-122"/>
            </a:endParaRPr>
          </a:p>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115773" name="Text Box 30">
            <a:extLst>
              <a:ext uri="{FF2B5EF4-FFF2-40B4-BE49-F238E27FC236}">
                <a16:creationId xmlns:a16="http://schemas.microsoft.com/office/drawing/2014/main" id="{0E6B28A1-001B-C247-56A9-D555378FFC65}"/>
              </a:ext>
            </a:extLst>
          </p:cNvPr>
          <p:cNvSpPr txBox="1">
            <a:spLocks noChangeArrowheads="1"/>
          </p:cNvSpPr>
          <p:nvPr/>
        </p:nvSpPr>
        <p:spPr bwMode="auto">
          <a:xfrm>
            <a:off x="6383363" y="3617243"/>
            <a:ext cx="7620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-1</a:t>
            </a:r>
          </a:p>
          <a:p>
            <a:pPr eaLnBrk="1" hangingPunct="1">
              <a:lnSpc>
                <a:spcPct val="70000"/>
              </a:lnSpc>
              <a:spcBef>
                <a:spcPct val="0"/>
              </a:spcBef>
              <a:buFontTx/>
              <a:buNone/>
            </a:pPr>
            <a:r>
              <a:rPr kumimoji="1" lang="zh-CN" altLang="en-US" sz="3200">
                <a:solidFill>
                  <a:schemeClr val="accent2"/>
                </a:solidFill>
                <a:latin typeface="Times New Roman" panose="02020603050405020304" pitchFamily="18" charset="0"/>
                <a:ea typeface="隶书" panose="02010509060101010101" pitchFamily="49" charset="-122"/>
              </a:rPr>
              <a:t>或</a:t>
            </a:r>
            <a:endParaRPr kumimoji="1" lang="zh-CN" altLang="en-US" sz="3200" b="1">
              <a:solidFill>
                <a:schemeClr val="accent2"/>
              </a:solidFill>
              <a:latin typeface="Times New Roman" panose="02020603050405020304" pitchFamily="18" charset="0"/>
              <a:ea typeface="宋体" panose="02010600030101010101" pitchFamily="2" charset="-122"/>
            </a:endParaRPr>
          </a:p>
          <a:p>
            <a:pPr eaLnBrk="1" hangingPunct="1">
              <a:lnSpc>
                <a:spcPct val="70000"/>
              </a:lnSpc>
              <a:spcBef>
                <a:spcPct val="0"/>
              </a:spcBef>
              <a:buFontTx/>
              <a:buNone/>
            </a:pPr>
            <a:r>
              <a:rPr kumimoji="1" lang="en-US" altLang="zh-CN" sz="3200" b="1" i="1">
                <a:solidFill>
                  <a:schemeClr val="accent2"/>
                </a:solidFill>
                <a:latin typeface="Times New Roman" panose="02020603050405020304" pitchFamily="18" charset="0"/>
                <a:ea typeface="宋体" panose="02010600030101010101" pitchFamily="2" charset="-122"/>
              </a:rPr>
              <a:t>h</a:t>
            </a:r>
            <a:r>
              <a:rPr kumimoji="1" lang="en-US" altLang="zh-CN" sz="3200" b="1">
                <a:solidFill>
                  <a:schemeClr val="accent2"/>
                </a:solidFill>
                <a:latin typeface="Times New Roman" panose="02020603050405020304" pitchFamily="18" charset="0"/>
                <a:ea typeface="宋体" panose="02010600030101010101" pitchFamily="2" charset="-122"/>
              </a:rPr>
              <a:t>-2</a:t>
            </a:r>
            <a:endParaRPr kumimoji="1" lang="en-US" altLang="zh-CN" sz="2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BA92CC53-2D0D-7E59-4A48-47D44561A041}"/>
              </a:ext>
            </a:extLst>
          </p:cNvPr>
          <p:cNvSpPr>
            <a:spLocks noGrp="1"/>
          </p:cNvSpPr>
          <p:nvPr>
            <p:ph type="sldNum" sz="quarter" idx="12"/>
          </p:nvPr>
        </p:nvSpPr>
        <p:spPr>
          <a:xfrm>
            <a:off x="6755964" y="6330062"/>
            <a:ext cx="2057400" cy="365125"/>
          </a:xfrm>
        </p:spPr>
        <p:txBody>
          <a:bodyPr/>
          <a:lstStyle/>
          <a:p>
            <a:pPr>
              <a:defRPr/>
            </a:pPr>
            <a:fld id="{82BC8E53-3928-4033-8D0B-01554133DC73}" type="slidenum">
              <a:rPr lang="en-US" altLang="zh-CN" smtClean="0"/>
              <a:pPr>
                <a:defRPr/>
              </a:pPr>
              <a:t>100</a:t>
            </a:fld>
            <a:endParaRPr lang="en-US" altLang="zh-CN" dirty="0"/>
          </a:p>
        </p:txBody>
      </p:sp>
      <p:sp>
        <p:nvSpPr>
          <p:cNvPr id="3" name="Text Box 20">
            <a:extLst>
              <a:ext uri="{FF2B5EF4-FFF2-40B4-BE49-F238E27FC236}">
                <a16:creationId xmlns:a16="http://schemas.microsoft.com/office/drawing/2014/main" id="{E780F934-479A-F32E-789E-1DCDFA82561B}"/>
              </a:ext>
            </a:extLst>
          </p:cNvPr>
          <p:cNvSpPr txBox="1">
            <a:spLocks noChangeArrowheads="1"/>
          </p:cNvSpPr>
          <p:nvPr/>
        </p:nvSpPr>
        <p:spPr bwMode="auto">
          <a:xfrm>
            <a:off x="2033215" y="5199621"/>
            <a:ext cx="1705769" cy="338554"/>
          </a:xfrm>
          <a:prstGeom prst="rect">
            <a:avLst/>
          </a:prstGeom>
          <a:noFill/>
          <a:ln w="9525">
            <a:solidFill>
              <a:schemeClr val="tx2"/>
            </a:solidFill>
            <a:miter lim="800000"/>
            <a:headEnd/>
            <a:tailEnd/>
          </a:ln>
          <a:effectLst/>
        </p:spPr>
        <p:txBody>
          <a:bodyPr wrap="square">
            <a:spAutoFit/>
          </a:bodyPr>
          <a:lstStyle/>
          <a:p>
            <a:pPr>
              <a:defRPr/>
            </a:pPr>
            <a:r>
              <a:rPr lang="zh-CN" altLang="en-US" sz="1600" b="1" dirty="0">
                <a:solidFill>
                  <a:srgbClr val="006666"/>
                </a:solidFill>
                <a:effectLst>
                  <a:outerShdw blurRad="38100" dist="38100" dir="2700000" algn="tl">
                    <a:srgbClr val="C0C0C0"/>
                  </a:outerShdw>
                </a:effectLst>
                <a:latin typeface="仿宋_GB2312" pitchFamily="49" charset="-122"/>
                <a:ea typeface="仿宋_GB2312" pitchFamily="49" charset="-122"/>
              </a:rPr>
              <a:t>至少一个为</a:t>
            </a:r>
            <a:r>
              <a:rPr lang="en-US" altLang="zh-CN" sz="1600" b="1" dirty="0">
                <a:solidFill>
                  <a:srgbClr val="006666"/>
                </a:solidFill>
                <a:effectLst>
                  <a:outerShdw blurRad="38100" dist="38100" dir="2700000" algn="tl">
                    <a:srgbClr val="C0C0C0"/>
                  </a:outerShdw>
                </a:effectLst>
                <a:latin typeface="仿宋_GB2312" pitchFamily="49" charset="-122"/>
                <a:ea typeface="仿宋_GB2312" pitchFamily="49" charset="-122"/>
              </a:rPr>
              <a:t>h-1</a:t>
            </a:r>
            <a:endParaRPr lang="zh-CN" altLang="en-US" sz="1600" b="1" dirty="0">
              <a:solidFill>
                <a:srgbClr val="006666"/>
              </a:solidFill>
              <a:effectLst>
                <a:outerShdw blurRad="38100" dist="38100" dir="2700000" algn="tl">
                  <a:srgbClr val="C0C0C0"/>
                </a:outerShdw>
              </a:effectLst>
              <a:latin typeface="仿宋_GB2312" pitchFamily="49" charset="-122"/>
              <a:ea typeface="仿宋_GB2312" pitchFamily="49" charset="-122"/>
            </a:endParaRPr>
          </a:p>
        </p:txBody>
      </p:sp>
      <p:sp>
        <p:nvSpPr>
          <p:cNvPr id="4" name="Text Box 20">
            <a:extLst>
              <a:ext uri="{FF2B5EF4-FFF2-40B4-BE49-F238E27FC236}">
                <a16:creationId xmlns:a16="http://schemas.microsoft.com/office/drawing/2014/main" id="{AECB7B63-548C-5C64-588D-5B22E4C25C09}"/>
              </a:ext>
            </a:extLst>
          </p:cNvPr>
          <p:cNvSpPr txBox="1">
            <a:spLocks noChangeArrowheads="1"/>
          </p:cNvSpPr>
          <p:nvPr/>
        </p:nvSpPr>
        <p:spPr bwMode="auto">
          <a:xfrm>
            <a:off x="5717503" y="4864800"/>
            <a:ext cx="2540697" cy="646331"/>
          </a:xfrm>
          <a:prstGeom prst="rect">
            <a:avLst/>
          </a:prstGeom>
          <a:noFill/>
          <a:ln w="9525">
            <a:solidFill>
              <a:schemeClr val="tx2"/>
            </a:solidFill>
            <a:miter lim="800000"/>
            <a:headEnd/>
            <a:tailEnd/>
          </a:ln>
          <a:effectLst/>
        </p:spPr>
        <p:txBody>
          <a:bodyPr wrap="square">
            <a:spAutoFit/>
          </a:bodyPr>
          <a:lstStyle/>
          <a:p>
            <a:pPr>
              <a:defRPr/>
            </a:pPr>
            <a:r>
              <a:rPr lang="en-US" altLang="zh-CN" b="1" dirty="0" err="1">
                <a:solidFill>
                  <a:srgbClr val="006666"/>
                </a:solidFill>
                <a:effectLst>
                  <a:outerShdw blurRad="38100" dist="38100" dir="2700000" algn="tl">
                    <a:srgbClr val="C0C0C0"/>
                  </a:outerShdw>
                </a:effectLst>
                <a:latin typeface="仿宋_GB2312" pitchFamily="49" charset="-122"/>
                <a:ea typeface="仿宋_GB2312" pitchFamily="49" charset="-122"/>
              </a:rPr>
              <a:t>Pr</a:t>
            </a:r>
            <a:r>
              <a:rPr lang="zh-CN" altLang="en-US" b="1" dirty="0">
                <a:solidFill>
                  <a:srgbClr val="006666"/>
                </a:solidFill>
                <a:effectLst>
                  <a:outerShdw blurRad="38100" dist="38100" dir="2700000" algn="tl">
                    <a:srgbClr val="C0C0C0"/>
                  </a:outerShdw>
                </a:effectLst>
                <a:latin typeface="仿宋_GB2312" pitchFamily="49" charset="-122"/>
                <a:ea typeface="仿宋_GB2312" pitchFamily="49" charset="-122"/>
              </a:rPr>
              <a:t>和</a:t>
            </a:r>
            <a:r>
              <a:rPr lang="en-US" altLang="zh-CN" b="1" dirty="0">
                <a:solidFill>
                  <a:srgbClr val="006666"/>
                </a:solidFill>
                <a:effectLst>
                  <a:outerShdw blurRad="38100" dist="38100" dir="2700000" algn="tl">
                    <a:srgbClr val="C0C0C0"/>
                  </a:outerShdw>
                </a:effectLst>
                <a:latin typeface="仿宋_GB2312" pitchFamily="49" charset="-122"/>
                <a:ea typeface="仿宋_GB2312" pitchFamily="49" charset="-122"/>
              </a:rPr>
              <a:t>q</a:t>
            </a:r>
            <a:r>
              <a:rPr lang="zh-CN" altLang="en-US" b="1" dirty="0">
                <a:solidFill>
                  <a:srgbClr val="006666"/>
                </a:solidFill>
                <a:effectLst>
                  <a:outerShdw blurRad="38100" dist="38100" dir="2700000" algn="tl">
                    <a:srgbClr val="C0C0C0"/>
                  </a:outerShdw>
                </a:effectLst>
                <a:latin typeface="仿宋_GB2312" pitchFamily="49" charset="-122"/>
                <a:ea typeface="仿宋_GB2312" pitchFamily="49" charset="-122"/>
              </a:rPr>
              <a:t>中可能有一个的平衡因子绝对值是</a:t>
            </a:r>
            <a:r>
              <a:rPr lang="en-US" altLang="zh-CN" b="1" dirty="0">
                <a:solidFill>
                  <a:srgbClr val="006666"/>
                </a:solidFill>
                <a:effectLst>
                  <a:outerShdw blurRad="38100" dist="38100" dir="2700000" algn="tl">
                    <a:srgbClr val="C0C0C0"/>
                  </a:outerShdw>
                </a:effectLst>
                <a:latin typeface="仿宋_GB2312" pitchFamily="49" charset="-122"/>
                <a:ea typeface="仿宋_GB2312" pitchFamily="49" charset="-122"/>
              </a:rPr>
              <a:t>1</a:t>
            </a:r>
            <a:endParaRPr lang="zh-CN" altLang="en-US" b="1" dirty="0">
              <a:solidFill>
                <a:srgbClr val="006666"/>
              </a:solidFill>
              <a:effectLst>
                <a:outerShdw blurRad="38100" dist="38100" dir="2700000" algn="tl">
                  <a:srgbClr val="C0C0C0"/>
                </a:outerShdw>
              </a:effectLst>
              <a:latin typeface="仿宋_GB2312" pitchFamily="49" charset="-122"/>
              <a:ea typeface="仿宋_GB2312" pitchFamily="49" charset="-122"/>
            </a:endParaRPr>
          </a:p>
        </p:txBody>
      </p:sp>
      <p:sp>
        <p:nvSpPr>
          <p:cNvPr id="5" name="Text Box 48">
            <a:extLst>
              <a:ext uri="{FF2B5EF4-FFF2-40B4-BE49-F238E27FC236}">
                <a16:creationId xmlns:a16="http://schemas.microsoft.com/office/drawing/2014/main" id="{F928DD2F-487E-8D68-CA9B-B0247C29C005}"/>
              </a:ext>
            </a:extLst>
          </p:cNvPr>
          <p:cNvSpPr txBox="1">
            <a:spLocks noChangeArrowheads="1"/>
          </p:cNvSpPr>
          <p:nvPr/>
        </p:nvSpPr>
        <p:spPr bwMode="auto">
          <a:xfrm>
            <a:off x="2027256" y="5843837"/>
            <a:ext cx="5782642" cy="523220"/>
          </a:xfrm>
          <a:prstGeom prst="rect">
            <a:avLst/>
          </a:prstGeom>
          <a:noFill/>
          <a:ln w="9525">
            <a:noFill/>
            <a:miter lim="800000"/>
            <a:headEnd/>
            <a:tailEnd/>
          </a:ln>
          <a:effectLst/>
        </p:spPr>
        <p:txBody>
          <a:bodyPr wrap="square">
            <a:spAutoFit/>
          </a:bodyPr>
          <a:lstStyle/>
          <a:p>
            <a:pPr>
              <a:defRPr/>
            </a:pPr>
            <a:r>
              <a:rPr lang="zh-CN" altLang="en-US" sz="2800" b="1" dirty="0">
                <a:solidFill>
                  <a:srgbClr val="006666"/>
                </a:solidFill>
                <a:effectLst>
                  <a:outerShdw blurRad="38100" dist="38100" dir="2700000" algn="tl">
                    <a:srgbClr val="C0C0C0"/>
                  </a:outerShdw>
                </a:effectLst>
                <a:latin typeface="仿宋_GB2312" pitchFamily="49" charset="-122"/>
                <a:ea typeface="仿宋_GB2312" pitchFamily="49" charset="-122"/>
              </a:rPr>
              <a:t>子树整体高度减少，继续向上检查</a:t>
            </a:r>
            <a:endParaRPr lang="zh-CN" altLang="en-US" dirty="0">
              <a:latin typeface="Times New Roman" charset="0"/>
            </a:endParaRPr>
          </a:p>
        </p:txBody>
      </p:sp>
    </p:spTree>
  </p:cSld>
  <p:clrMapOvr>
    <a:masterClrMapping/>
  </p:clrMapOvr>
  <p:transition>
    <p:spli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B2398281-8815-DA09-2968-80F6C351ECD6}"/>
              </a:ext>
            </a:extLst>
          </p:cNvPr>
          <p:cNvSpPr>
            <a:spLocks noGrp="1" noChangeArrowheads="1"/>
          </p:cNvSpPr>
          <p:nvPr>
            <p:ph type="title"/>
          </p:nvPr>
        </p:nvSpPr>
        <p:spPr>
          <a:xfrm>
            <a:off x="632470" y="221110"/>
            <a:ext cx="7886700" cy="831627"/>
          </a:xfrm>
        </p:spPr>
        <p:txBody>
          <a:bodyPr/>
          <a:lstStyle/>
          <a:p>
            <a:r>
              <a:rPr lang="zh-CN" altLang="en-US" dirty="0"/>
              <a:t>程序</a:t>
            </a:r>
            <a:r>
              <a:rPr lang="en-US" altLang="zh-CN" dirty="0"/>
              <a:t>7.22</a:t>
            </a:r>
          </a:p>
        </p:txBody>
      </p:sp>
      <p:sp>
        <p:nvSpPr>
          <p:cNvPr id="145411" name="Rectangle 3">
            <a:extLst>
              <a:ext uri="{FF2B5EF4-FFF2-40B4-BE49-F238E27FC236}">
                <a16:creationId xmlns:a16="http://schemas.microsoft.com/office/drawing/2014/main" id="{389EAA57-05B8-03AE-1EA4-79DB44E676F6}"/>
              </a:ext>
            </a:extLst>
          </p:cNvPr>
          <p:cNvSpPr>
            <a:spLocks noGrp="1" noChangeArrowheads="1"/>
          </p:cNvSpPr>
          <p:nvPr>
            <p:ph type="body" idx="1"/>
          </p:nvPr>
        </p:nvSpPr>
        <p:spPr>
          <a:xfrm>
            <a:off x="107504" y="1052737"/>
            <a:ext cx="8928992" cy="5668738"/>
          </a:xfrm>
        </p:spPr>
        <p:txBody>
          <a:bodyPr>
            <a:normAutofit fontScale="32500" lnSpcReduction="20000"/>
          </a:bodyPr>
          <a:lstStyle/>
          <a:p>
            <a:pPr marL="0" indent="0">
              <a:buNone/>
            </a:pPr>
            <a:r>
              <a:rPr lang="en-US" altLang="zh-CN" dirty="0"/>
              <a:t>while(p!=NULL) {</a:t>
            </a:r>
          </a:p>
          <a:p>
            <a:pPr marL="0" indent="0">
              <a:buNone/>
            </a:pPr>
            <a:r>
              <a:rPr lang="en-US" altLang="zh-CN" dirty="0"/>
              <a:t>       </a:t>
            </a:r>
            <a:r>
              <a:rPr lang="zh-CN" altLang="en-US" dirty="0"/>
              <a:t>二叉搜索树的查找过程，同时把经过的结点压栈</a:t>
            </a:r>
            <a:r>
              <a:rPr lang="en-US" altLang="zh-CN" dirty="0" err="1"/>
              <a:t>st</a:t>
            </a:r>
            <a:r>
              <a:rPr lang="zh-CN" altLang="en-US" dirty="0"/>
              <a:t>。结束时，</a:t>
            </a:r>
            <a:r>
              <a:rPr lang="en-US" altLang="zh-CN" dirty="0"/>
              <a:t>pr</a:t>
            </a:r>
            <a:r>
              <a:rPr lang="zh-CN" altLang="en-US" dirty="0"/>
              <a:t>为</a:t>
            </a:r>
            <a:r>
              <a:rPr lang="en-US" altLang="zh-CN" dirty="0"/>
              <a:t>p</a:t>
            </a:r>
            <a:r>
              <a:rPr lang="zh-CN" altLang="en-US" dirty="0"/>
              <a:t>的双亲，</a:t>
            </a:r>
            <a:r>
              <a:rPr lang="en-US" altLang="zh-CN" dirty="0"/>
              <a:t>pr</a:t>
            </a:r>
            <a:r>
              <a:rPr lang="zh-CN" altLang="en-US" dirty="0"/>
              <a:t>在栈顶。  </a:t>
            </a:r>
            <a:endParaRPr lang="en-US" altLang="zh-CN" dirty="0"/>
          </a:p>
          <a:p>
            <a:pPr marL="0" indent="0">
              <a:buNone/>
            </a:pPr>
            <a:r>
              <a:rPr lang="en-US" altLang="zh-CN" dirty="0"/>
              <a:t>}</a:t>
            </a:r>
            <a:endParaRPr lang="zh-CN" altLang="en-US" dirty="0"/>
          </a:p>
          <a:p>
            <a:pPr marL="0" indent="0">
              <a:buNone/>
            </a:pPr>
            <a:r>
              <a:rPr lang="en-US" altLang="zh-CN" dirty="0"/>
              <a:t>if(p==NULL) return false;  //</a:t>
            </a:r>
            <a:r>
              <a:rPr lang="zh-CN" altLang="en-US" dirty="0"/>
              <a:t>未找到结点，返回</a:t>
            </a:r>
          </a:p>
          <a:p>
            <a:pPr marL="0" indent="0">
              <a:buNone/>
            </a:pPr>
            <a:r>
              <a:rPr lang="en-US" altLang="zh-CN" dirty="0"/>
              <a:t>If … { ...  //p</a:t>
            </a:r>
            <a:r>
              <a:rPr lang="zh-CN" altLang="en-US" dirty="0"/>
              <a:t>有两个子女的情况</a:t>
            </a:r>
            <a:endParaRPr lang="en-US" altLang="zh-CN" dirty="0"/>
          </a:p>
          <a:p>
            <a:pPr marL="0" indent="0">
              <a:buNone/>
            </a:pPr>
            <a:r>
              <a:rPr lang="en-US" altLang="zh-CN" dirty="0"/>
              <a:t>    </a:t>
            </a:r>
            <a:r>
              <a:rPr lang="zh-CN" altLang="en-US" dirty="0"/>
              <a:t>转变成删除</a:t>
            </a:r>
            <a:r>
              <a:rPr lang="en-US" altLang="zh-CN" dirty="0"/>
              <a:t>p</a:t>
            </a:r>
            <a:r>
              <a:rPr lang="zh-CN" altLang="en-US" dirty="0"/>
              <a:t>的中序前驱</a:t>
            </a:r>
            <a:r>
              <a:rPr lang="en-US" altLang="zh-CN" dirty="0"/>
              <a:t>q</a:t>
            </a:r>
            <a:r>
              <a:rPr lang="zh-CN" altLang="en-US" dirty="0"/>
              <a:t>，经过的结点入栈，最后用</a:t>
            </a:r>
            <a:r>
              <a:rPr lang="en-US" altLang="zh-CN" dirty="0"/>
              <a:t>p</a:t>
            </a:r>
            <a:r>
              <a:rPr lang="zh-CN" altLang="en-US" dirty="0"/>
              <a:t>指向</a:t>
            </a:r>
            <a:r>
              <a:rPr lang="en-US" altLang="zh-CN" dirty="0"/>
              <a:t>q</a:t>
            </a:r>
            <a:r>
              <a:rPr lang="zh-CN" altLang="en-US" dirty="0"/>
              <a:t>，仍然是</a:t>
            </a:r>
            <a:r>
              <a:rPr lang="en-US" altLang="zh-CN" dirty="0"/>
              <a:t>pr</a:t>
            </a:r>
            <a:r>
              <a:rPr lang="zh-CN" altLang="en-US" dirty="0"/>
              <a:t>为</a:t>
            </a:r>
            <a:r>
              <a:rPr lang="en-US" altLang="zh-CN" dirty="0"/>
              <a:t>p</a:t>
            </a:r>
            <a:r>
              <a:rPr lang="zh-CN" altLang="en-US" dirty="0"/>
              <a:t>的双亲，</a:t>
            </a:r>
            <a:r>
              <a:rPr lang="en-US" altLang="zh-CN" dirty="0"/>
              <a:t>pr</a:t>
            </a:r>
            <a:r>
              <a:rPr lang="zh-CN" altLang="en-US" dirty="0"/>
              <a:t>在栈顶</a:t>
            </a:r>
            <a:endParaRPr lang="en-US" altLang="zh-CN" dirty="0"/>
          </a:p>
          <a:p>
            <a:pPr marL="0" indent="0">
              <a:buNone/>
            </a:pPr>
            <a:r>
              <a:rPr lang="en-US" altLang="zh-CN" dirty="0"/>
              <a:t>}</a:t>
            </a:r>
            <a:endParaRPr lang="zh-CN" altLang="en-US" dirty="0"/>
          </a:p>
          <a:p>
            <a:pPr marL="0" indent="0">
              <a:buNone/>
            </a:pPr>
            <a:r>
              <a:rPr lang="en-US" altLang="zh-CN" dirty="0"/>
              <a:t>if(p-&gt;left!=NULL) q = p-&gt;left; else q = p-&gt;right</a:t>
            </a:r>
          </a:p>
          <a:p>
            <a:pPr marL="0" indent="0">
              <a:buNone/>
            </a:pPr>
            <a:r>
              <a:rPr lang="en-US" altLang="zh-CN" dirty="0"/>
              <a:t>If (pr == NULL)  </a:t>
            </a:r>
            <a:r>
              <a:rPr lang="en-US" altLang="zh-CN" dirty="0" err="1"/>
              <a:t>ptr</a:t>
            </a:r>
            <a:r>
              <a:rPr lang="en-US" altLang="zh-CN" dirty="0"/>
              <a:t> = q;    //</a:t>
            </a:r>
            <a:r>
              <a:rPr lang="zh-CN" altLang="en-US" dirty="0"/>
              <a:t>删除根结点的情况，则</a:t>
            </a:r>
            <a:r>
              <a:rPr lang="en-US" altLang="zh-CN" dirty="0" err="1"/>
              <a:t>ptr</a:t>
            </a:r>
            <a:r>
              <a:rPr lang="zh-CN" altLang="en-US" dirty="0"/>
              <a:t>与</a:t>
            </a:r>
            <a:r>
              <a:rPr lang="en-US" altLang="zh-CN" dirty="0"/>
              <a:t>q</a:t>
            </a:r>
            <a:r>
              <a:rPr lang="zh-CN" altLang="en-US" dirty="0"/>
              <a:t>指向相同的结点。</a:t>
            </a:r>
          </a:p>
          <a:p>
            <a:pPr marL="0" indent="0">
              <a:buNone/>
            </a:pPr>
            <a:r>
              <a:rPr lang="en-US" altLang="zh-CN" dirty="0"/>
              <a:t>else {</a:t>
            </a:r>
          </a:p>
          <a:p>
            <a:pPr marL="0" indent="0">
              <a:buNone/>
            </a:pPr>
            <a:r>
              <a:rPr lang="en-US" altLang="zh-CN" dirty="0"/>
              <a:t>     q</a:t>
            </a:r>
            <a:r>
              <a:rPr lang="zh-CN" altLang="en-US" dirty="0"/>
              <a:t>代替</a:t>
            </a:r>
            <a:r>
              <a:rPr lang="en-US" altLang="zh-CN" dirty="0"/>
              <a:t>p</a:t>
            </a:r>
            <a:r>
              <a:rPr lang="zh-CN" altLang="en-US" dirty="0"/>
              <a:t>作为</a:t>
            </a:r>
            <a:r>
              <a:rPr lang="en-US" altLang="zh-CN" dirty="0"/>
              <a:t>pr</a:t>
            </a:r>
            <a:r>
              <a:rPr lang="zh-CN" altLang="en-US" dirty="0"/>
              <a:t>的孩子。</a:t>
            </a:r>
          </a:p>
          <a:p>
            <a:pPr marL="0" indent="0">
              <a:buNone/>
            </a:pPr>
            <a:r>
              <a:rPr lang="zh-CN" altLang="en-US" dirty="0"/>
              <a:t>     </a:t>
            </a:r>
            <a:r>
              <a:rPr lang="en-US" altLang="zh-CN" dirty="0"/>
              <a:t>while(</a:t>
            </a:r>
            <a:r>
              <a:rPr lang="en-US" altLang="zh-CN" dirty="0" err="1"/>
              <a:t>st.IsEmpty</a:t>
            </a:r>
            <a:r>
              <a:rPr lang="en-US" altLang="zh-CN" dirty="0"/>
              <a:t>() == false</a:t>
            </a:r>
            <a:r>
              <a:rPr lang="zh-CN" altLang="en-US" dirty="0"/>
              <a:t>） </a:t>
            </a:r>
            <a:r>
              <a:rPr lang="en-US" altLang="zh-CN" dirty="0"/>
              <a:t>{</a:t>
            </a:r>
          </a:p>
          <a:p>
            <a:pPr marL="0" indent="0">
              <a:buNone/>
            </a:pPr>
            <a:r>
              <a:rPr lang="en-US" altLang="zh-CN" dirty="0"/>
              <a:t>         </a:t>
            </a:r>
            <a:r>
              <a:rPr lang="zh-CN" altLang="en-US" dirty="0"/>
              <a:t>调整</a:t>
            </a:r>
            <a:r>
              <a:rPr lang="en-US" altLang="zh-CN" dirty="0"/>
              <a:t>pr</a:t>
            </a:r>
            <a:r>
              <a:rPr lang="zh-CN" altLang="en-US" dirty="0"/>
              <a:t>的平衡因子，根据</a:t>
            </a:r>
            <a:r>
              <a:rPr lang="en-US" altLang="zh-CN" dirty="0"/>
              <a:t>pr</a:t>
            </a:r>
            <a:r>
              <a:rPr lang="zh-CN" altLang="en-US" dirty="0"/>
              <a:t>是其双亲</a:t>
            </a:r>
            <a:r>
              <a:rPr lang="en-US" altLang="zh-CN" dirty="0"/>
              <a:t>ppr</a:t>
            </a:r>
            <a:r>
              <a:rPr lang="zh-CN" altLang="en-US" dirty="0"/>
              <a:t>的左还是右孩子决定</a:t>
            </a:r>
            <a:r>
              <a:rPr lang="en-US" altLang="zh-CN" dirty="0"/>
              <a:t>dd</a:t>
            </a:r>
            <a:r>
              <a:rPr lang="zh-CN" altLang="en-US" dirty="0"/>
              <a:t>取值，以记住经过修改的</a:t>
            </a:r>
            <a:r>
              <a:rPr lang="en-US" altLang="zh-CN" dirty="0"/>
              <a:t>pr</a:t>
            </a:r>
            <a:r>
              <a:rPr lang="zh-CN" altLang="en-US" dirty="0"/>
              <a:t>应该连接在</a:t>
            </a:r>
            <a:r>
              <a:rPr lang="en-US" altLang="zh-CN" dirty="0"/>
              <a:t>ppr</a:t>
            </a:r>
            <a:r>
              <a:rPr lang="zh-CN" altLang="en-US" dirty="0"/>
              <a:t>的左还是右孩子。</a:t>
            </a:r>
          </a:p>
          <a:p>
            <a:pPr marL="0" indent="0">
              <a:buNone/>
            </a:pPr>
            <a:r>
              <a:rPr lang="zh-CN" altLang="en-US" dirty="0"/>
              <a:t>         </a:t>
            </a:r>
            <a:r>
              <a:rPr lang="en-US" altLang="zh-CN" dirty="0"/>
              <a:t>if(pr-&gt;bf == 1)||pr-&gt;bf== -1</a:t>
            </a:r>
            <a:r>
              <a:rPr lang="zh-CN" altLang="en-US" dirty="0"/>
              <a:t>）</a:t>
            </a:r>
            <a:r>
              <a:rPr lang="en-US" altLang="zh-CN" dirty="0"/>
              <a:t>break;</a:t>
            </a:r>
          </a:p>
          <a:p>
            <a:pPr marL="0" indent="0">
              <a:buNone/>
            </a:pPr>
            <a:r>
              <a:rPr lang="en-US" altLang="zh-CN" dirty="0"/>
              <a:t>         if(pr-&gt;bf != 0) {  //</a:t>
            </a:r>
            <a:r>
              <a:rPr lang="zh-CN" altLang="en-US" dirty="0"/>
              <a:t>就是</a:t>
            </a:r>
            <a:r>
              <a:rPr lang="en-US" altLang="zh-CN" dirty="0"/>
              <a:t>pr-&gt;bf</a:t>
            </a:r>
            <a:r>
              <a:rPr lang="zh-CN" altLang="en-US" dirty="0"/>
              <a:t>绝对值为</a:t>
            </a:r>
            <a:r>
              <a:rPr lang="en-US" altLang="zh-CN" dirty="0"/>
              <a:t>2</a:t>
            </a:r>
            <a:r>
              <a:rPr lang="zh-CN" altLang="en-US" dirty="0"/>
              <a:t>的情况。</a:t>
            </a:r>
            <a:r>
              <a:rPr lang="en-US" altLang="zh-CN" dirty="0"/>
              <a:t>pr-&gt;bf == 0</a:t>
            </a:r>
            <a:r>
              <a:rPr lang="zh-CN" altLang="en-US" dirty="0"/>
              <a:t>的情况则继续</a:t>
            </a:r>
            <a:r>
              <a:rPr lang="en-US" altLang="zh-CN" dirty="0"/>
              <a:t>while</a:t>
            </a:r>
            <a:r>
              <a:rPr lang="zh-CN" altLang="en-US" dirty="0"/>
              <a:t>循环向上回溯</a:t>
            </a:r>
            <a:endParaRPr lang="en-US" altLang="zh-CN" dirty="0"/>
          </a:p>
          <a:p>
            <a:pPr marL="0" indent="0">
              <a:buNone/>
            </a:pPr>
            <a:r>
              <a:rPr lang="en-US" altLang="zh-CN" dirty="0"/>
              <a:t>                </a:t>
            </a:r>
            <a:r>
              <a:rPr lang="zh-CN" altLang="en-US" dirty="0"/>
              <a:t>根据前述</a:t>
            </a:r>
            <a:r>
              <a:rPr lang="en-US" altLang="zh-CN" dirty="0"/>
              <a:t>3</a:t>
            </a:r>
            <a:r>
              <a:rPr lang="zh-CN" altLang="en-US" dirty="0"/>
              <a:t>种情况旋转，其中一种情况可退出</a:t>
            </a:r>
            <a:r>
              <a:rPr lang="en-US" altLang="zh-CN" dirty="0"/>
              <a:t>while</a:t>
            </a:r>
            <a:r>
              <a:rPr lang="zh-CN" altLang="en-US" dirty="0"/>
              <a:t>。根据</a:t>
            </a:r>
            <a:r>
              <a:rPr lang="en-US" altLang="zh-CN" dirty="0"/>
              <a:t>dd</a:t>
            </a:r>
            <a:r>
              <a:rPr lang="zh-CN" altLang="en-US" dirty="0"/>
              <a:t>决定经过修改的</a:t>
            </a:r>
            <a:r>
              <a:rPr lang="en-US" altLang="zh-CN" dirty="0"/>
              <a:t>pr</a:t>
            </a:r>
            <a:r>
              <a:rPr lang="zh-CN" altLang="en-US" dirty="0"/>
              <a:t>应该连接在</a:t>
            </a:r>
            <a:r>
              <a:rPr lang="en-US" altLang="zh-CN" dirty="0"/>
              <a:t>ppr</a:t>
            </a:r>
            <a:r>
              <a:rPr lang="zh-CN" altLang="en-US" dirty="0"/>
              <a:t>的左还是右孩子。</a:t>
            </a:r>
            <a:endParaRPr lang="en-US" altLang="zh-CN" dirty="0"/>
          </a:p>
          <a:p>
            <a:pPr marL="0" indent="0">
              <a:buNone/>
            </a:pPr>
            <a:r>
              <a:rPr lang="en-US" altLang="zh-CN" dirty="0"/>
              <a:t>         }</a:t>
            </a:r>
          </a:p>
          <a:p>
            <a:pPr marL="0" indent="0">
              <a:buNone/>
            </a:pPr>
            <a:r>
              <a:rPr lang="en-US" altLang="zh-CN" dirty="0"/>
              <a:t>         q = pr;    //</a:t>
            </a:r>
            <a:r>
              <a:rPr lang="zh-CN" altLang="en-US" dirty="0"/>
              <a:t>准备继续向上回溯</a:t>
            </a:r>
            <a:endParaRPr lang="en-US" altLang="zh-CN" dirty="0"/>
          </a:p>
          <a:p>
            <a:pPr marL="0" indent="0">
              <a:buNone/>
            </a:pPr>
            <a:r>
              <a:rPr lang="en-US" altLang="zh-CN" dirty="0"/>
              <a:t>     }</a:t>
            </a:r>
          </a:p>
          <a:p>
            <a:pPr marL="0" indent="0">
              <a:buNone/>
            </a:pPr>
            <a:r>
              <a:rPr lang="en-US" altLang="zh-CN" dirty="0"/>
              <a:t>     if(</a:t>
            </a:r>
            <a:r>
              <a:rPr lang="en-US" altLang="zh-CN" dirty="0" err="1"/>
              <a:t>st.IsEmpty</a:t>
            </a:r>
            <a:r>
              <a:rPr lang="en-US" altLang="zh-CN" dirty="0"/>
              <a:t>()</a:t>
            </a:r>
            <a:r>
              <a:rPr lang="zh-CN" altLang="en-US" dirty="0"/>
              <a:t>）</a:t>
            </a:r>
            <a:r>
              <a:rPr lang="en-US" altLang="zh-CN" dirty="0" err="1"/>
              <a:t>ptr</a:t>
            </a:r>
            <a:r>
              <a:rPr lang="en-US" altLang="zh-CN" dirty="0"/>
              <a:t> = pr</a:t>
            </a:r>
          </a:p>
          <a:p>
            <a:pPr marL="0" indent="0">
              <a:buNone/>
            </a:pPr>
            <a:r>
              <a:rPr lang="en-US" altLang="zh-CN" dirty="0"/>
              <a:t>}</a:t>
            </a:r>
            <a:endParaRPr lang="zh-CN" altLang="en-US" dirty="0"/>
          </a:p>
          <a:p>
            <a:pPr marL="0" indent="0">
              <a:buNone/>
            </a:pPr>
            <a:r>
              <a:rPr lang="zh-CN" altLang="en-US" dirty="0"/>
              <a:t>释放</a:t>
            </a:r>
            <a:r>
              <a:rPr lang="en-US" altLang="zh-CN" dirty="0"/>
              <a:t>p</a:t>
            </a:r>
            <a:r>
              <a:rPr lang="zh-CN" altLang="en-US" dirty="0"/>
              <a:t>，结束。</a:t>
            </a:r>
          </a:p>
        </p:txBody>
      </p:sp>
      <p:sp>
        <p:nvSpPr>
          <p:cNvPr id="2" name="灯片编号占位符 1">
            <a:extLst>
              <a:ext uri="{FF2B5EF4-FFF2-40B4-BE49-F238E27FC236}">
                <a16:creationId xmlns:a16="http://schemas.microsoft.com/office/drawing/2014/main" id="{C120C5D6-45C6-12E3-F957-6D3DA66227B3}"/>
              </a:ext>
            </a:extLst>
          </p:cNvPr>
          <p:cNvSpPr>
            <a:spLocks noGrp="1"/>
          </p:cNvSpPr>
          <p:nvPr>
            <p:ph type="sldNum" sz="quarter" idx="12"/>
          </p:nvPr>
        </p:nvSpPr>
        <p:spPr/>
        <p:txBody>
          <a:bodyPr/>
          <a:lstStyle/>
          <a:p>
            <a:pPr>
              <a:defRPr/>
            </a:pPr>
            <a:fld id="{82BC8E53-3928-4033-8D0B-01554133DC73}" type="slidenum">
              <a:rPr lang="en-US" altLang="zh-CN" smtClean="0"/>
              <a:pPr>
                <a:defRPr/>
              </a:pPr>
              <a:t>101</a:t>
            </a:fld>
            <a:endParaRPr lang="en-US" altLang="zh-CN"/>
          </a:p>
        </p:txBody>
      </p:sp>
    </p:spTree>
  </p:cSld>
  <p:clrMapOvr>
    <a:masterClrMapping/>
  </p:clrMapOvr>
  <p:transition>
    <p:spli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AE1555F-8D9F-4116-8574-2C351E64C72B}"/>
              </a:ext>
            </a:extLst>
          </p:cNvPr>
          <p:cNvGrpSpPr/>
          <p:nvPr/>
        </p:nvGrpSpPr>
        <p:grpSpPr>
          <a:xfrm>
            <a:off x="640831" y="1791805"/>
            <a:ext cx="8077200" cy="4908550"/>
            <a:chOff x="533400" y="395288"/>
            <a:chExt cx="8077200" cy="4908550"/>
          </a:xfrm>
        </p:grpSpPr>
        <p:sp>
          <p:nvSpPr>
            <p:cNvPr id="117762" name="Line 42">
              <a:extLst>
                <a:ext uri="{FF2B5EF4-FFF2-40B4-BE49-F238E27FC236}">
                  <a16:creationId xmlns:a16="http://schemas.microsoft.com/office/drawing/2014/main" id="{2174E931-EF6B-8B8D-69EF-DF5DD5D6D996}"/>
                </a:ext>
              </a:extLst>
            </p:cNvPr>
            <p:cNvSpPr>
              <a:spLocks noChangeShapeType="1"/>
            </p:cNvSpPr>
            <p:nvPr/>
          </p:nvSpPr>
          <p:spPr bwMode="auto">
            <a:xfrm flipV="1">
              <a:off x="11430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3" name="Line 41">
              <a:extLst>
                <a:ext uri="{FF2B5EF4-FFF2-40B4-BE49-F238E27FC236}">
                  <a16:creationId xmlns:a16="http://schemas.microsoft.com/office/drawing/2014/main" id="{E89C7E1C-F18E-B3EC-8F58-E5A78668CAF6}"/>
                </a:ext>
              </a:extLst>
            </p:cNvPr>
            <p:cNvSpPr>
              <a:spLocks noChangeShapeType="1"/>
            </p:cNvSpPr>
            <p:nvPr/>
          </p:nvSpPr>
          <p:spPr bwMode="auto">
            <a:xfrm>
              <a:off x="42672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4" name="Line 39">
              <a:extLst>
                <a:ext uri="{FF2B5EF4-FFF2-40B4-BE49-F238E27FC236}">
                  <a16:creationId xmlns:a16="http://schemas.microsoft.com/office/drawing/2014/main" id="{A70359A1-C15B-74B6-2003-B7F0E3F2EBDD}"/>
                </a:ext>
              </a:extLst>
            </p:cNvPr>
            <p:cNvSpPr>
              <a:spLocks noChangeShapeType="1"/>
            </p:cNvSpPr>
            <p:nvPr/>
          </p:nvSpPr>
          <p:spPr bwMode="auto">
            <a:xfrm>
              <a:off x="33528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5" name="Line 40">
              <a:extLst>
                <a:ext uri="{FF2B5EF4-FFF2-40B4-BE49-F238E27FC236}">
                  <a16:creationId xmlns:a16="http://schemas.microsoft.com/office/drawing/2014/main" id="{69533746-48BC-B1BE-3E57-7CBE5CB57C78}"/>
                </a:ext>
              </a:extLst>
            </p:cNvPr>
            <p:cNvSpPr>
              <a:spLocks noChangeShapeType="1"/>
            </p:cNvSpPr>
            <p:nvPr/>
          </p:nvSpPr>
          <p:spPr bwMode="auto">
            <a:xfrm flipV="1">
              <a:off x="2971800" y="3429000"/>
              <a:ext cx="381000" cy="762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6" name="Line 37">
              <a:extLst>
                <a:ext uri="{FF2B5EF4-FFF2-40B4-BE49-F238E27FC236}">
                  <a16:creationId xmlns:a16="http://schemas.microsoft.com/office/drawing/2014/main" id="{1B714084-0618-D492-092D-52DC62A42EAE}"/>
                </a:ext>
              </a:extLst>
            </p:cNvPr>
            <p:cNvSpPr>
              <a:spLocks noChangeShapeType="1"/>
            </p:cNvSpPr>
            <p:nvPr/>
          </p:nvSpPr>
          <p:spPr bwMode="auto">
            <a:xfrm>
              <a:off x="56388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7" name="Line 38">
              <a:extLst>
                <a:ext uri="{FF2B5EF4-FFF2-40B4-BE49-F238E27FC236}">
                  <a16:creationId xmlns:a16="http://schemas.microsoft.com/office/drawing/2014/main" id="{10AB9AED-E5B8-F6F8-7D68-832EB0E2BB3A}"/>
                </a:ext>
              </a:extLst>
            </p:cNvPr>
            <p:cNvSpPr>
              <a:spLocks noChangeShapeType="1"/>
            </p:cNvSpPr>
            <p:nvPr/>
          </p:nvSpPr>
          <p:spPr bwMode="auto">
            <a:xfrm flipV="1">
              <a:off x="75438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8" name="Line 35">
              <a:extLst>
                <a:ext uri="{FF2B5EF4-FFF2-40B4-BE49-F238E27FC236}">
                  <a16:creationId xmlns:a16="http://schemas.microsoft.com/office/drawing/2014/main" id="{F6944C65-A92D-6679-53E6-7F9175181F78}"/>
                </a:ext>
              </a:extLst>
            </p:cNvPr>
            <p:cNvSpPr>
              <a:spLocks noChangeShapeType="1"/>
            </p:cNvSpPr>
            <p:nvPr/>
          </p:nvSpPr>
          <p:spPr bwMode="auto">
            <a:xfrm>
              <a:off x="74676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69" name="Line 36">
              <a:extLst>
                <a:ext uri="{FF2B5EF4-FFF2-40B4-BE49-F238E27FC236}">
                  <a16:creationId xmlns:a16="http://schemas.microsoft.com/office/drawing/2014/main" id="{6BC69D77-8CDA-DA14-1820-98571AA4C5BE}"/>
                </a:ext>
              </a:extLst>
            </p:cNvPr>
            <p:cNvSpPr>
              <a:spLocks noChangeShapeType="1"/>
            </p:cNvSpPr>
            <p:nvPr/>
          </p:nvSpPr>
          <p:spPr bwMode="auto">
            <a:xfrm flipV="1">
              <a:off x="70104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0" name="Line 33">
              <a:extLst>
                <a:ext uri="{FF2B5EF4-FFF2-40B4-BE49-F238E27FC236}">
                  <a16:creationId xmlns:a16="http://schemas.microsoft.com/office/drawing/2014/main" id="{DA8CCFFE-687F-C102-3581-B44C22B38BB2}"/>
                </a:ext>
              </a:extLst>
            </p:cNvPr>
            <p:cNvSpPr>
              <a:spLocks noChangeShapeType="1"/>
            </p:cNvSpPr>
            <p:nvPr/>
          </p:nvSpPr>
          <p:spPr bwMode="auto">
            <a:xfrm>
              <a:off x="38100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1" name="Line 34">
              <a:extLst>
                <a:ext uri="{FF2B5EF4-FFF2-40B4-BE49-F238E27FC236}">
                  <a16:creationId xmlns:a16="http://schemas.microsoft.com/office/drawing/2014/main" id="{F1796E7B-94A8-D90A-D298-0E025FC51F3F}"/>
                </a:ext>
              </a:extLst>
            </p:cNvPr>
            <p:cNvSpPr>
              <a:spLocks noChangeShapeType="1"/>
            </p:cNvSpPr>
            <p:nvPr/>
          </p:nvSpPr>
          <p:spPr bwMode="auto">
            <a:xfrm flipV="1">
              <a:off x="33528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2" name="Line 9">
              <a:extLst>
                <a:ext uri="{FF2B5EF4-FFF2-40B4-BE49-F238E27FC236}">
                  <a16:creationId xmlns:a16="http://schemas.microsoft.com/office/drawing/2014/main" id="{DE488425-A2D0-90D5-43ED-7F6C4099A5E0}"/>
                </a:ext>
              </a:extLst>
            </p:cNvPr>
            <p:cNvSpPr>
              <a:spLocks noChangeShapeType="1"/>
            </p:cNvSpPr>
            <p:nvPr/>
          </p:nvSpPr>
          <p:spPr bwMode="auto">
            <a:xfrm>
              <a:off x="19812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3" name="Line 32">
              <a:extLst>
                <a:ext uri="{FF2B5EF4-FFF2-40B4-BE49-F238E27FC236}">
                  <a16:creationId xmlns:a16="http://schemas.microsoft.com/office/drawing/2014/main" id="{D817C7C2-64A2-FCDB-ACF7-5C288F51702A}"/>
                </a:ext>
              </a:extLst>
            </p:cNvPr>
            <p:cNvSpPr>
              <a:spLocks noChangeShapeType="1"/>
            </p:cNvSpPr>
            <p:nvPr/>
          </p:nvSpPr>
          <p:spPr bwMode="auto">
            <a:xfrm flipH="1" flipV="1">
              <a:off x="29718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4" name="Line 31">
              <a:extLst>
                <a:ext uri="{FF2B5EF4-FFF2-40B4-BE49-F238E27FC236}">
                  <a16:creationId xmlns:a16="http://schemas.microsoft.com/office/drawing/2014/main" id="{45293FC7-0A77-ECA4-5086-D19B87004EC5}"/>
                </a:ext>
              </a:extLst>
            </p:cNvPr>
            <p:cNvSpPr>
              <a:spLocks noChangeShapeType="1"/>
            </p:cNvSpPr>
            <p:nvPr/>
          </p:nvSpPr>
          <p:spPr bwMode="auto">
            <a:xfrm flipH="1" flipV="1">
              <a:off x="6705600" y="18288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5" name="Line 30">
              <a:extLst>
                <a:ext uri="{FF2B5EF4-FFF2-40B4-BE49-F238E27FC236}">
                  <a16:creationId xmlns:a16="http://schemas.microsoft.com/office/drawing/2014/main" id="{4B016F73-833A-7006-1BB4-0EDB8E6C105A}"/>
                </a:ext>
              </a:extLst>
            </p:cNvPr>
            <p:cNvSpPr>
              <a:spLocks noChangeShapeType="1"/>
            </p:cNvSpPr>
            <p:nvPr/>
          </p:nvSpPr>
          <p:spPr bwMode="auto">
            <a:xfrm flipV="1">
              <a:off x="57150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6" name="Oval 3">
              <a:extLst>
                <a:ext uri="{FF2B5EF4-FFF2-40B4-BE49-F238E27FC236}">
                  <a16:creationId xmlns:a16="http://schemas.microsoft.com/office/drawing/2014/main" id="{F8E7D0CD-C3BE-03FB-23D1-348C6B5EFBD5}"/>
                </a:ext>
              </a:extLst>
            </p:cNvPr>
            <p:cNvSpPr>
              <a:spLocks noChangeArrowheads="1"/>
            </p:cNvSpPr>
            <p:nvPr/>
          </p:nvSpPr>
          <p:spPr bwMode="auto">
            <a:xfrm>
              <a:off x="2209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77" name="Line 5">
              <a:extLst>
                <a:ext uri="{FF2B5EF4-FFF2-40B4-BE49-F238E27FC236}">
                  <a16:creationId xmlns:a16="http://schemas.microsoft.com/office/drawing/2014/main" id="{E6610FBD-BA64-52A6-4120-20F36CB78291}"/>
                </a:ext>
              </a:extLst>
            </p:cNvPr>
            <p:cNvSpPr>
              <a:spLocks noChangeShapeType="1"/>
            </p:cNvSpPr>
            <p:nvPr/>
          </p:nvSpPr>
          <p:spPr bwMode="auto">
            <a:xfrm>
              <a:off x="4648200" y="990600"/>
              <a:ext cx="1828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8" name="Line 6">
              <a:extLst>
                <a:ext uri="{FF2B5EF4-FFF2-40B4-BE49-F238E27FC236}">
                  <a16:creationId xmlns:a16="http://schemas.microsoft.com/office/drawing/2014/main" id="{A8D843F7-0B1D-453E-ED40-AAF6634EFCFC}"/>
                </a:ext>
              </a:extLst>
            </p:cNvPr>
            <p:cNvSpPr>
              <a:spLocks noChangeShapeType="1"/>
            </p:cNvSpPr>
            <p:nvPr/>
          </p:nvSpPr>
          <p:spPr bwMode="auto">
            <a:xfrm flipV="1">
              <a:off x="2590800" y="42672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79" name="Line 7">
              <a:extLst>
                <a:ext uri="{FF2B5EF4-FFF2-40B4-BE49-F238E27FC236}">
                  <a16:creationId xmlns:a16="http://schemas.microsoft.com/office/drawing/2014/main" id="{D79F9C9F-0E4E-DC01-0276-626F90FF8F9C}"/>
                </a:ext>
              </a:extLst>
            </p:cNvPr>
            <p:cNvSpPr>
              <a:spLocks noChangeShapeType="1"/>
            </p:cNvSpPr>
            <p:nvPr/>
          </p:nvSpPr>
          <p:spPr bwMode="auto">
            <a:xfrm flipV="1">
              <a:off x="20574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0" name="Line 8">
              <a:extLst>
                <a:ext uri="{FF2B5EF4-FFF2-40B4-BE49-F238E27FC236}">
                  <a16:creationId xmlns:a16="http://schemas.microsoft.com/office/drawing/2014/main" id="{86F3E90F-6EB7-9174-A7ED-6DDB95D4DEB6}"/>
                </a:ext>
              </a:extLst>
            </p:cNvPr>
            <p:cNvSpPr>
              <a:spLocks noChangeShapeType="1"/>
            </p:cNvSpPr>
            <p:nvPr/>
          </p:nvSpPr>
          <p:spPr bwMode="auto">
            <a:xfrm flipV="1">
              <a:off x="15240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1" name="Line 10">
              <a:extLst>
                <a:ext uri="{FF2B5EF4-FFF2-40B4-BE49-F238E27FC236}">
                  <a16:creationId xmlns:a16="http://schemas.microsoft.com/office/drawing/2014/main" id="{E2E4AD3A-E092-2807-46AB-29B6EE0398CE}"/>
                </a:ext>
              </a:extLst>
            </p:cNvPr>
            <p:cNvSpPr>
              <a:spLocks noChangeShapeType="1"/>
            </p:cNvSpPr>
            <p:nvPr/>
          </p:nvSpPr>
          <p:spPr bwMode="auto">
            <a:xfrm flipV="1">
              <a:off x="3048000" y="990600"/>
              <a:ext cx="1524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2" name="Oval 11">
              <a:extLst>
                <a:ext uri="{FF2B5EF4-FFF2-40B4-BE49-F238E27FC236}">
                  <a16:creationId xmlns:a16="http://schemas.microsoft.com/office/drawing/2014/main" id="{31D9C08B-62F2-E297-48B6-4B96F0E4DC62}"/>
                </a:ext>
              </a:extLst>
            </p:cNvPr>
            <p:cNvSpPr>
              <a:spLocks noChangeArrowheads="1"/>
            </p:cNvSpPr>
            <p:nvPr/>
          </p:nvSpPr>
          <p:spPr bwMode="auto">
            <a:xfrm>
              <a:off x="1295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3" name="Oval 12">
              <a:extLst>
                <a:ext uri="{FF2B5EF4-FFF2-40B4-BE49-F238E27FC236}">
                  <a16:creationId xmlns:a16="http://schemas.microsoft.com/office/drawing/2014/main" id="{4A5007D4-CEE4-2E03-F1DB-A783878D1106}"/>
                </a:ext>
              </a:extLst>
            </p:cNvPr>
            <p:cNvSpPr>
              <a:spLocks noChangeArrowheads="1"/>
            </p:cNvSpPr>
            <p:nvPr/>
          </p:nvSpPr>
          <p:spPr bwMode="auto">
            <a:xfrm>
              <a:off x="2286000" y="48006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4" name="Oval 13">
              <a:extLst>
                <a:ext uri="{FF2B5EF4-FFF2-40B4-BE49-F238E27FC236}">
                  <a16:creationId xmlns:a16="http://schemas.microsoft.com/office/drawing/2014/main" id="{3158D975-0266-76BC-F6A1-038AB9C36F41}"/>
                </a:ext>
              </a:extLst>
            </p:cNvPr>
            <p:cNvSpPr>
              <a:spLocks noChangeArrowheads="1"/>
            </p:cNvSpPr>
            <p:nvPr/>
          </p:nvSpPr>
          <p:spPr bwMode="auto">
            <a:xfrm>
              <a:off x="3124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5" name="Oval 14">
              <a:extLst>
                <a:ext uri="{FF2B5EF4-FFF2-40B4-BE49-F238E27FC236}">
                  <a16:creationId xmlns:a16="http://schemas.microsoft.com/office/drawing/2014/main" id="{EC4857C4-F2C9-67D0-EF4D-EE0894135455}"/>
                </a:ext>
              </a:extLst>
            </p:cNvPr>
            <p:cNvSpPr>
              <a:spLocks noChangeArrowheads="1"/>
            </p:cNvSpPr>
            <p:nvPr/>
          </p:nvSpPr>
          <p:spPr bwMode="auto">
            <a:xfrm>
              <a:off x="40386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6" name="Oval 15">
              <a:extLst>
                <a:ext uri="{FF2B5EF4-FFF2-40B4-BE49-F238E27FC236}">
                  <a16:creationId xmlns:a16="http://schemas.microsoft.com/office/drawing/2014/main" id="{F18B15D3-0D28-8C99-8DE3-FCFA5A3E02C8}"/>
                </a:ext>
              </a:extLst>
            </p:cNvPr>
            <p:cNvSpPr>
              <a:spLocks noChangeArrowheads="1"/>
            </p:cNvSpPr>
            <p:nvPr/>
          </p:nvSpPr>
          <p:spPr bwMode="auto">
            <a:xfrm>
              <a:off x="5867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7" name="Oval 16">
              <a:extLst>
                <a:ext uri="{FF2B5EF4-FFF2-40B4-BE49-F238E27FC236}">
                  <a16:creationId xmlns:a16="http://schemas.microsoft.com/office/drawing/2014/main" id="{A10AEDE1-A957-FF12-54C6-2CD4F4396A08}"/>
                </a:ext>
              </a:extLst>
            </p:cNvPr>
            <p:cNvSpPr>
              <a:spLocks noChangeArrowheads="1"/>
            </p:cNvSpPr>
            <p:nvPr/>
          </p:nvSpPr>
          <p:spPr bwMode="auto">
            <a:xfrm>
              <a:off x="6781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8" name="Oval 17">
              <a:extLst>
                <a:ext uri="{FF2B5EF4-FFF2-40B4-BE49-F238E27FC236}">
                  <a16:creationId xmlns:a16="http://schemas.microsoft.com/office/drawing/2014/main" id="{80060F7E-A8D6-B5D8-8816-C4619623FDC7}"/>
                </a:ext>
              </a:extLst>
            </p:cNvPr>
            <p:cNvSpPr>
              <a:spLocks noChangeArrowheads="1"/>
            </p:cNvSpPr>
            <p:nvPr/>
          </p:nvSpPr>
          <p:spPr bwMode="auto">
            <a:xfrm>
              <a:off x="7696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89" name="Oval 18">
              <a:extLst>
                <a:ext uri="{FF2B5EF4-FFF2-40B4-BE49-F238E27FC236}">
                  <a16:creationId xmlns:a16="http://schemas.microsoft.com/office/drawing/2014/main" id="{24F1FDFA-52A8-27CC-73CF-9D62E1C5D028}"/>
                </a:ext>
              </a:extLst>
            </p:cNvPr>
            <p:cNvSpPr>
              <a:spLocks noChangeArrowheads="1"/>
            </p:cNvSpPr>
            <p:nvPr/>
          </p:nvSpPr>
          <p:spPr bwMode="auto">
            <a:xfrm>
              <a:off x="2743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0" name="Oval 19">
              <a:extLst>
                <a:ext uri="{FF2B5EF4-FFF2-40B4-BE49-F238E27FC236}">
                  <a16:creationId xmlns:a16="http://schemas.microsoft.com/office/drawing/2014/main" id="{BD688F42-4094-8A9C-FA83-DDAB11BB89B5}"/>
                </a:ext>
              </a:extLst>
            </p:cNvPr>
            <p:cNvSpPr>
              <a:spLocks noChangeArrowheads="1"/>
            </p:cNvSpPr>
            <p:nvPr/>
          </p:nvSpPr>
          <p:spPr bwMode="auto">
            <a:xfrm>
              <a:off x="838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1" name="Oval 20">
              <a:extLst>
                <a:ext uri="{FF2B5EF4-FFF2-40B4-BE49-F238E27FC236}">
                  <a16:creationId xmlns:a16="http://schemas.microsoft.com/office/drawing/2014/main" id="{B35EADA6-B1BE-F0D7-9AE0-5C0B40F254E4}"/>
                </a:ext>
              </a:extLst>
            </p:cNvPr>
            <p:cNvSpPr>
              <a:spLocks noChangeArrowheads="1"/>
            </p:cNvSpPr>
            <p:nvPr/>
          </p:nvSpPr>
          <p:spPr bwMode="auto">
            <a:xfrm>
              <a:off x="7315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2" name="Oval 21">
              <a:extLst>
                <a:ext uri="{FF2B5EF4-FFF2-40B4-BE49-F238E27FC236}">
                  <a16:creationId xmlns:a16="http://schemas.microsoft.com/office/drawing/2014/main" id="{01383362-8AEA-84E5-59C0-83D97A026A2A}"/>
                </a:ext>
              </a:extLst>
            </p:cNvPr>
            <p:cNvSpPr>
              <a:spLocks noChangeArrowheads="1"/>
            </p:cNvSpPr>
            <p:nvPr/>
          </p:nvSpPr>
          <p:spPr bwMode="auto">
            <a:xfrm>
              <a:off x="3429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3" name="Oval 22">
              <a:extLst>
                <a:ext uri="{FF2B5EF4-FFF2-40B4-BE49-F238E27FC236}">
                  <a16:creationId xmlns:a16="http://schemas.microsoft.com/office/drawing/2014/main" id="{87A686DE-73B1-DA93-15FF-3EB4BECD756B}"/>
                </a:ext>
              </a:extLst>
            </p:cNvPr>
            <p:cNvSpPr>
              <a:spLocks noChangeArrowheads="1"/>
            </p:cNvSpPr>
            <p:nvPr/>
          </p:nvSpPr>
          <p:spPr bwMode="auto">
            <a:xfrm>
              <a:off x="43434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4" name="Oval 23">
              <a:extLst>
                <a:ext uri="{FF2B5EF4-FFF2-40B4-BE49-F238E27FC236}">
                  <a16:creationId xmlns:a16="http://schemas.microsoft.com/office/drawing/2014/main" id="{B0AC1B40-AA0B-3999-B491-CF1399793979}"/>
                </a:ext>
              </a:extLst>
            </p:cNvPr>
            <p:cNvSpPr>
              <a:spLocks noChangeArrowheads="1"/>
            </p:cNvSpPr>
            <p:nvPr/>
          </p:nvSpPr>
          <p:spPr bwMode="auto">
            <a:xfrm>
              <a:off x="35814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5" name="Oval 24">
              <a:extLst>
                <a:ext uri="{FF2B5EF4-FFF2-40B4-BE49-F238E27FC236}">
                  <a16:creationId xmlns:a16="http://schemas.microsoft.com/office/drawing/2014/main" id="{D031FF11-AE38-5F7B-14B8-BE55B4A2457C}"/>
                </a:ext>
              </a:extLst>
            </p:cNvPr>
            <p:cNvSpPr>
              <a:spLocks noChangeArrowheads="1"/>
            </p:cNvSpPr>
            <p:nvPr/>
          </p:nvSpPr>
          <p:spPr bwMode="auto">
            <a:xfrm>
              <a:off x="17526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6" name="Oval 25">
              <a:extLst>
                <a:ext uri="{FF2B5EF4-FFF2-40B4-BE49-F238E27FC236}">
                  <a16:creationId xmlns:a16="http://schemas.microsoft.com/office/drawing/2014/main" id="{5DFEEC17-87B0-CF6F-BA76-059225A2E00B}"/>
                </a:ext>
              </a:extLst>
            </p:cNvPr>
            <p:cNvSpPr>
              <a:spLocks noChangeArrowheads="1"/>
            </p:cNvSpPr>
            <p:nvPr/>
          </p:nvSpPr>
          <p:spPr bwMode="auto">
            <a:xfrm>
              <a:off x="72390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7" name="Oval 26">
              <a:extLst>
                <a:ext uri="{FF2B5EF4-FFF2-40B4-BE49-F238E27FC236}">
                  <a16:creationId xmlns:a16="http://schemas.microsoft.com/office/drawing/2014/main" id="{247DC872-38AA-DCFA-B9F0-ACA4EC54229C}"/>
                </a:ext>
              </a:extLst>
            </p:cNvPr>
            <p:cNvSpPr>
              <a:spLocks noChangeArrowheads="1"/>
            </p:cNvSpPr>
            <p:nvPr/>
          </p:nvSpPr>
          <p:spPr bwMode="auto">
            <a:xfrm>
              <a:off x="5410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8" name="Oval 27">
              <a:extLst>
                <a:ext uri="{FF2B5EF4-FFF2-40B4-BE49-F238E27FC236}">
                  <a16:creationId xmlns:a16="http://schemas.microsoft.com/office/drawing/2014/main" id="{8D164350-5062-F3B3-F85C-3689B629E660}"/>
                </a:ext>
              </a:extLst>
            </p:cNvPr>
            <p:cNvSpPr>
              <a:spLocks noChangeArrowheads="1"/>
            </p:cNvSpPr>
            <p:nvPr/>
          </p:nvSpPr>
          <p:spPr bwMode="auto">
            <a:xfrm>
              <a:off x="63246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799" name="Oval 28">
              <a:extLst>
                <a:ext uri="{FF2B5EF4-FFF2-40B4-BE49-F238E27FC236}">
                  <a16:creationId xmlns:a16="http://schemas.microsoft.com/office/drawing/2014/main" id="{8B9C2AC1-1461-1458-3A8E-3BE6D8B12870}"/>
                </a:ext>
              </a:extLst>
            </p:cNvPr>
            <p:cNvSpPr>
              <a:spLocks noChangeArrowheads="1"/>
            </p:cNvSpPr>
            <p:nvPr/>
          </p:nvSpPr>
          <p:spPr bwMode="auto">
            <a:xfrm>
              <a:off x="26670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800" name="Oval 29">
              <a:extLst>
                <a:ext uri="{FF2B5EF4-FFF2-40B4-BE49-F238E27FC236}">
                  <a16:creationId xmlns:a16="http://schemas.microsoft.com/office/drawing/2014/main" id="{81361941-B9C5-F80A-135C-E90BB9EE8F62}"/>
                </a:ext>
              </a:extLst>
            </p:cNvPr>
            <p:cNvSpPr>
              <a:spLocks noChangeArrowheads="1"/>
            </p:cNvSpPr>
            <p:nvPr/>
          </p:nvSpPr>
          <p:spPr bwMode="auto">
            <a:xfrm>
              <a:off x="4419600" y="685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7801" name="Text Box 43">
              <a:extLst>
                <a:ext uri="{FF2B5EF4-FFF2-40B4-BE49-F238E27FC236}">
                  <a16:creationId xmlns:a16="http://schemas.microsoft.com/office/drawing/2014/main" id="{B1A1F403-7A1A-A779-EBDA-6ACADE1065B4}"/>
                </a:ext>
              </a:extLst>
            </p:cNvPr>
            <p:cNvSpPr txBox="1">
              <a:spLocks noChangeArrowheads="1"/>
            </p:cNvSpPr>
            <p:nvPr/>
          </p:nvSpPr>
          <p:spPr bwMode="auto">
            <a:xfrm>
              <a:off x="86995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7802" name="Text Box 44">
              <a:extLst>
                <a:ext uri="{FF2B5EF4-FFF2-40B4-BE49-F238E27FC236}">
                  <a16:creationId xmlns:a16="http://schemas.microsoft.com/office/drawing/2014/main" id="{FCF38A53-96ED-F8FF-60CD-FA67337AAF0E}"/>
                </a:ext>
              </a:extLst>
            </p:cNvPr>
            <p:cNvSpPr txBox="1">
              <a:spLocks noChangeArrowheads="1"/>
            </p:cNvSpPr>
            <p:nvPr/>
          </p:nvSpPr>
          <p:spPr bwMode="auto">
            <a:xfrm>
              <a:off x="13271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7803" name="Text Box 45">
              <a:extLst>
                <a:ext uri="{FF2B5EF4-FFF2-40B4-BE49-F238E27FC236}">
                  <a16:creationId xmlns:a16="http://schemas.microsoft.com/office/drawing/2014/main" id="{1016A21A-23BC-9FD5-E3AE-21184D9F155A}"/>
                </a:ext>
              </a:extLst>
            </p:cNvPr>
            <p:cNvSpPr txBox="1">
              <a:spLocks noChangeArrowheads="1"/>
            </p:cNvSpPr>
            <p:nvPr/>
          </p:nvSpPr>
          <p:spPr bwMode="auto">
            <a:xfrm>
              <a:off x="17526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7804" name="Text Box 46">
              <a:extLst>
                <a:ext uri="{FF2B5EF4-FFF2-40B4-BE49-F238E27FC236}">
                  <a16:creationId xmlns:a16="http://schemas.microsoft.com/office/drawing/2014/main" id="{59A35752-BB97-5EE2-D5CF-7042FE0C69AC}"/>
                </a:ext>
              </a:extLst>
            </p:cNvPr>
            <p:cNvSpPr txBox="1">
              <a:spLocks noChangeArrowheads="1"/>
            </p:cNvSpPr>
            <p:nvPr/>
          </p:nvSpPr>
          <p:spPr bwMode="auto">
            <a:xfrm>
              <a:off x="22415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7805" name="Text Box 47">
              <a:extLst>
                <a:ext uri="{FF2B5EF4-FFF2-40B4-BE49-F238E27FC236}">
                  <a16:creationId xmlns:a16="http://schemas.microsoft.com/office/drawing/2014/main" id="{E197EA09-1C21-E23B-68AE-92E365897FAB}"/>
                </a:ext>
              </a:extLst>
            </p:cNvPr>
            <p:cNvSpPr txBox="1">
              <a:spLocks noChangeArrowheads="1"/>
            </p:cNvSpPr>
            <p:nvPr/>
          </p:nvSpPr>
          <p:spPr bwMode="auto">
            <a:xfrm>
              <a:off x="27178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7806" name="Text Box 48">
              <a:extLst>
                <a:ext uri="{FF2B5EF4-FFF2-40B4-BE49-F238E27FC236}">
                  <a16:creationId xmlns:a16="http://schemas.microsoft.com/office/drawing/2014/main" id="{2E879F92-58C8-203C-04EF-207F2356E620}"/>
                </a:ext>
              </a:extLst>
            </p:cNvPr>
            <p:cNvSpPr txBox="1">
              <a:spLocks noChangeArrowheads="1"/>
            </p:cNvSpPr>
            <p:nvPr/>
          </p:nvSpPr>
          <p:spPr bwMode="auto">
            <a:xfrm>
              <a:off x="2355850" y="4724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7807" name="Text Box 49">
              <a:extLst>
                <a:ext uri="{FF2B5EF4-FFF2-40B4-BE49-F238E27FC236}">
                  <a16:creationId xmlns:a16="http://schemas.microsoft.com/office/drawing/2014/main" id="{5ABC7B8D-7FC8-164E-D8E1-E582BB11D307}"/>
                </a:ext>
              </a:extLst>
            </p:cNvPr>
            <p:cNvSpPr txBox="1">
              <a:spLocks noChangeArrowheads="1"/>
            </p:cNvSpPr>
            <p:nvPr/>
          </p:nvSpPr>
          <p:spPr bwMode="auto">
            <a:xfrm>
              <a:off x="2743200" y="38862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7808" name="Text Box 50">
              <a:extLst>
                <a:ext uri="{FF2B5EF4-FFF2-40B4-BE49-F238E27FC236}">
                  <a16:creationId xmlns:a16="http://schemas.microsoft.com/office/drawing/2014/main" id="{BDD483DE-6C16-372D-20C5-6B37B6D9BA5E}"/>
                </a:ext>
              </a:extLst>
            </p:cNvPr>
            <p:cNvSpPr txBox="1">
              <a:spLocks noChangeArrowheads="1"/>
            </p:cNvSpPr>
            <p:nvPr/>
          </p:nvSpPr>
          <p:spPr bwMode="auto">
            <a:xfrm>
              <a:off x="31559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7809" name="Text Box 51">
              <a:extLst>
                <a:ext uri="{FF2B5EF4-FFF2-40B4-BE49-F238E27FC236}">
                  <a16:creationId xmlns:a16="http://schemas.microsoft.com/office/drawing/2014/main" id="{E3F6C026-8D1E-035E-82AB-9F0489C55889}"/>
                </a:ext>
              </a:extLst>
            </p:cNvPr>
            <p:cNvSpPr txBox="1">
              <a:spLocks noChangeArrowheads="1"/>
            </p:cNvSpPr>
            <p:nvPr/>
          </p:nvSpPr>
          <p:spPr bwMode="auto">
            <a:xfrm>
              <a:off x="3533775" y="3886200"/>
              <a:ext cx="276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7810" name="Text Box 52">
              <a:extLst>
                <a:ext uri="{FF2B5EF4-FFF2-40B4-BE49-F238E27FC236}">
                  <a16:creationId xmlns:a16="http://schemas.microsoft.com/office/drawing/2014/main" id="{96539288-5EB1-7312-E7A7-CCB643272081}"/>
                </a:ext>
              </a:extLst>
            </p:cNvPr>
            <p:cNvSpPr txBox="1">
              <a:spLocks noChangeArrowheads="1"/>
            </p:cNvSpPr>
            <p:nvPr/>
          </p:nvSpPr>
          <p:spPr bwMode="auto">
            <a:xfrm>
              <a:off x="3592513" y="2209800"/>
              <a:ext cx="369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7811" name="Text Box 53">
              <a:extLst>
                <a:ext uri="{FF2B5EF4-FFF2-40B4-BE49-F238E27FC236}">
                  <a16:creationId xmlns:a16="http://schemas.microsoft.com/office/drawing/2014/main" id="{281AB702-0EC1-2E17-F8C1-C49F23CDE6C6}"/>
                </a:ext>
              </a:extLst>
            </p:cNvPr>
            <p:cNvSpPr txBox="1">
              <a:spLocks noChangeArrowheads="1"/>
            </p:cNvSpPr>
            <p:nvPr/>
          </p:nvSpPr>
          <p:spPr bwMode="auto">
            <a:xfrm>
              <a:off x="4049713"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7812" name="Text Box 54">
              <a:extLst>
                <a:ext uri="{FF2B5EF4-FFF2-40B4-BE49-F238E27FC236}">
                  <a16:creationId xmlns:a16="http://schemas.microsoft.com/office/drawing/2014/main" id="{88E67B2D-6336-6A87-DB72-310D034150D3}"/>
                </a:ext>
              </a:extLst>
            </p:cNvPr>
            <p:cNvSpPr txBox="1">
              <a:spLocks noChangeArrowheads="1"/>
            </p:cNvSpPr>
            <p:nvPr/>
          </p:nvSpPr>
          <p:spPr bwMode="auto">
            <a:xfrm>
              <a:off x="434340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7813" name="Text Box 55">
              <a:extLst>
                <a:ext uri="{FF2B5EF4-FFF2-40B4-BE49-F238E27FC236}">
                  <a16:creationId xmlns:a16="http://schemas.microsoft.com/office/drawing/2014/main" id="{FF729808-B158-B392-327D-3FA70D682962}"/>
                </a:ext>
              </a:extLst>
            </p:cNvPr>
            <p:cNvSpPr txBox="1">
              <a:spLocks noChangeArrowheads="1"/>
            </p:cNvSpPr>
            <p:nvPr/>
          </p:nvSpPr>
          <p:spPr bwMode="auto">
            <a:xfrm>
              <a:off x="4419600" y="609600"/>
              <a:ext cx="461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dirty="0">
                  <a:solidFill>
                    <a:schemeClr val="tx2"/>
                  </a:solidFill>
                  <a:latin typeface="Arial Narrow" panose="020B0606020202030204" pitchFamily="34" charset="0"/>
                  <a:ea typeface="宋体" panose="02010600030101010101" pitchFamily="2" charset="-122"/>
                </a:rPr>
                <a:t>M</a:t>
              </a:r>
              <a:endParaRPr kumimoji="1" lang="en-US" altLang="zh-CN" sz="2400" dirty="0">
                <a:latin typeface="Times New Roman" panose="02020603050405020304" pitchFamily="18" charset="0"/>
                <a:ea typeface="宋体" panose="02010600030101010101" pitchFamily="2" charset="-122"/>
              </a:endParaRPr>
            </a:p>
          </p:txBody>
        </p:sp>
        <p:sp>
          <p:nvSpPr>
            <p:cNvPr id="117814" name="Text Box 56">
              <a:extLst>
                <a:ext uri="{FF2B5EF4-FFF2-40B4-BE49-F238E27FC236}">
                  <a16:creationId xmlns:a16="http://schemas.microsoft.com/office/drawing/2014/main" id="{FEDA1453-C56F-4392-25F6-E6F68820AE5F}"/>
                </a:ext>
              </a:extLst>
            </p:cNvPr>
            <p:cNvSpPr txBox="1">
              <a:spLocks noChangeArrowheads="1"/>
            </p:cNvSpPr>
            <p:nvPr/>
          </p:nvSpPr>
          <p:spPr bwMode="auto">
            <a:xfrm>
              <a:off x="54102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17815" name="Text Box 57">
              <a:extLst>
                <a:ext uri="{FF2B5EF4-FFF2-40B4-BE49-F238E27FC236}">
                  <a16:creationId xmlns:a16="http://schemas.microsoft.com/office/drawing/2014/main" id="{BEAA97C6-1650-8405-D9DF-5CA1F972139D}"/>
                </a:ext>
              </a:extLst>
            </p:cNvPr>
            <p:cNvSpPr txBox="1">
              <a:spLocks noChangeArrowheads="1"/>
            </p:cNvSpPr>
            <p:nvPr/>
          </p:nvSpPr>
          <p:spPr bwMode="auto">
            <a:xfrm>
              <a:off x="58674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117816" name="Text Box 58">
              <a:extLst>
                <a:ext uri="{FF2B5EF4-FFF2-40B4-BE49-F238E27FC236}">
                  <a16:creationId xmlns:a16="http://schemas.microsoft.com/office/drawing/2014/main" id="{0F6BA047-84C5-243E-B584-AA81D14C5305}"/>
                </a:ext>
              </a:extLst>
            </p:cNvPr>
            <p:cNvSpPr txBox="1">
              <a:spLocks noChangeArrowheads="1"/>
            </p:cNvSpPr>
            <p:nvPr/>
          </p:nvSpPr>
          <p:spPr bwMode="auto">
            <a:xfrm>
              <a:off x="63754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P</a:t>
              </a:r>
              <a:endParaRPr kumimoji="1" lang="en-US" altLang="zh-CN" sz="2400">
                <a:latin typeface="Times New Roman" panose="02020603050405020304" pitchFamily="18" charset="0"/>
                <a:ea typeface="宋体" panose="02010600030101010101" pitchFamily="2" charset="-122"/>
              </a:endParaRPr>
            </a:p>
          </p:txBody>
        </p:sp>
        <p:sp>
          <p:nvSpPr>
            <p:cNvPr id="117817" name="Text Box 59">
              <a:extLst>
                <a:ext uri="{FF2B5EF4-FFF2-40B4-BE49-F238E27FC236}">
                  <a16:creationId xmlns:a16="http://schemas.microsoft.com/office/drawing/2014/main" id="{C8D768D0-FB31-868C-3B4D-F19D77A0CAE9}"/>
                </a:ext>
              </a:extLst>
            </p:cNvPr>
            <p:cNvSpPr txBox="1">
              <a:spLocks noChangeArrowheads="1"/>
            </p:cNvSpPr>
            <p:nvPr/>
          </p:nvSpPr>
          <p:spPr bwMode="auto">
            <a:xfrm>
              <a:off x="67818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7818" name="Text Box 60">
              <a:extLst>
                <a:ext uri="{FF2B5EF4-FFF2-40B4-BE49-F238E27FC236}">
                  <a16:creationId xmlns:a16="http://schemas.microsoft.com/office/drawing/2014/main" id="{74FD469A-ED0D-3FB6-FF92-2C7706C0600E}"/>
                </a:ext>
              </a:extLst>
            </p:cNvPr>
            <p:cNvSpPr txBox="1">
              <a:spLocks noChangeArrowheads="1"/>
            </p:cNvSpPr>
            <p:nvPr/>
          </p:nvSpPr>
          <p:spPr bwMode="auto">
            <a:xfrm>
              <a:off x="72390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7819" name="Text Box 61">
              <a:extLst>
                <a:ext uri="{FF2B5EF4-FFF2-40B4-BE49-F238E27FC236}">
                  <a16:creationId xmlns:a16="http://schemas.microsoft.com/office/drawing/2014/main" id="{78BFFE1D-47DD-ECFC-2A1A-94CE058EAA06}"/>
                </a:ext>
              </a:extLst>
            </p:cNvPr>
            <p:cNvSpPr txBox="1">
              <a:spLocks noChangeArrowheads="1"/>
            </p:cNvSpPr>
            <p:nvPr/>
          </p:nvSpPr>
          <p:spPr bwMode="auto">
            <a:xfrm>
              <a:off x="7366000" y="38862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117820" name="Text Box 62">
              <a:extLst>
                <a:ext uri="{FF2B5EF4-FFF2-40B4-BE49-F238E27FC236}">
                  <a16:creationId xmlns:a16="http://schemas.microsoft.com/office/drawing/2014/main" id="{E7210802-6313-B38F-248F-848AA4F004B1}"/>
                </a:ext>
              </a:extLst>
            </p:cNvPr>
            <p:cNvSpPr txBox="1">
              <a:spLocks noChangeArrowheads="1"/>
            </p:cNvSpPr>
            <p:nvPr/>
          </p:nvSpPr>
          <p:spPr bwMode="auto">
            <a:xfrm>
              <a:off x="7696200" y="3078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17821" name="Text Box 63">
              <a:extLst>
                <a:ext uri="{FF2B5EF4-FFF2-40B4-BE49-F238E27FC236}">
                  <a16:creationId xmlns:a16="http://schemas.microsoft.com/office/drawing/2014/main" id="{C4F292E1-1549-A395-DE1D-983D43E511B4}"/>
                </a:ext>
              </a:extLst>
            </p:cNvPr>
            <p:cNvSpPr txBox="1">
              <a:spLocks noChangeArrowheads="1"/>
            </p:cNvSpPr>
            <p:nvPr/>
          </p:nvSpPr>
          <p:spPr bwMode="auto">
            <a:xfrm>
              <a:off x="5334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2" name="Text Box 64">
              <a:extLst>
                <a:ext uri="{FF2B5EF4-FFF2-40B4-BE49-F238E27FC236}">
                  <a16:creationId xmlns:a16="http://schemas.microsoft.com/office/drawing/2014/main" id="{B037CFD5-0865-2915-F2D7-FB2941353E5C}"/>
                </a:ext>
              </a:extLst>
            </p:cNvPr>
            <p:cNvSpPr txBox="1">
              <a:spLocks noChangeArrowheads="1"/>
            </p:cNvSpPr>
            <p:nvPr/>
          </p:nvSpPr>
          <p:spPr bwMode="auto">
            <a:xfrm>
              <a:off x="1981200" y="451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3" name="Text Box 65">
              <a:extLst>
                <a:ext uri="{FF2B5EF4-FFF2-40B4-BE49-F238E27FC236}">
                  <a16:creationId xmlns:a16="http://schemas.microsoft.com/office/drawing/2014/main" id="{3796596E-B2EC-AB1A-41B6-22DDD2448517}"/>
                </a:ext>
              </a:extLst>
            </p:cNvPr>
            <p:cNvSpPr txBox="1">
              <a:spLocks noChangeArrowheads="1"/>
            </p:cNvSpPr>
            <p:nvPr/>
          </p:nvSpPr>
          <p:spPr bwMode="auto">
            <a:xfrm>
              <a:off x="382905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4" name="Text Box 67">
              <a:extLst>
                <a:ext uri="{FF2B5EF4-FFF2-40B4-BE49-F238E27FC236}">
                  <a16:creationId xmlns:a16="http://schemas.microsoft.com/office/drawing/2014/main" id="{A3EEB670-D74D-6A28-0725-2DE3EFD706AB}"/>
                </a:ext>
              </a:extLst>
            </p:cNvPr>
            <p:cNvSpPr txBox="1">
              <a:spLocks noChangeArrowheads="1"/>
            </p:cNvSpPr>
            <p:nvPr/>
          </p:nvSpPr>
          <p:spPr bwMode="auto">
            <a:xfrm>
              <a:off x="4819650" y="3657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5" name="Text Box 68">
              <a:extLst>
                <a:ext uri="{FF2B5EF4-FFF2-40B4-BE49-F238E27FC236}">
                  <a16:creationId xmlns:a16="http://schemas.microsoft.com/office/drawing/2014/main" id="{98F277CA-7408-66B1-27EB-5B1C43340122}"/>
                </a:ext>
              </a:extLst>
            </p:cNvPr>
            <p:cNvSpPr txBox="1">
              <a:spLocks noChangeArrowheads="1"/>
            </p:cNvSpPr>
            <p:nvPr/>
          </p:nvSpPr>
          <p:spPr bwMode="auto">
            <a:xfrm>
              <a:off x="59436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6" name="Text Box 69">
              <a:extLst>
                <a:ext uri="{FF2B5EF4-FFF2-40B4-BE49-F238E27FC236}">
                  <a16:creationId xmlns:a16="http://schemas.microsoft.com/office/drawing/2014/main" id="{C865CFA8-E97C-B5C9-1997-840D49796112}"/>
                </a:ext>
              </a:extLst>
            </p:cNvPr>
            <p:cNvSpPr txBox="1">
              <a:spLocks noChangeArrowheads="1"/>
            </p:cNvSpPr>
            <p:nvPr/>
          </p:nvSpPr>
          <p:spPr bwMode="auto">
            <a:xfrm>
              <a:off x="67056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7" name="Text Box 70">
              <a:extLst>
                <a:ext uri="{FF2B5EF4-FFF2-40B4-BE49-F238E27FC236}">
                  <a16:creationId xmlns:a16="http://schemas.microsoft.com/office/drawing/2014/main" id="{65132225-4A72-F2B2-B4B0-BBA695FA6114}"/>
                </a:ext>
              </a:extLst>
            </p:cNvPr>
            <p:cNvSpPr txBox="1">
              <a:spLocks noChangeArrowheads="1"/>
            </p:cNvSpPr>
            <p:nvPr/>
          </p:nvSpPr>
          <p:spPr bwMode="auto">
            <a:xfrm>
              <a:off x="7239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7828" name="Text Box 71">
              <a:extLst>
                <a:ext uri="{FF2B5EF4-FFF2-40B4-BE49-F238E27FC236}">
                  <a16:creationId xmlns:a16="http://schemas.microsoft.com/office/drawing/2014/main" id="{09977B67-A2CE-D0DA-A56E-2C2E16257356}"/>
                </a:ext>
              </a:extLst>
            </p:cNvPr>
            <p:cNvSpPr txBox="1">
              <a:spLocks noChangeArrowheads="1"/>
            </p:cNvSpPr>
            <p:nvPr/>
          </p:nvSpPr>
          <p:spPr bwMode="auto">
            <a:xfrm>
              <a:off x="807085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29" name="Text Box 72">
              <a:extLst>
                <a:ext uri="{FF2B5EF4-FFF2-40B4-BE49-F238E27FC236}">
                  <a16:creationId xmlns:a16="http://schemas.microsoft.com/office/drawing/2014/main" id="{C309D41B-7804-CAE4-5BA9-9DBA95618C35}"/>
                </a:ext>
              </a:extLst>
            </p:cNvPr>
            <p:cNvSpPr txBox="1">
              <a:spLocks noChangeArrowheads="1"/>
            </p:cNvSpPr>
            <p:nvPr/>
          </p:nvSpPr>
          <p:spPr bwMode="auto">
            <a:xfrm>
              <a:off x="4794250" y="395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0" name="Text Box 73">
              <a:extLst>
                <a:ext uri="{FF2B5EF4-FFF2-40B4-BE49-F238E27FC236}">
                  <a16:creationId xmlns:a16="http://schemas.microsoft.com/office/drawing/2014/main" id="{086A5DC0-ED6F-3146-BE2A-45537C2FCF77}"/>
                </a:ext>
              </a:extLst>
            </p:cNvPr>
            <p:cNvSpPr txBox="1">
              <a:spLocks noChangeArrowheads="1"/>
            </p:cNvSpPr>
            <p:nvPr/>
          </p:nvSpPr>
          <p:spPr bwMode="auto">
            <a:xfrm>
              <a:off x="388620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1" name="Text Box 74">
              <a:extLst>
                <a:ext uri="{FF2B5EF4-FFF2-40B4-BE49-F238E27FC236}">
                  <a16:creationId xmlns:a16="http://schemas.microsoft.com/office/drawing/2014/main" id="{6F53AACB-E1A2-D4E1-60BF-77B0B7D3EBC0}"/>
                </a:ext>
              </a:extLst>
            </p:cNvPr>
            <p:cNvSpPr txBox="1">
              <a:spLocks noChangeArrowheads="1"/>
            </p:cNvSpPr>
            <p:nvPr/>
          </p:nvSpPr>
          <p:spPr bwMode="auto">
            <a:xfrm>
              <a:off x="121920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2" name="Text Box 75">
              <a:extLst>
                <a:ext uri="{FF2B5EF4-FFF2-40B4-BE49-F238E27FC236}">
                  <a16:creationId xmlns:a16="http://schemas.microsoft.com/office/drawing/2014/main" id="{7117C2C9-E285-6BB9-D949-4678A127BBD3}"/>
                </a:ext>
              </a:extLst>
            </p:cNvPr>
            <p:cNvSpPr txBox="1">
              <a:spLocks noChangeArrowheads="1"/>
            </p:cNvSpPr>
            <p:nvPr/>
          </p:nvSpPr>
          <p:spPr bwMode="auto">
            <a:xfrm>
              <a:off x="762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3" name="Text Box 76">
              <a:extLst>
                <a:ext uri="{FF2B5EF4-FFF2-40B4-BE49-F238E27FC236}">
                  <a16:creationId xmlns:a16="http://schemas.microsoft.com/office/drawing/2014/main" id="{CD2EA02E-F04C-ECDC-211E-E21318936971}"/>
                </a:ext>
              </a:extLst>
            </p:cNvPr>
            <p:cNvSpPr txBox="1">
              <a:spLocks noChangeArrowheads="1"/>
            </p:cNvSpPr>
            <p:nvPr/>
          </p:nvSpPr>
          <p:spPr bwMode="auto">
            <a:xfrm>
              <a:off x="2279650" y="3671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4" name="Text Box 77">
              <a:extLst>
                <a:ext uri="{FF2B5EF4-FFF2-40B4-BE49-F238E27FC236}">
                  <a16:creationId xmlns:a16="http://schemas.microsoft.com/office/drawing/2014/main" id="{54DF5CBC-A4EF-9E51-61D0-B853C2DB8160}"/>
                </a:ext>
              </a:extLst>
            </p:cNvPr>
            <p:cNvSpPr txBox="1">
              <a:spLocks noChangeArrowheads="1"/>
            </p:cNvSpPr>
            <p:nvPr/>
          </p:nvSpPr>
          <p:spPr bwMode="auto">
            <a:xfrm>
              <a:off x="2813050" y="2667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5" name="Text Box 78">
              <a:extLst>
                <a:ext uri="{FF2B5EF4-FFF2-40B4-BE49-F238E27FC236}">
                  <a16:creationId xmlns:a16="http://schemas.microsoft.com/office/drawing/2014/main" id="{EE8C9D95-F416-504E-1F9C-1B0A136DB40E}"/>
                </a:ext>
              </a:extLst>
            </p:cNvPr>
            <p:cNvSpPr txBox="1">
              <a:spLocks noChangeArrowheads="1"/>
            </p:cNvSpPr>
            <p:nvPr/>
          </p:nvSpPr>
          <p:spPr bwMode="auto">
            <a:xfrm>
              <a:off x="43370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6" name="Text Box 79">
              <a:extLst>
                <a:ext uri="{FF2B5EF4-FFF2-40B4-BE49-F238E27FC236}">
                  <a16:creationId xmlns:a16="http://schemas.microsoft.com/office/drawing/2014/main" id="{03390048-E55E-8399-7549-881DE1CECB7E}"/>
                </a:ext>
              </a:extLst>
            </p:cNvPr>
            <p:cNvSpPr txBox="1">
              <a:spLocks noChangeArrowheads="1"/>
            </p:cNvSpPr>
            <p:nvPr/>
          </p:nvSpPr>
          <p:spPr bwMode="auto">
            <a:xfrm>
              <a:off x="52768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7" name="Text Box 80">
              <a:extLst>
                <a:ext uri="{FF2B5EF4-FFF2-40B4-BE49-F238E27FC236}">
                  <a16:creationId xmlns:a16="http://schemas.microsoft.com/office/drawing/2014/main" id="{AFEF4D96-8836-E853-F680-77C25D6643B7}"/>
                </a:ext>
              </a:extLst>
            </p:cNvPr>
            <p:cNvSpPr txBox="1">
              <a:spLocks noChangeArrowheads="1"/>
            </p:cNvSpPr>
            <p:nvPr/>
          </p:nvSpPr>
          <p:spPr bwMode="auto">
            <a:xfrm>
              <a:off x="74866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8" name="Text Box 81">
              <a:extLst>
                <a:ext uri="{FF2B5EF4-FFF2-40B4-BE49-F238E27FC236}">
                  <a16:creationId xmlns:a16="http://schemas.microsoft.com/office/drawing/2014/main" id="{8AB28948-6432-AA05-855B-22E4E9406B54}"/>
                </a:ext>
              </a:extLst>
            </p:cNvPr>
            <p:cNvSpPr txBox="1">
              <a:spLocks noChangeArrowheads="1"/>
            </p:cNvSpPr>
            <p:nvPr/>
          </p:nvSpPr>
          <p:spPr bwMode="auto">
            <a:xfrm>
              <a:off x="6629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7839" name="Text Box 82">
              <a:extLst>
                <a:ext uri="{FF2B5EF4-FFF2-40B4-BE49-F238E27FC236}">
                  <a16:creationId xmlns:a16="http://schemas.microsoft.com/office/drawing/2014/main" id="{336B1C56-8787-2214-38D1-2A756101E555}"/>
                </a:ext>
              </a:extLst>
            </p:cNvPr>
            <p:cNvSpPr txBox="1">
              <a:spLocks noChangeArrowheads="1"/>
            </p:cNvSpPr>
            <p:nvPr/>
          </p:nvSpPr>
          <p:spPr bwMode="auto">
            <a:xfrm>
              <a:off x="2438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grpSp>
      <p:sp>
        <p:nvSpPr>
          <p:cNvPr id="5" name="标题 4">
            <a:extLst>
              <a:ext uri="{FF2B5EF4-FFF2-40B4-BE49-F238E27FC236}">
                <a16:creationId xmlns:a16="http://schemas.microsoft.com/office/drawing/2014/main" id="{70528638-4D82-49B8-BC27-82EFA18F5E43}"/>
              </a:ext>
            </a:extLst>
          </p:cNvPr>
          <p:cNvSpPr>
            <a:spLocks noGrp="1"/>
          </p:cNvSpPr>
          <p:nvPr>
            <p:ph type="title"/>
          </p:nvPr>
        </p:nvSpPr>
        <p:spPr/>
        <p:txBody>
          <a:bodyPr/>
          <a:lstStyle/>
          <a:p>
            <a:r>
              <a:rPr lang="zh-CN" altLang="en-US" dirty="0"/>
              <a:t>举例</a:t>
            </a:r>
          </a:p>
        </p:txBody>
      </p:sp>
      <p:sp>
        <p:nvSpPr>
          <p:cNvPr id="3" name="内容占位符 2">
            <a:extLst>
              <a:ext uri="{FF2B5EF4-FFF2-40B4-BE49-F238E27FC236}">
                <a16:creationId xmlns:a16="http://schemas.microsoft.com/office/drawing/2014/main" id="{09E6A44C-3BB6-4FB1-BD76-E974D53818F9}"/>
              </a:ext>
            </a:extLst>
          </p:cNvPr>
          <p:cNvSpPr>
            <a:spLocks noGrp="1"/>
          </p:cNvSpPr>
          <p:nvPr>
            <p:ph idx="1"/>
          </p:nvPr>
        </p:nvSpPr>
        <p:spPr/>
        <p:txBody>
          <a:bodyPr/>
          <a:lstStyle/>
          <a:p>
            <a:r>
              <a:rPr lang="zh-CN" altLang="en-US" dirty="0"/>
              <a:t>树的初始状态</a:t>
            </a:r>
          </a:p>
          <a:p>
            <a:pPr marL="0" indent="0">
              <a:buNone/>
            </a:pPr>
            <a:endParaRPr lang="zh-CN" altLang="en-US" dirty="0"/>
          </a:p>
        </p:txBody>
      </p:sp>
      <p:sp>
        <p:nvSpPr>
          <p:cNvPr id="2" name="灯片编号占位符 1">
            <a:extLst>
              <a:ext uri="{FF2B5EF4-FFF2-40B4-BE49-F238E27FC236}">
                <a16:creationId xmlns:a16="http://schemas.microsoft.com/office/drawing/2014/main" id="{03C1BF0A-F785-0930-CA8F-7FD0BE001043}"/>
              </a:ext>
            </a:extLst>
          </p:cNvPr>
          <p:cNvSpPr>
            <a:spLocks noGrp="1"/>
          </p:cNvSpPr>
          <p:nvPr>
            <p:ph type="sldNum" sz="quarter" idx="12"/>
          </p:nvPr>
        </p:nvSpPr>
        <p:spPr/>
        <p:txBody>
          <a:bodyPr/>
          <a:lstStyle/>
          <a:p>
            <a:pPr>
              <a:defRPr/>
            </a:pPr>
            <a:fld id="{82BC8E53-3928-4033-8D0B-01554133DC73}" type="slidenum">
              <a:rPr lang="en-US" altLang="zh-CN" smtClean="0"/>
              <a:pPr>
                <a:defRPr/>
              </a:pPr>
              <a:t>102</a:t>
            </a:fld>
            <a:endParaRPr lang="en-US" altLang="zh-CN"/>
          </a:p>
        </p:txBody>
      </p:sp>
    </p:spTree>
  </p:cSld>
  <p:clrMapOvr>
    <a:masterClrMapping/>
  </p:clrMapOvr>
  <p:transition>
    <p:spli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Line 2">
            <a:extLst>
              <a:ext uri="{FF2B5EF4-FFF2-40B4-BE49-F238E27FC236}">
                <a16:creationId xmlns:a16="http://schemas.microsoft.com/office/drawing/2014/main" id="{09EFC55C-12ED-8AF6-2560-72D55F77B13F}"/>
              </a:ext>
            </a:extLst>
          </p:cNvPr>
          <p:cNvSpPr>
            <a:spLocks noChangeShapeType="1"/>
          </p:cNvSpPr>
          <p:nvPr/>
        </p:nvSpPr>
        <p:spPr bwMode="auto">
          <a:xfrm flipV="1">
            <a:off x="11430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7" name="Line 3">
            <a:extLst>
              <a:ext uri="{FF2B5EF4-FFF2-40B4-BE49-F238E27FC236}">
                <a16:creationId xmlns:a16="http://schemas.microsoft.com/office/drawing/2014/main" id="{88094353-D898-ED56-CF15-64324B20B395}"/>
              </a:ext>
            </a:extLst>
          </p:cNvPr>
          <p:cNvSpPr>
            <a:spLocks noChangeShapeType="1"/>
          </p:cNvSpPr>
          <p:nvPr/>
        </p:nvSpPr>
        <p:spPr bwMode="auto">
          <a:xfrm>
            <a:off x="42672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8" name="Line 4">
            <a:extLst>
              <a:ext uri="{FF2B5EF4-FFF2-40B4-BE49-F238E27FC236}">
                <a16:creationId xmlns:a16="http://schemas.microsoft.com/office/drawing/2014/main" id="{73CD61FF-DE79-DCAF-C7E2-543623150E14}"/>
              </a:ext>
            </a:extLst>
          </p:cNvPr>
          <p:cNvSpPr>
            <a:spLocks noChangeShapeType="1"/>
          </p:cNvSpPr>
          <p:nvPr/>
        </p:nvSpPr>
        <p:spPr bwMode="auto">
          <a:xfrm>
            <a:off x="33528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9" name="Line 5">
            <a:extLst>
              <a:ext uri="{FF2B5EF4-FFF2-40B4-BE49-F238E27FC236}">
                <a16:creationId xmlns:a16="http://schemas.microsoft.com/office/drawing/2014/main" id="{8235A09A-466B-2691-EA4A-4C8466101B14}"/>
              </a:ext>
            </a:extLst>
          </p:cNvPr>
          <p:cNvSpPr>
            <a:spLocks noChangeShapeType="1"/>
          </p:cNvSpPr>
          <p:nvPr/>
        </p:nvSpPr>
        <p:spPr bwMode="auto">
          <a:xfrm flipV="1">
            <a:off x="2971800" y="3429000"/>
            <a:ext cx="381000" cy="762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0" name="Line 6">
            <a:extLst>
              <a:ext uri="{FF2B5EF4-FFF2-40B4-BE49-F238E27FC236}">
                <a16:creationId xmlns:a16="http://schemas.microsoft.com/office/drawing/2014/main" id="{40BDC1B1-CBAD-3629-2446-08815BDE78D9}"/>
              </a:ext>
            </a:extLst>
          </p:cNvPr>
          <p:cNvSpPr>
            <a:spLocks noChangeShapeType="1"/>
          </p:cNvSpPr>
          <p:nvPr/>
        </p:nvSpPr>
        <p:spPr bwMode="auto">
          <a:xfrm>
            <a:off x="56388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1" name="Line 7">
            <a:extLst>
              <a:ext uri="{FF2B5EF4-FFF2-40B4-BE49-F238E27FC236}">
                <a16:creationId xmlns:a16="http://schemas.microsoft.com/office/drawing/2014/main" id="{77520DAF-A0E7-CF46-F4DF-9A37C3BCD414}"/>
              </a:ext>
            </a:extLst>
          </p:cNvPr>
          <p:cNvSpPr>
            <a:spLocks noChangeShapeType="1"/>
          </p:cNvSpPr>
          <p:nvPr/>
        </p:nvSpPr>
        <p:spPr bwMode="auto">
          <a:xfrm flipV="1">
            <a:off x="75438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2" name="Line 8">
            <a:extLst>
              <a:ext uri="{FF2B5EF4-FFF2-40B4-BE49-F238E27FC236}">
                <a16:creationId xmlns:a16="http://schemas.microsoft.com/office/drawing/2014/main" id="{01261FDF-3767-67A3-FD2D-3DFDEFAA41D0}"/>
              </a:ext>
            </a:extLst>
          </p:cNvPr>
          <p:cNvSpPr>
            <a:spLocks noChangeShapeType="1"/>
          </p:cNvSpPr>
          <p:nvPr/>
        </p:nvSpPr>
        <p:spPr bwMode="auto">
          <a:xfrm>
            <a:off x="74676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3" name="Line 9">
            <a:extLst>
              <a:ext uri="{FF2B5EF4-FFF2-40B4-BE49-F238E27FC236}">
                <a16:creationId xmlns:a16="http://schemas.microsoft.com/office/drawing/2014/main" id="{A1EB1B4F-4A15-B118-C4EA-A8DCDBF27BE2}"/>
              </a:ext>
            </a:extLst>
          </p:cNvPr>
          <p:cNvSpPr>
            <a:spLocks noChangeShapeType="1"/>
          </p:cNvSpPr>
          <p:nvPr/>
        </p:nvSpPr>
        <p:spPr bwMode="auto">
          <a:xfrm flipV="1">
            <a:off x="70104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4" name="Line 10">
            <a:extLst>
              <a:ext uri="{FF2B5EF4-FFF2-40B4-BE49-F238E27FC236}">
                <a16:creationId xmlns:a16="http://schemas.microsoft.com/office/drawing/2014/main" id="{94C5D1CE-03B4-014B-A42C-425D5F3AA49D}"/>
              </a:ext>
            </a:extLst>
          </p:cNvPr>
          <p:cNvSpPr>
            <a:spLocks noChangeShapeType="1"/>
          </p:cNvSpPr>
          <p:nvPr/>
        </p:nvSpPr>
        <p:spPr bwMode="auto">
          <a:xfrm>
            <a:off x="38100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5" name="Line 11">
            <a:extLst>
              <a:ext uri="{FF2B5EF4-FFF2-40B4-BE49-F238E27FC236}">
                <a16:creationId xmlns:a16="http://schemas.microsoft.com/office/drawing/2014/main" id="{BF3B9FC0-1683-E7C0-2355-2D02AB3DB8CE}"/>
              </a:ext>
            </a:extLst>
          </p:cNvPr>
          <p:cNvSpPr>
            <a:spLocks noChangeShapeType="1"/>
          </p:cNvSpPr>
          <p:nvPr/>
        </p:nvSpPr>
        <p:spPr bwMode="auto">
          <a:xfrm flipV="1">
            <a:off x="33528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6" name="Line 12">
            <a:extLst>
              <a:ext uri="{FF2B5EF4-FFF2-40B4-BE49-F238E27FC236}">
                <a16:creationId xmlns:a16="http://schemas.microsoft.com/office/drawing/2014/main" id="{28FE8D15-C157-F37F-9AD5-9CD540204F2A}"/>
              </a:ext>
            </a:extLst>
          </p:cNvPr>
          <p:cNvSpPr>
            <a:spLocks noChangeShapeType="1"/>
          </p:cNvSpPr>
          <p:nvPr/>
        </p:nvSpPr>
        <p:spPr bwMode="auto">
          <a:xfrm>
            <a:off x="19812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7" name="Line 13">
            <a:extLst>
              <a:ext uri="{FF2B5EF4-FFF2-40B4-BE49-F238E27FC236}">
                <a16:creationId xmlns:a16="http://schemas.microsoft.com/office/drawing/2014/main" id="{14EEFCC0-11F9-C5AA-58D1-9965E523B4E4}"/>
              </a:ext>
            </a:extLst>
          </p:cNvPr>
          <p:cNvSpPr>
            <a:spLocks noChangeShapeType="1"/>
          </p:cNvSpPr>
          <p:nvPr/>
        </p:nvSpPr>
        <p:spPr bwMode="auto">
          <a:xfrm flipH="1" flipV="1">
            <a:off x="29718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8" name="Line 14">
            <a:extLst>
              <a:ext uri="{FF2B5EF4-FFF2-40B4-BE49-F238E27FC236}">
                <a16:creationId xmlns:a16="http://schemas.microsoft.com/office/drawing/2014/main" id="{9140F51E-4E53-915E-CAE1-3293B2576640}"/>
              </a:ext>
            </a:extLst>
          </p:cNvPr>
          <p:cNvSpPr>
            <a:spLocks noChangeShapeType="1"/>
          </p:cNvSpPr>
          <p:nvPr/>
        </p:nvSpPr>
        <p:spPr bwMode="auto">
          <a:xfrm flipH="1" flipV="1">
            <a:off x="6705600" y="18288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9" name="Line 15">
            <a:extLst>
              <a:ext uri="{FF2B5EF4-FFF2-40B4-BE49-F238E27FC236}">
                <a16:creationId xmlns:a16="http://schemas.microsoft.com/office/drawing/2014/main" id="{01D9690D-5CB8-8D54-AA19-0267F37446AE}"/>
              </a:ext>
            </a:extLst>
          </p:cNvPr>
          <p:cNvSpPr>
            <a:spLocks noChangeShapeType="1"/>
          </p:cNvSpPr>
          <p:nvPr/>
        </p:nvSpPr>
        <p:spPr bwMode="auto">
          <a:xfrm flipV="1">
            <a:off x="57150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0" name="Oval 16">
            <a:extLst>
              <a:ext uri="{FF2B5EF4-FFF2-40B4-BE49-F238E27FC236}">
                <a16:creationId xmlns:a16="http://schemas.microsoft.com/office/drawing/2014/main" id="{837B4E1B-F1AB-4471-18D8-8FEE51A0BAD9}"/>
              </a:ext>
            </a:extLst>
          </p:cNvPr>
          <p:cNvSpPr>
            <a:spLocks noChangeArrowheads="1"/>
          </p:cNvSpPr>
          <p:nvPr/>
        </p:nvSpPr>
        <p:spPr bwMode="auto">
          <a:xfrm>
            <a:off x="2209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01" name="Line 17">
            <a:extLst>
              <a:ext uri="{FF2B5EF4-FFF2-40B4-BE49-F238E27FC236}">
                <a16:creationId xmlns:a16="http://schemas.microsoft.com/office/drawing/2014/main" id="{52F53BFA-FF59-6EBD-1031-4AB34A6484D7}"/>
              </a:ext>
            </a:extLst>
          </p:cNvPr>
          <p:cNvSpPr>
            <a:spLocks noChangeShapeType="1"/>
          </p:cNvSpPr>
          <p:nvPr/>
        </p:nvSpPr>
        <p:spPr bwMode="auto">
          <a:xfrm>
            <a:off x="4648200" y="990600"/>
            <a:ext cx="1828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2" name="Line 18">
            <a:extLst>
              <a:ext uri="{FF2B5EF4-FFF2-40B4-BE49-F238E27FC236}">
                <a16:creationId xmlns:a16="http://schemas.microsoft.com/office/drawing/2014/main" id="{8A3F2228-0C12-800B-491D-F4C882BC15E9}"/>
              </a:ext>
            </a:extLst>
          </p:cNvPr>
          <p:cNvSpPr>
            <a:spLocks noChangeShapeType="1"/>
          </p:cNvSpPr>
          <p:nvPr/>
        </p:nvSpPr>
        <p:spPr bwMode="auto">
          <a:xfrm flipV="1">
            <a:off x="2590800" y="42672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3" name="Line 19">
            <a:extLst>
              <a:ext uri="{FF2B5EF4-FFF2-40B4-BE49-F238E27FC236}">
                <a16:creationId xmlns:a16="http://schemas.microsoft.com/office/drawing/2014/main" id="{AA866392-09A6-5F8E-FDF4-EEF482105D32}"/>
              </a:ext>
            </a:extLst>
          </p:cNvPr>
          <p:cNvSpPr>
            <a:spLocks noChangeShapeType="1"/>
          </p:cNvSpPr>
          <p:nvPr/>
        </p:nvSpPr>
        <p:spPr bwMode="auto">
          <a:xfrm flipV="1">
            <a:off x="20574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4" name="Line 20">
            <a:extLst>
              <a:ext uri="{FF2B5EF4-FFF2-40B4-BE49-F238E27FC236}">
                <a16:creationId xmlns:a16="http://schemas.microsoft.com/office/drawing/2014/main" id="{DCD6BA37-8B4B-448D-3675-77705DF4C92C}"/>
              </a:ext>
            </a:extLst>
          </p:cNvPr>
          <p:cNvSpPr>
            <a:spLocks noChangeShapeType="1"/>
          </p:cNvSpPr>
          <p:nvPr/>
        </p:nvSpPr>
        <p:spPr bwMode="auto">
          <a:xfrm flipV="1">
            <a:off x="15240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5" name="Line 21">
            <a:extLst>
              <a:ext uri="{FF2B5EF4-FFF2-40B4-BE49-F238E27FC236}">
                <a16:creationId xmlns:a16="http://schemas.microsoft.com/office/drawing/2014/main" id="{29F3F2AA-BA40-8CDA-698A-7A08A3A90E9F}"/>
              </a:ext>
            </a:extLst>
          </p:cNvPr>
          <p:cNvSpPr>
            <a:spLocks noChangeShapeType="1"/>
          </p:cNvSpPr>
          <p:nvPr/>
        </p:nvSpPr>
        <p:spPr bwMode="auto">
          <a:xfrm flipV="1">
            <a:off x="3048000" y="990600"/>
            <a:ext cx="1524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6" name="Oval 22">
            <a:extLst>
              <a:ext uri="{FF2B5EF4-FFF2-40B4-BE49-F238E27FC236}">
                <a16:creationId xmlns:a16="http://schemas.microsoft.com/office/drawing/2014/main" id="{BEF9CACE-E823-52D8-EAAA-6E5D0416B571}"/>
              </a:ext>
            </a:extLst>
          </p:cNvPr>
          <p:cNvSpPr>
            <a:spLocks noChangeArrowheads="1"/>
          </p:cNvSpPr>
          <p:nvPr/>
        </p:nvSpPr>
        <p:spPr bwMode="auto">
          <a:xfrm>
            <a:off x="1295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07" name="Oval 23">
            <a:extLst>
              <a:ext uri="{FF2B5EF4-FFF2-40B4-BE49-F238E27FC236}">
                <a16:creationId xmlns:a16="http://schemas.microsoft.com/office/drawing/2014/main" id="{4CF516DF-2C20-CAF5-CAC8-E5335DDD362C}"/>
              </a:ext>
            </a:extLst>
          </p:cNvPr>
          <p:cNvSpPr>
            <a:spLocks noChangeArrowheads="1"/>
          </p:cNvSpPr>
          <p:nvPr/>
        </p:nvSpPr>
        <p:spPr bwMode="auto">
          <a:xfrm>
            <a:off x="2286000" y="48006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08" name="Oval 24">
            <a:extLst>
              <a:ext uri="{FF2B5EF4-FFF2-40B4-BE49-F238E27FC236}">
                <a16:creationId xmlns:a16="http://schemas.microsoft.com/office/drawing/2014/main" id="{A6615568-FFB8-5BC5-B463-F3E361A6E4DF}"/>
              </a:ext>
            </a:extLst>
          </p:cNvPr>
          <p:cNvSpPr>
            <a:spLocks noChangeArrowheads="1"/>
          </p:cNvSpPr>
          <p:nvPr/>
        </p:nvSpPr>
        <p:spPr bwMode="auto">
          <a:xfrm>
            <a:off x="3124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09" name="Oval 25">
            <a:extLst>
              <a:ext uri="{FF2B5EF4-FFF2-40B4-BE49-F238E27FC236}">
                <a16:creationId xmlns:a16="http://schemas.microsoft.com/office/drawing/2014/main" id="{48101DF7-BA7F-B3B3-CAFE-AEA8FB55019F}"/>
              </a:ext>
            </a:extLst>
          </p:cNvPr>
          <p:cNvSpPr>
            <a:spLocks noChangeArrowheads="1"/>
          </p:cNvSpPr>
          <p:nvPr/>
        </p:nvSpPr>
        <p:spPr bwMode="auto">
          <a:xfrm>
            <a:off x="40386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0" name="Oval 26">
            <a:extLst>
              <a:ext uri="{FF2B5EF4-FFF2-40B4-BE49-F238E27FC236}">
                <a16:creationId xmlns:a16="http://schemas.microsoft.com/office/drawing/2014/main" id="{8F2A6157-527B-08A0-F7A1-4DDBD3633207}"/>
              </a:ext>
            </a:extLst>
          </p:cNvPr>
          <p:cNvSpPr>
            <a:spLocks noChangeArrowheads="1"/>
          </p:cNvSpPr>
          <p:nvPr/>
        </p:nvSpPr>
        <p:spPr bwMode="auto">
          <a:xfrm>
            <a:off x="5867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1" name="Oval 27">
            <a:extLst>
              <a:ext uri="{FF2B5EF4-FFF2-40B4-BE49-F238E27FC236}">
                <a16:creationId xmlns:a16="http://schemas.microsoft.com/office/drawing/2014/main" id="{73BD10A2-CC19-692C-E0D3-4F98120FB336}"/>
              </a:ext>
            </a:extLst>
          </p:cNvPr>
          <p:cNvSpPr>
            <a:spLocks noChangeArrowheads="1"/>
          </p:cNvSpPr>
          <p:nvPr/>
        </p:nvSpPr>
        <p:spPr bwMode="auto">
          <a:xfrm>
            <a:off x="6781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2" name="Oval 28">
            <a:extLst>
              <a:ext uri="{FF2B5EF4-FFF2-40B4-BE49-F238E27FC236}">
                <a16:creationId xmlns:a16="http://schemas.microsoft.com/office/drawing/2014/main" id="{EB3DB89D-FF4E-BDB1-1E3A-4160DB79406D}"/>
              </a:ext>
            </a:extLst>
          </p:cNvPr>
          <p:cNvSpPr>
            <a:spLocks noChangeArrowheads="1"/>
          </p:cNvSpPr>
          <p:nvPr/>
        </p:nvSpPr>
        <p:spPr bwMode="auto">
          <a:xfrm>
            <a:off x="7696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3" name="Oval 29">
            <a:extLst>
              <a:ext uri="{FF2B5EF4-FFF2-40B4-BE49-F238E27FC236}">
                <a16:creationId xmlns:a16="http://schemas.microsoft.com/office/drawing/2014/main" id="{630B2AB2-D8C5-1FBF-0868-28085CB1560C}"/>
              </a:ext>
            </a:extLst>
          </p:cNvPr>
          <p:cNvSpPr>
            <a:spLocks noChangeArrowheads="1"/>
          </p:cNvSpPr>
          <p:nvPr/>
        </p:nvSpPr>
        <p:spPr bwMode="auto">
          <a:xfrm>
            <a:off x="2743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4" name="Oval 30">
            <a:extLst>
              <a:ext uri="{FF2B5EF4-FFF2-40B4-BE49-F238E27FC236}">
                <a16:creationId xmlns:a16="http://schemas.microsoft.com/office/drawing/2014/main" id="{D76C02B6-2AB5-2729-4178-A5B9E4AEA623}"/>
              </a:ext>
            </a:extLst>
          </p:cNvPr>
          <p:cNvSpPr>
            <a:spLocks noChangeArrowheads="1"/>
          </p:cNvSpPr>
          <p:nvPr/>
        </p:nvSpPr>
        <p:spPr bwMode="auto">
          <a:xfrm>
            <a:off x="838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5" name="Oval 31">
            <a:extLst>
              <a:ext uri="{FF2B5EF4-FFF2-40B4-BE49-F238E27FC236}">
                <a16:creationId xmlns:a16="http://schemas.microsoft.com/office/drawing/2014/main" id="{1F0F4AB3-6D59-2139-D471-24FC0FE05513}"/>
              </a:ext>
            </a:extLst>
          </p:cNvPr>
          <p:cNvSpPr>
            <a:spLocks noChangeArrowheads="1"/>
          </p:cNvSpPr>
          <p:nvPr/>
        </p:nvSpPr>
        <p:spPr bwMode="auto">
          <a:xfrm>
            <a:off x="7315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6" name="Oval 32">
            <a:extLst>
              <a:ext uri="{FF2B5EF4-FFF2-40B4-BE49-F238E27FC236}">
                <a16:creationId xmlns:a16="http://schemas.microsoft.com/office/drawing/2014/main" id="{3A9979EE-E522-5195-B0B5-26CAB18A17F3}"/>
              </a:ext>
            </a:extLst>
          </p:cNvPr>
          <p:cNvSpPr>
            <a:spLocks noChangeArrowheads="1"/>
          </p:cNvSpPr>
          <p:nvPr/>
        </p:nvSpPr>
        <p:spPr bwMode="auto">
          <a:xfrm>
            <a:off x="3429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7" name="Oval 33">
            <a:extLst>
              <a:ext uri="{FF2B5EF4-FFF2-40B4-BE49-F238E27FC236}">
                <a16:creationId xmlns:a16="http://schemas.microsoft.com/office/drawing/2014/main" id="{1B512C97-F6D3-B60C-D49F-405ABDE46241}"/>
              </a:ext>
            </a:extLst>
          </p:cNvPr>
          <p:cNvSpPr>
            <a:spLocks noChangeArrowheads="1"/>
          </p:cNvSpPr>
          <p:nvPr/>
        </p:nvSpPr>
        <p:spPr bwMode="auto">
          <a:xfrm>
            <a:off x="43434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8" name="Oval 34">
            <a:extLst>
              <a:ext uri="{FF2B5EF4-FFF2-40B4-BE49-F238E27FC236}">
                <a16:creationId xmlns:a16="http://schemas.microsoft.com/office/drawing/2014/main" id="{C42B487C-F451-5DD1-B5E3-F0B45CA91FFD}"/>
              </a:ext>
            </a:extLst>
          </p:cNvPr>
          <p:cNvSpPr>
            <a:spLocks noChangeArrowheads="1"/>
          </p:cNvSpPr>
          <p:nvPr/>
        </p:nvSpPr>
        <p:spPr bwMode="auto">
          <a:xfrm>
            <a:off x="35814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19" name="Oval 35">
            <a:extLst>
              <a:ext uri="{FF2B5EF4-FFF2-40B4-BE49-F238E27FC236}">
                <a16:creationId xmlns:a16="http://schemas.microsoft.com/office/drawing/2014/main" id="{FA66A355-B68D-7CA4-8316-CC84BFB08C5D}"/>
              </a:ext>
            </a:extLst>
          </p:cNvPr>
          <p:cNvSpPr>
            <a:spLocks noChangeArrowheads="1"/>
          </p:cNvSpPr>
          <p:nvPr/>
        </p:nvSpPr>
        <p:spPr bwMode="auto">
          <a:xfrm>
            <a:off x="17526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0" name="Oval 36">
            <a:extLst>
              <a:ext uri="{FF2B5EF4-FFF2-40B4-BE49-F238E27FC236}">
                <a16:creationId xmlns:a16="http://schemas.microsoft.com/office/drawing/2014/main" id="{7D29DEB6-62DF-DEC9-5D2C-BBD7DE228A84}"/>
              </a:ext>
            </a:extLst>
          </p:cNvPr>
          <p:cNvSpPr>
            <a:spLocks noChangeArrowheads="1"/>
          </p:cNvSpPr>
          <p:nvPr/>
        </p:nvSpPr>
        <p:spPr bwMode="auto">
          <a:xfrm>
            <a:off x="72390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1" name="Oval 37">
            <a:extLst>
              <a:ext uri="{FF2B5EF4-FFF2-40B4-BE49-F238E27FC236}">
                <a16:creationId xmlns:a16="http://schemas.microsoft.com/office/drawing/2014/main" id="{8EA9192E-2060-E1C9-394B-E6B4A54EFED0}"/>
              </a:ext>
            </a:extLst>
          </p:cNvPr>
          <p:cNvSpPr>
            <a:spLocks noChangeArrowheads="1"/>
          </p:cNvSpPr>
          <p:nvPr/>
        </p:nvSpPr>
        <p:spPr bwMode="auto">
          <a:xfrm>
            <a:off x="5410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2" name="Oval 38">
            <a:extLst>
              <a:ext uri="{FF2B5EF4-FFF2-40B4-BE49-F238E27FC236}">
                <a16:creationId xmlns:a16="http://schemas.microsoft.com/office/drawing/2014/main" id="{D27F7E24-6FC6-BA01-458F-F663DFA2C522}"/>
              </a:ext>
            </a:extLst>
          </p:cNvPr>
          <p:cNvSpPr>
            <a:spLocks noChangeArrowheads="1"/>
          </p:cNvSpPr>
          <p:nvPr/>
        </p:nvSpPr>
        <p:spPr bwMode="auto">
          <a:xfrm>
            <a:off x="63246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3" name="Oval 39">
            <a:extLst>
              <a:ext uri="{FF2B5EF4-FFF2-40B4-BE49-F238E27FC236}">
                <a16:creationId xmlns:a16="http://schemas.microsoft.com/office/drawing/2014/main" id="{CE388CC4-CF3E-160D-1D7A-D3E2503DB009}"/>
              </a:ext>
            </a:extLst>
          </p:cNvPr>
          <p:cNvSpPr>
            <a:spLocks noChangeArrowheads="1"/>
          </p:cNvSpPr>
          <p:nvPr/>
        </p:nvSpPr>
        <p:spPr bwMode="auto">
          <a:xfrm>
            <a:off x="26670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4" name="Oval 40">
            <a:extLst>
              <a:ext uri="{FF2B5EF4-FFF2-40B4-BE49-F238E27FC236}">
                <a16:creationId xmlns:a16="http://schemas.microsoft.com/office/drawing/2014/main" id="{3F495469-812C-4905-D888-B24BFFBEE00C}"/>
              </a:ext>
            </a:extLst>
          </p:cNvPr>
          <p:cNvSpPr>
            <a:spLocks noChangeArrowheads="1"/>
          </p:cNvSpPr>
          <p:nvPr/>
        </p:nvSpPr>
        <p:spPr bwMode="auto">
          <a:xfrm>
            <a:off x="4419600" y="685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8825" name="Text Box 41">
            <a:extLst>
              <a:ext uri="{FF2B5EF4-FFF2-40B4-BE49-F238E27FC236}">
                <a16:creationId xmlns:a16="http://schemas.microsoft.com/office/drawing/2014/main" id="{7B2C5B77-E355-DAA0-C6B4-802EA5E36AFF}"/>
              </a:ext>
            </a:extLst>
          </p:cNvPr>
          <p:cNvSpPr txBox="1">
            <a:spLocks noChangeArrowheads="1"/>
          </p:cNvSpPr>
          <p:nvPr/>
        </p:nvSpPr>
        <p:spPr bwMode="auto">
          <a:xfrm>
            <a:off x="86995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8826" name="Text Box 42">
            <a:extLst>
              <a:ext uri="{FF2B5EF4-FFF2-40B4-BE49-F238E27FC236}">
                <a16:creationId xmlns:a16="http://schemas.microsoft.com/office/drawing/2014/main" id="{4B906C87-64AD-B4B8-EB46-BCE561976C9E}"/>
              </a:ext>
            </a:extLst>
          </p:cNvPr>
          <p:cNvSpPr txBox="1">
            <a:spLocks noChangeArrowheads="1"/>
          </p:cNvSpPr>
          <p:nvPr/>
        </p:nvSpPr>
        <p:spPr bwMode="auto">
          <a:xfrm>
            <a:off x="13271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8827" name="Text Box 43">
            <a:extLst>
              <a:ext uri="{FF2B5EF4-FFF2-40B4-BE49-F238E27FC236}">
                <a16:creationId xmlns:a16="http://schemas.microsoft.com/office/drawing/2014/main" id="{D6599B6F-D551-9744-7160-2D082E19570B}"/>
              </a:ext>
            </a:extLst>
          </p:cNvPr>
          <p:cNvSpPr txBox="1">
            <a:spLocks noChangeArrowheads="1"/>
          </p:cNvSpPr>
          <p:nvPr/>
        </p:nvSpPr>
        <p:spPr bwMode="auto">
          <a:xfrm>
            <a:off x="17526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8828" name="Text Box 44">
            <a:extLst>
              <a:ext uri="{FF2B5EF4-FFF2-40B4-BE49-F238E27FC236}">
                <a16:creationId xmlns:a16="http://schemas.microsoft.com/office/drawing/2014/main" id="{FEF3D666-5450-F1C5-B5A1-CBDEB39FC1B4}"/>
              </a:ext>
            </a:extLst>
          </p:cNvPr>
          <p:cNvSpPr txBox="1">
            <a:spLocks noChangeArrowheads="1"/>
          </p:cNvSpPr>
          <p:nvPr/>
        </p:nvSpPr>
        <p:spPr bwMode="auto">
          <a:xfrm>
            <a:off x="22415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8829" name="Text Box 45">
            <a:extLst>
              <a:ext uri="{FF2B5EF4-FFF2-40B4-BE49-F238E27FC236}">
                <a16:creationId xmlns:a16="http://schemas.microsoft.com/office/drawing/2014/main" id="{0BE3F817-E0EC-5E2D-42A0-F32C9B86A221}"/>
              </a:ext>
            </a:extLst>
          </p:cNvPr>
          <p:cNvSpPr txBox="1">
            <a:spLocks noChangeArrowheads="1"/>
          </p:cNvSpPr>
          <p:nvPr/>
        </p:nvSpPr>
        <p:spPr bwMode="auto">
          <a:xfrm>
            <a:off x="27178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8830" name="Text Box 46">
            <a:extLst>
              <a:ext uri="{FF2B5EF4-FFF2-40B4-BE49-F238E27FC236}">
                <a16:creationId xmlns:a16="http://schemas.microsoft.com/office/drawing/2014/main" id="{D43E3B2B-1DF3-1671-0DBF-1EA614BC4EC7}"/>
              </a:ext>
            </a:extLst>
          </p:cNvPr>
          <p:cNvSpPr txBox="1">
            <a:spLocks noChangeArrowheads="1"/>
          </p:cNvSpPr>
          <p:nvPr/>
        </p:nvSpPr>
        <p:spPr bwMode="auto">
          <a:xfrm>
            <a:off x="2355850" y="4724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8831" name="Text Box 47">
            <a:extLst>
              <a:ext uri="{FF2B5EF4-FFF2-40B4-BE49-F238E27FC236}">
                <a16:creationId xmlns:a16="http://schemas.microsoft.com/office/drawing/2014/main" id="{D92E7816-972B-D897-8358-39ECDB413F4F}"/>
              </a:ext>
            </a:extLst>
          </p:cNvPr>
          <p:cNvSpPr txBox="1">
            <a:spLocks noChangeArrowheads="1"/>
          </p:cNvSpPr>
          <p:nvPr/>
        </p:nvSpPr>
        <p:spPr bwMode="auto">
          <a:xfrm>
            <a:off x="2743200" y="38862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8832" name="Text Box 48">
            <a:extLst>
              <a:ext uri="{FF2B5EF4-FFF2-40B4-BE49-F238E27FC236}">
                <a16:creationId xmlns:a16="http://schemas.microsoft.com/office/drawing/2014/main" id="{53D153AF-D0FD-A939-71AF-773041E23D2F}"/>
              </a:ext>
            </a:extLst>
          </p:cNvPr>
          <p:cNvSpPr txBox="1">
            <a:spLocks noChangeArrowheads="1"/>
          </p:cNvSpPr>
          <p:nvPr/>
        </p:nvSpPr>
        <p:spPr bwMode="auto">
          <a:xfrm>
            <a:off x="31559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8833" name="Text Box 49">
            <a:extLst>
              <a:ext uri="{FF2B5EF4-FFF2-40B4-BE49-F238E27FC236}">
                <a16:creationId xmlns:a16="http://schemas.microsoft.com/office/drawing/2014/main" id="{677C8E15-1B87-3CDA-E8A6-C4F0D4B2C792}"/>
              </a:ext>
            </a:extLst>
          </p:cNvPr>
          <p:cNvSpPr txBox="1">
            <a:spLocks noChangeArrowheads="1"/>
          </p:cNvSpPr>
          <p:nvPr/>
        </p:nvSpPr>
        <p:spPr bwMode="auto">
          <a:xfrm>
            <a:off x="3533775" y="3886200"/>
            <a:ext cx="276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8834" name="Text Box 50">
            <a:extLst>
              <a:ext uri="{FF2B5EF4-FFF2-40B4-BE49-F238E27FC236}">
                <a16:creationId xmlns:a16="http://schemas.microsoft.com/office/drawing/2014/main" id="{FFBCC8AE-E5EC-2C62-54A7-A196E75A1E54}"/>
              </a:ext>
            </a:extLst>
          </p:cNvPr>
          <p:cNvSpPr txBox="1">
            <a:spLocks noChangeArrowheads="1"/>
          </p:cNvSpPr>
          <p:nvPr/>
        </p:nvSpPr>
        <p:spPr bwMode="auto">
          <a:xfrm>
            <a:off x="3592513" y="2209800"/>
            <a:ext cx="369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8835" name="Text Box 51">
            <a:extLst>
              <a:ext uri="{FF2B5EF4-FFF2-40B4-BE49-F238E27FC236}">
                <a16:creationId xmlns:a16="http://schemas.microsoft.com/office/drawing/2014/main" id="{2D51818F-77B0-EE53-03F7-6EE4EA6F9BDC}"/>
              </a:ext>
            </a:extLst>
          </p:cNvPr>
          <p:cNvSpPr txBox="1">
            <a:spLocks noChangeArrowheads="1"/>
          </p:cNvSpPr>
          <p:nvPr/>
        </p:nvSpPr>
        <p:spPr bwMode="auto">
          <a:xfrm>
            <a:off x="4049713"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8836" name="Text Box 52">
            <a:extLst>
              <a:ext uri="{FF2B5EF4-FFF2-40B4-BE49-F238E27FC236}">
                <a16:creationId xmlns:a16="http://schemas.microsoft.com/office/drawing/2014/main" id="{A2E8045B-72A8-F6C4-ECB6-9E6105FFEE33}"/>
              </a:ext>
            </a:extLst>
          </p:cNvPr>
          <p:cNvSpPr txBox="1">
            <a:spLocks noChangeArrowheads="1"/>
          </p:cNvSpPr>
          <p:nvPr/>
        </p:nvSpPr>
        <p:spPr bwMode="auto">
          <a:xfrm>
            <a:off x="434340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8837" name="Text Box 53">
            <a:extLst>
              <a:ext uri="{FF2B5EF4-FFF2-40B4-BE49-F238E27FC236}">
                <a16:creationId xmlns:a16="http://schemas.microsoft.com/office/drawing/2014/main" id="{29CAC9EA-EE98-24A1-6F09-72A62C65D607}"/>
              </a:ext>
            </a:extLst>
          </p:cNvPr>
          <p:cNvSpPr txBox="1">
            <a:spLocks noChangeArrowheads="1"/>
          </p:cNvSpPr>
          <p:nvPr/>
        </p:nvSpPr>
        <p:spPr bwMode="auto">
          <a:xfrm>
            <a:off x="4419600" y="609600"/>
            <a:ext cx="461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118838" name="Text Box 54">
            <a:extLst>
              <a:ext uri="{FF2B5EF4-FFF2-40B4-BE49-F238E27FC236}">
                <a16:creationId xmlns:a16="http://schemas.microsoft.com/office/drawing/2014/main" id="{E2FFFE09-6C73-73F8-B12B-4318FD5A7334}"/>
              </a:ext>
            </a:extLst>
          </p:cNvPr>
          <p:cNvSpPr txBox="1">
            <a:spLocks noChangeArrowheads="1"/>
          </p:cNvSpPr>
          <p:nvPr/>
        </p:nvSpPr>
        <p:spPr bwMode="auto">
          <a:xfrm>
            <a:off x="54102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18839" name="Text Box 55">
            <a:extLst>
              <a:ext uri="{FF2B5EF4-FFF2-40B4-BE49-F238E27FC236}">
                <a16:creationId xmlns:a16="http://schemas.microsoft.com/office/drawing/2014/main" id="{850CE1CB-4CB9-E1C8-49D5-BD9AE7794E9A}"/>
              </a:ext>
            </a:extLst>
          </p:cNvPr>
          <p:cNvSpPr txBox="1">
            <a:spLocks noChangeArrowheads="1"/>
          </p:cNvSpPr>
          <p:nvPr/>
        </p:nvSpPr>
        <p:spPr bwMode="auto">
          <a:xfrm>
            <a:off x="58674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118840" name="Text Box 56">
            <a:extLst>
              <a:ext uri="{FF2B5EF4-FFF2-40B4-BE49-F238E27FC236}">
                <a16:creationId xmlns:a16="http://schemas.microsoft.com/office/drawing/2014/main" id="{82086A81-4997-3BB6-5775-B867B2036122}"/>
              </a:ext>
            </a:extLst>
          </p:cNvPr>
          <p:cNvSpPr txBox="1">
            <a:spLocks noChangeArrowheads="1"/>
          </p:cNvSpPr>
          <p:nvPr/>
        </p:nvSpPr>
        <p:spPr bwMode="auto">
          <a:xfrm>
            <a:off x="63754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P</a:t>
            </a:r>
            <a:endParaRPr kumimoji="1" lang="en-US" altLang="zh-CN" sz="2400">
              <a:latin typeface="Times New Roman" panose="02020603050405020304" pitchFamily="18" charset="0"/>
              <a:ea typeface="宋体" panose="02010600030101010101" pitchFamily="2" charset="-122"/>
            </a:endParaRPr>
          </a:p>
        </p:txBody>
      </p:sp>
      <p:sp>
        <p:nvSpPr>
          <p:cNvPr id="118841" name="Text Box 57">
            <a:extLst>
              <a:ext uri="{FF2B5EF4-FFF2-40B4-BE49-F238E27FC236}">
                <a16:creationId xmlns:a16="http://schemas.microsoft.com/office/drawing/2014/main" id="{F14A8052-F69A-1F81-122B-3324A29B1506}"/>
              </a:ext>
            </a:extLst>
          </p:cNvPr>
          <p:cNvSpPr txBox="1">
            <a:spLocks noChangeArrowheads="1"/>
          </p:cNvSpPr>
          <p:nvPr/>
        </p:nvSpPr>
        <p:spPr bwMode="auto">
          <a:xfrm>
            <a:off x="67818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8842" name="Text Box 58">
            <a:extLst>
              <a:ext uri="{FF2B5EF4-FFF2-40B4-BE49-F238E27FC236}">
                <a16:creationId xmlns:a16="http://schemas.microsoft.com/office/drawing/2014/main" id="{70684AD3-A223-D1EF-C7E8-E70A9D0D8F47}"/>
              </a:ext>
            </a:extLst>
          </p:cNvPr>
          <p:cNvSpPr txBox="1">
            <a:spLocks noChangeArrowheads="1"/>
          </p:cNvSpPr>
          <p:nvPr/>
        </p:nvSpPr>
        <p:spPr bwMode="auto">
          <a:xfrm>
            <a:off x="72390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8843" name="Text Box 59">
            <a:extLst>
              <a:ext uri="{FF2B5EF4-FFF2-40B4-BE49-F238E27FC236}">
                <a16:creationId xmlns:a16="http://schemas.microsoft.com/office/drawing/2014/main" id="{A06D4BC5-C72E-91A0-341B-D33EE0DC6E2E}"/>
              </a:ext>
            </a:extLst>
          </p:cNvPr>
          <p:cNvSpPr txBox="1">
            <a:spLocks noChangeArrowheads="1"/>
          </p:cNvSpPr>
          <p:nvPr/>
        </p:nvSpPr>
        <p:spPr bwMode="auto">
          <a:xfrm>
            <a:off x="7366000" y="38862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118844" name="Text Box 60">
            <a:extLst>
              <a:ext uri="{FF2B5EF4-FFF2-40B4-BE49-F238E27FC236}">
                <a16:creationId xmlns:a16="http://schemas.microsoft.com/office/drawing/2014/main" id="{00FD5A63-74C3-7DBD-C76C-223F24CB02F7}"/>
              </a:ext>
            </a:extLst>
          </p:cNvPr>
          <p:cNvSpPr txBox="1">
            <a:spLocks noChangeArrowheads="1"/>
          </p:cNvSpPr>
          <p:nvPr/>
        </p:nvSpPr>
        <p:spPr bwMode="auto">
          <a:xfrm>
            <a:off x="7696200" y="3078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18845" name="Text Box 61">
            <a:extLst>
              <a:ext uri="{FF2B5EF4-FFF2-40B4-BE49-F238E27FC236}">
                <a16:creationId xmlns:a16="http://schemas.microsoft.com/office/drawing/2014/main" id="{183CAF1B-EAC3-F358-8003-ADD32E5D5010}"/>
              </a:ext>
            </a:extLst>
          </p:cNvPr>
          <p:cNvSpPr txBox="1">
            <a:spLocks noChangeArrowheads="1"/>
          </p:cNvSpPr>
          <p:nvPr/>
        </p:nvSpPr>
        <p:spPr bwMode="auto">
          <a:xfrm>
            <a:off x="5334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46" name="Text Box 62">
            <a:extLst>
              <a:ext uri="{FF2B5EF4-FFF2-40B4-BE49-F238E27FC236}">
                <a16:creationId xmlns:a16="http://schemas.microsoft.com/office/drawing/2014/main" id="{B736EA1E-7E0B-6B58-23C0-287F5D86270A}"/>
              </a:ext>
            </a:extLst>
          </p:cNvPr>
          <p:cNvSpPr txBox="1">
            <a:spLocks noChangeArrowheads="1"/>
          </p:cNvSpPr>
          <p:nvPr/>
        </p:nvSpPr>
        <p:spPr bwMode="auto">
          <a:xfrm>
            <a:off x="1981200" y="451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47" name="Text Box 63">
            <a:extLst>
              <a:ext uri="{FF2B5EF4-FFF2-40B4-BE49-F238E27FC236}">
                <a16:creationId xmlns:a16="http://schemas.microsoft.com/office/drawing/2014/main" id="{F04D5F6B-4B6B-6D79-A393-964CA9E05185}"/>
              </a:ext>
            </a:extLst>
          </p:cNvPr>
          <p:cNvSpPr txBox="1">
            <a:spLocks noChangeArrowheads="1"/>
          </p:cNvSpPr>
          <p:nvPr/>
        </p:nvSpPr>
        <p:spPr bwMode="auto">
          <a:xfrm>
            <a:off x="382905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48" name="Text Box 64">
            <a:extLst>
              <a:ext uri="{FF2B5EF4-FFF2-40B4-BE49-F238E27FC236}">
                <a16:creationId xmlns:a16="http://schemas.microsoft.com/office/drawing/2014/main" id="{ADF9F3E5-B925-9EA8-1FCC-BEB44E6C576F}"/>
              </a:ext>
            </a:extLst>
          </p:cNvPr>
          <p:cNvSpPr txBox="1">
            <a:spLocks noChangeArrowheads="1"/>
          </p:cNvSpPr>
          <p:nvPr/>
        </p:nvSpPr>
        <p:spPr bwMode="auto">
          <a:xfrm>
            <a:off x="4819650" y="3657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49" name="Text Box 65">
            <a:extLst>
              <a:ext uri="{FF2B5EF4-FFF2-40B4-BE49-F238E27FC236}">
                <a16:creationId xmlns:a16="http://schemas.microsoft.com/office/drawing/2014/main" id="{D91AE1DC-0BA6-C64F-61BE-191B5B08834F}"/>
              </a:ext>
            </a:extLst>
          </p:cNvPr>
          <p:cNvSpPr txBox="1">
            <a:spLocks noChangeArrowheads="1"/>
          </p:cNvSpPr>
          <p:nvPr/>
        </p:nvSpPr>
        <p:spPr bwMode="auto">
          <a:xfrm>
            <a:off x="59436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50" name="Text Box 66">
            <a:extLst>
              <a:ext uri="{FF2B5EF4-FFF2-40B4-BE49-F238E27FC236}">
                <a16:creationId xmlns:a16="http://schemas.microsoft.com/office/drawing/2014/main" id="{6E38D9B7-749F-C4C7-0AC0-68F5D096B567}"/>
              </a:ext>
            </a:extLst>
          </p:cNvPr>
          <p:cNvSpPr txBox="1">
            <a:spLocks noChangeArrowheads="1"/>
          </p:cNvSpPr>
          <p:nvPr/>
        </p:nvSpPr>
        <p:spPr bwMode="auto">
          <a:xfrm>
            <a:off x="67056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51" name="Text Box 67">
            <a:extLst>
              <a:ext uri="{FF2B5EF4-FFF2-40B4-BE49-F238E27FC236}">
                <a16:creationId xmlns:a16="http://schemas.microsoft.com/office/drawing/2014/main" id="{DF59341D-BAC9-D069-EF26-8551247C04BC}"/>
              </a:ext>
            </a:extLst>
          </p:cNvPr>
          <p:cNvSpPr txBox="1">
            <a:spLocks noChangeArrowheads="1"/>
          </p:cNvSpPr>
          <p:nvPr/>
        </p:nvSpPr>
        <p:spPr bwMode="auto">
          <a:xfrm>
            <a:off x="7239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8852" name="Text Box 68">
            <a:extLst>
              <a:ext uri="{FF2B5EF4-FFF2-40B4-BE49-F238E27FC236}">
                <a16:creationId xmlns:a16="http://schemas.microsoft.com/office/drawing/2014/main" id="{E5EAABB5-DADB-3B44-0973-2F5F3F96D6E9}"/>
              </a:ext>
            </a:extLst>
          </p:cNvPr>
          <p:cNvSpPr txBox="1">
            <a:spLocks noChangeArrowheads="1"/>
          </p:cNvSpPr>
          <p:nvPr/>
        </p:nvSpPr>
        <p:spPr bwMode="auto">
          <a:xfrm>
            <a:off x="807085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3" name="Text Box 69">
            <a:extLst>
              <a:ext uri="{FF2B5EF4-FFF2-40B4-BE49-F238E27FC236}">
                <a16:creationId xmlns:a16="http://schemas.microsoft.com/office/drawing/2014/main" id="{0709D207-0C1F-97C5-A019-FD1304E4F77E}"/>
              </a:ext>
            </a:extLst>
          </p:cNvPr>
          <p:cNvSpPr txBox="1">
            <a:spLocks noChangeArrowheads="1"/>
          </p:cNvSpPr>
          <p:nvPr/>
        </p:nvSpPr>
        <p:spPr bwMode="auto">
          <a:xfrm>
            <a:off x="4794250" y="395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4" name="Text Box 70">
            <a:extLst>
              <a:ext uri="{FF2B5EF4-FFF2-40B4-BE49-F238E27FC236}">
                <a16:creationId xmlns:a16="http://schemas.microsoft.com/office/drawing/2014/main" id="{AD61F077-CB15-8338-ECF3-D1EE9EA2A6A1}"/>
              </a:ext>
            </a:extLst>
          </p:cNvPr>
          <p:cNvSpPr txBox="1">
            <a:spLocks noChangeArrowheads="1"/>
          </p:cNvSpPr>
          <p:nvPr/>
        </p:nvSpPr>
        <p:spPr bwMode="auto">
          <a:xfrm>
            <a:off x="388620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5" name="Text Box 71">
            <a:extLst>
              <a:ext uri="{FF2B5EF4-FFF2-40B4-BE49-F238E27FC236}">
                <a16:creationId xmlns:a16="http://schemas.microsoft.com/office/drawing/2014/main" id="{1A47B9D1-2EED-8737-9678-EAE323143AC2}"/>
              </a:ext>
            </a:extLst>
          </p:cNvPr>
          <p:cNvSpPr txBox="1">
            <a:spLocks noChangeArrowheads="1"/>
          </p:cNvSpPr>
          <p:nvPr/>
        </p:nvSpPr>
        <p:spPr bwMode="auto">
          <a:xfrm>
            <a:off x="121920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6" name="Text Box 72">
            <a:extLst>
              <a:ext uri="{FF2B5EF4-FFF2-40B4-BE49-F238E27FC236}">
                <a16:creationId xmlns:a16="http://schemas.microsoft.com/office/drawing/2014/main" id="{9146F681-9CF7-D607-5AFB-A94CF6DB9998}"/>
              </a:ext>
            </a:extLst>
          </p:cNvPr>
          <p:cNvSpPr txBox="1">
            <a:spLocks noChangeArrowheads="1"/>
          </p:cNvSpPr>
          <p:nvPr/>
        </p:nvSpPr>
        <p:spPr bwMode="auto">
          <a:xfrm>
            <a:off x="762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7" name="Text Box 73">
            <a:extLst>
              <a:ext uri="{FF2B5EF4-FFF2-40B4-BE49-F238E27FC236}">
                <a16:creationId xmlns:a16="http://schemas.microsoft.com/office/drawing/2014/main" id="{520B306C-E93D-19E7-4C68-C5CEC86372EF}"/>
              </a:ext>
            </a:extLst>
          </p:cNvPr>
          <p:cNvSpPr txBox="1">
            <a:spLocks noChangeArrowheads="1"/>
          </p:cNvSpPr>
          <p:nvPr/>
        </p:nvSpPr>
        <p:spPr bwMode="auto">
          <a:xfrm>
            <a:off x="2279650" y="3671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8" name="Text Box 74">
            <a:extLst>
              <a:ext uri="{FF2B5EF4-FFF2-40B4-BE49-F238E27FC236}">
                <a16:creationId xmlns:a16="http://schemas.microsoft.com/office/drawing/2014/main" id="{C81AF0F8-E06F-C65A-ED6F-762DA81B2C39}"/>
              </a:ext>
            </a:extLst>
          </p:cNvPr>
          <p:cNvSpPr txBox="1">
            <a:spLocks noChangeArrowheads="1"/>
          </p:cNvSpPr>
          <p:nvPr/>
        </p:nvSpPr>
        <p:spPr bwMode="auto">
          <a:xfrm>
            <a:off x="2813050" y="2667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59" name="Text Box 75">
            <a:extLst>
              <a:ext uri="{FF2B5EF4-FFF2-40B4-BE49-F238E27FC236}">
                <a16:creationId xmlns:a16="http://schemas.microsoft.com/office/drawing/2014/main" id="{D444F9AA-446F-4019-92D7-A1C081CBDB67}"/>
              </a:ext>
            </a:extLst>
          </p:cNvPr>
          <p:cNvSpPr txBox="1">
            <a:spLocks noChangeArrowheads="1"/>
          </p:cNvSpPr>
          <p:nvPr/>
        </p:nvSpPr>
        <p:spPr bwMode="auto">
          <a:xfrm>
            <a:off x="43370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60" name="Text Box 76">
            <a:extLst>
              <a:ext uri="{FF2B5EF4-FFF2-40B4-BE49-F238E27FC236}">
                <a16:creationId xmlns:a16="http://schemas.microsoft.com/office/drawing/2014/main" id="{28B2227F-7952-4BDF-1426-2187AE1FFCB0}"/>
              </a:ext>
            </a:extLst>
          </p:cNvPr>
          <p:cNvSpPr txBox="1">
            <a:spLocks noChangeArrowheads="1"/>
          </p:cNvSpPr>
          <p:nvPr/>
        </p:nvSpPr>
        <p:spPr bwMode="auto">
          <a:xfrm>
            <a:off x="52768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61" name="Text Box 77">
            <a:extLst>
              <a:ext uri="{FF2B5EF4-FFF2-40B4-BE49-F238E27FC236}">
                <a16:creationId xmlns:a16="http://schemas.microsoft.com/office/drawing/2014/main" id="{C5FBD537-A264-E35F-C999-A50C4B62E4A0}"/>
              </a:ext>
            </a:extLst>
          </p:cNvPr>
          <p:cNvSpPr txBox="1">
            <a:spLocks noChangeArrowheads="1"/>
          </p:cNvSpPr>
          <p:nvPr/>
        </p:nvSpPr>
        <p:spPr bwMode="auto">
          <a:xfrm>
            <a:off x="74866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62" name="Text Box 78">
            <a:extLst>
              <a:ext uri="{FF2B5EF4-FFF2-40B4-BE49-F238E27FC236}">
                <a16:creationId xmlns:a16="http://schemas.microsoft.com/office/drawing/2014/main" id="{63B1CD8E-FC15-D148-6107-C87238B0ECD5}"/>
              </a:ext>
            </a:extLst>
          </p:cNvPr>
          <p:cNvSpPr txBox="1">
            <a:spLocks noChangeArrowheads="1"/>
          </p:cNvSpPr>
          <p:nvPr/>
        </p:nvSpPr>
        <p:spPr bwMode="auto">
          <a:xfrm>
            <a:off x="6629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8863" name="Text Box 79">
            <a:extLst>
              <a:ext uri="{FF2B5EF4-FFF2-40B4-BE49-F238E27FC236}">
                <a16:creationId xmlns:a16="http://schemas.microsoft.com/office/drawing/2014/main" id="{735D4616-2B82-8C07-34C2-DE268E0ECFB7}"/>
              </a:ext>
            </a:extLst>
          </p:cNvPr>
          <p:cNvSpPr txBox="1">
            <a:spLocks noChangeArrowheads="1"/>
          </p:cNvSpPr>
          <p:nvPr/>
        </p:nvSpPr>
        <p:spPr bwMode="auto">
          <a:xfrm>
            <a:off x="2438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05233" name="Text Box 81">
            <a:extLst>
              <a:ext uri="{FF2B5EF4-FFF2-40B4-BE49-F238E27FC236}">
                <a16:creationId xmlns:a16="http://schemas.microsoft.com/office/drawing/2014/main" id="{3C69ABE6-8824-1748-4D01-A894FE4983E0}"/>
              </a:ext>
            </a:extLst>
          </p:cNvPr>
          <p:cNvSpPr txBox="1">
            <a:spLocks noChangeArrowheads="1"/>
          </p:cNvSpPr>
          <p:nvPr/>
        </p:nvSpPr>
        <p:spPr bwMode="auto">
          <a:xfrm>
            <a:off x="669925" y="5410200"/>
            <a:ext cx="7788275" cy="1066800"/>
          </a:xfrm>
          <a:prstGeom prst="rect">
            <a:avLst/>
          </a:prstGeom>
          <a:noFill/>
          <a:ln w="9525">
            <a:noFill/>
            <a:miter lim="800000"/>
            <a:headEnd/>
            <a:tailEnd/>
          </a:ln>
          <a:effectLst/>
        </p:spPr>
        <p:txBody>
          <a:bodyPr>
            <a:spAutoFit/>
          </a:bodyPr>
          <a:lstStyle/>
          <a:p>
            <a:pPr>
              <a:defRPr/>
            </a:pPr>
            <a:r>
              <a:rPr lang="en-US" altLang="zh-CN" sz="3200" b="1" dirty="0">
                <a:solidFill>
                  <a:schemeClr val="accent2"/>
                </a:solidFill>
                <a:effectLst>
                  <a:outerShdw blurRad="38100" dist="38100" dir="2700000" algn="tl">
                    <a:srgbClr val="C0C0C0"/>
                  </a:outerShdw>
                </a:effectLst>
                <a:latin typeface="Arial Narrow" pitchFamily="34" charset="0"/>
                <a:ea typeface="仿宋_GB2312" pitchFamily="49" charset="-122"/>
              </a:rPr>
              <a:t>    </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寻找结点</a:t>
            </a:r>
            <a:r>
              <a:rPr lang="en-US" altLang="zh-CN" sz="3200" b="1" dirty="0">
                <a:solidFill>
                  <a:schemeClr val="tx2"/>
                </a:solidFill>
                <a:latin typeface="Arial Narrow" pitchFamily="34" charset="0"/>
                <a:ea typeface="仿宋_GB2312" pitchFamily="49" charset="-122"/>
              </a:rPr>
              <a:t>P</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在中序下的直接前驱</a:t>
            </a:r>
            <a:r>
              <a:rPr lang="en-US" altLang="zh-CN" sz="3200" b="1" dirty="0">
                <a:solidFill>
                  <a:schemeClr val="tx2"/>
                </a:solidFill>
                <a:latin typeface="Arial Narrow" pitchFamily="34" charset="0"/>
                <a:ea typeface="仿宋_GB2312" pitchFamily="49" charset="-122"/>
              </a:rPr>
              <a:t>O</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，用</a:t>
            </a:r>
            <a:r>
              <a:rPr lang="en-US" altLang="zh-CN" sz="3200" b="1" dirty="0">
                <a:solidFill>
                  <a:schemeClr val="tx2"/>
                </a:solidFill>
                <a:latin typeface="Arial Narrow" pitchFamily="34" charset="0"/>
                <a:ea typeface="仿宋_GB2312" pitchFamily="49" charset="-122"/>
              </a:rPr>
              <a:t>O</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顶替</a:t>
            </a:r>
            <a:r>
              <a:rPr lang="en-US" altLang="zh-CN" sz="3200" b="1" dirty="0">
                <a:solidFill>
                  <a:schemeClr val="tx2"/>
                </a:solidFill>
                <a:latin typeface="Arial Narrow" pitchFamily="34" charset="0"/>
                <a:ea typeface="仿宋_GB2312" pitchFamily="49" charset="-122"/>
              </a:rPr>
              <a:t>P</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，删除</a:t>
            </a:r>
            <a:r>
              <a:rPr lang="en-US" altLang="zh-CN" sz="3200" b="1" dirty="0">
                <a:solidFill>
                  <a:schemeClr val="tx2"/>
                </a:solidFill>
                <a:latin typeface="Arial Narrow" pitchFamily="34" charset="0"/>
                <a:ea typeface="仿宋_GB2312" pitchFamily="49" charset="-122"/>
              </a:rPr>
              <a:t>O</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a:t>
            </a:r>
            <a:endParaRPr lang="zh-CN" altLang="en-US" dirty="0">
              <a:latin typeface="Times New Roman" charset="0"/>
            </a:endParaRPr>
          </a:p>
        </p:txBody>
      </p:sp>
      <p:sp>
        <p:nvSpPr>
          <p:cNvPr id="118866" name="Line 82">
            <a:extLst>
              <a:ext uri="{FF2B5EF4-FFF2-40B4-BE49-F238E27FC236}">
                <a16:creationId xmlns:a16="http://schemas.microsoft.com/office/drawing/2014/main" id="{B6D21C15-3D02-3483-F8C1-519867B86290}"/>
              </a:ext>
            </a:extLst>
          </p:cNvPr>
          <p:cNvSpPr>
            <a:spLocks noChangeShapeType="1"/>
          </p:cNvSpPr>
          <p:nvPr/>
        </p:nvSpPr>
        <p:spPr bwMode="auto">
          <a:xfrm>
            <a:off x="6248400" y="990600"/>
            <a:ext cx="228600" cy="4572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67" name="Line 83">
            <a:extLst>
              <a:ext uri="{FF2B5EF4-FFF2-40B4-BE49-F238E27FC236}">
                <a16:creationId xmlns:a16="http://schemas.microsoft.com/office/drawing/2014/main" id="{F91569D4-688C-052F-599F-AF7B4CA0EF7C}"/>
              </a:ext>
            </a:extLst>
          </p:cNvPr>
          <p:cNvSpPr>
            <a:spLocks noChangeShapeType="1"/>
          </p:cNvSpPr>
          <p:nvPr/>
        </p:nvSpPr>
        <p:spPr bwMode="auto">
          <a:xfrm flipV="1">
            <a:off x="6248400" y="1981200"/>
            <a:ext cx="228600" cy="1143000"/>
          </a:xfrm>
          <a:prstGeom prst="line">
            <a:avLst/>
          </a:prstGeom>
          <a:noFill/>
          <a:ln w="28575">
            <a:solidFill>
              <a:srgbClr val="0000FF"/>
            </a:solidFill>
            <a:prstDash val="sysDot"/>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68" name="Line 84">
            <a:extLst>
              <a:ext uri="{FF2B5EF4-FFF2-40B4-BE49-F238E27FC236}">
                <a16:creationId xmlns:a16="http://schemas.microsoft.com/office/drawing/2014/main" id="{20E52317-1D12-75DE-E374-8265D8FF8440}"/>
              </a:ext>
            </a:extLst>
          </p:cNvPr>
          <p:cNvSpPr>
            <a:spLocks noChangeShapeType="1"/>
          </p:cNvSpPr>
          <p:nvPr/>
        </p:nvSpPr>
        <p:spPr bwMode="auto">
          <a:xfrm flipH="1">
            <a:off x="5791200" y="3124200"/>
            <a:ext cx="533400" cy="5334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69" name="Line 85">
            <a:extLst>
              <a:ext uri="{FF2B5EF4-FFF2-40B4-BE49-F238E27FC236}">
                <a16:creationId xmlns:a16="http://schemas.microsoft.com/office/drawing/2014/main" id="{1DAB2686-8AA7-AF60-4BBD-99FE7EB963CE}"/>
              </a:ext>
            </a:extLst>
          </p:cNvPr>
          <p:cNvSpPr>
            <a:spLocks noChangeShapeType="1"/>
          </p:cNvSpPr>
          <p:nvPr/>
        </p:nvSpPr>
        <p:spPr bwMode="auto">
          <a:xfrm>
            <a:off x="5791200" y="3124200"/>
            <a:ext cx="609600" cy="45720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5238" name="Text Box 86">
            <a:extLst>
              <a:ext uri="{FF2B5EF4-FFF2-40B4-BE49-F238E27FC236}">
                <a16:creationId xmlns:a16="http://schemas.microsoft.com/office/drawing/2014/main" id="{44A32892-6464-E194-A9A4-B948F1CCDD74}"/>
              </a:ext>
            </a:extLst>
          </p:cNvPr>
          <p:cNvSpPr txBox="1">
            <a:spLocks noChangeArrowheads="1"/>
          </p:cNvSpPr>
          <p:nvPr/>
        </p:nvSpPr>
        <p:spPr bwMode="auto">
          <a:xfrm>
            <a:off x="5715000" y="479425"/>
            <a:ext cx="1903413" cy="588963"/>
          </a:xfrm>
          <a:prstGeom prst="rect">
            <a:avLst/>
          </a:prstGeom>
          <a:noFill/>
          <a:ln w="9525">
            <a:solidFill>
              <a:schemeClr val="tx2"/>
            </a:solid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latin typeface="Times New Roman" charset="0"/>
                <a:ea typeface="仿宋_GB2312" pitchFamily="49" charset="-122"/>
              </a:rPr>
              <a:t>用</a:t>
            </a:r>
            <a:r>
              <a:rPr lang="en-US" altLang="zh-CN" sz="3200" b="1">
                <a:solidFill>
                  <a:schemeClr val="tx2"/>
                </a:solidFill>
                <a:latin typeface="Arial Narrow" pitchFamily="34" charset="0"/>
                <a:ea typeface="仿宋_GB2312" pitchFamily="49" charset="-122"/>
              </a:rPr>
              <a:t>O</a:t>
            </a:r>
            <a:r>
              <a:rPr lang="zh-CN" altLang="en-US" sz="3200" b="1">
                <a:effectLst>
                  <a:outerShdw blurRad="38100" dist="38100" dir="2700000" algn="tl">
                    <a:srgbClr val="C0C0C0"/>
                  </a:outerShdw>
                </a:effectLst>
                <a:latin typeface="Arial Narrow" pitchFamily="34" charset="0"/>
                <a:ea typeface="仿宋_GB2312" pitchFamily="49" charset="-122"/>
              </a:rPr>
              <a:t>取代</a:t>
            </a:r>
            <a:r>
              <a:rPr lang="en-US" altLang="zh-CN" sz="3200" b="1">
                <a:solidFill>
                  <a:schemeClr val="tx2"/>
                </a:solidFill>
                <a:latin typeface="Arial Narrow" pitchFamily="34" charset="0"/>
                <a:ea typeface="仿宋_GB2312" pitchFamily="49" charset="-122"/>
              </a:rPr>
              <a:t>P</a:t>
            </a:r>
            <a:endParaRPr lang="en-US" altLang="zh-CN">
              <a:latin typeface="Times New Roman" charset="0"/>
            </a:endParaRPr>
          </a:p>
        </p:txBody>
      </p:sp>
      <p:sp>
        <p:nvSpPr>
          <p:cNvPr id="5" name="内容占位符 4">
            <a:extLst>
              <a:ext uri="{FF2B5EF4-FFF2-40B4-BE49-F238E27FC236}">
                <a16:creationId xmlns:a16="http://schemas.microsoft.com/office/drawing/2014/main" id="{4ACD1FC9-01FD-4FF0-BF5F-E352D7404BF7}"/>
              </a:ext>
            </a:extLst>
          </p:cNvPr>
          <p:cNvSpPr>
            <a:spLocks noGrp="1"/>
          </p:cNvSpPr>
          <p:nvPr>
            <p:ph idx="1"/>
          </p:nvPr>
        </p:nvSpPr>
        <p:spPr>
          <a:xfrm>
            <a:off x="495300" y="243681"/>
            <a:ext cx="2476500" cy="715169"/>
          </a:xfrm>
        </p:spPr>
        <p:txBody>
          <a:bodyPr/>
          <a:lstStyle/>
          <a:p>
            <a:pPr marL="0" indent="0">
              <a:buNone/>
            </a:pPr>
            <a:r>
              <a:rPr lang="zh-CN" altLang="en-US" dirty="0"/>
              <a:t>删除结点</a:t>
            </a:r>
            <a:r>
              <a:rPr lang="en-US" altLang="zh-CN" dirty="0"/>
              <a:t>P</a:t>
            </a:r>
          </a:p>
          <a:p>
            <a:pPr marL="0" indent="0">
              <a:buNone/>
            </a:pPr>
            <a:endParaRPr lang="zh-CN" altLang="en-US" dirty="0"/>
          </a:p>
        </p:txBody>
      </p:sp>
      <p:sp>
        <p:nvSpPr>
          <p:cNvPr id="2" name="灯片编号占位符 1">
            <a:extLst>
              <a:ext uri="{FF2B5EF4-FFF2-40B4-BE49-F238E27FC236}">
                <a16:creationId xmlns:a16="http://schemas.microsoft.com/office/drawing/2014/main" id="{C35A7EE5-252D-6DFF-26F2-3649E4C9A498}"/>
              </a:ext>
            </a:extLst>
          </p:cNvPr>
          <p:cNvSpPr>
            <a:spLocks noGrp="1"/>
          </p:cNvSpPr>
          <p:nvPr>
            <p:ph type="sldNum" sz="quarter" idx="12"/>
          </p:nvPr>
        </p:nvSpPr>
        <p:spPr/>
        <p:txBody>
          <a:bodyPr/>
          <a:lstStyle/>
          <a:p>
            <a:pPr>
              <a:defRPr/>
            </a:pPr>
            <a:fld id="{82BC8E53-3928-4033-8D0B-01554133DC73}" type="slidenum">
              <a:rPr lang="en-US" altLang="zh-CN" smtClean="0"/>
              <a:pPr>
                <a:defRPr/>
              </a:pPr>
              <a:t>103</a:t>
            </a:fld>
            <a:endParaRPr lang="en-US" altLang="zh-CN"/>
          </a:p>
        </p:txBody>
      </p:sp>
    </p:spTree>
  </p:cSld>
  <p:clrMapOvr>
    <a:masterClrMapping/>
  </p:clrMapOvr>
  <p:transition>
    <p:split/>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4C30D192-94EE-4B43-B60B-C5767CE56BCE}"/>
              </a:ext>
            </a:extLst>
          </p:cNvPr>
          <p:cNvSpPr>
            <a:spLocks noChangeShapeType="1"/>
          </p:cNvSpPr>
          <p:nvPr/>
        </p:nvSpPr>
        <p:spPr bwMode="auto">
          <a:xfrm flipV="1">
            <a:off x="11430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1" name="Line 3">
            <a:extLst>
              <a:ext uri="{FF2B5EF4-FFF2-40B4-BE49-F238E27FC236}">
                <a16:creationId xmlns:a16="http://schemas.microsoft.com/office/drawing/2014/main" id="{8128C286-2933-C97C-12AE-0A5065244543}"/>
              </a:ext>
            </a:extLst>
          </p:cNvPr>
          <p:cNvSpPr>
            <a:spLocks noChangeShapeType="1"/>
          </p:cNvSpPr>
          <p:nvPr/>
        </p:nvSpPr>
        <p:spPr bwMode="auto">
          <a:xfrm>
            <a:off x="42672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2" name="Line 4">
            <a:extLst>
              <a:ext uri="{FF2B5EF4-FFF2-40B4-BE49-F238E27FC236}">
                <a16:creationId xmlns:a16="http://schemas.microsoft.com/office/drawing/2014/main" id="{9A32E46B-561A-4A2B-6385-EC5D1AAED789}"/>
              </a:ext>
            </a:extLst>
          </p:cNvPr>
          <p:cNvSpPr>
            <a:spLocks noChangeShapeType="1"/>
          </p:cNvSpPr>
          <p:nvPr/>
        </p:nvSpPr>
        <p:spPr bwMode="auto">
          <a:xfrm>
            <a:off x="33528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3" name="Line 5">
            <a:extLst>
              <a:ext uri="{FF2B5EF4-FFF2-40B4-BE49-F238E27FC236}">
                <a16:creationId xmlns:a16="http://schemas.microsoft.com/office/drawing/2014/main" id="{974381C6-7615-F30C-70D4-13A372EC7545}"/>
              </a:ext>
            </a:extLst>
          </p:cNvPr>
          <p:cNvSpPr>
            <a:spLocks noChangeShapeType="1"/>
          </p:cNvSpPr>
          <p:nvPr/>
        </p:nvSpPr>
        <p:spPr bwMode="auto">
          <a:xfrm flipV="1">
            <a:off x="2971800" y="3429000"/>
            <a:ext cx="381000" cy="762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4" name="Line 7">
            <a:extLst>
              <a:ext uri="{FF2B5EF4-FFF2-40B4-BE49-F238E27FC236}">
                <a16:creationId xmlns:a16="http://schemas.microsoft.com/office/drawing/2014/main" id="{163A5580-3190-19FF-C327-5E39B9EF39B4}"/>
              </a:ext>
            </a:extLst>
          </p:cNvPr>
          <p:cNvSpPr>
            <a:spLocks noChangeShapeType="1"/>
          </p:cNvSpPr>
          <p:nvPr/>
        </p:nvSpPr>
        <p:spPr bwMode="auto">
          <a:xfrm flipV="1">
            <a:off x="75438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5" name="Line 8">
            <a:extLst>
              <a:ext uri="{FF2B5EF4-FFF2-40B4-BE49-F238E27FC236}">
                <a16:creationId xmlns:a16="http://schemas.microsoft.com/office/drawing/2014/main" id="{035B64F4-3DCE-B7CC-0F9F-00E16C720389}"/>
              </a:ext>
            </a:extLst>
          </p:cNvPr>
          <p:cNvSpPr>
            <a:spLocks noChangeShapeType="1"/>
          </p:cNvSpPr>
          <p:nvPr/>
        </p:nvSpPr>
        <p:spPr bwMode="auto">
          <a:xfrm>
            <a:off x="74676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6" name="Line 9">
            <a:extLst>
              <a:ext uri="{FF2B5EF4-FFF2-40B4-BE49-F238E27FC236}">
                <a16:creationId xmlns:a16="http://schemas.microsoft.com/office/drawing/2014/main" id="{8E47E70B-E48F-E79A-0FD9-0C947BE7520A}"/>
              </a:ext>
            </a:extLst>
          </p:cNvPr>
          <p:cNvSpPr>
            <a:spLocks noChangeShapeType="1"/>
          </p:cNvSpPr>
          <p:nvPr/>
        </p:nvSpPr>
        <p:spPr bwMode="auto">
          <a:xfrm flipV="1">
            <a:off x="70104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7" name="Line 10">
            <a:extLst>
              <a:ext uri="{FF2B5EF4-FFF2-40B4-BE49-F238E27FC236}">
                <a16:creationId xmlns:a16="http://schemas.microsoft.com/office/drawing/2014/main" id="{97073794-E8A5-FED1-4938-D2BA2E049D47}"/>
              </a:ext>
            </a:extLst>
          </p:cNvPr>
          <p:cNvSpPr>
            <a:spLocks noChangeShapeType="1"/>
          </p:cNvSpPr>
          <p:nvPr/>
        </p:nvSpPr>
        <p:spPr bwMode="auto">
          <a:xfrm>
            <a:off x="38100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8" name="Line 11">
            <a:extLst>
              <a:ext uri="{FF2B5EF4-FFF2-40B4-BE49-F238E27FC236}">
                <a16:creationId xmlns:a16="http://schemas.microsoft.com/office/drawing/2014/main" id="{0545AC21-7F00-B3C2-7139-0C4AC951FC7E}"/>
              </a:ext>
            </a:extLst>
          </p:cNvPr>
          <p:cNvSpPr>
            <a:spLocks noChangeShapeType="1"/>
          </p:cNvSpPr>
          <p:nvPr/>
        </p:nvSpPr>
        <p:spPr bwMode="auto">
          <a:xfrm flipV="1">
            <a:off x="33528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19" name="Line 12">
            <a:extLst>
              <a:ext uri="{FF2B5EF4-FFF2-40B4-BE49-F238E27FC236}">
                <a16:creationId xmlns:a16="http://schemas.microsoft.com/office/drawing/2014/main" id="{48F7AF52-0209-4C73-E82B-54D4EC3309B7}"/>
              </a:ext>
            </a:extLst>
          </p:cNvPr>
          <p:cNvSpPr>
            <a:spLocks noChangeShapeType="1"/>
          </p:cNvSpPr>
          <p:nvPr/>
        </p:nvSpPr>
        <p:spPr bwMode="auto">
          <a:xfrm>
            <a:off x="19812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0" name="Line 13">
            <a:extLst>
              <a:ext uri="{FF2B5EF4-FFF2-40B4-BE49-F238E27FC236}">
                <a16:creationId xmlns:a16="http://schemas.microsoft.com/office/drawing/2014/main" id="{40C1D1CB-FDC3-5430-0F34-51B4F2A83080}"/>
              </a:ext>
            </a:extLst>
          </p:cNvPr>
          <p:cNvSpPr>
            <a:spLocks noChangeShapeType="1"/>
          </p:cNvSpPr>
          <p:nvPr/>
        </p:nvSpPr>
        <p:spPr bwMode="auto">
          <a:xfrm flipH="1" flipV="1">
            <a:off x="29718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1" name="Line 14">
            <a:extLst>
              <a:ext uri="{FF2B5EF4-FFF2-40B4-BE49-F238E27FC236}">
                <a16:creationId xmlns:a16="http://schemas.microsoft.com/office/drawing/2014/main" id="{24C402BA-6A0D-B4D9-2504-0511208142F2}"/>
              </a:ext>
            </a:extLst>
          </p:cNvPr>
          <p:cNvSpPr>
            <a:spLocks noChangeShapeType="1"/>
          </p:cNvSpPr>
          <p:nvPr/>
        </p:nvSpPr>
        <p:spPr bwMode="auto">
          <a:xfrm flipH="1" flipV="1">
            <a:off x="6705600" y="18288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2" name="Line 15">
            <a:extLst>
              <a:ext uri="{FF2B5EF4-FFF2-40B4-BE49-F238E27FC236}">
                <a16:creationId xmlns:a16="http://schemas.microsoft.com/office/drawing/2014/main" id="{CBD3BDF9-E0BD-60BD-18AC-A87924BF604F}"/>
              </a:ext>
            </a:extLst>
          </p:cNvPr>
          <p:cNvSpPr>
            <a:spLocks noChangeShapeType="1"/>
          </p:cNvSpPr>
          <p:nvPr/>
        </p:nvSpPr>
        <p:spPr bwMode="auto">
          <a:xfrm flipV="1">
            <a:off x="57150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3" name="Oval 16">
            <a:extLst>
              <a:ext uri="{FF2B5EF4-FFF2-40B4-BE49-F238E27FC236}">
                <a16:creationId xmlns:a16="http://schemas.microsoft.com/office/drawing/2014/main" id="{79A4450E-66D6-F188-AEE2-B5D07AA7EFCB}"/>
              </a:ext>
            </a:extLst>
          </p:cNvPr>
          <p:cNvSpPr>
            <a:spLocks noChangeArrowheads="1"/>
          </p:cNvSpPr>
          <p:nvPr/>
        </p:nvSpPr>
        <p:spPr bwMode="auto">
          <a:xfrm>
            <a:off x="2209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24" name="Line 17">
            <a:extLst>
              <a:ext uri="{FF2B5EF4-FFF2-40B4-BE49-F238E27FC236}">
                <a16:creationId xmlns:a16="http://schemas.microsoft.com/office/drawing/2014/main" id="{28AA5BBC-9A89-8225-0E9E-1C2C368AA664}"/>
              </a:ext>
            </a:extLst>
          </p:cNvPr>
          <p:cNvSpPr>
            <a:spLocks noChangeShapeType="1"/>
          </p:cNvSpPr>
          <p:nvPr/>
        </p:nvSpPr>
        <p:spPr bwMode="auto">
          <a:xfrm>
            <a:off x="4648200" y="990600"/>
            <a:ext cx="1828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5" name="Line 18">
            <a:extLst>
              <a:ext uri="{FF2B5EF4-FFF2-40B4-BE49-F238E27FC236}">
                <a16:creationId xmlns:a16="http://schemas.microsoft.com/office/drawing/2014/main" id="{0FD84913-5DB8-5219-13B5-188E584AD953}"/>
              </a:ext>
            </a:extLst>
          </p:cNvPr>
          <p:cNvSpPr>
            <a:spLocks noChangeShapeType="1"/>
          </p:cNvSpPr>
          <p:nvPr/>
        </p:nvSpPr>
        <p:spPr bwMode="auto">
          <a:xfrm flipV="1">
            <a:off x="2590800" y="42672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6" name="Line 19">
            <a:extLst>
              <a:ext uri="{FF2B5EF4-FFF2-40B4-BE49-F238E27FC236}">
                <a16:creationId xmlns:a16="http://schemas.microsoft.com/office/drawing/2014/main" id="{D2571208-D331-4B34-5E17-F5ADD8D1B3EA}"/>
              </a:ext>
            </a:extLst>
          </p:cNvPr>
          <p:cNvSpPr>
            <a:spLocks noChangeShapeType="1"/>
          </p:cNvSpPr>
          <p:nvPr/>
        </p:nvSpPr>
        <p:spPr bwMode="auto">
          <a:xfrm flipV="1">
            <a:off x="20574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7" name="Line 20">
            <a:extLst>
              <a:ext uri="{FF2B5EF4-FFF2-40B4-BE49-F238E27FC236}">
                <a16:creationId xmlns:a16="http://schemas.microsoft.com/office/drawing/2014/main" id="{29A30DAD-34F9-445E-DE94-9BC3F1EC9989}"/>
              </a:ext>
            </a:extLst>
          </p:cNvPr>
          <p:cNvSpPr>
            <a:spLocks noChangeShapeType="1"/>
          </p:cNvSpPr>
          <p:nvPr/>
        </p:nvSpPr>
        <p:spPr bwMode="auto">
          <a:xfrm flipV="1">
            <a:off x="15240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8" name="Line 21">
            <a:extLst>
              <a:ext uri="{FF2B5EF4-FFF2-40B4-BE49-F238E27FC236}">
                <a16:creationId xmlns:a16="http://schemas.microsoft.com/office/drawing/2014/main" id="{78F24A6E-BC09-FC22-5DF5-713B9AA25E89}"/>
              </a:ext>
            </a:extLst>
          </p:cNvPr>
          <p:cNvSpPr>
            <a:spLocks noChangeShapeType="1"/>
          </p:cNvSpPr>
          <p:nvPr/>
        </p:nvSpPr>
        <p:spPr bwMode="auto">
          <a:xfrm flipV="1">
            <a:off x="3048000" y="990600"/>
            <a:ext cx="1524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9" name="Oval 22">
            <a:extLst>
              <a:ext uri="{FF2B5EF4-FFF2-40B4-BE49-F238E27FC236}">
                <a16:creationId xmlns:a16="http://schemas.microsoft.com/office/drawing/2014/main" id="{B2E8491D-F222-2A0B-885C-55C70FA3C6C5}"/>
              </a:ext>
            </a:extLst>
          </p:cNvPr>
          <p:cNvSpPr>
            <a:spLocks noChangeArrowheads="1"/>
          </p:cNvSpPr>
          <p:nvPr/>
        </p:nvSpPr>
        <p:spPr bwMode="auto">
          <a:xfrm>
            <a:off x="1295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0" name="Oval 23">
            <a:extLst>
              <a:ext uri="{FF2B5EF4-FFF2-40B4-BE49-F238E27FC236}">
                <a16:creationId xmlns:a16="http://schemas.microsoft.com/office/drawing/2014/main" id="{48EE798B-3EBE-894C-2386-C5AE0C74A278}"/>
              </a:ext>
            </a:extLst>
          </p:cNvPr>
          <p:cNvSpPr>
            <a:spLocks noChangeArrowheads="1"/>
          </p:cNvSpPr>
          <p:nvPr/>
        </p:nvSpPr>
        <p:spPr bwMode="auto">
          <a:xfrm>
            <a:off x="2286000" y="48006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1" name="Oval 24">
            <a:extLst>
              <a:ext uri="{FF2B5EF4-FFF2-40B4-BE49-F238E27FC236}">
                <a16:creationId xmlns:a16="http://schemas.microsoft.com/office/drawing/2014/main" id="{50F30E7E-8DE5-9B7E-EBD7-F157BEEE1963}"/>
              </a:ext>
            </a:extLst>
          </p:cNvPr>
          <p:cNvSpPr>
            <a:spLocks noChangeArrowheads="1"/>
          </p:cNvSpPr>
          <p:nvPr/>
        </p:nvSpPr>
        <p:spPr bwMode="auto">
          <a:xfrm>
            <a:off x="3124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2" name="Oval 25">
            <a:extLst>
              <a:ext uri="{FF2B5EF4-FFF2-40B4-BE49-F238E27FC236}">
                <a16:creationId xmlns:a16="http://schemas.microsoft.com/office/drawing/2014/main" id="{7AEF749A-F6FD-03F7-3E2A-62656260BEAE}"/>
              </a:ext>
            </a:extLst>
          </p:cNvPr>
          <p:cNvSpPr>
            <a:spLocks noChangeArrowheads="1"/>
          </p:cNvSpPr>
          <p:nvPr/>
        </p:nvSpPr>
        <p:spPr bwMode="auto">
          <a:xfrm>
            <a:off x="40386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3" name="Oval 27">
            <a:extLst>
              <a:ext uri="{FF2B5EF4-FFF2-40B4-BE49-F238E27FC236}">
                <a16:creationId xmlns:a16="http://schemas.microsoft.com/office/drawing/2014/main" id="{A74B746E-C1D5-9615-FC8F-F4D7CEB90DF1}"/>
              </a:ext>
            </a:extLst>
          </p:cNvPr>
          <p:cNvSpPr>
            <a:spLocks noChangeArrowheads="1"/>
          </p:cNvSpPr>
          <p:nvPr/>
        </p:nvSpPr>
        <p:spPr bwMode="auto">
          <a:xfrm>
            <a:off x="6781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4" name="Oval 28">
            <a:extLst>
              <a:ext uri="{FF2B5EF4-FFF2-40B4-BE49-F238E27FC236}">
                <a16:creationId xmlns:a16="http://schemas.microsoft.com/office/drawing/2014/main" id="{91A905F0-8EA2-FC2A-1762-C7C2C816D3DC}"/>
              </a:ext>
            </a:extLst>
          </p:cNvPr>
          <p:cNvSpPr>
            <a:spLocks noChangeArrowheads="1"/>
          </p:cNvSpPr>
          <p:nvPr/>
        </p:nvSpPr>
        <p:spPr bwMode="auto">
          <a:xfrm>
            <a:off x="7696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5" name="Oval 29">
            <a:extLst>
              <a:ext uri="{FF2B5EF4-FFF2-40B4-BE49-F238E27FC236}">
                <a16:creationId xmlns:a16="http://schemas.microsoft.com/office/drawing/2014/main" id="{292DD346-BE41-31A3-3FCE-7E574797C3C8}"/>
              </a:ext>
            </a:extLst>
          </p:cNvPr>
          <p:cNvSpPr>
            <a:spLocks noChangeArrowheads="1"/>
          </p:cNvSpPr>
          <p:nvPr/>
        </p:nvSpPr>
        <p:spPr bwMode="auto">
          <a:xfrm>
            <a:off x="2743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6" name="Oval 30">
            <a:extLst>
              <a:ext uri="{FF2B5EF4-FFF2-40B4-BE49-F238E27FC236}">
                <a16:creationId xmlns:a16="http://schemas.microsoft.com/office/drawing/2014/main" id="{27941B6A-B5AF-5742-312D-1729F1913C98}"/>
              </a:ext>
            </a:extLst>
          </p:cNvPr>
          <p:cNvSpPr>
            <a:spLocks noChangeArrowheads="1"/>
          </p:cNvSpPr>
          <p:nvPr/>
        </p:nvSpPr>
        <p:spPr bwMode="auto">
          <a:xfrm>
            <a:off x="838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7" name="Oval 31">
            <a:extLst>
              <a:ext uri="{FF2B5EF4-FFF2-40B4-BE49-F238E27FC236}">
                <a16:creationId xmlns:a16="http://schemas.microsoft.com/office/drawing/2014/main" id="{BA41A804-F114-223E-7AFD-5DF0CC497EBD}"/>
              </a:ext>
            </a:extLst>
          </p:cNvPr>
          <p:cNvSpPr>
            <a:spLocks noChangeArrowheads="1"/>
          </p:cNvSpPr>
          <p:nvPr/>
        </p:nvSpPr>
        <p:spPr bwMode="auto">
          <a:xfrm>
            <a:off x="7315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8" name="Oval 32">
            <a:extLst>
              <a:ext uri="{FF2B5EF4-FFF2-40B4-BE49-F238E27FC236}">
                <a16:creationId xmlns:a16="http://schemas.microsoft.com/office/drawing/2014/main" id="{3EF95D3F-AB63-02FF-1CBB-116C2B541CE6}"/>
              </a:ext>
            </a:extLst>
          </p:cNvPr>
          <p:cNvSpPr>
            <a:spLocks noChangeArrowheads="1"/>
          </p:cNvSpPr>
          <p:nvPr/>
        </p:nvSpPr>
        <p:spPr bwMode="auto">
          <a:xfrm>
            <a:off x="3429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39" name="Oval 33">
            <a:extLst>
              <a:ext uri="{FF2B5EF4-FFF2-40B4-BE49-F238E27FC236}">
                <a16:creationId xmlns:a16="http://schemas.microsoft.com/office/drawing/2014/main" id="{8D135522-DFC0-EC29-DD3D-1FA481A3D05C}"/>
              </a:ext>
            </a:extLst>
          </p:cNvPr>
          <p:cNvSpPr>
            <a:spLocks noChangeArrowheads="1"/>
          </p:cNvSpPr>
          <p:nvPr/>
        </p:nvSpPr>
        <p:spPr bwMode="auto">
          <a:xfrm>
            <a:off x="43434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0" name="Oval 34">
            <a:extLst>
              <a:ext uri="{FF2B5EF4-FFF2-40B4-BE49-F238E27FC236}">
                <a16:creationId xmlns:a16="http://schemas.microsoft.com/office/drawing/2014/main" id="{FA3403B4-5DC7-940C-B101-91459516680E}"/>
              </a:ext>
            </a:extLst>
          </p:cNvPr>
          <p:cNvSpPr>
            <a:spLocks noChangeArrowheads="1"/>
          </p:cNvSpPr>
          <p:nvPr/>
        </p:nvSpPr>
        <p:spPr bwMode="auto">
          <a:xfrm>
            <a:off x="35814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1" name="Oval 35">
            <a:extLst>
              <a:ext uri="{FF2B5EF4-FFF2-40B4-BE49-F238E27FC236}">
                <a16:creationId xmlns:a16="http://schemas.microsoft.com/office/drawing/2014/main" id="{37AFEFF1-711C-5B50-2C5E-2CF3C2E79232}"/>
              </a:ext>
            </a:extLst>
          </p:cNvPr>
          <p:cNvSpPr>
            <a:spLocks noChangeArrowheads="1"/>
          </p:cNvSpPr>
          <p:nvPr/>
        </p:nvSpPr>
        <p:spPr bwMode="auto">
          <a:xfrm>
            <a:off x="17526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2" name="Oval 36">
            <a:extLst>
              <a:ext uri="{FF2B5EF4-FFF2-40B4-BE49-F238E27FC236}">
                <a16:creationId xmlns:a16="http://schemas.microsoft.com/office/drawing/2014/main" id="{810CA249-7CF0-3B44-E726-AD0F73DA9654}"/>
              </a:ext>
            </a:extLst>
          </p:cNvPr>
          <p:cNvSpPr>
            <a:spLocks noChangeArrowheads="1"/>
          </p:cNvSpPr>
          <p:nvPr/>
        </p:nvSpPr>
        <p:spPr bwMode="auto">
          <a:xfrm>
            <a:off x="72390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3" name="Oval 37">
            <a:extLst>
              <a:ext uri="{FF2B5EF4-FFF2-40B4-BE49-F238E27FC236}">
                <a16:creationId xmlns:a16="http://schemas.microsoft.com/office/drawing/2014/main" id="{5A028083-DF73-3631-FBC6-5A05A3D9CE74}"/>
              </a:ext>
            </a:extLst>
          </p:cNvPr>
          <p:cNvSpPr>
            <a:spLocks noChangeArrowheads="1"/>
          </p:cNvSpPr>
          <p:nvPr/>
        </p:nvSpPr>
        <p:spPr bwMode="auto">
          <a:xfrm>
            <a:off x="5410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4" name="Oval 38">
            <a:extLst>
              <a:ext uri="{FF2B5EF4-FFF2-40B4-BE49-F238E27FC236}">
                <a16:creationId xmlns:a16="http://schemas.microsoft.com/office/drawing/2014/main" id="{81C7C751-3378-4AD3-194D-B49010179E1E}"/>
              </a:ext>
            </a:extLst>
          </p:cNvPr>
          <p:cNvSpPr>
            <a:spLocks noChangeArrowheads="1"/>
          </p:cNvSpPr>
          <p:nvPr/>
        </p:nvSpPr>
        <p:spPr bwMode="auto">
          <a:xfrm>
            <a:off x="63246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5" name="Oval 39">
            <a:extLst>
              <a:ext uri="{FF2B5EF4-FFF2-40B4-BE49-F238E27FC236}">
                <a16:creationId xmlns:a16="http://schemas.microsoft.com/office/drawing/2014/main" id="{674F63EE-28CF-D5FD-E315-BB0BCA111BDA}"/>
              </a:ext>
            </a:extLst>
          </p:cNvPr>
          <p:cNvSpPr>
            <a:spLocks noChangeArrowheads="1"/>
          </p:cNvSpPr>
          <p:nvPr/>
        </p:nvSpPr>
        <p:spPr bwMode="auto">
          <a:xfrm>
            <a:off x="26670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6" name="Oval 40">
            <a:extLst>
              <a:ext uri="{FF2B5EF4-FFF2-40B4-BE49-F238E27FC236}">
                <a16:creationId xmlns:a16="http://schemas.microsoft.com/office/drawing/2014/main" id="{501FC506-21AB-8459-353F-13BE915763C4}"/>
              </a:ext>
            </a:extLst>
          </p:cNvPr>
          <p:cNvSpPr>
            <a:spLocks noChangeArrowheads="1"/>
          </p:cNvSpPr>
          <p:nvPr/>
        </p:nvSpPr>
        <p:spPr bwMode="auto">
          <a:xfrm>
            <a:off x="4419600" y="685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19847" name="Text Box 41">
            <a:extLst>
              <a:ext uri="{FF2B5EF4-FFF2-40B4-BE49-F238E27FC236}">
                <a16:creationId xmlns:a16="http://schemas.microsoft.com/office/drawing/2014/main" id="{E1DE3D15-CA36-2E05-1388-FDA253DD59C1}"/>
              </a:ext>
            </a:extLst>
          </p:cNvPr>
          <p:cNvSpPr txBox="1">
            <a:spLocks noChangeArrowheads="1"/>
          </p:cNvSpPr>
          <p:nvPr/>
        </p:nvSpPr>
        <p:spPr bwMode="auto">
          <a:xfrm>
            <a:off x="86995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19848" name="Text Box 42">
            <a:extLst>
              <a:ext uri="{FF2B5EF4-FFF2-40B4-BE49-F238E27FC236}">
                <a16:creationId xmlns:a16="http://schemas.microsoft.com/office/drawing/2014/main" id="{241C3F7D-5A68-742C-0B3C-355A071617C8}"/>
              </a:ext>
            </a:extLst>
          </p:cNvPr>
          <p:cNvSpPr txBox="1">
            <a:spLocks noChangeArrowheads="1"/>
          </p:cNvSpPr>
          <p:nvPr/>
        </p:nvSpPr>
        <p:spPr bwMode="auto">
          <a:xfrm>
            <a:off x="13271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19849" name="Text Box 43">
            <a:extLst>
              <a:ext uri="{FF2B5EF4-FFF2-40B4-BE49-F238E27FC236}">
                <a16:creationId xmlns:a16="http://schemas.microsoft.com/office/drawing/2014/main" id="{FDC1C7B4-76F4-6B10-C91C-B33A5E7DC78D}"/>
              </a:ext>
            </a:extLst>
          </p:cNvPr>
          <p:cNvSpPr txBox="1">
            <a:spLocks noChangeArrowheads="1"/>
          </p:cNvSpPr>
          <p:nvPr/>
        </p:nvSpPr>
        <p:spPr bwMode="auto">
          <a:xfrm>
            <a:off x="17526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19850" name="Text Box 44">
            <a:extLst>
              <a:ext uri="{FF2B5EF4-FFF2-40B4-BE49-F238E27FC236}">
                <a16:creationId xmlns:a16="http://schemas.microsoft.com/office/drawing/2014/main" id="{9BAC05F1-872B-6840-68F0-7472171138F9}"/>
              </a:ext>
            </a:extLst>
          </p:cNvPr>
          <p:cNvSpPr txBox="1">
            <a:spLocks noChangeArrowheads="1"/>
          </p:cNvSpPr>
          <p:nvPr/>
        </p:nvSpPr>
        <p:spPr bwMode="auto">
          <a:xfrm>
            <a:off x="22415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19851" name="Text Box 45">
            <a:extLst>
              <a:ext uri="{FF2B5EF4-FFF2-40B4-BE49-F238E27FC236}">
                <a16:creationId xmlns:a16="http://schemas.microsoft.com/office/drawing/2014/main" id="{52B98852-8815-7527-BFFA-6EDAD0ABD885}"/>
              </a:ext>
            </a:extLst>
          </p:cNvPr>
          <p:cNvSpPr txBox="1">
            <a:spLocks noChangeArrowheads="1"/>
          </p:cNvSpPr>
          <p:nvPr/>
        </p:nvSpPr>
        <p:spPr bwMode="auto">
          <a:xfrm>
            <a:off x="27178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19852" name="Text Box 46">
            <a:extLst>
              <a:ext uri="{FF2B5EF4-FFF2-40B4-BE49-F238E27FC236}">
                <a16:creationId xmlns:a16="http://schemas.microsoft.com/office/drawing/2014/main" id="{21FF0DD7-5922-EA42-3B68-8E7DE33B1497}"/>
              </a:ext>
            </a:extLst>
          </p:cNvPr>
          <p:cNvSpPr txBox="1">
            <a:spLocks noChangeArrowheads="1"/>
          </p:cNvSpPr>
          <p:nvPr/>
        </p:nvSpPr>
        <p:spPr bwMode="auto">
          <a:xfrm>
            <a:off x="2355850" y="4724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19853" name="Text Box 47">
            <a:extLst>
              <a:ext uri="{FF2B5EF4-FFF2-40B4-BE49-F238E27FC236}">
                <a16:creationId xmlns:a16="http://schemas.microsoft.com/office/drawing/2014/main" id="{B51C6C7F-2493-5028-FF00-0B3198BEF2C2}"/>
              </a:ext>
            </a:extLst>
          </p:cNvPr>
          <p:cNvSpPr txBox="1">
            <a:spLocks noChangeArrowheads="1"/>
          </p:cNvSpPr>
          <p:nvPr/>
        </p:nvSpPr>
        <p:spPr bwMode="auto">
          <a:xfrm>
            <a:off x="2743200" y="38862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19854" name="Text Box 48">
            <a:extLst>
              <a:ext uri="{FF2B5EF4-FFF2-40B4-BE49-F238E27FC236}">
                <a16:creationId xmlns:a16="http://schemas.microsoft.com/office/drawing/2014/main" id="{F7A2DE45-2F26-CC36-9AF4-F0E493ACF494}"/>
              </a:ext>
            </a:extLst>
          </p:cNvPr>
          <p:cNvSpPr txBox="1">
            <a:spLocks noChangeArrowheads="1"/>
          </p:cNvSpPr>
          <p:nvPr/>
        </p:nvSpPr>
        <p:spPr bwMode="auto">
          <a:xfrm>
            <a:off x="31559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19855" name="Text Box 49">
            <a:extLst>
              <a:ext uri="{FF2B5EF4-FFF2-40B4-BE49-F238E27FC236}">
                <a16:creationId xmlns:a16="http://schemas.microsoft.com/office/drawing/2014/main" id="{004E2275-EF96-37EA-F3DB-DB1F27259168}"/>
              </a:ext>
            </a:extLst>
          </p:cNvPr>
          <p:cNvSpPr txBox="1">
            <a:spLocks noChangeArrowheads="1"/>
          </p:cNvSpPr>
          <p:nvPr/>
        </p:nvSpPr>
        <p:spPr bwMode="auto">
          <a:xfrm>
            <a:off x="3533775" y="3886200"/>
            <a:ext cx="276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19856" name="Text Box 50">
            <a:extLst>
              <a:ext uri="{FF2B5EF4-FFF2-40B4-BE49-F238E27FC236}">
                <a16:creationId xmlns:a16="http://schemas.microsoft.com/office/drawing/2014/main" id="{EDAA3103-DEFE-EC52-7B4C-E66BE82AF4F9}"/>
              </a:ext>
            </a:extLst>
          </p:cNvPr>
          <p:cNvSpPr txBox="1">
            <a:spLocks noChangeArrowheads="1"/>
          </p:cNvSpPr>
          <p:nvPr/>
        </p:nvSpPr>
        <p:spPr bwMode="auto">
          <a:xfrm>
            <a:off x="3592513" y="2209800"/>
            <a:ext cx="369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19857" name="Text Box 51">
            <a:extLst>
              <a:ext uri="{FF2B5EF4-FFF2-40B4-BE49-F238E27FC236}">
                <a16:creationId xmlns:a16="http://schemas.microsoft.com/office/drawing/2014/main" id="{96458E0A-75D4-7AC7-76DF-12B15358DD37}"/>
              </a:ext>
            </a:extLst>
          </p:cNvPr>
          <p:cNvSpPr txBox="1">
            <a:spLocks noChangeArrowheads="1"/>
          </p:cNvSpPr>
          <p:nvPr/>
        </p:nvSpPr>
        <p:spPr bwMode="auto">
          <a:xfrm>
            <a:off x="4049713"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19858" name="Text Box 52">
            <a:extLst>
              <a:ext uri="{FF2B5EF4-FFF2-40B4-BE49-F238E27FC236}">
                <a16:creationId xmlns:a16="http://schemas.microsoft.com/office/drawing/2014/main" id="{26113333-72AE-6BA9-FF8D-0FCF04142930}"/>
              </a:ext>
            </a:extLst>
          </p:cNvPr>
          <p:cNvSpPr txBox="1">
            <a:spLocks noChangeArrowheads="1"/>
          </p:cNvSpPr>
          <p:nvPr/>
        </p:nvSpPr>
        <p:spPr bwMode="auto">
          <a:xfrm>
            <a:off x="434340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19859" name="Text Box 53">
            <a:extLst>
              <a:ext uri="{FF2B5EF4-FFF2-40B4-BE49-F238E27FC236}">
                <a16:creationId xmlns:a16="http://schemas.microsoft.com/office/drawing/2014/main" id="{D906DC56-5E7F-AC97-D663-142FB6EB592D}"/>
              </a:ext>
            </a:extLst>
          </p:cNvPr>
          <p:cNvSpPr txBox="1">
            <a:spLocks noChangeArrowheads="1"/>
          </p:cNvSpPr>
          <p:nvPr/>
        </p:nvSpPr>
        <p:spPr bwMode="auto">
          <a:xfrm>
            <a:off x="4419600" y="609600"/>
            <a:ext cx="461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119860" name="Text Box 54">
            <a:extLst>
              <a:ext uri="{FF2B5EF4-FFF2-40B4-BE49-F238E27FC236}">
                <a16:creationId xmlns:a16="http://schemas.microsoft.com/office/drawing/2014/main" id="{7DD76308-0B44-E87E-6F2F-97F0F18545CD}"/>
              </a:ext>
            </a:extLst>
          </p:cNvPr>
          <p:cNvSpPr txBox="1">
            <a:spLocks noChangeArrowheads="1"/>
          </p:cNvSpPr>
          <p:nvPr/>
        </p:nvSpPr>
        <p:spPr bwMode="auto">
          <a:xfrm>
            <a:off x="54102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19861" name="Text Box 56">
            <a:extLst>
              <a:ext uri="{FF2B5EF4-FFF2-40B4-BE49-F238E27FC236}">
                <a16:creationId xmlns:a16="http://schemas.microsoft.com/office/drawing/2014/main" id="{C13857C6-D520-25EE-9FFE-9498C46AAEE6}"/>
              </a:ext>
            </a:extLst>
          </p:cNvPr>
          <p:cNvSpPr txBox="1">
            <a:spLocks noChangeArrowheads="1"/>
          </p:cNvSpPr>
          <p:nvPr/>
        </p:nvSpPr>
        <p:spPr bwMode="auto">
          <a:xfrm>
            <a:off x="6324600" y="13716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119862" name="Text Box 57">
            <a:extLst>
              <a:ext uri="{FF2B5EF4-FFF2-40B4-BE49-F238E27FC236}">
                <a16:creationId xmlns:a16="http://schemas.microsoft.com/office/drawing/2014/main" id="{AEB7227F-D32B-2A84-53E0-8D5BDFAF76E3}"/>
              </a:ext>
            </a:extLst>
          </p:cNvPr>
          <p:cNvSpPr txBox="1">
            <a:spLocks noChangeArrowheads="1"/>
          </p:cNvSpPr>
          <p:nvPr/>
        </p:nvSpPr>
        <p:spPr bwMode="auto">
          <a:xfrm>
            <a:off x="67818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19863" name="Text Box 58">
            <a:extLst>
              <a:ext uri="{FF2B5EF4-FFF2-40B4-BE49-F238E27FC236}">
                <a16:creationId xmlns:a16="http://schemas.microsoft.com/office/drawing/2014/main" id="{10EB1C64-6410-165B-5BBA-9A2CA703A7AC}"/>
              </a:ext>
            </a:extLst>
          </p:cNvPr>
          <p:cNvSpPr txBox="1">
            <a:spLocks noChangeArrowheads="1"/>
          </p:cNvSpPr>
          <p:nvPr/>
        </p:nvSpPr>
        <p:spPr bwMode="auto">
          <a:xfrm>
            <a:off x="72390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19864" name="Text Box 59">
            <a:extLst>
              <a:ext uri="{FF2B5EF4-FFF2-40B4-BE49-F238E27FC236}">
                <a16:creationId xmlns:a16="http://schemas.microsoft.com/office/drawing/2014/main" id="{5A7BFD51-D39E-A3E7-684A-AD71F56E9A72}"/>
              </a:ext>
            </a:extLst>
          </p:cNvPr>
          <p:cNvSpPr txBox="1">
            <a:spLocks noChangeArrowheads="1"/>
          </p:cNvSpPr>
          <p:nvPr/>
        </p:nvSpPr>
        <p:spPr bwMode="auto">
          <a:xfrm>
            <a:off x="7366000" y="38862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119865" name="Text Box 60">
            <a:extLst>
              <a:ext uri="{FF2B5EF4-FFF2-40B4-BE49-F238E27FC236}">
                <a16:creationId xmlns:a16="http://schemas.microsoft.com/office/drawing/2014/main" id="{EF230017-2C9B-4E51-D160-7D6C302CB7C6}"/>
              </a:ext>
            </a:extLst>
          </p:cNvPr>
          <p:cNvSpPr txBox="1">
            <a:spLocks noChangeArrowheads="1"/>
          </p:cNvSpPr>
          <p:nvPr/>
        </p:nvSpPr>
        <p:spPr bwMode="auto">
          <a:xfrm>
            <a:off x="7696200" y="3078163"/>
            <a:ext cx="387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19866" name="Text Box 61">
            <a:extLst>
              <a:ext uri="{FF2B5EF4-FFF2-40B4-BE49-F238E27FC236}">
                <a16:creationId xmlns:a16="http://schemas.microsoft.com/office/drawing/2014/main" id="{03412906-6490-D6C4-569A-556C5342FB17}"/>
              </a:ext>
            </a:extLst>
          </p:cNvPr>
          <p:cNvSpPr txBox="1">
            <a:spLocks noChangeArrowheads="1"/>
          </p:cNvSpPr>
          <p:nvPr/>
        </p:nvSpPr>
        <p:spPr bwMode="auto">
          <a:xfrm>
            <a:off x="5334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67" name="Text Box 62">
            <a:extLst>
              <a:ext uri="{FF2B5EF4-FFF2-40B4-BE49-F238E27FC236}">
                <a16:creationId xmlns:a16="http://schemas.microsoft.com/office/drawing/2014/main" id="{B232F2AD-53C6-AA94-9B06-8F70607B6164}"/>
              </a:ext>
            </a:extLst>
          </p:cNvPr>
          <p:cNvSpPr txBox="1">
            <a:spLocks noChangeArrowheads="1"/>
          </p:cNvSpPr>
          <p:nvPr/>
        </p:nvSpPr>
        <p:spPr bwMode="auto">
          <a:xfrm>
            <a:off x="1981200" y="451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68" name="Text Box 63">
            <a:extLst>
              <a:ext uri="{FF2B5EF4-FFF2-40B4-BE49-F238E27FC236}">
                <a16:creationId xmlns:a16="http://schemas.microsoft.com/office/drawing/2014/main" id="{D09D4B11-A4F9-C051-1CDB-14BC0FE41EDE}"/>
              </a:ext>
            </a:extLst>
          </p:cNvPr>
          <p:cNvSpPr txBox="1">
            <a:spLocks noChangeArrowheads="1"/>
          </p:cNvSpPr>
          <p:nvPr/>
        </p:nvSpPr>
        <p:spPr bwMode="auto">
          <a:xfrm>
            <a:off x="382905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69" name="Text Box 64">
            <a:extLst>
              <a:ext uri="{FF2B5EF4-FFF2-40B4-BE49-F238E27FC236}">
                <a16:creationId xmlns:a16="http://schemas.microsoft.com/office/drawing/2014/main" id="{DE0F7A48-7366-417D-881A-0639CF8D7E57}"/>
              </a:ext>
            </a:extLst>
          </p:cNvPr>
          <p:cNvSpPr txBox="1">
            <a:spLocks noChangeArrowheads="1"/>
          </p:cNvSpPr>
          <p:nvPr/>
        </p:nvSpPr>
        <p:spPr bwMode="auto">
          <a:xfrm>
            <a:off x="4819650" y="3657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70" name="Text Box 66">
            <a:extLst>
              <a:ext uri="{FF2B5EF4-FFF2-40B4-BE49-F238E27FC236}">
                <a16:creationId xmlns:a16="http://schemas.microsoft.com/office/drawing/2014/main" id="{6C2772CA-E485-6FE6-FEC1-B59B55A7268D}"/>
              </a:ext>
            </a:extLst>
          </p:cNvPr>
          <p:cNvSpPr txBox="1">
            <a:spLocks noChangeArrowheads="1"/>
          </p:cNvSpPr>
          <p:nvPr/>
        </p:nvSpPr>
        <p:spPr bwMode="auto">
          <a:xfrm>
            <a:off x="67056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71" name="Text Box 67">
            <a:extLst>
              <a:ext uri="{FF2B5EF4-FFF2-40B4-BE49-F238E27FC236}">
                <a16:creationId xmlns:a16="http://schemas.microsoft.com/office/drawing/2014/main" id="{0E5ECEAD-F48B-693B-2F39-219452D9E178}"/>
              </a:ext>
            </a:extLst>
          </p:cNvPr>
          <p:cNvSpPr txBox="1">
            <a:spLocks noChangeArrowheads="1"/>
          </p:cNvSpPr>
          <p:nvPr/>
        </p:nvSpPr>
        <p:spPr bwMode="auto">
          <a:xfrm>
            <a:off x="7239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19872" name="Text Box 68">
            <a:extLst>
              <a:ext uri="{FF2B5EF4-FFF2-40B4-BE49-F238E27FC236}">
                <a16:creationId xmlns:a16="http://schemas.microsoft.com/office/drawing/2014/main" id="{920AC670-C31A-193E-3F78-0207B1611BF2}"/>
              </a:ext>
            </a:extLst>
          </p:cNvPr>
          <p:cNvSpPr txBox="1">
            <a:spLocks noChangeArrowheads="1"/>
          </p:cNvSpPr>
          <p:nvPr/>
        </p:nvSpPr>
        <p:spPr bwMode="auto">
          <a:xfrm>
            <a:off x="807085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3" name="Text Box 69">
            <a:extLst>
              <a:ext uri="{FF2B5EF4-FFF2-40B4-BE49-F238E27FC236}">
                <a16:creationId xmlns:a16="http://schemas.microsoft.com/office/drawing/2014/main" id="{983A3CB6-6D97-0F44-815B-3F82F7567815}"/>
              </a:ext>
            </a:extLst>
          </p:cNvPr>
          <p:cNvSpPr txBox="1">
            <a:spLocks noChangeArrowheads="1"/>
          </p:cNvSpPr>
          <p:nvPr/>
        </p:nvSpPr>
        <p:spPr bwMode="auto">
          <a:xfrm>
            <a:off x="4794250" y="395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4" name="Text Box 70">
            <a:extLst>
              <a:ext uri="{FF2B5EF4-FFF2-40B4-BE49-F238E27FC236}">
                <a16:creationId xmlns:a16="http://schemas.microsoft.com/office/drawing/2014/main" id="{1692C445-EE7D-D8B2-B340-C26DEB9CB7FE}"/>
              </a:ext>
            </a:extLst>
          </p:cNvPr>
          <p:cNvSpPr txBox="1">
            <a:spLocks noChangeArrowheads="1"/>
          </p:cNvSpPr>
          <p:nvPr/>
        </p:nvSpPr>
        <p:spPr bwMode="auto">
          <a:xfrm>
            <a:off x="388620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5" name="Text Box 71">
            <a:extLst>
              <a:ext uri="{FF2B5EF4-FFF2-40B4-BE49-F238E27FC236}">
                <a16:creationId xmlns:a16="http://schemas.microsoft.com/office/drawing/2014/main" id="{782C5BD1-6484-FCCA-F845-EA06B20CA4BD}"/>
              </a:ext>
            </a:extLst>
          </p:cNvPr>
          <p:cNvSpPr txBox="1">
            <a:spLocks noChangeArrowheads="1"/>
          </p:cNvSpPr>
          <p:nvPr/>
        </p:nvSpPr>
        <p:spPr bwMode="auto">
          <a:xfrm>
            <a:off x="121920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6" name="Text Box 72">
            <a:extLst>
              <a:ext uri="{FF2B5EF4-FFF2-40B4-BE49-F238E27FC236}">
                <a16:creationId xmlns:a16="http://schemas.microsoft.com/office/drawing/2014/main" id="{0EB1F80A-8B19-5F0F-3055-23809D108B4D}"/>
              </a:ext>
            </a:extLst>
          </p:cNvPr>
          <p:cNvSpPr txBox="1">
            <a:spLocks noChangeArrowheads="1"/>
          </p:cNvSpPr>
          <p:nvPr/>
        </p:nvSpPr>
        <p:spPr bwMode="auto">
          <a:xfrm>
            <a:off x="762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7" name="Text Box 73">
            <a:extLst>
              <a:ext uri="{FF2B5EF4-FFF2-40B4-BE49-F238E27FC236}">
                <a16:creationId xmlns:a16="http://schemas.microsoft.com/office/drawing/2014/main" id="{429D427F-AD17-9920-4787-2F3DF2864AE6}"/>
              </a:ext>
            </a:extLst>
          </p:cNvPr>
          <p:cNvSpPr txBox="1">
            <a:spLocks noChangeArrowheads="1"/>
          </p:cNvSpPr>
          <p:nvPr/>
        </p:nvSpPr>
        <p:spPr bwMode="auto">
          <a:xfrm>
            <a:off x="2279650" y="3671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8" name="Text Box 74">
            <a:extLst>
              <a:ext uri="{FF2B5EF4-FFF2-40B4-BE49-F238E27FC236}">
                <a16:creationId xmlns:a16="http://schemas.microsoft.com/office/drawing/2014/main" id="{41E3CC50-EA01-970F-00F3-F9D84DEB8916}"/>
              </a:ext>
            </a:extLst>
          </p:cNvPr>
          <p:cNvSpPr txBox="1">
            <a:spLocks noChangeArrowheads="1"/>
          </p:cNvSpPr>
          <p:nvPr/>
        </p:nvSpPr>
        <p:spPr bwMode="auto">
          <a:xfrm>
            <a:off x="2813050" y="2667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79" name="Text Box 75">
            <a:extLst>
              <a:ext uri="{FF2B5EF4-FFF2-40B4-BE49-F238E27FC236}">
                <a16:creationId xmlns:a16="http://schemas.microsoft.com/office/drawing/2014/main" id="{254FC3AC-DD23-5AB0-255B-85458F56611A}"/>
              </a:ext>
            </a:extLst>
          </p:cNvPr>
          <p:cNvSpPr txBox="1">
            <a:spLocks noChangeArrowheads="1"/>
          </p:cNvSpPr>
          <p:nvPr/>
        </p:nvSpPr>
        <p:spPr bwMode="auto">
          <a:xfrm>
            <a:off x="43370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80" name="Text Box 76">
            <a:extLst>
              <a:ext uri="{FF2B5EF4-FFF2-40B4-BE49-F238E27FC236}">
                <a16:creationId xmlns:a16="http://schemas.microsoft.com/office/drawing/2014/main" id="{90E42737-B536-3D1A-9B05-F0FCFC8C1DF0}"/>
              </a:ext>
            </a:extLst>
          </p:cNvPr>
          <p:cNvSpPr txBox="1">
            <a:spLocks noChangeArrowheads="1"/>
          </p:cNvSpPr>
          <p:nvPr/>
        </p:nvSpPr>
        <p:spPr bwMode="auto">
          <a:xfrm>
            <a:off x="52768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81" name="Text Box 77">
            <a:extLst>
              <a:ext uri="{FF2B5EF4-FFF2-40B4-BE49-F238E27FC236}">
                <a16:creationId xmlns:a16="http://schemas.microsoft.com/office/drawing/2014/main" id="{0B9BAA03-1986-2AFA-7F25-24C8C2B8FD9A}"/>
              </a:ext>
            </a:extLst>
          </p:cNvPr>
          <p:cNvSpPr txBox="1">
            <a:spLocks noChangeArrowheads="1"/>
          </p:cNvSpPr>
          <p:nvPr/>
        </p:nvSpPr>
        <p:spPr bwMode="auto">
          <a:xfrm>
            <a:off x="74866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82" name="Text Box 78">
            <a:extLst>
              <a:ext uri="{FF2B5EF4-FFF2-40B4-BE49-F238E27FC236}">
                <a16:creationId xmlns:a16="http://schemas.microsoft.com/office/drawing/2014/main" id="{4E1D6580-CC61-080C-6C5E-6A90F02B5761}"/>
              </a:ext>
            </a:extLst>
          </p:cNvPr>
          <p:cNvSpPr txBox="1">
            <a:spLocks noChangeArrowheads="1"/>
          </p:cNvSpPr>
          <p:nvPr/>
        </p:nvSpPr>
        <p:spPr bwMode="auto">
          <a:xfrm>
            <a:off x="6629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83" name="Text Box 79">
            <a:extLst>
              <a:ext uri="{FF2B5EF4-FFF2-40B4-BE49-F238E27FC236}">
                <a16:creationId xmlns:a16="http://schemas.microsoft.com/office/drawing/2014/main" id="{2341E7A3-8F6B-A7E7-2C74-9A91BCA18BA1}"/>
              </a:ext>
            </a:extLst>
          </p:cNvPr>
          <p:cNvSpPr txBox="1">
            <a:spLocks noChangeArrowheads="1"/>
          </p:cNvSpPr>
          <p:nvPr/>
        </p:nvSpPr>
        <p:spPr bwMode="auto">
          <a:xfrm>
            <a:off x="2438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19885" name="Line 82">
            <a:extLst>
              <a:ext uri="{FF2B5EF4-FFF2-40B4-BE49-F238E27FC236}">
                <a16:creationId xmlns:a16="http://schemas.microsoft.com/office/drawing/2014/main" id="{7A117502-3CFA-0068-3DFF-4EE957325F37}"/>
              </a:ext>
            </a:extLst>
          </p:cNvPr>
          <p:cNvSpPr>
            <a:spLocks noChangeShapeType="1"/>
          </p:cNvSpPr>
          <p:nvPr/>
        </p:nvSpPr>
        <p:spPr bwMode="auto">
          <a:xfrm>
            <a:off x="6248400" y="990600"/>
            <a:ext cx="228600" cy="4572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86" name="Freeform 87">
            <a:extLst>
              <a:ext uri="{FF2B5EF4-FFF2-40B4-BE49-F238E27FC236}">
                <a16:creationId xmlns:a16="http://schemas.microsoft.com/office/drawing/2014/main" id="{E53D568F-318B-CC54-0D02-18F81124F237}"/>
              </a:ext>
            </a:extLst>
          </p:cNvPr>
          <p:cNvSpPr>
            <a:spLocks/>
          </p:cNvSpPr>
          <p:nvPr/>
        </p:nvSpPr>
        <p:spPr bwMode="auto">
          <a:xfrm>
            <a:off x="6248400" y="2133600"/>
            <a:ext cx="609600" cy="177800"/>
          </a:xfrm>
          <a:custGeom>
            <a:avLst/>
            <a:gdLst>
              <a:gd name="T0" fmla="*/ 0 w 384"/>
              <a:gd name="T1" fmla="*/ 2147483646 h 112"/>
              <a:gd name="T2" fmla="*/ 2147483646 w 384"/>
              <a:gd name="T3" fmla="*/ 2147483646 h 112"/>
              <a:gd name="T4" fmla="*/ 2147483646 w 384"/>
              <a:gd name="T5" fmla="*/ 2147483646 h 112"/>
              <a:gd name="T6" fmla="*/ 2147483646 w 384"/>
              <a:gd name="T7" fmla="*/ 2147483646 h 112"/>
              <a:gd name="T8" fmla="*/ 2147483646 w 384"/>
              <a:gd name="T9" fmla="*/ 2147483646 h 112"/>
              <a:gd name="T10" fmla="*/ 0 60000 65536"/>
              <a:gd name="T11" fmla="*/ 0 60000 65536"/>
              <a:gd name="T12" fmla="*/ 0 60000 65536"/>
              <a:gd name="T13" fmla="*/ 0 60000 65536"/>
              <a:gd name="T14" fmla="*/ 0 60000 65536"/>
              <a:gd name="T15" fmla="*/ 0 w 384"/>
              <a:gd name="T16" fmla="*/ 0 h 112"/>
              <a:gd name="T17" fmla="*/ 384 w 384"/>
              <a:gd name="T18" fmla="*/ 112 h 112"/>
            </a:gdLst>
            <a:ahLst/>
            <a:cxnLst>
              <a:cxn ang="T10">
                <a:pos x="T0" y="T1"/>
              </a:cxn>
              <a:cxn ang="T11">
                <a:pos x="T2" y="T3"/>
              </a:cxn>
              <a:cxn ang="T12">
                <a:pos x="T4" y="T5"/>
              </a:cxn>
              <a:cxn ang="T13">
                <a:pos x="T6" y="T7"/>
              </a:cxn>
              <a:cxn ang="T14">
                <a:pos x="T8" y="T9"/>
              </a:cxn>
            </a:cxnLst>
            <a:rect l="T15" t="T16" r="T17" b="T18"/>
            <a:pathLst>
              <a:path w="384" h="112">
                <a:moveTo>
                  <a:pt x="0" y="112"/>
                </a:moveTo>
                <a:cubicBezTo>
                  <a:pt x="12" y="96"/>
                  <a:pt x="24" y="80"/>
                  <a:pt x="48" y="64"/>
                </a:cubicBezTo>
                <a:cubicBezTo>
                  <a:pt x="72" y="48"/>
                  <a:pt x="112" y="24"/>
                  <a:pt x="144" y="16"/>
                </a:cubicBezTo>
                <a:cubicBezTo>
                  <a:pt x="176" y="8"/>
                  <a:pt x="200" y="0"/>
                  <a:pt x="240" y="16"/>
                </a:cubicBezTo>
                <a:cubicBezTo>
                  <a:pt x="280" y="32"/>
                  <a:pt x="360" y="96"/>
                  <a:pt x="384" y="112"/>
                </a:cubicBezTo>
              </a:path>
            </a:pathLst>
          </a:custGeom>
          <a:noFill/>
          <a:ln w="28575">
            <a:solidFill>
              <a:schemeClr val="hlink"/>
            </a:solidFill>
            <a:prstDash val="sysDot"/>
            <a:round/>
            <a:headEnd type="triangle" w="sm"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04217" name="Rectangle 89">
            <a:extLst>
              <a:ext uri="{FF2B5EF4-FFF2-40B4-BE49-F238E27FC236}">
                <a16:creationId xmlns:a16="http://schemas.microsoft.com/office/drawing/2014/main" id="{DF54DB93-7D99-DA53-EF2A-7B0AD1AA18A0}"/>
              </a:ext>
            </a:extLst>
          </p:cNvPr>
          <p:cNvSpPr>
            <a:spLocks noChangeArrowheads="1"/>
          </p:cNvSpPr>
          <p:nvPr/>
        </p:nvSpPr>
        <p:spPr bwMode="auto">
          <a:xfrm>
            <a:off x="5715000" y="477838"/>
            <a:ext cx="1831975" cy="588962"/>
          </a:xfrm>
          <a:prstGeom prst="rect">
            <a:avLst/>
          </a:prstGeom>
          <a:noFill/>
          <a:ln w="9525">
            <a:solidFill>
              <a:schemeClr val="hlink"/>
            </a:solid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latin typeface="Times New Roman" charset="0"/>
                <a:ea typeface="仿宋_GB2312" pitchFamily="49" charset="-122"/>
              </a:rPr>
              <a:t>左单旋转</a:t>
            </a:r>
            <a:endParaRPr lang="zh-CN" altLang="en-US" sz="3200" b="1">
              <a:solidFill>
                <a:schemeClr val="tx2"/>
              </a:solidFill>
              <a:latin typeface="Arial Narrow" pitchFamily="34" charset="0"/>
              <a:ea typeface="仿宋_GB2312" pitchFamily="49" charset="-122"/>
            </a:endParaRPr>
          </a:p>
        </p:txBody>
      </p:sp>
      <p:sp>
        <p:nvSpPr>
          <p:cNvPr id="304218" name="Text Box 90">
            <a:extLst>
              <a:ext uri="{FF2B5EF4-FFF2-40B4-BE49-F238E27FC236}">
                <a16:creationId xmlns:a16="http://schemas.microsoft.com/office/drawing/2014/main" id="{72349AD0-BC18-0453-045C-187AC4803937}"/>
              </a:ext>
            </a:extLst>
          </p:cNvPr>
          <p:cNvSpPr txBox="1">
            <a:spLocks noChangeArrowheads="1"/>
          </p:cNvSpPr>
          <p:nvPr/>
        </p:nvSpPr>
        <p:spPr bwMode="auto">
          <a:xfrm>
            <a:off x="457200" y="5410200"/>
            <a:ext cx="8305800" cy="1066800"/>
          </a:xfrm>
          <a:prstGeom prst="rect">
            <a:avLst/>
          </a:prstGeom>
          <a:noFill/>
          <a:ln w="9525">
            <a:noFill/>
            <a:miter lim="800000"/>
            <a:headEnd/>
            <a:tailEnd/>
          </a:ln>
          <a:effectLst/>
        </p:spPr>
        <p:txBody>
          <a:bodyPr>
            <a:spAutoFit/>
          </a:bodyPr>
          <a:lstStyle/>
          <a:p>
            <a:pPr>
              <a:defRPr/>
            </a:pPr>
            <a:r>
              <a:rPr lang="en-US" altLang="zh-CN" sz="3200" b="1" dirty="0">
                <a:solidFill>
                  <a:schemeClr val="accent2"/>
                </a:solidFill>
                <a:effectLst>
                  <a:outerShdw blurRad="38100" dist="38100" dir="2700000" algn="tl">
                    <a:srgbClr val="C0C0C0"/>
                  </a:outerShdw>
                </a:effectLst>
                <a:latin typeface="Arial Narrow" pitchFamily="34" charset="0"/>
                <a:ea typeface="仿宋_GB2312" pitchFamily="49" charset="-122"/>
              </a:rPr>
              <a:t>     </a:t>
            </a:r>
            <a:r>
              <a:rPr lang="en-US" altLang="zh-CN" sz="3200" b="1" dirty="0">
                <a:solidFill>
                  <a:schemeClr val="tx2"/>
                </a:solidFill>
                <a:latin typeface="Arial Narrow" pitchFamily="34" charset="0"/>
                <a:ea typeface="仿宋_GB2312" pitchFamily="49" charset="-122"/>
              </a:rPr>
              <a:t>O</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与</a:t>
            </a:r>
            <a:r>
              <a:rPr lang="en-US" altLang="zh-CN" sz="3200" b="1" dirty="0">
                <a:solidFill>
                  <a:schemeClr val="tx2"/>
                </a:solidFill>
                <a:latin typeface="Arial Narrow" pitchFamily="34" charset="0"/>
                <a:ea typeface="仿宋_GB2312" pitchFamily="49" charset="-122"/>
              </a:rPr>
              <a:t>R</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的平衡因子同号，以</a:t>
            </a:r>
            <a:r>
              <a:rPr lang="en-US" altLang="zh-CN" sz="3200" b="1" dirty="0">
                <a:solidFill>
                  <a:schemeClr val="tx2"/>
                </a:solidFill>
                <a:latin typeface="Arial Narrow" pitchFamily="34" charset="0"/>
                <a:ea typeface="仿宋_GB2312" pitchFamily="49" charset="-122"/>
              </a:rPr>
              <a:t>R</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为旋转轴做左单旋转，</a:t>
            </a:r>
            <a:r>
              <a:rPr lang="en-US" altLang="zh-CN" sz="3200" b="1" dirty="0">
                <a:solidFill>
                  <a:schemeClr val="tx2"/>
                </a:solidFill>
                <a:latin typeface="Arial Narrow" pitchFamily="34" charset="0"/>
                <a:ea typeface="仿宋_GB2312" pitchFamily="49" charset="-122"/>
              </a:rPr>
              <a:t>M</a:t>
            </a:r>
            <a:r>
              <a:rPr lang="zh-CN" altLang="zh-CN" sz="3200" b="1" dirty="0">
                <a:solidFill>
                  <a:schemeClr val="accent2"/>
                </a:solidFill>
                <a:effectLst>
                  <a:outerShdw blurRad="38100" dist="38100" dir="2700000" algn="tl">
                    <a:srgbClr val="C0C0C0"/>
                  </a:outerShdw>
                </a:effectLst>
                <a:latin typeface="Arial Narrow" pitchFamily="34" charset="0"/>
                <a:ea typeface="仿宋_GB2312" pitchFamily="49" charset="-122"/>
              </a:rPr>
              <a:t>的子树高度减 1</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a:t>
            </a:r>
            <a:endParaRPr lang="zh-CN" altLang="en-US" dirty="0">
              <a:latin typeface="Times New Roman" charset="0"/>
            </a:endParaRPr>
          </a:p>
        </p:txBody>
      </p:sp>
      <p:sp>
        <p:nvSpPr>
          <p:cNvPr id="84" name="内容占位符 4">
            <a:extLst>
              <a:ext uri="{FF2B5EF4-FFF2-40B4-BE49-F238E27FC236}">
                <a16:creationId xmlns:a16="http://schemas.microsoft.com/office/drawing/2014/main" id="{9FC7C972-9980-4DF9-8867-AE6D717C2EAF}"/>
              </a:ext>
            </a:extLst>
          </p:cNvPr>
          <p:cNvSpPr txBox="1">
            <a:spLocks/>
          </p:cNvSpPr>
          <p:nvPr/>
        </p:nvSpPr>
        <p:spPr>
          <a:xfrm>
            <a:off x="495300" y="243681"/>
            <a:ext cx="2476500" cy="715169"/>
          </a:xfrm>
          <a:prstGeom prst="rect">
            <a:avLst/>
          </a:prstGeom>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3600" dirty="0"/>
              <a:t>删除结点</a:t>
            </a:r>
            <a:r>
              <a:rPr lang="en-US" altLang="zh-CN" sz="3600" dirty="0"/>
              <a:t>P</a:t>
            </a:r>
          </a:p>
        </p:txBody>
      </p:sp>
      <p:sp>
        <p:nvSpPr>
          <p:cNvPr id="2" name="灯片编号占位符 1">
            <a:extLst>
              <a:ext uri="{FF2B5EF4-FFF2-40B4-BE49-F238E27FC236}">
                <a16:creationId xmlns:a16="http://schemas.microsoft.com/office/drawing/2014/main" id="{169947B9-1485-4782-32FD-71E91930EAEE}"/>
              </a:ext>
            </a:extLst>
          </p:cNvPr>
          <p:cNvSpPr>
            <a:spLocks noGrp="1"/>
          </p:cNvSpPr>
          <p:nvPr>
            <p:ph type="sldNum" sz="quarter" idx="12"/>
          </p:nvPr>
        </p:nvSpPr>
        <p:spPr/>
        <p:txBody>
          <a:bodyPr/>
          <a:lstStyle/>
          <a:p>
            <a:pPr>
              <a:defRPr/>
            </a:pPr>
            <a:fld id="{A5CDC942-AD50-4CB1-AAEC-9B389C2C8E01}" type="slidenum">
              <a:rPr lang="en-US" altLang="zh-CN" smtClean="0"/>
              <a:pPr>
                <a:defRPr/>
              </a:pPr>
              <a:t>104</a:t>
            </a:fld>
            <a:endParaRPr lang="en-US" altLang="zh-CN"/>
          </a:p>
        </p:txBody>
      </p:sp>
    </p:spTree>
  </p:cSld>
  <p:clrMapOvr>
    <a:masterClrMapping/>
  </p:clrMapOvr>
  <p:transition>
    <p:split/>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Line 1108">
            <a:extLst>
              <a:ext uri="{FF2B5EF4-FFF2-40B4-BE49-F238E27FC236}">
                <a16:creationId xmlns:a16="http://schemas.microsoft.com/office/drawing/2014/main" id="{44088CA5-FD07-5B6A-6BF6-B5CF089EB303}"/>
              </a:ext>
            </a:extLst>
          </p:cNvPr>
          <p:cNvSpPr>
            <a:spLocks noChangeShapeType="1"/>
          </p:cNvSpPr>
          <p:nvPr/>
        </p:nvSpPr>
        <p:spPr bwMode="auto">
          <a:xfrm>
            <a:off x="56388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5" name="Line 1109">
            <a:extLst>
              <a:ext uri="{FF2B5EF4-FFF2-40B4-BE49-F238E27FC236}">
                <a16:creationId xmlns:a16="http://schemas.microsoft.com/office/drawing/2014/main" id="{8660DC49-EC78-9DA3-AB72-CDA5CB8601AD}"/>
              </a:ext>
            </a:extLst>
          </p:cNvPr>
          <p:cNvSpPr>
            <a:spLocks noChangeShapeType="1"/>
          </p:cNvSpPr>
          <p:nvPr/>
        </p:nvSpPr>
        <p:spPr bwMode="auto">
          <a:xfrm flipV="1">
            <a:off x="51816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6" name="Oval 1110">
            <a:extLst>
              <a:ext uri="{FF2B5EF4-FFF2-40B4-BE49-F238E27FC236}">
                <a16:creationId xmlns:a16="http://schemas.microsoft.com/office/drawing/2014/main" id="{78387F9A-323C-E1B0-1253-A70EA2EF83EC}"/>
              </a:ext>
            </a:extLst>
          </p:cNvPr>
          <p:cNvSpPr>
            <a:spLocks noChangeArrowheads="1"/>
          </p:cNvSpPr>
          <p:nvPr/>
        </p:nvSpPr>
        <p:spPr bwMode="auto">
          <a:xfrm>
            <a:off x="49530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37" name="Oval 1111">
            <a:extLst>
              <a:ext uri="{FF2B5EF4-FFF2-40B4-BE49-F238E27FC236}">
                <a16:creationId xmlns:a16="http://schemas.microsoft.com/office/drawing/2014/main" id="{75086342-9634-7EBA-CC3B-90B337A6A4C0}"/>
              </a:ext>
            </a:extLst>
          </p:cNvPr>
          <p:cNvSpPr>
            <a:spLocks noChangeArrowheads="1"/>
          </p:cNvSpPr>
          <p:nvPr/>
        </p:nvSpPr>
        <p:spPr bwMode="auto">
          <a:xfrm>
            <a:off x="5867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38" name="Line 1026">
            <a:extLst>
              <a:ext uri="{FF2B5EF4-FFF2-40B4-BE49-F238E27FC236}">
                <a16:creationId xmlns:a16="http://schemas.microsoft.com/office/drawing/2014/main" id="{E456E6C9-866A-E03D-A309-B9DCF1D64FD0}"/>
              </a:ext>
            </a:extLst>
          </p:cNvPr>
          <p:cNvSpPr>
            <a:spLocks noChangeShapeType="1"/>
          </p:cNvSpPr>
          <p:nvPr/>
        </p:nvSpPr>
        <p:spPr bwMode="auto">
          <a:xfrm flipV="1">
            <a:off x="11430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39" name="Line 1027">
            <a:extLst>
              <a:ext uri="{FF2B5EF4-FFF2-40B4-BE49-F238E27FC236}">
                <a16:creationId xmlns:a16="http://schemas.microsoft.com/office/drawing/2014/main" id="{79B8C560-462E-5607-E685-188321CCE13F}"/>
              </a:ext>
            </a:extLst>
          </p:cNvPr>
          <p:cNvSpPr>
            <a:spLocks noChangeShapeType="1"/>
          </p:cNvSpPr>
          <p:nvPr/>
        </p:nvSpPr>
        <p:spPr bwMode="auto">
          <a:xfrm>
            <a:off x="42672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0" name="Line 1028">
            <a:extLst>
              <a:ext uri="{FF2B5EF4-FFF2-40B4-BE49-F238E27FC236}">
                <a16:creationId xmlns:a16="http://schemas.microsoft.com/office/drawing/2014/main" id="{C61C0104-A30D-03C4-4320-C41D974073DC}"/>
              </a:ext>
            </a:extLst>
          </p:cNvPr>
          <p:cNvSpPr>
            <a:spLocks noChangeShapeType="1"/>
          </p:cNvSpPr>
          <p:nvPr/>
        </p:nvSpPr>
        <p:spPr bwMode="auto">
          <a:xfrm>
            <a:off x="33528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1" name="Line 1029">
            <a:extLst>
              <a:ext uri="{FF2B5EF4-FFF2-40B4-BE49-F238E27FC236}">
                <a16:creationId xmlns:a16="http://schemas.microsoft.com/office/drawing/2014/main" id="{AEDDA59A-5B0A-3402-5C60-7B6A41C6D909}"/>
              </a:ext>
            </a:extLst>
          </p:cNvPr>
          <p:cNvSpPr>
            <a:spLocks noChangeShapeType="1"/>
          </p:cNvSpPr>
          <p:nvPr/>
        </p:nvSpPr>
        <p:spPr bwMode="auto">
          <a:xfrm flipV="1">
            <a:off x="2971800" y="3429000"/>
            <a:ext cx="381000" cy="762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2" name="Line 1032">
            <a:extLst>
              <a:ext uri="{FF2B5EF4-FFF2-40B4-BE49-F238E27FC236}">
                <a16:creationId xmlns:a16="http://schemas.microsoft.com/office/drawing/2014/main" id="{56A87F55-F23C-6858-E56D-591EF8B5BFB8}"/>
              </a:ext>
            </a:extLst>
          </p:cNvPr>
          <p:cNvSpPr>
            <a:spLocks noChangeShapeType="1"/>
          </p:cNvSpPr>
          <p:nvPr/>
        </p:nvSpPr>
        <p:spPr bwMode="auto">
          <a:xfrm flipV="1">
            <a:off x="70104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3" name="Line 1033">
            <a:extLst>
              <a:ext uri="{FF2B5EF4-FFF2-40B4-BE49-F238E27FC236}">
                <a16:creationId xmlns:a16="http://schemas.microsoft.com/office/drawing/2014/main" id="{F056B2BA-EE9E-5E5F-83CB-9BE778474BEF}"/>
              </a:ext>
            </a:extLst>
          </p:cNvPr>
          <p:cNvSpPr>
            <a:spLocks noChangeShapeType="1"/>
          </p:cNvSpPr>
          <p:nvPr/>
        </p:nvSpPr>
        <p:spPr bwMode="auto">
          <a:xfrm>
            <a:off x="38100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4" name="Line 1034">
            <a:extLst>
              <a:ext uri="{FF2B5EF4-FFF2-40B4-BE49-F238E27FC236}">
                <a16:creationId xmlns:a16="http://schemas.microsoft.com/office/drawing/2014/main" id="{AE22E016-3D2B-770D-7C06-7B17A27E1D3E}"/>
              </a:ext>
            </a:extLst>
          </p:cNvPr>
          <p:cNvSpPr>
            <a:spLocks noChangeShapeType="1"/>
          </p:cNvSpPr>
          <p:nvPr/>
        </p:nvSpPr>
        <p:spPr bwMode="auto">
          <a:xfrm flipV="1">
            <a:off x="33528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5" name="Line 1035">
            <a:extLst>
              <a:ext uri="{FF2B5EF4-FFF2-40B4-BE49-F238E27FC236}">
                <a16:creationId xmlns:a16="http://schemas.microsoft.com/office/drawing/2014/main" id="{FAE5895A-26A0-4E7F-500E-30CD975D7FEE}"/>
              </a:ext>
            </a:extLst>
          </p:cNvPr>
          <p:cNvSpPr>
            <a:spLocks noChangeShapeType="1"/>
          </p:cNvSpPr>
          <p:nvPr/>
        </p:nvSpPr>
        <p:spPr bwMode="auto">
          <a:xfrm>
            <a:off x="19812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6" name="Line 1036">
            <a:extLst>
              <a:ext uri="{FF2B5EF4-FFF2-40B4-BE49-F238E27FC236}">
                <a16:creationId xmlns:a16="http://schemas.microsoft.com/office/drawing/2014/main" id="{C3B7C4FA-77B5-70CA-ABC7-172DFB30A414}"/>
              </a:ext>
            </a:extLst>
          </p:cNvPr>
          <p:cNvSpPr>
            <a:spLocks noChangeShapeType="1"/>
          </p:cNvSpPr>
          <p:nvPr/>
        </p:nvSpPr>
        <p:spPr bwMode="auto">
          <a:xfrm flipH="1" flipV="1">
            <a:off x="29718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7" name="Line 1037">
            <a:extLst>
              <a:ext uri="{FF2B5EF4-FFF2-40B4-BE49-F238E27FC236}">
                <a16:creationId xmlns:a16="http://schemas.microsoft.com/office/drawing/2014/main" id="{53096957-033B-A851-CCDD-FA5CA46DDA92}"/>
              </a:ext>
            </a:extLst>
          </p:cNvPr>
          <p:cNvSpPr>
            <a:spLocks noChangeShapeType="1"/>
          </p:cNvSpPr>
          <p:nvPr/>
        </p:nvSpPr>
        <p:spPr bwMode="auto">
          <a:xfrm flipH="1" flipV="1">
            <a:off x="6705600" y="18288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8" name="Line 1038">
            <a:extLst>
              <a:ext uri="{FF2B5EF4-FFF2-40B4-BE49-F238E27FC236}">
                <a16:creationId xmlns:a16="http://schemas.microsoft.com/office/drawing/2014/main" id="{8D29731A-C682-A7FF-6C13-6F33C1E6D35A}"/>
              </a:ext>
            </a:extLst>
          </p:cNvPr>
          <p:cNvSpPr>
            <a:spLocks noChangeShapeType="1"/>
          </p:cNvSpPr>
          <p:nvPr/>
        </p:nvSpPr>
        <p:spPr bwMode="auto">
          <a:xfrm flipV="1">
            <a:off x="57150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49" name="Oval 1039">
            <a:extLst>
              <a:ext uri="{FF2B5EF4-FFF2-40B4-BE49-F238E27FC236}">
                <a16:creationId xmlns:a16="http://schemas.microsoft.com/office/drawing/2014/main" id="{560D6088-B01D-A6B3-4B86-1754487ED97B}"/>
              </a:ext>
            </a:extLst>
          </p:cNvPr>
          <p:cNvSpPr>
            <a:spLocks noChangeArrowheads="1"/>
          </p:cNvSpPr>
          <p:nvPr/>
        </p:nvSpPr>
        <p:spPr bwMode="auto">
          <a:xfrm>
            <a:off x="2209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50" name="Line 1040">
            <a:extLst>
              <a:ext uri="{FF2B5EF4-FFF2-40B4-BE49-F238E27FC236}">
                <a16:creationId xmlns:a16="http://schemas.microsoft.com/office/drawing/2014/main" id="{309BA82E-9DF1-4A61-6C35-88215C018986}"/>
              </a:ext>
            </a:extLst>
          </p:cNvPr>
          <p:cNvSpPr>
            <a:spLocks noChangeShapeType="1"/>
          </p:cNvSpPr>
          <p:nvPr/>
        </p:nvSpPr>
        <p:spPr bwMode="auto">
          <a:xfrm>
            <a:off x="4648200" y="990600"/>
            <a:ext cx="1828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1" name="Line 1041">
            <a:extLst>
              <a:ext uri="{FF2B5EF4-FFF2-40B4-BE49-F238E27FC236}">
                <a16:creationId xmlns:a16="http://schemas.microsoft.com/office/drawing/2014/main" id="{28B3D49E-E7A0-BEB2-01F0-C323EC52E6BE}"/>
              </a:ext>
            </a:extLst>
          </p:cNvPr>
          <p:cNvSpPr>
            <a:spLocks noChangeShapeType="1"/>
          </p:cNvSpPr>
          <p:nvPr/>
        </p:nvSpPr>
        <p:spPr bwMode="auto">
          <a:xfrm flipV="1">
            <a:off x="2590800" y="42672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2" name="Line 1042">
            <a:extLst>
              <a:ext uri="{FF2B5EF4-FFF2-40B4-BE49-F238E27FC236}">
                <a16:creationId xmlns:a16="http://schemas.microsoft.com/office/drawing/2014/main" id="{24A8B3C7-867C-01B3-2F36-938EAB586926}"/>
              </a:ext>
            </a:extLst>
          </p:cNvPr>
          <p:cNvSpPr>
            <a:spLocks noChangeShapeType="1"/>
          </p:cNvSpPr>
          <p:nvPr/>
        </p:nvSpPr>
        <p:spPr bwMode="auto">
          <a:xfrm flipV="1">
            <a:off x="20574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3" name="Line 1043">
            <a:extLst>
              <a:ext uri="{FF2B5EF4-FFF2-40B4-BE49-F238E27FC236}">
                <a16:creationId xmlns:a16="http://schemas.microsoft.com/office/drawing/2014/main" id="{C2FB472C-AF2E-B23F-BDA9-AE72C97C8F5C}"/>
              </a:ext>
            </a:extLst>
          </p:cNvPr>
          <p:cNvSpPr>
            <a:spLocks noChangeShapeType="1"/>
          </p:cNvSpPr>
          <p:nvPr/>
        </p:nvSpPr>
        <p:spPr bwMode="auto">
          <a:xfrm flipV="1">
            <a:off x="15240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4" name="Line 1044">
            <a:extLst>
              <a:ext uri="{FF2B5EF4-FFF2-40B4-BE49-F238E27FC236}">
                <a16:creationId xmlns:a16="http://schemas.microsoft.com/office/drawing/2014/main" id="{9614D731-765E-0BAE-7FD7-80D41BB3FAAE}"/>
              </a:ext>
            </a:extLst>
          </p:cNvPr>
          <p:cNvSpPr>
            <a:spLocks noChangeShapeType="1"/>
          </p:cNvSpPr>
          <p:nvPr/>
        </p:nvSpPr>
        <p:spPr bwMode="auto">
          <a:xfrm flipV="1">
            <a:off x="3048000" y="990600"/>
            <a:ext cx="1524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5" name="Oval 1045">
            <a:extLst>
              <a:ext uri="{FF2B5EF4-FFF2-40B4-BE49-F238E27FC236}">
                <a16:creationId xmlns:a16="http://schemas.microsoft.com/office/drawing/2014/main" id="{036D32FE-E1DA-CB4A-D495-1FFD449DC3D3}"/>
              </a:ext>
            </a:extLst>
          </p:cNvPr>
          <p:cNvSpPr>
            <a:spLocks noChangeArrowheads="1"/>
          </p:cNvSpPr>
          <p:nvPr/>
        </p:nvSpPr>
        <p:spPr bwMode="auto">
          <a:xfrm>
            <a:off x="1295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56" name="Oval 1046">
            <a:extLst>
              <a:ext uri="{FF2B5EF4-FFF2-40B4-BE49-F238E27FC236}">
                <a16:creationId xmlns:a16="http://schemas.microsoft.com/office/drawing/2014/main" id="{A6E37848-AE32-0DB0-568C-4C85BCB35768}"/>
              </a:ext>
            </a:extLst>
          </p:cNvPr>
          <p:cNvSpPr>
            <a:spLocks noChangeArrowheads="1"/>
          </p:cNvSpPr>
          <p:nvPr/>
        </p:nvSpPr>
        <p:spPr bwMode="auto">
          <a:xfrm>
            <a:off x="2286000" y="48006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57" name="Oval 1047">
            <a:extLst>
              <a:ext uri="{FF2B5EF4-FFF2-40B4-BE49-F238E27FC236}">
                <a16:creationId xmlns:a16="http://schemas.microsoft.com/office/drawing/2014/main" id="{2EA020E3-36D0-C7FC-0124-69ECE5023CD4}"/>
              </a:ext>
            </a:extLst>
          </p:cNvPr>
          <p:cNvSpPr>
            <a:spLocks noChangeArrowheads="1"/>
          </p:cNvSpPr>
          <p:nvPr/>
        </p:nvSpPr>
        <p:spPr bwMode="auto">
          <a:xfrm>
            <a:off x="3124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58" name="Oval 1048">
            <a:extLst>
              <a:ext uri="{FF2B5EF4-FFF2-40B4-BE49-F238E27FC236}">
                <a16:creationId xmlns:a16="http://schemas.microsoft.com/office/drawing/2014/main" id="{E41F07F0-DEBD-BA12-A22B-038FD888091A}"/>
              </a:ext>
            </a:extLst>
          </p:cNvPr>
          <p:cNvSpPr>
            <a:spLocks noChangeArrowheads="1"/>
          </p:cNvSpPr>
          <p:nvPr/>
        </p:nvSpPr>
        <p:spPr bwMode="auto">
          <a:xfrm>
            <a:off x="40386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59" name="Oval 1049">
            <a:extLst>
              <a:ext uri="{FF2B5EF4-FFF2-40B4-BE49-F238E27FC236}">
                <a16:creationId xmlns:a16="http://schemas.microsoft.com/office/drawing/2014/main" id="{8F6EB043-0B71-E8B6-41E3-9E91666744E0}"/>
              </a:ext>
            </a:extLst>
          </p:cNvPr>
          <p:cNvSpPr>
            <a:spLocks noChangeArrowheads="1"/>
          </p:cNvSpPr>
          <p:nvPr/>
        </p:nvSpPr>
        <p:spPr bwMode="auto">
          <a:xfrm>
            <a:off x="6781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0" name="Oval 1051">
            <a:extLst>
              <a:ext uri="{FF2B5EF4-FFF2-40B4-BE49-F238E27FC236}">
                <a16:creationId xmlns:a16="http://schemas.microsoft.com/office/drawing/2014/main" id="{4F0DB0E3-43A2-8ADD-8B12-3B7057F2FA4C}"/>
              </a:ext>
            </a:extLst>
          </p:cNvPr>
          <p:cNvSpPr>
            <a:spLocks noChangeArrowheads="1"/>
          </p:cNvSpPr>
          <p:nvPr/>
        </p:nvSpPr>
        <p:spPr bwMode="auto">
          <a:xfrm>
            <a:off x="2743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1" name="Oval 1052">
            <a:extLst>
              <a:ext uri="{FF2B5EF4-FFF2-40B4-BE49-F238E27FC236}">
                <a16:creationId xmlns:a16="http://schemas.microsoft.com/office/drawing/2014/main" id="{881A1253-D66F-D2D0-C13A-B02606C7351E}"/>
              </a:ext>
            </a:extLst>
          </p:cNvPr>
          <p:cNvSpPr>
            <a:spLocks noChangeArrowheads="1"/>
          </p:cNvSpPr>
          <p:nvPr/>
        </p:nvSpPr>
        <p:spPr bwMode="auto">
          <a:xfrm>
            <a:off x="838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2" name="Oval 1054">
            <a:extLst>
              <a:ext uri="{FF2B5EF4-FFF2-40B4-BE49-F238E27FC236}">
                <a16:creationId xmlns:a16="http://schemas.microsoft.com/office/drawing/2014/main" id="{33F256E3-7B8F-8626-22C3-C67828E72362}"/>
              </a:ext>
            </a:extLst>
          </p:cNvPr>
          <p:cNvSpPr>
            <a:spLocks noChangeArrowheads="1"/>
          </p:cNvSpPr>
          <p:nvPr/>
        </p:nvSpPr>
        <p:spPr bwMode="auto">
          <a:xfrm>
            <a:off x="3429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3" name="Oval 1055">
            <a:extLst>
              <a:ext uri="{FF2B5EF4-FFF2-40B4-BE49-F238E27FC236}">
                <a16:creationId xmlns:a16="http://schemas.microsoft.com/office/drawing/2014/main" id="{2828C7C1-1A0D-1E84-3F6D-7E30A9D21287}"/>
              </a:ext>
            </a:extLst>
          </p:cNvPr>
          <p:cNvSpPr>
            <a:spLocks noChangeArrowheads="1"/>
          </p:cNvSpPr>
          <p:nvPr/>
        </p:nvSpPr>
        <p:spPr bwMode="auto">
          <a:xfrm>
            <a:off x="43434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4" name="Oval 1056">
            <a:extLst>
              <a:ext uri="{FF2B5EF4-FFF2-40B4-BE49-F238E27FC236}">
                <a16:creationId xmlns:a16="http://schemas.microsoft.com/office/drawing/2014/main" id="{13A45BC2-6BE4-75A6-97E1-D34486F72E48}"/>
              </a:ext>
            </a:extLst>
          </p:cNvPr>
          <p:cNvSpPr>
            <a:spLocks noChangeArrowheads="1"/>
          </p:cNvSpPr>
          <p:nvPr/>
        </p:nvSpPr>
        <p:spPr bwMode="auto">
          <a:xfrm>
            <a:off x="35814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5" name="Oval 1057">
            <a:extLst>
              <a:ext uri="{FF2B5EF4-FFF2-40B4-BE49-F238E27FC236}">
                <a16:creationId xmlns:a16="http://schemas.microsoft.com/office/drawing/2014/main" id="{7EDA75FF-8DBE-1C5A-0BCE-AE79FCE3D627}"/>
              </a:ext>
            </a:extLst>
          </p:cNvPr>
          <p:cNvSpPr>
            <a:spLocks noChangeArrowheads="1"/>
          </p:cNvSpPr>
          <p:nvPr/>
        </p:nvSpPr>
        <p:spPr bwMode="auto">
          <a:xfrm>
            <a:off x="17526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6" name="Oval 1058">
            <a:extLst>
              <a:ext uri="{FF2B5EF4-FFF2-40B4-BE49-F238E27FC236}">
                <a16:creationId xmlns:a16="http://schemas.microsoft.com/office/drawing/2014/main" id="{9E7D63B9-E937-7DF0-AF81-F0686FCE5C1F}"/>
              </a:ext>
            </a:extLst>
          </p:cNvPr>
          <p:cNvSpPr>
            <a:spLocks noChangeArrowheads="1"/>
          </p:cNvSpPr>
          <p:nvPr/>
        </p:nvSpPr>
        <p:spPr bwMode="auto">
          <a:xfrm>
            <a:off x="72390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7" name="Oval 1059">
            <a:extLst>
              <a:ext uri="{FF2B5EF4-FFF2-40B4-BE49-F238E27FC236}">
                <a16:creationId xmlns:a16="http://schemas.microsoft.com/office/drawing/2014/main" id="{A69C454F-5246-981C-ED31-4C42FA18D9D7}"/>
              </a:ext>
            </a:extLst>
          </p:cNvPr>
          <p:cNvSpPr>
            <a:spLocks noChangeArrowheads="1"/>
          </p:cNvSpPr>
          <p:nvPr/>
        </p:nvSpPr>
        <p:spPr bwMode="auto">
          <a:xfrm>
            <a:off x="5410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8" name="Oval 1060">
            <a:extLst>
              <a:ext uri="{FF2B5EF4-FFF2-40B4-BE49-F238E27FC236}">
                <a16:creationId xmlns:a16="http://schemas.microsoft.com/office/drawing/2014/main" id="{1F762C38-5C49-DAF0-F168-55AB2E3ACF07}"/>
              </a:ext>
            </a:extLst>
          </p:cNvPr>
          <p:cNvSpPr>
            <a:spLocks noChangeArrowheads="1"/>
          </p:cNvSpPr>
          <p:nvPr/>
        </p:nvSpPr>
        <p:spPr bwMode="auto">
          <a:xfrm>
            <a:off x="63246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69" name="Oval 1061">
            <a:extLst>
              <a:ext uri="{FF2B5EF4-FFF2-40B4-BE49-F238E27FC236}">
                <a16:creationId xmlns:a16="http://schemas.microsoft.com/office/drawing/2014/main" id="{6382C653-97B3-BA71-46E1-514EC66A9378}"/>
              </a:ext>
            </a:extLst>
          </p:cNvPr>
          <p:cNvSpPr>
            <a:spLocks noChangeArrowheads="1"/>
          </p:cNvSpPr>
          <p:nvPr/>
        </p:nvSpPr>
        <p:spPr bwMode="auto">
          <a:xfrm>
            <a:off x="26670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70" name="Oval 1062">
            <a:extLst>
              <a:ext uri="{FF2B5EF4-FFF2-40B4-BE49-F238E27FC236}">
                <a16:creationId xmlns:a16="http://schemas.microsoft.com/office/drawing/2014/main" id="{C55C27FF-D1DD-2278-A274-DE2C02FE111C}"/>
              </a:ext>
            </a:extLst>
          </p:cNvPr>
          <p:cNvSpPr>
            <a:spLocks noChangeArrowheads="1"/>
          </p:cNvSpPr>
          <p:nvPr/>
        </p:nvSpPr>
        <p:spPr bwMode="auto">
          <a:xfrm>
            <a:off x="4419600" y="685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0871" name="Text Box 1063">
            <a:extLst>
              <a:ext uri="{FF2B5EF4-FFF2-40B4-BE49-F238E27FC236}">
                <a16:creationId xmlns:a16="http://schemas.microsoft.com/office/drawing/2014/main" id="{BF814B3D-2991-89CD-95E7-03EAF49F96A5}"/>
              </a:ext>
            </a:extLst>
          </p:cNvPr>
          <p:cNvSpPr txBox="1">
            <a:spLocks noChangeArrowheads="1"/>
          </p:cNvSpPr>
          <p:nvPr/>
        </p:nvSpPr>
        <p:spPr bwMode="auto">
          <a:xfrm>
            <a:off x="86995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0872" name="Text Box 1064">
            <a:extLst>
              <a:ext uri="{FF2B5EF4-FFF2-40B4-BE49-F238E27FC236}">
                <a16:creationId xmlns:a16="http://schemas.microsoft.com/office/drawing/2014/main" id="{4633D6AA-D2F5-06F3-393A-D574810B3639}"/>
              </a:ext>
            </a:extLst>
          </p:cNvPr>
          <p:cNvSpPr txBox="1">
            <a:spLocks noChangeArrowheads="1"/>
          </p:cNvSpPr>
          <p:nvPr/>
        </p:nvSpPr>
        <p:spPr bwMode="auto">
          <a:xfrm>
            <a:off x="13271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0873" name="Text Box 1065">
            <a:extLst>
              <a:ext uri="{FF2B5EF4-FFF2-40B4-BE49-F238E27FC236}">
                <a16:creationId xmlns:a16="http://schemas.microsoft.com/office/drawing/2014/main" id="{2B95BFAE-0601-045B-A0F4-FC09C1B22410}"/>
              </a:ext>
            </a:extLst>
          </p:cNvPr>
          <p:cNvSpPr txBox="1">
            <a:spLocks noChangeArrowheads="1"/>
          </p:cNvSpPr>
          <p:nvPr/>
        </p:nvSpPr>
        <p:spPr bwMode="auto">
          <a:xfrm>
            <a:off x="17526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0874" name="Text Box 1066">
            <a:extLst>
              <a:ext uri="{FF2B5EF4-FFF2-40B4-BE49-F238E27FC236}">
                <a16:creationId xmlns:a16="http://schemas.microsoft.com/office/drawing/2014/main" id="{0FC33C1A-E2D0-D9B8-34FE-AC099E2ED906}"/>
              </a:ext>
            </a:extLst>
          </p:cNvPr>
          <p:cNvSpPr txBox="1">
            <a:spLocks noChangeArrowheads="1"/>
          </p:cNvSpPr>
          <p:nvPr/>
        </p:nvSpPr>
        <p:spPr bwMode="auto">
          <a:xfrm>
            <a:off x="22415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0875" name="Text Box 1067">
            <a:extLst>
              <a:ext uri="{FF2B5EF4-FFF2-40B4-BE49-F238E27FC236}">
                <a16:creationId xmlns:a16="http://schemas.microsoft.com/office/drawing/2014/main" id="{A06823D1-179A-FA4A-CEF3-A2D6FA2C2D6F}"/>
              </a:ext>
            </a:extLst>
          </p:cNvPr>
          <p:cNvSpPr txBox="1">
            <a:spLocks noChangeArrowheads="1"/>
          </p:cNvSpPr>
          <p:nvPr/>
        </p:nvSpPr>
        <p:spPr bwMode="auto">
          <a:xfrm>
            <a:off x="27178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0876" name="Text Box 1068">
            <a:extLst>
              <a:ext uri="{FF2B5EF4-FFF2-40B4-BE49-F238E27FC236}">
                <a16:creationId xmlns:a16="http://schemas.microsoft.com/office/drawing/2014/main" id="{12ED9557-2218-EBD7-A1DB-C04DEAD89361}"/>
              </a:ext>
            </a:extLst>
          </p:cNvPr>
          <p:cNvSpPr txBox="1">
            <a:spLocks noChangeArrowheads="1"/>
          </p:cNvSpPr>
          <p:nvPr/>
        </p:nvSpPr>
        <p:spPr bwMode="auto">
          <a:xfrm>
            <a:off x="2355850" y="47244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0877" name="Text Box 1069">
            <a:extLst>
              <a:ext uri="{FF2B5EF4-FFF2-40B4-BE49-F238E27FC236}">
                <a16:creationId xmlns:a16="http://schemas.microsoft.com/office/drawing/2014/main" id="{E5656CDD-2F88-6CE7-C4CF-3496E2D4A8E5}"/>
              </a:ext>
            </a:extLst>
          </p:cNvPr>
          <p:cNvSpPr txBox="1">
            <a:spLocks noChangeArrowheads="1"/>
          </p:cNvSpPr>
          <p:nvPr/>
        </p:nvSpPr>
        <p:spPr bwMode="auto">
          <a:xfrm>
            <a:off x="2743200" y="38862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20878" name="Text Box 1070">
            <a:extLst>
              <a:ext uri="{FF2B5EF4-FFF2-40B4-BE49-F238E27FC236}">
                <a16:creationId xmlns:a16="http://schemas.microsoft.com/office/drawing/2014/main" id="{DBA8C97B-60D3-A802-1488-9CA81CE73346}"/>
              </a:ext>
            </a:extLst>
          </p:cNvPr>
          <p:cNvSpPr txBox="1">
            <a:spLocks noChangeArrowheads="1"/>
          </p:cNvSpPr>
          <p:nvPr/>
        </p:nvSpPr>
        <p:spPr bwMode="auto">
          <a:xfrm>
            <a:off x="31559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0879" name="Text Box 1071">
            <a:extLst>
              <a:ext uri="{FF2B5EF4-FFF2-40B4-BE49-F238E27FC236}">
                <a16:creationId xmlns:a16="http://schemas.microsoft.com/office/drawing/2014/main" id="{A22C087B-2747-AF2F-C7A3-461A84D883ED}"/>
              </a:ext>
            </a:extLst>
          </p:cNvPr>
          <p:cNvSpPr txBox="1">
            <a:spLocks noChangeArrowheads="1"/>
          </p:cNvSpPr>
          <p:nvPr/>
        </p:nvSpPr>
        <p:spPr bwMode="auto">
          <a:xfrm>
            <a:off x="3533775" y="3886200"/>
            <a:ext cx="276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0880" name="Text Box 1072">
            <a:extLst>
              <a:ext uri="{FF2B5EF4-FFF2-40B4-BE49-F238E27FC236}">
                <a16:creationId xmlns:a16="http://schemas.microsoft.com/office/drawing/2014/main" id="{C95657EF-14C7-B47C-2182-490B672D0CFD}"/>
              </a:ext>
            </a:extLst>
          </p:cNvPr>
          <p:cNvSpPr txBox="1">
            <a:spLocks noChangeArrowheads="1"/>
          </p:cNvSpPr>
          <p:nvPr/>
        </p:nvSpPr>
        <p:spPr bwMode="auto">
          <a:xfrm>
            <a:off x="3592513" y="2209800"/>
            <a:ext cx="3698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0881" name="Text Box 1073">
            <a:extLst>
              <a:ext uri="{FF2B5EF4-FFF2-40B4-BE49-F238E27FC236}">
                <a16:creationId xmlns:a16="http://schemas.microsoft.com/office/drawing/2014/main" id="{4F62F46E-4B5C-4DFB-A347-AC8A01B1C8F1}"/>
              </a:ext>
            </a:extLst>
          </p:cNvPr>
          <p:cNvSpPr txBox="1">
            <a:spLocks noChangeArrowheads="1"/>
          </p:cNvSpPr>
          <p:nvPr/>
        </p:nvSpPr>
        <p:spPr bwMode="auto">
          <a:xfrm>
            <a:off x="4049713"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0882" name="Text Box 1074">
            <a:extLst>
              <a:ext uri="{FF2B5EF4-FFF2-40B4-BE49-F238E27FC236}">
                <a16:creationId xmlns:a16="http://schemas.microsoft.com/office/drawing/2014/main" id="{438B5273-E5D0-7EA6-FC7D-DE4E16D29DA7}"/>
              </a:ext>
            </a:extLst>
          </p:cNvPr>
          <p:cNvSpPr txBox="1">
            <a:spLocks noChangeArrowheads="1"/>
          </p:cNvSpPr>
          <p:nvPr/>
        </p:nvSpPr>
        <p:spPr bwMode="auto">
          <a:xfrm>
            <a:off x="434340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20883" name="Text Box 1075">
            <a:extLst>
              <a:ext uri="{FF2B5EF4-FFF2-40B4-BE49-F238E27FC236}">
                <a16:creationId xmlns:a16="http://schemas.microsoft.com/office/drawing/2014/main" id="{C5DFF66F-3F8A-1A04-A48D-C918C8D0E6D6}"/>
              </a:ext>
            </a:extLst>
          </p:cNvPr>
          <p:cNvSpPr txBox="1">
            <a:spLocks noChangeArrowheads="1"/>
          </p:cNvSpPr>
          <p:nvPr/>
        </p:nvSpPr>
        <p:spPr bwMode="auto">
          <a:xfrm>
            <a:off x="4419600" y="609600"/>
            <a:ext cx="461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120884" name="Text Box 1076">
            <a:extLst>
              <a:ext uri="{FF2B5EF4-FFF2-40B4-BE49-F238E27FC236}">
                <a16:creationId xmlns:a16="http://schemas.microsoft.com/office/drawing/2014/main" id="{89D47B62-9B46-946A-AC2D-E791C0D64F80}"/>
              </a:ext>
            </a:extLst>
          </p:cNvPr>
          <p:cNvSpPr txBox="1">
            <a:spLocks noChangeArrowheads="1"/>
          </p:cNvSpPr>
          <p:nvPr/>
        </p:nvSpPr>
        <p:spPr bwMode="auto">
          <a:xfrm>
            <a:off x="495300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20885" name="Text Box 1077">
            <a:extLst>
              <a:ext uri="{FF2B5EF4-FFF2-40B4-BE49-F238E27FC236}">
                <a16:creationId xmlns:a16="http://schemas.microsoft.com/office/drawing/2014/main" id="{9A0D9D23-D00F-C3FF-AA96-5E6B32BE1248}"/>
              </a:ext>
            </a:extLst>
          </p:cNvPr>
          <p:cNvSpPr txBox="1">
            <a:spLocks noChangeArrowheads="1"/>
          </p:cNvSpPr>
          <p:nvPr/>
        </p:nvSpPr>
        <p:spPr bwMode="auto">
          <a:xfrm>
            <a:off x="5410200" y="2239963"/>
            <a:ext cx="4429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120886" name="Text Box 1078">
            <a:extLst>
              <a:ext uri="{FF2B5EF4-FFF2-40B4-BE49-F238E27FC236}">
                <a16:creationId xmlns:a16="http://schemas.microsoft.com/office/drawing/2014/main" id="{CA6EB577-8272-C9DA-3B9A-3A27911024C3}"/>
              </a:ext>
            </a:extLst>
          </p:cNvPr>
          <p:cNvSpPr txBox="1">
            <a:spLocks noChangeArrowheads="1"/>
          </p:cNvSpPr>
          <p:nvPr/>
        </p:nvSpPr>
        <p:spPr bwMode="auto">
          <a:xfrm>
            <a:off x="58674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20887" name="Text Box 1079">
            <a:extLst>
              <a:ext uri="{FF2B5EF4-FFF2-40B4-BE49-F238E27FC236}">
                <a16:creationId xmlns:a16="http://schemas.microsoft.com/office/drawing/2014/main" id="{DB0576D0-BB9C-CA7F-A576-C4018B484FB1}"/>
              </a:ext>
            </a:extLst>
          </p:cNvPr>
          <p:cNvSpPr txBox="1">
            <a:spLocks noChangeArrowheads="1"/>
          </p:cNvSpPr>
          <p:nvPr/>
        </p:nvSpPr>
        <p:spPr bwMode="auto">
          <a:xfrm>
            <a:off x="6324600" y="13716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20888" name="Text Box 1080">
            <a:extLst>
              <a:ext uri="{FF2B5EF4-FFF2-40B4-BE49-F238E27FC236}">
                <a16:creationId xmlns:a16="http://schemas.microsoft.com/office/drawing/2014/main" id="{DDD2FDFF-1B03-CC0B-2F47-57815AAA5754}"/>
              </a:ext>
            </a:extLst>
          </p:cNvPr>
          <p:cNvSpPr txBox="1">
            <a:spLocks noChangeArrowheads="1"/>
          </p:cNvSpPr>
          <p:nvPr/>
        </p:nvSpPr>
        <p:spPr bwMode="auto">
          <a:xfrm>
            <a:off x="6781800" y="30480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120889" name="Text Box 1081">
            <a:extLst>
              <a:ext uri="{FF2B5EF4-FFF2-40B4-BE49-F238E27FC236}">
                <a16:creationId xmlns:a16="http://schemas.microsoft.com/office/drawing/2014/main" id="{15F2CC7A-80B8-198A-1F1F-091B3D8728D9}"/>
              </a:ext>
            </a:extLst>
          </p:cNvPr>
          <p:cNvSpPr txBox="1">
            <a:spLocks noChangeArrowheads="1"/>
          </p:cNvSpPr>
          <p:nvPr/>
        </p:nvSpPr>
        <p:spPr bwMode="auto">
          <a:xfrm>
            <a:off x="7239000" y="2225675"/>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20890" name="Text Box 1082">
            <a:extLst>
              <a:ext uri="{FF2B5EF4-FFF2-40B4-BE49-F238E27FC236}">
                <a16:creationId xmlns:a16="http://schemas.microsoft.com/office/drawing/2014/main" id="{52BAB1C8-0211-B747-D859-7D4EEF7BD58D}"/>
              </a:ext>
            </a:extLst>
          </p:cNvPr>
          <p:cNvSpPr txBox="1">
            <a:spLocks noChangeArrowheads="1"/>
          </p:cNvSpPr>
          <p:nvPr/>
        </p:nvSpPr>
        <p:spPr bwMode="auto">
          <a:xfrm>
            <a:off x="5334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1" name="Text Box 1083">
            <a:extLst>
              <a:ext uri="{FF2B5EF4-FFF2-40B4-BE49-F238E27FC236}">
                <a16:creationId xmlns:a16="http://schemas.microsoft.com/office/drawing/2014/main" id="{8E160370-0750-B590-4B68-7C8AE0D385E0}"/>
              </a:ext>
            </a:extLst>
          </p:cNvPr>
          <p:cNvSpPr txBox="1">
            <a:spLocks noChangeArrowheads="1"/>
          </p:cNvSpPr>
          <p:nvPr/>
        </p:nvSpPr>
        <p:spPr bwMode="auto">
          <a:xfrm>
            <a:off x="1981200" y="45100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2" name="Text Box 1084">
            <a:extLst>
              <a:ext uri="{FF2B5EF4-FFF2-40B4-BE49-F238E27FC236}">
                <a16:creationId xmlns:a16="http://schemas.microsoft.com/office/drawing/2014/main" id="{4FE7409B-8500-FFE5-A9B9-AE4F64BE788D}"/>
              </a:ext>
            </a:extLst>
          </p:cNvPr>
          <p:cNvSpPr txBox="1">
            <a:spLocks noChangeArrowheads="1"/>
          </p:cNvSpPr>
          <p:nvPr/>
        </p:nvSpPr>
        <p:spPr bwMode="auto">
          <a:xfrm>
            <a:off x="382905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3" name="Text Box 1085">
            <a:extLst>
              <a:ext uri="{FF2B5EF4-FFF2-40B4-BE49-F238E27FC236}">
                <a16:creationId xmlns:a16="http://schemas.microsoft.com/office/drawing/2014/main" id="{145B1B5F-1F65-94A3-428E-5BDD4F0B793A}"/>
              </a:ext>
            </a:extLst>
          </p:cNvPr>
          <p:cNvSpPr txBox="1">
            <a:spLocks noChangeArrowheads="1"/>
          </p:cNvSpPr>
          <p:nvPr/>
        </p:nvSpPr>
        <p:spPr bwMode="auto">
          <a:xfrm>
            <a:off x="4819650" y="36576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4" name="Text Box 1086">
            <a:extLst>
              <a:ext uri="{FF2B5EF4-FFF2-40B4-BE49-F238E27FC236}">
                <a16:creationId xmlns:a16="http://schemas.microsoft.com/office/drawing/2014/main" id="{209911BF-DDFD-E662-A27B-B203496D088F}"/>
              </a:ext>
            </a:extLst>
          </p:cNvPr>
          <p:cNvSpPr txBox="1">
            <a:spLocks noChangeArrowheads="1"/>
          </p:cNvSpPr>
          <p:nvPr/>
        </p:nvSpPr>
        <p:spPr bwMode="auto">
          <a:xfrm>
            <a:off x="487680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5" name="Text Box 1087">
            <a:extLst>
              <a:ext uri="{FF2B5EF4-FFF2-40B4-BE49-F238E27FC236}">
                <a16:creationId xmlns:a16="http://schemas.microsoft.com/office/drawing/2014/main" id="{0325FFDD-4045-F3B1-098C-3C38CC7DB660}"/>
              </a:ext>
            </a:extLst>
          </p:cNvPr>
          <p:cNvSpPr txBox="1">
            <a:spLocks noChangeArrowheads="1"/>
          </p:cNvSpPr>
          <p:nvPr/>
        </p:nvSpPr>
        <p:spPr bwMode="auto">
          <a:xfrm>
            <a:off x="65722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896" name="Text Box 1088">
            <a:extLst>
              <a:ext uri="{FF2B5EF4-FFF2-40B4-BE49-F238E27FC236}">
                <a16:creationId xmlns:a16="http://schemas.microsoft.com/office/drawing/2014/main" id="{BDD4BF37-2DA9-F939-0CF6-FFF88222F5C4}"/>
              </a:ext>
            </a:extLst>
          </p:cNvPr>
          <p:cNvSpPr txBox="1">
            <a:spLocks noChangeArrowheads="1"/>
          </p:cNvSpPr>
          <p:nvPr/>
        </p:nvSpPr>
        <p:spPr bwMode="auto">
          <a:xfrm>
            <a:off x="761365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897" name="Text Box 1089">
            <a:extLst>
              <a:ext uri="{FF2B5EF4-FFF2-40B4-BE49-F238E27FC236}">
                <a16:creationId xmlns:a16="http://schemas.microsoft.com/office/drawing/2014/main" id="{77014A89-71CB-56B1-1F86-E468F5800DF4}"/>
              </a:ext>
            </a:extLst>
          </p:cNvPr>
          <p:cNvSpPr txBox="1">
            <a:spLocks noChangeArrowheads="1"/>
          </p:cNvSpPr>
          <p:nvPr/>
        </p:nvSpPr>
        <p:spPr bwMode="auto">
          <a:xfrm>
            <a:off x="3886200" y="395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楷体_GB2312" pitchFamily="49" charset="-122"/>
                <a:ea typeface="楷体_GB2312" pitchFamily="49" charset="-122"/>
              </a:rPr>
              <a:t>-</a:t>
            </a: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898" name="Text Box 1090">
            <a:extLst>
              <a:ext uri="{FF2B5EF4-FFF2-40B4-BE49-F238E27FC236}">
                <a16:creationId xmlns:a16="http://schemas.microsoft.com/office/drawing/2014/main" id="{87DDC0BB-1CE8-F278-3AB6-27F80B9C0D24}"/>
              </a:ext>
            </a:extLst>
          </p:cNvPr>
          <p:cNvSpPr txBox="1">
            <a:spLocks noChangeArrowheads="1"/>
          </p:cNvSpPr>
          <p:nvPr/>
        </p:nvSpPr>
        <p:spPr bwMode="auto">
          <a:xfrm>
            <a:off x="3886200" y="19812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899" name="Text Box 1091">
            <a:extLst>
              <a:ext uri="{FF2B5EF4-FFF2-40B4-BE49-F238E27FC236}">
                <a16:creationId xmlns:a16="http://schemas.microsoft.com/office/drawing/2014/main" id="{5CA6BEB2-CF66-3B7E-4D1D-43AB9FD9D3CA}"/>
              </a:ext>
            </a:extLst>
          </p:cNvPr>
          <p:cNvSpPr txBox="1">
            <a:spLocks noChangeArrowheads="1"/>
          </p:cNvSpPr>
          <p:nvPr/>
        </p:nvSpPr>
        <p:spPr bwMode="auto">
          <a:xfrm>
            <a:off x="121920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900" name="Text Box 1092">
            <a:extLst>
              <a:ext uri="{FF2B5EF4-FFF2-40B4-BE49-F238E27FC236}">
                <a16:creationId xmlns:a16="http://schemas.microsoft.com/office/drawing/2014/main" id="{634B5CD1-B71E-EC5E-9B9C-8A1A6C80A720}"/>
              </a:ext>
            </a:extLst>
          </p:cNvPr>
          <p:cNvSpPr txBox="1">
            <a:spLocks noChangeArrowheads="1"/>
          </p:cNvSpPr>
          <p:nvPr/>
        </p:nvSpPr>
        <p:spPr bwMode="auto">
          <a:xfrm>
            <a:off x="762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901" name="Text Box 1093">
            <a:extLst>
              <a:ext uri="{FF2B5EF4-FFF2-40B4-BE49-F238E27FC236}">
                <a16:creationId xmlns:a16="http://schemas.microsoft.com/office/drawing/2014/main" id="{5BB6E841-B0C9-369A-42AD-BCE1AB21E7F2}"/>
              </a:ext>
            </a:extLst>
          </p:cNvPr>
          <p:cNvSpPr txBox="1">
            <a:spLocks noChangeArrowheads="1"/>
          </p:cNvSpPr>
          <p:nvPr/>
        </p:nvSpPr>
        <p:spPr bwMode="auto">
          <a:xfrm>
            <a:off x="2279650" y="36718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902" name="Text Box 1094">
            <a:extLst>
              <a:ext uri="{FF2B5EF4-FFF2-40B4-BE49-F238E27FC236}">
                <a16:creationId xmlns:a16="http://schemas.microsoft.com/office/drawing/2014/main" id="{CF22F7B5-C7F4-535D-A821-BF197F6C6789}"/>
              </a:ext>
            </a:extLst>
          </p:cNvPr>
          <p:cNvSpPr txBox="1">
            <a:spLocks noChangeArrowheads="1"/>
          </p:cNvSpPr>
          <p:nvPr/>
        </p:nvSpPr>
        <p:spPr bwMode="auto">
          <a:xfrm>
            <a:off x="2813050" y="2667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903" name="Text Box 1095">
            <a:extLst>
              <a:ext uri="{FF2B5EF4-FFF2-40B4-BE49-F238E27FC236}">
                <a16:creationId xmlns:a16="http://schemas.microsoft.com/office/drawing/2014/main" id="{EBBDE07A-186A-A496-14D5-313A619ABFE6}"/>
              </a:ext>
            </a:extLst>
          </p:cNvPr>
          <p:cNvSpPr txBox="1">
            <a:spLocks noChangeArrowheads="1"/>
          </p:cNvSpPr>
          <p:nvPr/>
        </p:nvSpPr>
        <p:spPr bwMode="auto">
          <a:xfrm>
            <a:off x="43370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0904" name="Text Box 1096">
            <a:extLst>
              <a:ext uri="{FF2B5EF4-FFF2-40B4-BE49-F238E27FC236}">
                <a16:creationId xmlns:a16="http://schemas.microsoft.com/office/drawing/2014/main" id="{3A2ADE29-A855-92CE-552D-8C037E8FC0DF}"/>
              </a:ext>
            </a:extLst>
          </p:cNvPr>
          <p:cNvSpPr txBox="1">
            <a:spLocks noChangeArrowheads="1"/>
          </p:cNvSpPr>
          <p:nvPr/>
        </p:nvSpPr>
        <p:spPr bwMode="auto">
          <a:xfrm>
            <a:off x="52768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905" name="Text Box 1098">
            <a:extLst>
              <a:ext uri="{FF2B5EF4-FFF2-40B4-BE49-F238E27FC236}">
                <a16:creationId xmlns:a16="http://schemas.microsoft.com/office/drawing/2014/main" id="{5E05D95A-647F-DAD9-DE0E-D78E3D1074E1}"/>
              </a:ext>
            </a:extLst>
          </p:cNvPr>
          <p:cNvSpPr txBox="1">
            <a:spLocks noChangeArrowheads="1"/>
          </p:cNvSpPr>
          <p:nvPr/>
        </p:nvSpPr>
        <p:spPr bwMode="auto">
          <a:xfrm>
            <a:off x="6629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0906" name="Text Box 1099">
            <a:extLst>
              <a:ext uri="{FF2B5EF4-FFF2-40B4-BE49-F238E27FC236}">
                <a16:creationId xmlns:a16="http://schemas.microsoft.com/office/drawing/2014/main" id="{CD060E1B-C5C6-0BEA-AB88-C9943D2444DE}"/>
              </a:ext>
            </a:extLst>
          </p:cNvPr>
          <p:cNvSpPr txBox="1">
            <a:spLocks noChangeArrowheads="1"/>
          </p:cNvSpPr>
          <p:nvPr/>
        </p:nvSpPr>
        <p:spPr bwMode="auto">
          <a:xfrm>
            <a:off x="2438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306253" name="Text Box 1101">
            <a:extLst>
              <a:ext uri="{FF2B5EF4-FFF2-40B4-BE49-F238E27FC236}">
                <a16:creationId xmlns:a16="http://schemas.microsoft.com/office/drawing/2014/main" id="{B0C7CC36-20E9-FCA2-6378-4072B0A65AE6}"/>
              </a:ext>
            </a:extLst>
          </p:cNvPr>
          <p:cNvSpPr txBox="1">
            <a:spLocks noChangeArrowheads="1"/>
          </p:cNvSpPr>
          <p:nvPr/>
        </p:nvSpPr>
        <p:spPr bwMode="auto">
          <a:xfrm>
            <a:off x="685800" y="5440363"/>
            <a:ext cx="7940675" cy="1066800"/>
          </a:xfrm>
          <a:prstGeom prst="rect">
            <a:avLst/>
          </a:prstGeom>
          <a:noFill/>
          <a:ln w="9525">
            <a:noFill/>
            <a:miter lim="800000"/>
            <a:headEnd/>
            <a:tailEnd/>
          </a:ln>
          <a:effectLst/>
        </p:spPr>
        <p:txBody>
          <a:bodyPr>
            <a:spAutoFit/>
          </a:bodyPr>
          <a:lstStyle/>
          <a:p>
            <a:pPr>
              <a:defRPr/>
            </a:pPr>
            <a:r>
              <a:rPr lang="en-US" altLang="zh-CN" sz="3200" b="1" dirty="0">
                <a:solidFill>
                  <a:schemeClr val="tx2"/>
                </a:solidFill>
                <a:latin typeface="Arial Narrow" pitchFamily="34" charset="0"/>
                <a:ea typeface="仿宋_GB2312" pitchFamily="49" charset="-122"/>
              </a:rPr>
              <a:t>     M</a:t>
            </a:r>
            <a:r>
              <a:rPr lang="zh-CN" altLang="zh-CN" sz="3200" b="1" dirty="0">
                <a:solidFill>
                  <a:schemeClr val="accent2"/>
                </a:solidFill>
                <a:effectLst>
                  <a:outerShdw blurRad="38100" dist="38100" dir="2700000" algn="tl">
                    <a:srgbClr val="C0C0C0"/>
                  </a:outerShdw>
                </a:effectLst>
                <a:latin typeface="Arial Narrow" pitchFamily="34" charset="0"/>
                <a:ea typeface="仿宋_GB2312" pitchFamily="49" charset="-122"/>
              </a:rPr>
              <a:t>的子树高度减 1</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a:t>
            </a:r>
            <a:r>
              <a:rPr lang="en-US" altLang="zh-CN" sz="3200" b="1" dirty="0">
                <a:solidFill>
                  <a:schemeClr val="tx2"/>
                </a:solidFill>
                <a:latin typeface="Arial Narrow" pitchFamily="34" charset="0"/>
                <a:ea typeface="仿宋_GB2312" pitchFamily="49" charset="-122"/>
              </a:rPr>
              <a:t>M</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发生不平衡。</a:t>
            </a:r>
            <a:r>
              <a:rPr lang="en-US" altLang="zh-CN" sz="3200" b="1" dirty="0">
                <a:solidFill>
                  <a:schemeClr val="tx2"/>
                </a:solidFill>
                <a:latin typeface="Arial Narrow" pitchFamily="34" charset="0"/>
                <a:ea typeface="仿宋_GB2312" pitchFamily="49" charset="-122"/>
              </a:rPr>
              <a:t>M</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与</a:t>
            </a:r>
            <a:r>
              <a:rPr lang="en-US" altLang="zh-CN" sz="3200" b="1" dirty="0">
                <a:solidFill>
                  <a:schemeClr val="tx2"/>
                </a:solidFill>
                <a:latin typeface="Arial Narrow" pitchFamily="34" charset="0"/>
                <a:ea typeface="仿宋_GB2312" pitchFamily="49" charset="-122"/>
              </a:rPr>
              <a:t>E</a:t>
            </a:r>
            <a:r>
              <a:rPr lang="zh-CN" altLang="en-US" sz="3200" b="1" dirty="0">
                <a:solidFill>
                  <a:schemeClr val="accent2"/>
                </a:solidFill>
                <a:effectLst>
                  <a:outerShdw blurRad="38100" dist="38100" dir="2700000" algn="tl">
                    <a:srgbClr val="C0C0C0"/>
                  </a:outerShdw>
                </a:effectLst>
                <a:latin typeface="Arial Narrow" pitchFamily="34" charset="0"/>
                <a:ea typeface="仿宋_GB2312" pitchFamily="49" charset="-122"/>
              </a:rPr>
              <a:t>的平衡因子反号，做左右双旋转。</a:t>
            </a:r>
            <a:endParaRPr lang="zh-CN" altLang="en-US" dirty="0">
              <a:latin typeface="Times New Roman" charset="0"/>
            </a:endParaRPr>
          </a:p>
        </p:txBody>
      </p:sp>
      <p:sp>
        <p:nvSpPr>
          <p:cNvPr id="120909" name="Line 1102">
            <a:extLst>
              <a:ext uri="{FF2B5EF4-FFF2-40B4-BE49-F238E27FC236}">
                <a16:creationId xmlns:a16="http://schemas.microsoft.com/office/drawing/2014/main" id="{D8FC3FAE-D457-ED78-4981-FCD0D704858E}"/>
              </a:ext>
            </a:extLst>
          </p:cNvPr>
          <p:cNvSpPr>
            <a:spLocks noChangeShapeType="1"/>
          </p:cNvSpPr>
          <p:nvPr/>
        </p:nvSpPr>
        <p:spPr bwMode="auto">
          <a:xfrm flipH="1">
            <a:off x="4876800" y="762000"/>
            <a:ext cx="609600" cy="152400"/>
          </a:xfrm>
          <a:prstGeom prst="line">
            <a:avLst/>
          </a:prstGeom>
          <a:noFill/>
          <a:ln w="381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910" name="Text Box 1113">
            <a:extLst>
              <a:ext uri="{FF2B5EF4-FFF2-40B4-BE49-F238E27FC236}">
                <a16:creationId xmlns:a16="http://schemas.microsoft.com/office/drawing/2014/main" id="{168BDF88-29C0-5942-F122-9AEBD1BCB586}"/>
              </a:ext>
            </a:extLst>
          </p:cNvPr>
          <p:cNvSpPr txBox="1">
            <a:spLocks noChangeArrowheads="1"/>
          </p:cNvSpPr>
          <p:nvPr/>
        </p:nvSpPr>
        <p:spPr bwMode="auto">
          <a:xfrm>
            <a:off x="60388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306266" name="Text Box 1114">
            <a:extLst>
              <a:ext uri="{FF2B5EF4-FFF2-40B4-BE49-F238E27FC236}">
                <a16:creationId xmlns:a16="http://schemas.microsoft.com/office/drawing/2014/main" id="{2C663CB4-95A2-BFAF-0EC8-75B8898F34FC}"/>
              </a:ext>
            </a:extLst>
          </p:cNvPr>
          <p:cNvSpPr txBox="1">
            <a:spLocks noChangeArrowheads="1"/>
          </p:cNvSpPr>
          <p:nvPr/>
        </p:nvSpPr>
        <p:spPr bwMode="auto">
          <a:xfrm>
            <a:off x="5394325" y="449263"/>
            <a:ext cx="2651125" cy="588962"/>
          </a:xfrm>
          <a:prstGeom prst="rect">
            <a:avLst/>
          </a:prstGeom>
          <a:noFill/>
          <a:ln w="9525">
            <a:solidFill>
              <a:schemeClr val="hlink"/>
            </a:solidFill>
            <a:miter lim="800000"/>
            <a:headEnd/>
            <a:tailEnd/>
          </a:ln>
          <a:effectLst/>
        </p:spPr>
        <p:txBody>
          <a:bodyPr wrap="none">
            <a:spAutoFit/>
          </a:bodyPr>
          <a:lstStyle/>
          <a:p>
            <a:pPr>
              <a:defRPr/>
            </a:pPr>
            <a:r>
              <a:rPr lang="zh-CN" altLang="en-US" sz="3200" b="1">
                <a:effectLst>
                  <a:outerShdw blurRad="38100" dist="38100" dir="2700000" algn="tl">
                    <a:srgbClr val="C0C0C0"/>
                  </a:outerShdw>
                </a:effectLst>
                <a:latin typeface="Times New Roman" charset="0"/>
                <a:ea typeface="仿宋_GB2312" pitchFamily="49" charset="-122"/>
              </a:rPr>
              <a:t>向上继续调整</a:t>
            </a:r>
            <a:endParaRPr lang="zh-CN" altLang="en-US">
              <a:latin typeface="Times New Roman" charset="0"/>
            </a:endParaRPr>
          </a:p>
        </p:txBody>
      </p:sp>
      <p:sp>
        <p:nvSpPr>
          <p:cNvPr id="120912" name="Freeform 1118">
            <a:extLst>
              <a:ext uri="{FF2B5EF4-FFF2-40B4-BE49-F238E27FC236}">
                <a16:creationId xmlns:a16="http://schemas.microsoft.com/office/drawing/2014/main" id="{50934131-7E38-2B4A-1002-08B21F8F828C}"/>
              </a:ext>
            </a:extLst>
          </p:cNvPr>
          <p:cNvSpPr>
            <a:spLocks/>
          </p:cNvSpPr>
          <p:nvPr/>
        </p:nvSpPr>
        <p:spPr bwMode="auto">
          <a:xfrm>
            <a:off x="4114800" y="1346200"/>
            <a:ext cx="1143000" cy="177800"/>
          </a:xfrm>
          <a:custGeom>
            <a:avLst/>
            <a:gdLst>
              <a:gd name="T0" fmla="*/ 0 w 720"/>
              <a:gd name="T1" fmla="*/ 2147483646 h 112"/>
              <a:gd name="T2" fmla="*/ 2147483646 w 720"/>
              <a:gd name="T3" fmla="*/ 2147483646 h 112"/>
              <a:gd name="T4" fmla="*/ 2147483646 w 720"/>
              <a:gd name="T5" fmla="*/ 2147483646 h 112"/>
              <a:gd name="T6" fmla="*/ 2147483646 w 720"/>
              <a:gd name="T7" fmla="*/ 2147483646 h 112"/>
              <a:gd name="T8" fmla="*/ 0 60000 65536"/>
              <a:gd name="T9" fmla="*/ 0 60000 65536"/>
              <a:gd name="T10" fmla="*/ 0 60000 65536"/>
              <a:gd name="T11" fmla="*/ 0 60000 65536"/>
              <a:gd name="T12" fmla="*/ 0 w 720"/>
              <a:gd name="T13" fmla="*/ 0 h 112"/>
              <a:gd name="T14" fmla="*/ 720 w 720"/>
              <a:gd name="T15" fmla="*/ 112 h 112"/>
            </a:gdLst>
            <a:ahLst/>
            <a:cxnLst>
              <a:cxn ang="T8">
                <a:pos x="T0" y="T1"/>
              </a:cxn>
              <a:cxn ang="T9">
                <a:pos x="T2" y="T3"/>
              </a:cxn>
              <a:cxn ang="T10">
                <a:pos x="T4" y="T5"/>
              </a:cxn>
              <a:cxn ang="T11">
                <a:pos x="T6" y="T7"/>
              </a:cxn>
            </a:cxnLst>
            <a:rect l="T12" t="T13" r="T14" b="T15"/>
            <a:pathLst>
              <a:path w="720" h="112">
                <a:moveTo>
                  <a:pt x="0" y="112"/>
                </a:moveTo>
                <a:cubicBezTo>
                  <a:pt x="28" y="72"/>
                  <a:pt x="56" y="32"/>
                  <a:pt x="144" y="16"/>
                </a:cubicBezTo>
                <a:cubicBezTo>
                  <a:pt x="232" y="0"/>
                  <a:pt x="432" y="0"/>
                  <a:pt x="528" y="16"/>
                </a:cubicBezTo>
                <a:cubicBezTo>
                  <a:pt x="624" y="32"/>
                  <a:pt x="688" y="96"/>
                  <a:pt x="720" y="112"/>
                </a:cubicBezTo>
              </a:path>
            </a:pathLst>
          </a:custGeom>
          <a:noFill/>
          <a:ln w="28575">
            <a:solidFill>
              <a:schemeClr val="hlink"/>
            </a:solidFill>
            <a:prstDash val="sysDot"/>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0913" name="Freeform 1119">
            <a:extLst>
              <a:ext uri="{FF2B5EF4-FFF2-40B4-BE49-F238E27FC236}">
                <a16:creationId xmlns:a16="http://schemas.microsoft.com/office/drawing/2014/main" id="{19D5D861-7C75-9661-96DE-7A2C904B1EFA}"/>
              </a:ext>
            </a:extLst>
          </p:cNvPr>
          <p:cNvSpPr>
            <a:spLocks/>
          </p:cNvSpPr>
          <p:nvPr/>
        </p:nvSpPr>
        <p:spPr bwMode="auto">
          <a:xfrm>
            <a:off x="2590800" y="2057400"/>
            <a:ext cx="609600" cy="177800"/>
          </a:xfrm>
          <a:custGeom>
            <a:avLst/>
            <a:gdLst>
              <a:gd name="T0" fmla="*/ 0 w 384"/>
              <a:gd name="T1" fmla="*/ 2147483646 h 112"/>
              <a:gd name="T2" fmla="*/ 2147483646 w 384"/>
              <a:gd name="T3" fmla="*/ 2147483646 h 112"/>
              <a:gd name="T4" fmla="*/ 2147483646 w 384"/>
              <a:gd name="T5" fmla="*/ 2147483646 h 112"/>
              <a:gd name="T6" fmla="*/ 2147483646 w 384"/>
              <a:gd name="T7" fmla="*/ 2147483646 h 112"/>
              <a:gd name="T8" fmla="*/ 2147483646 w 384"/>
              <a:gd name="T9" fmla="*/ 2147483646 h 112"/>
              <a:gd name="T10" fmla="*/ 0 60000 65536"/>
              <a:gd name="T11" fmla="*/ 0 60000 65536"/>
              <a:gd name="T12" fmla="*/ 0 60000 65536"/>
              <a:gd name="T13" fmla="*/ 0 60000 65536"/>
              <a:gd name="T14" fmla="*/ 0 60000 65536"/>
              <a:gd name="T15" fmla="*/ 0 w 384"/>
              <a:gd name="T16" fmla="*/ 0 h 112"/>
              <a:gd name="T17" fmla="*/ 384 w 384"/>
              <a:gd name="T18" fmla="*/ 112 h 112"/>
            </a:gdLst>
            <a:ahLst/>
            <a:cxnLst>
              <a:cxn ang="T10">
                <a:pos x="T0" y="T1"/>
              </a:cxn>
              <a:cxn ang="T11">
                <a:pos x="T2" y="T3"/>
              </a:cxn>
              <a:cxn ang="T12">
                <a:pos x="T4" y="T5"/>
              </a:cxn>
              <a:cxn ang="T13">
                <a:pos x="T6" y="T7"/>
              </a:cxn>
              <a:cxn ang="T14">
                <a:pos x="T8" y="T9"/>
              </a:cxn>
            </a:cxnLst>
            <a:rect l="T15" t="T16" r="T17" b="T18"/>
            <a:pathLst>
              <a:path w="384" h="112">
                <a:moveTo>
                  <a:pt x="0" y="112"/>
                </a:moveTo>
                <a:cubicBezTo>
                  <a:pt x="12" y="96"/>
                  <a:pt x="24" y="80"/>
                  <a:pt x="48" y="64"/>
                </a:cubicBezTo>
                <a:cubicBezTo>
                  <a:pt x="72" y="48"/>
                  <a:pt x="112" y="24"/>
                  <a:pt x="144" y="16"/>
                </a:cubicBezTo>
                <a:cubicBezTo>
                  <a:pt x="176" y="8"/>
                  <a:pt x="200" y="0"/>
                  <a:pt x="240" y="16"/>
                </a:cubicBezTo>
                <a:cubicBezTo>
                  <a:pt x="280" y="32"/>
                  <a:pt x="360" y="96"/>
                  <a:pt x="384" y="112"/>
                </a:cubicBezTo>
              </a:path>
            </a:pathLst>
          </a:custGeom>
          <a:noFill/>
          <a:ln w="28575">
            <a:solidFill>
              <a:schemeClr val="hlink"/>
            </a:solidFill>
            <a:prstDash val="sysDot"/>
            <a:round/>
            <a:headEnd type="triangle" w="sm"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4" name="内容占位符 4">
            <a:extLst>
              <a:ext uri="{FF2B5EF4-FFF2-40B4-BE49-F238E27FC236}">
                <a16:creationId xmlns:a16="http://schemas.microsoft.com/office/drawing/2014/main" id="{746190DA-E2F7-4D20-8398-D472BB0BDD07}"/>
              </a:ext>
            </a:extLst>
          </p:cNvPr>
          <p:cNvSpPr txBox="1">
            <a:spLocks/>
          </p:cNvSpPr>
          <p:nvPr/>
        </p:nvSpPr>
        <p:spPr>
          <a:xfrm>
            <a:off x="495300" y="243681"/>
            <a:ext cx="2476500" cy="715169"/>
          </a:xfrm>
          <a:prstGeom prst="rect">
            <a:avLst/>
          </a:prstGeom>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3600" dirty="0"/>
              <a:t>删除结点</a:t>
            </a:r>
            <a:r>
              <a:rPr lang="en-US" altLang="zh-CN" sz="3600" dirty="0"/>
              <a:t>P</a:t>
            </a:r>
          </a:p>
        </p:txBody>
      </p:sp>
      <p:sp>
        <p:nvSpPr>
          <p:cNvPr id="2" name="灯片编号占位符 1">
            <a:extLst>
              <a:ext uri="{FF2B5EF4-FFF2-40B4-BE49-F238E27FC236}">
                <a16:creationId xmlns:a16="http://schemas.microsoft.com/office/drawing/2014/main" id="{1D729286-ECDF-DDCE-2220-A3EAA51B2217}"/>
              </a:ext>
            </a:extLst>
          </p:cNvPr>
          <p:cNvSpPr>
            <a:spLocks noGrp="1"/>
          </p:cNvSpPr>
          <p:nvPr>
            <p:ph type="sldNum" sz="quarter" idx="12"/>
          </p:nvPr>
        </p:nvSpPr>
        <p:spPr/>
        <p:txBody>
          <a:bodyPr/>
          <a:lstStyle/>
          <a:p>
            <a:pPr>
              <a:defRPr/>
            </a:pPr>
            <a:fld id="{A5CDC942-AD50-4CB1-AAEC-9B389C2C8E01}" type="slidenum">
              <a:rPr lang="en-US" altLang="zh-CN" smtClean="0"/>
              <a:pPr>
                <a:defRPr/>
              </a:pPr>
              <a:t>105</a:t>
            </a:fld>
            <a:endParaRPr lang="en-US" altLang="zh-CN"/>
          </a:p>
        </p:txBody>
      </p:sp>
    </p:spTree>
  </p:cSld>
  <p:clrMapOvr>
    <a:masterClrMapping/>
  </p:clrMapOvr>
  <p:transition>
    <p:split/>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Line 89">
            <a:extLst>
              <a:ext uri="{FF2B5EF4-FFF2-40B4-BE49-F238E27FC236}">
                <a16:creationId xmlns:a16="http://schemas.microsoft.com/office/drawing/2014/main" id="{0E6E85E5-6A3B-5F7A-7452-04AAAA2F8B20}"/>
              </a:ext>
            </a:extLst>
          </p:cNvPr>
          <p:cNvSpPr>
            <a:spLocks noChangeShapeType="1"/>
          </p:cNvSpPr>
          <p:nvPr/>
        </p:nvSpPr>
        <p:spPr bwMode="auto">
          <a:xfrm flipH="1">
            <a:off x="7924800" y="3429000"/>
            <a:ext cx="2286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59" name="Line 83">
            <a:extLst>
              <a:ext uri="{FF2B5EF4-FFF2-40B4-BE49-F238E27FC236}">
                <a16:creationId xmlns:a16="http://schemas.microsoft.com/office/drawing/2014/main" id="{F372BB85-AE1F-A952-D6D1-2C48E2DF38A1}"/>
              </a:ext>
            </a:extLst>
          </p:cNvPr>
          <p:cNvSpPr>
            <a:spLocks noChangeShapeType="1"/>
          </p:cNvSpPr>
          <p:nvPr/>
        </p:nvSpPr>
        <p:spPr bwMode="auto">
          <a:xfrm>
            <a:off x="7010400" y="3429000"/>
            <a:ext cx="271463"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0" name="Line 84">
            <a:extLst>
              <a:ext uri="{FF2B5EF4-FFF2-40B4-BE49-F238E27FC236}">
                <a16:creationId xmlns:a16="http://schemas.microsoft.com/office/drawing/2014/main" id="{DB7A3D3B-7CF9-5EA2-7CD4-8501A99779B5}"/>
              </a:ext>
            </a:extLst>
          </p:cNvPr>
          <p:cNvSpPr>
            <a:spLocks noChangeShapeType="1"/>
          </p:cNvSpPr>
          <p:nvPr/>
        </p:nvSpPr>
        <p:spPr bwMode="auto">
          <a:xfrm>
            <a:off x="7467600" y="2590800"/>
            <a:ext cx="6096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1" name="Line 2">
            <a:extLst>
              <a:ext uri="{FF2B5EF4-FFF2-40B4-BE49-F238E27FC236}">
                <a16:creationId xmlns:a16="http://schemas.microsoft.com/office/drawing/2014/main" id="{F136AE5E-80A3-02AF-6671-5D10AD2AFB57}"/>
              </a:ext>
            </a:extLst>
          </p:cNvPr>
          <p:cNvSpPr>
            <a:spLocks noChangeShapeType="1"/>
          </p:cNvSpPr>
          <p:nvPr/>
        </p:nvSpPr>
        <p:spPr bwMode="auto">
          <a:xfrm>
            <a:off x="56388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2" name="Oval 5">
            <a:extLst>
              <a:ext uri="{FF2B5EF4-FFF2-40B4-BE49-F238E27FC236}">
                <a16:creationId xmlns:a16="http://schemas.microsoft.com/office/drawing/2014/main" id="{EA9F821C-E858-2241-9018-637B467BD7A0}"/>
              </a:ext>
            </a:extLst>
          </p:cNvPr>
          <p:cNvSpPr>
            <a:spLocks noChangeArrowheads="1"/>
          </p:cNvSpPr>
          <p:nvPr/>
        </p:nvSpPr>
        <p:spPr bwMode="auto">
          <a:xfrm>
            <a:off x="5867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63" name="Line 6">
            <a:extLst>
              <a:ext uri="{FF2B5EF4-FFF2-40B4-BE49-F238E27FC236}">
                <a16:creationId xmlns:a16="http://schemas.microsoft.com/office/drawing/2014/main" id="{E770B442-BA19-CD47-023E-BDFE7C08E4C9}"/>
              </a:ext>
            </a:extLst>
          </p:cNvPr>
          <p:cNvSpPr>
            <a:spLocks noChangeShapeType="1"/>
          </p:cNvSpPr>
          <p:nvPr/>
        </p:nvSpPr>
        <p:spPr bwMode="auto">
          <a:xfrm flipV="1">
            <a:off x="11430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4" name="Line 8">
            <a:extLst>
              <a:ext uri="{FF2B5EF4-FFF2-40B4-BE49-F238E27FC236}">
                <a16:creationId xmlns:a16="http://schemas.microsoft.com/office/drawing/2014/main" id="{3CCF4F72-3A06-2F3D-5CBD-0A678740CE10}"/>
              </a:ext>
            </a:extLst>
          </p:cNvPr>
          <p:cNvSpPr>
            <a:spLocks noChangeShapeType="1"/>
          </p:cNvSpPr>
          <p:nvPr/>
        </p:nvSpPr>
        <p:spPr bwMode="auto">
          <a:xfrm>
            <a:off x="3810000" y="25908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5" name="Line 9">
            <a:extLst>
              <a:ext uri="{FF2B5EF4-FFF2-40B4-BE49-F238E27FC236}">
                <a16:creationId xmlns:a16="http://schemas.microsoft.com/office/drawing/2014/main" id="{0CC8E307-71B5-6856-A9E2-2B60F0E7D71D}"/>
              </a:ext>
            </a:extLst>
          </p:cNvPr>
          <p:cNvSpPr>
            <a:spLocks noChangeShapeType="1"/>
          </p:cNvSpPr>
          <p:nvPr/>
        </p:nvSpPr>
        <p:spPr bwMode="auto">
          <a:xfrm flipV="1">
            <a:off x="3352800" y="2590800"/>
            <a:ext cx="381000" cy="7620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6" name="Line 10">
            <a:extLst>
              <a:ext uri="{FF2B5EF4-FFF2-40B4-BE49-F238E27FC236}">
                <a16:creationId xmlns:a16="http://schemas.microsoft.com/office/drawing/2014/main" id="{6E6C1797-0DF8-406F-E7C2-FDE08CE378A6}"/>
              </a:ext>
            </a:extLst>
          </p:cNvPr>
          <p:cNvSpPr>
            <a:spLocks noChangeShapeType="1"/>
          </p:cNvSpPr>
          <p:nvPr/>
        </p:nvSpPr>
        <p:spPr bwMode="auto">
          <a:xfrm flipV="1">
            <a:off x="70104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7" name="Line 12">
            <a:extLst>
              <a:ext uri="{FF2B5EF4-FFF2-40B4-BE49-F238E27FC236}">
                <a16:creationId xmlns:a16="http://schemas.microsoft.com/office/drawing/2014/main" id="{3E617DD3-ADA1-B9FC-E24E-5A557DA49BF8}"/>
              </a:ext>
            </a:extLst>
          </p:cNvPr>
          <p:cNvSpPr>
            <a:spLocks noChangeShapeType="1"/>
          </p:cNvSpPr>
          <p:nvPr/>
        </p:nvSpPr>
        <p:spPr bwMode="auto">
          <a:xfrm flipV="1">
            <a:off x="6705600" y="3429000"/>
            <a:ext cx="3048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8" name="Line 13">
            <a:extLst>
              <a:ext uri="{FF2B5EF4-FFF2-40B4-BE49-F238E27FC236}">
                <a16:creationId xmlns:a16="http://schemas.microsoft.com/office/drawing/2014/main" id="{A37845A2-AB64-6BB2-92D6-B551BB265126}"/>
              </a:ext>
            </a:extLst>
          </p:cNvPr>
          <p:cNvSpPr>
            <a:spLocks noChangeShapeType="1"/>
          </p:cNvSpPr>
          <p:nvPr/>
        </p:nvSpPr>
        <p:spPr bwMode="auto">
          <a:xfrm>
            <a:off x="1981200" y="2590800"/>
            <a:ext cx="381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69" name="Line 14">
            <a:extLst>
              <a:ext uri="{FF2B5EF4-FFF2-40B4-BE49-F238E27FC236}">
                <a16:creationId xmlns:a16="http://schemas.microsoft.com/office/drawing/2014/main" id="{A07D903E-995D-DE73-D536-97BD87A023C5}"/>
              </a:ext>
            </a:extLst>
          </p:cNvPr>
          <p:cNvSpPr>
            <a:spLocks noChangeShapeType="1"/>
          </p:cNvSpPr>
          <p:nvPr/>
        </p:nvSpPr>
        <p:spPr bwMode="auto">
          <a:xfrm flipH="1" flipV="1">
            <a:off x="29718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0" name="Line 15">
            <a:extLst>
              <a:ext uri="{FF2B5EF4-FFF2-40B4-BE49-F238E27FC236}">
                <a16:creationId xmlns:a16="http://schemas.microsoft.com/office/drawing/2014/main" id="{4EB6776E-3D08-F674-68D8-CA46E3FAEBCD}"/>
              </a:ext>
            </a:extLst>
          </p:cNvPr>
          <p:cNvSpPr>
            <a:spLocks noChangeShapeType="1"/>
          </p:cNvSpPr>
          <p:nvPr/>
        </p:nvSpPr>
        <p:spPr bwMode="auto">
          <a:xfrm flipH="1" flipV="1">
            <a:off x="6705600" y="18288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1" name="Line 16">
            <a:extLst>
              <a:ext uri="{FF2B5EF4-FFF2-40B4-BE49-F238E27FC236}">
                <a16:creationId xmlns:a16="http://schemas.microsoft.com/office/drawing/2014/main" id="{FAF38FEB-6F3C-4123-4A80-56B6AC605DAF}"/>
              </a:ext>
            </a:extLst>
          </p:cNvPr>
          <p:cNvSpPr>
            <a:spLocks noChangeShapeType="1"/>
          </p:cNvSpPr>
          <p:nvPr/>
        </p:nvSpPr>
        <p:spPr bwMode="auto">
          <a:xfrm flipV="1">
            <a:off x="57150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2" name="Oval 17">
            <a:extLst>
              <a:ext uri="{FF2B5EF4-FFF2-40B4-BE49-F238E27FC236}">
                <a16:creationId xmlns:a16="http://schemas.microsoft.com/office/drawing/2014/main" id="{0A52CF3A-F644-F0B9-7F2F-FB625707469C}"/>
              </a:ext>
            </a:extLst>
          </p:cNvPr>
          <p:cNvSpPr>
            <a:spLocks noChangeArrowheads="1"/>
          </p:cNvSpPr>
          <p:nvPr/>
        </p:nvSpPr>
        <p:spPr bwMode="auto">
          <a:xfrm>
            <a:off x="2209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73" name="Line 18">
            <a:extLst>
              <a:ext uri="{FF2B5EF4-FFF2-40B4-BE49-F238E27FC236}">
                <a16:creationId xmlns:a16="http://schemas.microsoft.com/office/drawing/2014/main" id="{154DAA4B-B4E3-81BE-5C4F-850E990A5127}"/>
              </a:ext>
            </a:extLst>
          </p:cNvPr>
          <p:cNvSpPr>
            <a:spLocks noChangeShapeType="1"/>
          </p:cNvSpPr>
          <p:nvPr/>
        </p:nvSpPr>
        <p:spPr bwMode="auto">
          <a:xfrm>
            <a:off x="4648200" y="990600"/>
            <a:ext cx="18288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4" name="Line 19">
            <a:extLst>
              <a:ext uri="{FF2B5EF4-FFF2-40B4-BE49-F238E27FC236}">
                <a16:creationId xmlns:a16="http://schemas.microsoft.com/office/drawing/2014/main" id="{EADC0902-3D7F-9771-A1E0-927F1BF777D3}"/>
              </a:ext>
            </a:extLst>
          </p:cNvPr>
          <p:cNvSpPr>
            <a:spLocks noChangeShapeType="1"/>
          </p:cNvSpPr>
          <p:nvPr/>
        </p:nvSpPr>
        <p:spPr bwMode="auto">
          <a:xfrm flipV="1">
            <a:off x="2971800" y="3429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5" name="Line 20">
            <a:extLst>
              <a:ext uri="{FF2B5EF4-FFF2-40B4-BE49-F238E27FC236}">
                <a16:creationId xmlns:a16="http://schemas.microsoft.com/office/drawing/2014/main" id="{8C8B9459-9606-B4DE-8077-69276ED5225E}"/>
              </a:ext>
            </a:extLst>
          </p:cNvPr>
          <p:cNvSpPr>
            <a:spLocks noChangeShapeType="1"/>
          </p:cNvSpPr>
          <p:nvPr/>
        </p:nvSpPr>
        <p:spPr bwMode="auto">
          <a:xfrm flipV="1">
            <a:off x="2057400" y="1752600"/>
            <a:ext cx="762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6" name="Line 21">
            <a:extLst>
              <a:ext uri="{FF2B5EF4-FFF2-40B4-BE49-F238E27FC236}">
                <a16:creationId xmlns:a16="http://schemas.microsoft.com/office/drawing/2014/main" id="{A39D5ED6-E623-8AD5-3463-5D706F3695AD}"/>
              </a:ext>
            </a:extLst>
          </p:cNvPr>
          <p:cNvSpPr>
            <a:spLocks noChangeShapeType="1"/>
          </p:cNvSpPr>
          <p:nvPr/>
        </p:nvSpPr>
        <p:spPr bwMode="auto">
          <a:xfrm flipV="1">
            <a:off x="1524000" y="2667000"/>
            <a:ext cx="381000" cy="6858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7" name="Line 22">
            <a:extLst>
              <a:ext uri="{FF2B5EF4-FFF2-40B4-BE49-F238E27FC236}">
                <a16:creationId xmlns:a16="http://schemas.microsoft.com/office/drawing/2014/main" id="{3504CEE0-70CF-880D-A508-6E72790384DB}"/>
              </a:ext>
            </a:extLst>
          </p:cNvPr>
          <p:cNvSpPr>
            <a:spLocks noChangeShapeType="1"/>
          </p:cNvSpPr>
          <p:nvPr/>
        </p:nvSpPr>
        <p:spPr bwMode="auto">
          <a:xfrm flipV="1">
            <a:off x="3048000" y="990600"/>
            <a:ext cx="1524000" cy="609600"/>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8" name="Oval 23">
            <a:extLst>
              <a:ext uri="{FF2B5EF4-FFF2-40B4-BE49-F238E27FC236}">
                <a16:creationId xmlns:a16="http://schemas.microsoft.com/office/drawing/2014/main" id="{5F783B82-692C-654C-334E-0BA961A8450E}"/>
              </a:ext>
            </a:extLst>
          </p:cNvPr>
          <p:cNvSpPr>
            <a:spLocks noChangeArrowheads="1"/>
          </p:cNvSpPr>
          <p:nvPr/>
        </p:nvSpPr>
        <p:spPr bwMode="auto">
          <a:xfrm>
            <a:off x="12954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79" name="Oval 24">
            <a:extLst>
              <a:ext uri="{FF2B5EF4-FFF2-40B4-BE49-F238E27FC236}">
                <a16:creationId xmlns:a16="http://schemas.microsoft.com/office/drawing/2014/main" id="{D7C62555-1801-210D-699C-8184B8C462EF}"/>
              </a:ext>
            </a:extLst>
          </p:cNvPr>
          <p:cNvSpPr>
            <a:spLocks noChangeArrowheads="1"/>
          </p:cNvSpPr>
          <p:nvPr/>
        </p:nvSpPr>
        <p:spPr bwMode="auto">
          <a:xfrm>
            <a:off x="2667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0" name="Oval 25">
            <a:extLst>
              <a:ext uri="{FF2B5EF4-FFF2-40B4-BE49-F238E27FC236}">
                <a16:creationId xmlns:a16="http://schemas.microsoft.com/office/drawing/2014/main" id="{F903716D-2EC9-61D1-7607-A8F397073FF4}"/>
              </a:ext>
            </a:extLst>
          </p:cNvPr>
          <p:cNvSpPr>
            <a:spLocks noChangeArrowheads="1"/>
          </p:cNvSpPr>
          <p:nvPr/>
        </p:nvSpPr>
        <p:spPr bwMode="auto">
          <a:xfrm>
            <a:off x="3505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1" name="Oval 27">
            <a:extLst>
              <a:ext uri="{FF2B5EF4-FFF2-40B4-BE49-F238E27FC236}">
                <a16:creationId xmlns:a16="http://schemas.microsoft.com/office/drawing/2014/main" id="{E8C637AC-1782-1A14-8205-882D4B3BADA8}"/>
              </a:ext>
            </a:extLst>
          </p:cNvPr>
          <p:cNvSpPr>
            <a:spLocks noChangeArrowheads="1"/>
          </p:cNvSpPr>
          <p:nvPr/>
        </p:nvSpPr>
        <p:spPr bwMode="auto">
          <a:xfrm>
            <a:off x="6781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2" name="Oval 28">
            <a:extLst>
              <a:ext uri="{FF2B5EF4-FFF2-40B4-BE49-F238E27FC236}">
                <a16:creationId xmlns:a16="http://schemas.microsoft.com/office/drawing/2014/main" id="{335D68D1-0A1C-5589-FBF3-9C0F11DFB976}"/>
              </a:ext>
            </a:extLst>
          </p:cNvPr>
          <p:cNvSpPr>
            <a:spLocks noChangeArrowheads="1"/>
          </p:cNvSpPr>
          <p:nvPr/>
        </p:nvSpPr>
        <p:spPr bwMode="auto">
          <a:xfrm>
            <a:off x="3124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3" name="Oval 29">
            <a:extLst>
              <a:ext uri="{FF2B5EF4-FFF2-40B4-BE49-F238E27FC236}">
                <a16:creationId xmlns:a16="http://schemas.microsoft.com/office/drawing/2014/main" id="{B42C15F4-ED50-6FEA-4E00-AFC4E2EC600E}"/>
              </a:ext>
            </a:extLst>
          </p:cNvPr>
          <p:cNvSpPr>
            <a:spLocks noChangeArrowheads="1"/>
          </p:cNvSpPr>
          <p:nvPr/>
        </p:nvSpPr>
        <p:spPr bwMode="auto">
          <a:xfrm>
            <a:off x="838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4" name="Oval 30">
            <a:extLst>
              <a:ext uri="{FF2B5EF4-FFF2-40B4-BE49-F238E27FC236}">
                <a16:creationId xmlns:a16="http://schemas.microsoft.com/office/drawing/2014/main" id="{4AEE93D4-B8D7-B301-664D-07CD7567476F}"/>
              </a:ext>
            </a:extLst>
          </p:cNvPr>
          <p:cNvSpPr>
            <a:spLocks noChangeArrowheads="1"/>
          </p:cNvSpPr>
          <p:nvPr/>
        </p:nvSpPr>
        <p:spPr bwMode="auto">
          <a:xfrm>
            <a:off x="38862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5" name="Oval 32">
            <a:extLst>
              <a:ext uri="{FF2B5EF4-FFF2-40B4-BE49-F238E27FC236}">
                <a16:creationId xmlns:a16="http://schemas.microsoft.com/office/drawing/2014/main" id="{14E9DB47-9C9F-9B2E-86DF-E911E3800F17}"/>
              </a:ext>
            </a:extLst>
          </p:cNvPr>
          <p:cNvSpPr>
            <a:spLocks noChangeArrowheads="1"/>
          </p:cNvSpPr>
          <p:nvPr/>
        </p:nvSpPr>
        <p:spPr bwMode="auto">
          <a:xfrm>
            <a:off x="64770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6" name="Oval 33">
            <a:extLst>
              <a:ext uri="{FF2B5EF4-FFF2-40B4-BE49-F238E27FC236}">
                <a16:creationId xmlns:a16="http://schemas.microsoft.com/office/drawing/2014/main" id="{7496E9FD-8F0C-C427-E3C8-9F3569875E0F}"/>
              </a:ext>
            </a:extLst>
          </p:cNvPr>
          <p:cNvSpPr>
            <a:spLocks noChangeArrowheads="1"/>
          </p:cNvSpPr>
          <p:nvPr/>
        </p:nvSpPr>
        <p:spPr bwMode="auto">
          <a:xfrm>
            <a:off x="17526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7" name="Oval 34">
            <a:extLst>
              <a:ext uri="{FF2B5EF4-FFF2-40B4-BE49-F238E27FC236}">
                <a16:creationId xmlns:a16="http://schemas.microsoft.com/office/drawing/2014/main" id="{96E48E57-1BCD-78F9-2822-6D0392A25ED7}"/>
              </a:ext>
            </a:extLst>
          </p:cNvPr>
          <p:cNvSpPr>
            <a:spLocks noChangeArrowheads="1"/>
          </p:cNvSpPr>
          <p:nvPr/>
        </p:nvSpPr>
        <p:spPr bwMode="auto">
          <a:xfrm>
            <a:off x="72390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8" name="Oval 35">
            <a:extLst>
              <a:ext uri="{FF2B5EF4-FFF2-40B4-BE49-F238E27FC236}">
                <a16:creationId xmlns:a16="http://schemas.microsoft.com/office/drawing/2014/main" id="{C2B38427-09DB-D2AB-331C-EA08C3B1C221}"/>
              </a:ext>
            </a:extLst>
          </p:cNvPr>
          <p:cNvSpPr>
            <a:spLocks noChangeArrowheads="1"/>
          </p:cNvSpPr>
          <p:nvPr/>
        </p:nvSpPr>
        <p:spPr bwMode="auto">
          <a:xfrm>
            <a:off x="5410200" y="22860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89" name="Oval 36">
            <a:extLst>
              <a:ext uri="{FF2B5EF4-FFF2-40B4-BE49-F238E27FC236}">
                <a16:creationId xmlns:a16="http://schemas.microsoft.com/office/drawing/2014/main" id="{6BE00C67-280C-1542-A956-A75184FB9AF3}"/>
              </a:ext>
            </a:extLst>
          </p:cNvPr>
          <p:cNvSpPr>
            <a:spLocks noChangeArrowheads="1"/>
          </p:cNvSpPr>
          <p:nvPr/>
        </p:nvSpPr>
        <p:spPr bwMode="auto">
          <a:xfrm>
            <a:off x="63246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90" name="Oval 37">
            <a:extLst>
              <a:ext uri="{FF2B5EF4-FFF2-40B4-BE49-F238E27FC236}">
                <a16:creationId xmlns:a16="http://schemas.microsoft.com/office/drawing/2014/main" id="{183B829B-9F9C-A710-D590-1C134A53E8F0}"/>
              </a:ext>
            </a:extLst>
          </p:cNvPr>
          <p:cNvSpPr>
            <a:spLocks noChangeArrowheads="1"/>
          </p:cNvSpPr>
          <p:nvPr/>
        </p:nvSpPr>
        <p:spPr bwMode="auto">
          <a:xfrm>
            <a:off x="2667000" y="1447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91" name="Oval 38">
            <a:extLst>
              <a:ext uri="{FF2B5EF4-FFF2-40B4-BE49-F238E27FC236}">
                <a16:creationId xmlns:a16="http://schemas.microsoft.com/office/drawing/2014/main" id="{B552362D-0F0A-EF26-CB9A-4A39A2C546B4}"/>
              </a:ext>
            </a:extLst>
          </p:cNvPr>
          <p:cNvSpPr>
            <a:spLocks noChangeArrowheads="1"/>
          </p:cNvSpPr>
          <p:nvPr/>
        </p:nvSpPr>
        <p:spPr bwMode="auto">
          <a:xfrm>
            <a:off x="4419600" y="6858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892" name="Text Box 39">
            <a:extLst>
              <a:ext uri="{FF2B5EF4-FFF2-40B4-BE49-F238E27FC236}">
                <a16:creationId xmlns:a16="http://schemas.microsoft.com/office/drawing/2014/main" id="{9B9E7581-B17D-B2D6-0566-25FD9ECB5C94}"/>
              </a:ext>
            </a:extLst>
          </p:cNvPr>
          <p:cNvSpPr txBox="1">
            <a:spLocks noChangeArrowheads="1"/>
          </p:cNvSpPr>
          <p:nvPr/>
        </p:nvSpPr>
        <p:spPr bwMode="auto">
          <a:xfrm>
            <a:off x="86995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A</a:t>
            </a:r>
            <a:endParaRPr kumimoji="1" lang="en-US" altLang="zh-CN" sz="2400">
              <a:latin typeface="Times New Roman" panose="02020603050405020304" pitchFamily="18" charset="0"/>
              <a:ea typeface="宋体" panose="02010600030101010101" pitchFamily="2" charset="-122"/>
            </a:endParaRPr>
          </a:p>
        </p:txBody>
      </p:sp>
      <p:sp>
        <p:nvSpPr>
          <p:cNvPr id="121893" name="Text Box 40">
            <a:extLst>
              <a:ext uri="{FF2B5EF4-FFF2-40B4-BE49-F238E27FC236}">
                <a16:creationId xmlns:a16="http://schemas.microsoft.com/office/drawing/2014/main" id="{31F65E4E-8E05-F2D9-D003-9F2612D9E210}"/>
              </a:ext>
            </a:extLst>
          </p:cNvPr>
          <p:cNvSpPr txBox="1">
            <a:spLocks noChangeArrowheads="1"/>
          </p:cNvSpPr>
          <p:nvPr/>
        </p:nvSpPr>
        <p:spPr bwMode="auto">
          <a:xfrm>
            <a:off x="13271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B</a:t>
            </a:r>
            <a:endParaRPr kumimoji="1" lang="en-US" altLang="zh-CN" sz="2400">
              <a:latin typeface="Times New Roman" panose="02020603050405020304" pitchFamily="18" charset="0"/>
              <a:ea typeface="宋体" panose="02010600030101010101" pitchFamily="2" charset="-122"/>
            </a:endParaRPr>
          </a:p>
        </p:txBody>
      </p:sp>
      <p:sp>
        <p:nvSpPr>
          <p:cNvPr id="121894" name="Text Box 41">
            <a:extLst>
              <a:ext uri="{FF2B5EF4-FFF2-40B4-BE49-F238E27FC236}">
                <a16:creationId xmlns:a16="http://schemas.microsoft.com/office/drawing/2014/main" id="{CB947D9C-61FB-A745-30D3-4174F03E41BC}"/>
              </a:ext>
            </a:extLst>
          </p:cNvPr>
          <p:cNvSpPr txBox="1">
            <a:spLocks noChangeArrowheads="1"/>
          </p:cNvSpPr>
          <p:nvPr/>
        </p:nvSpPr>
        <p:spPr bwMode="auto">
          <a:xfrm>
            <a:off x="17526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C</a:t>
            </a:r>
            <a:endParaRPr kumimoji="1" lang="en-US" altLang="zh-CN" sz="2400">
              <a:latin typeface="Times New Roman" panose="02020603050405020304" pitchFamily="18" charset="0"/>
              <a:ea typeface="宋体" panose="02010600030101010101" pitchFamily="2" charset="-122"/>
            </a:endParaRPr>
          </a:p>
        </p:txBody>
      </p:sp>
      <p:sp>
        <p:nvSpPr>
          <p:cNvPr id="121895" name="Text Box 42">
            <a:extLst>
              <a:ext uri="{FF2B5EF4-FFF2-40B4-BE49-F238E27FC236}">
                <a16:creationId xmlns:a16="http://schemas.microsoft.com/office/drawing/2014/main" id="{C6E8886E-4192-7706-0CCF-2D2934E9F03E}"/>
              </a:ext>
            </a:extLst>
          </p:cNvPr>
          <p:cNvSpPr txBox="1">
            <a:spLocks noChangeArrowheads="1"/>
          </p:cNvSpPr>
          <p:nvPr/>
        </p:nvSpPr>
        <p:spPr bwMode="auto">
          <a:xfrm>
            <a:off x="2241550" y="30480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D</a:t>
            </a:r>
            <a:endParaRPr kumimoji="1" lang="en-US" altLang="zh-CN" sz="2400">
              <a:latin typeface="Times New Roman" panose="02020603050405020304" pitchFamily="18" charset="0"/>
              <a:ea typeface="宋体" panose="02010600030101010101" pitchFamily="2" charset="-122"/>
            </a:endParaRPr>
          </a:p>
        </p:txBody>
      </p:sp>
      <p:sp>
        <p:nvSpPr>
          <p:cNvPr id="121896" name="Text Box 43">
            <a:extLst>
              <a:ext uri="{FF2B5EF4-FFF2-40B4-BE49-F238E27FC236}">
                <a16:creationId xmlns:a16="http://schemas.microsoft.com/office/drawing/2014/main" id="{4820033C-5EE6-80D2-BC10-913641B560D4}"/>
              </a:ext>
            </a:extLst>
          </p:cNvPr>
          <p:cNvSpPr txBox="1">
            <a:spLocks noChangeArrowheads="1"/>
          </p:cNvSpPr>
          <p:nvPr/>
        </p:nvSpPr>
        <p:spPr bwMode="auto">
          <a:xfrm>
            <a:off x="2717800" y="13716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E</a:t>
            </a:r>
            <a:endParaRPr kumimoji="1" lang="en-US" altLang="zh-CN" sz="2400">
              <a:latin typeface="Times New Roman" panose="02020603050405020304" pitchFamily="18" charset="0"/>
              <a:ea typeface="宋体" panose="02010600030101010101" pitchFamily="2" charset="-122"/>
            </a:endParaRPr>
          </a:p>
        </p:txBody>
      </p:sp>
      <p:sp>
        <p:nvSpPr>
          <p:cNvPr id="121897" name="Text Box 44">
            <a:extLst>
              <a:ext uri="{FF2B5EF4-FFF2-40B4-BE49-F238E27FC236}">
                <a16:creationId xmlns:a16="http://schemas.microsoft.com/office/drawing/2014/main" id="{3DEAE059-5D85-A916-3B1E-A3394FE28074}"/>
              </a:ext>
            </a:extLst>
          </p:cNvPr>
          <p:cNvSpPr txBox="1">
            <a:spLocks noChangeArrowheads="1"/>
          </p:cNvSpPr>
          <p:nvPr/>
        </p:nvSpPr>
        <p:spPr bwMode="auto">
          <a:xfrm>
            <a:off x="2736850" y="38862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F</a:t>
            </a:r>
            <a:endParaRPr kumimoji="1" lang="en-US" altLang="zh-CN" sz="2400">
              <a:latin typeface="Times New Roman" panose="02020603050405020304" pitchFamily="18" charset="0"/>
              <a:ea typeface="宋体" panose="02010600030101010101" pitchFamily="2" charset="-122"/>
            </a:endParaRPr>
          </a:p>
        </p:txBody>
      </p:sp>
      <p:sp>
        <p:nvSpPr>
          <p:cNvPr id="121898" name="Text Box 45">
            <a:extLst>
              <a:ext uri="{FF2B5EF4-FFF2-40B4-BE49-F238E27FC236}">
                <a16:creationId xmlns:a16="http://schemas.microsoft.com/office/drawing/2014/main" id="{DBEB82AA-FBDE-3AD4-F875-CC78654522A7}"/>
              </a:ext>
            </a:extLst>
          </p:cNvPr>
          <p:cNvSpPr txBox="1">
            <a:spLocks noChangeArrowheads="1"/>
          </p:cNvSpPr>
          <p:nvPr/>
        </p:nvSpPr>
        <p:spPr bwMode="auto">
          <a:xfrm>
            <a:off x="31242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G</a:t>
            </a:r>
            <a:endParaRPr kumimoji="1" lang="en-US" altLang="zh-CN" sz="2400">
              <a:latin typeface="Times New Roman" panose="02020603050405020304" pitchFamily="18" charset="0"/>
              <a:ea typeface="宋体" panose="02010600030101010101" pitchFamily="2" charset="-122"/>
            </a:endParaRPr>
          </a:p>
        </p:txBody>
      </p:sp>
      <p:sp>
        <p:nvSpPr>
          <p:cNvPr id="121899" name="Text Box 46">
            <a:extLst>
              <a:ext uri="{FF2B5EF4-FFF2-40B4-BE49-F238E27FC236}">
                <a16:creationId xmlns:a16="http://schemas.microsoft.com/office/drawing/2014/main" id="{D8624438-D6C6-20FD-348C-0455777CE574}"/>
              </a:ext>
            </a:extLst>
          </p:cNvPr>
          <p:cNvSpPr txBox="1">
            <a:spLocks noChangeArrowheads="1"/>
          </p:cNvSpPr>
          <p:nvPr/>
        </p:nvSpPr>
        <p:spPr bwMode="auto">
          <a:xfrm>
            <a:off x="3536950" y="22098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H</a:t>
            </a:r>
            <a:endParaRPr kumimoji="1" lang="en-US" altLang="zh-CN" sz="2400">
              <a:latin typeface="Times New Roman" panose="02020603050405020304" pitchFamily="18" charset="0"/>
              <a:ea typeface="宋体" panose="02010600030101010101" pitchFamily="2" charset="-122"/>
            </a:endParaRPr>
          </a:p>
        </p:txBody>
      </p:sp>
      <p:sp>
        <p:nvSpPr>
          <p:cNvPr id="121900" name="Text Box 47">
            <a:extLst>
              <a:ext uri="{FF2B5EF4-FFF2-40B4-BE49-F238E27FC236}">
                <a16:creationId xmlns:a16="http://schemas.microsoft.com/office/drawing/2014/main" id="{E7FAC296-8FCA-C640-B19E-864C6AEADE24}"/>
              </a:ext>
            </a:extLst>
          </p:cNvPr>
          <p:cNvSpPr txBox="1">
            <a:spLocks noChangeArrowheads="1"/>
          </p:cNvSpPr>
          <p:nvPr/>
        </p:nvSpPr>
        <p:spPr bwMode="auto">
          <a:xfrm>
            <a:off x="3990975" y="3048000"/>
            <a:ext cx="276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I</a:t>
            </a:r>
            <a:endParaRPr kumimoji="1" lang="en-US" altLang="zh-CN" sz="2400">
              <a:latin typeface="Times New Roman" panose="02020603050405020304" pitchFamily="18" charset="0"/>
              <a:ea typeface="宋体" panose="02010600030101010101" pitchFamily="2" charset="-122"/>
            </a:endParaRPr>
          </a:p>
        </p:txBody>
      </p:sp>
      <p:sp>
        <p:nvSpPr>
          <p:cNvPr id="121901" name="Text Box 48">
            <a:extLst>
              <a:ext uri="{FF2B5EF4-FFF2-40B4-BE49-F238E27FC236}">
                <a16:creationId xmlns:a16="http://schemas.microsoft.com/office/drawing/2014/main" id="{31AA1EA4-899A-8667-F330-B3F77E17C6D3}"/>
              </a:ext>
            </a:extLst>
          </p:cNvPr>
          <p:cNvSpPr txBox="1">
            <a:spLocks noChangeArrowheads="1"/>
          </p:cNvSpPr>
          <p:nvPr/>
        </p:nvSpPr>
        <p:spPr bwMode="auto">
          <a:xfrm>
            <a:off x="4419600" y="6096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J</a:t>
            </a:r>
            <a:endParaRPr kumimoji="1" lang="en-US" altLang="zh-CN" sz="2400">
              <a:latin typeface="Times New Roman" panose="02020603050405020304" pitchFamily="18" charset="0"/>
              <a:ea typeface="宋体" panose="02010600030101010101" pitchFamily="2" charset="-122"/>
            </a:endParaRPr>
          </a:p>
        </p:txBody>
      </p:sp>
      <p:sp>
        <p:nvSpPr>
          <p:cNvPr id="121902" name="Text Box 52">
            <a:extLst>
              <a:ext uri="{FF2B5EF4-FFF2-40B4-BE49-F238E27FC236}">
                <a16:creationId xmlns:a16="http://schemas.microsoft.com/office/drawing/2014/main" id="{00C29C43-6262-9EB6-401D-922142051433}"/>
              </a:ext>
            </a:extLst>
          </p:cNvPr>
          <p:cNvSpPr txBox="1">
            <a:spLocks noChangeArrowheads="1"/>
          </p:cNvSpPr>
          <p:nvPr/>
        </p:nvSpPr>
        <p:spPr bwMode="auto">
          <a:xfrm>
            <a:off x="6477000" y="3886200"/>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N</a:t>
            </a:r>
            <a:endParaRPr kumimoji="1" lang="en-US" altLang="zh-CN" sz="2400">
              <a:latin typeface="Times New Roman" panose="02020603050405020304" pitchFamily="18" charset="0"/>
              <a:ea typeface="宋体" panose="02010600030101010101" pitchFamily="2" charset="-122"/>
            </a:endParaRPr>
          </a:p>
        </p:txBody>
      </p:sp>
      <p:sp>
        <p:nvSpPr>
          <p:cNvPr id="121903" name="Text Box 53">
            <a:extLst>
              <a:ext uri="{FF2B5EF4-FFF2-40B4-BE49-F238E27FC236}">
                <a16:creationId xmlns:a16="http://schemas.microsoft.com/office/drawing/2014/main" id="{1875642E-01D6-4481-CCBF-62FAF31A8004}"/>
              </a:ext>
            </a:extLst>
          </p:cNvPr>
          <p:cNvSpPr txBox="1">
            <a:spLocks noChangeArrowheads="1"/>
          </p:cNvSpPr>
          <p:nvPr/>
        </p:nvSpPr>
        <p:spPr bwMode="auto">
          <a:xfrm>
            <a:off x="5410200" y="2239963"/>
            <a:ext cx="4254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K</a:t>
            </a:r>
            <a:endParaRPr kumimoji="1" lang="en-US" altLang="zh-CN" sz="2400">
              <a:latin typeface="Times New Roman" panose="02020603050405020304" pitchFamily="18" charset="0"/>
              <a:ea typeface="宋体" panose="02010600030101010101" pitchFamily="2" charset="-122"/>
            </a:endParaRPr>
          </a:p>
        </p:txBody>
      </p:sp>
      <p:sp>
        <p:nvSpPr>
          <p:cNvPr id="121904" name="Text Box 54">
            <a:extLst>
              <a:ext uri="{FF2B5EF4-FFF2-40B4-BE49-F238E27FC236}">
                <a16:creationId xmlns:a16="http://schemas.microsoft.com/office/drawing/2014/main" id="{812C2662-F2D4-9A36-5B26-27C1D8B5BECB}"/>
              </a:ext>
            </a:extLst>
          </p:cNvPr>
          <p:cNvSpPr txBox="1">
            <a:spLocks noChangeArrowheads="1"/>
          </p:cNvSpPr>
          <p:nvPr/>
        </p:nvSpPr>
        <p:spPr bwMode="auto">
          <a:xfrm>
            <a:off x="5867400" y="30480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L</a:t>
            </a:r>
            <a:endParaRPr kumimoji="1" lang="en-US" altLang="zh-CN" sz="2400">
              <a:latin typeface="Times New Roman" panose="02020603050405020304" pitchFamily="18" charset="0"/>
              <a:ea typeface="宋体" panose="02010600030101010101" pitchFamily="2" charset="-122"/>
            </a:endParaRPr>
          </a:p>
        </p:txBody>
      </p:sp>
      <p:sp>
        <p:nvSpPr>
          <p:cNvPr id="121905" name="Text Box 55">
            <a:extLst>
              <a:ext uri="{FF2B5EF4-FFF2-40B4-BE49-F238E27FC236}">
                <a16:creationId xmlns:a16="http://schemas.microsoft.com/office/drawing/2014/main" id="{971260D4-23DE-0984-3A55-2AAF8FD95AD2}"/>
              </a:ext>
            </a:extLst>
          </p:cNvPr>
          <p:cNvSpPr txBox="1">
            <a:spLocks noChangeArrowheads="1"/>
          </p:cNvSpPr>
          <p:nvPr/>
        </p:nvSpPr>
        <p:spPr bwMode="auto">
          <a:xfrm>
            <a:off x="6324600" y="1371600"/>
            <a:ext cx="461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M</a:t>
            </a:r>
            <a:endParaRPr kumimoji="1" lang="en-US" altLang="zh-CN" sz="2400">
              <a:latin typeface="Times New Roman" panose="02020603050405020304" pitchFamily="18" charset="0"/>
              <a:ea typeface="宋体" panose="02010600030101010101" pitchFamily="2" charset="-122"/>
            </a:endParaRPr>
          </a:p>
        </p:txBody>
      </p:sp>
      <p:sp>
        <p:nvSpPr>
          <p:cNvPr id="121906" name="Text Box 56">
            <a:extLst>
              <a:ext uri="{FF2B5EF4-FFF2-40B4-BE49-F238E27FC236}">
                <a16:creationId xmlns:a16="http://schemas.microsoft.com/office/drawing/2014/main" id="{9F37ABDF-2669-88D4-7A54-FBF2C50D0AE3}"/>
              </a:ext>
            </a:extLst>
          </p:cNvPr>
          <p:cNvSpPr txBox="1">
            <a:spLocks noChangeArrowheads="1"/>
          </p:cNvSpPr>
          <p:nvPr/>
        </p:nvSpPr>
        <p:spPr bwMode="auto">
          <a:xfrm>
            <a:off x="6781800" y="30480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O</a:t>
            </a:r>
            <a:endParaRPr kumimoji="1" lang="en-US" altLang="zh-CN" sz="2400">
              <a:latin typeface="Times New Roman" panose="02020603050405020304" pitchFamily="18" charset="0"/>
              <a:ea typeface="宋体" panose="02010600030101010101" pitchFamily="2" charset="-122"/>
            </a:endParaRPr>
          </a:p>
        </p:txBody>
      </p:sp>
      <p:sp>
        <p:nvSpPr>
          <p:cNvPr id="121907" name="Text Box 57">
            <a:extLst>
              <a:ext uri="{FF2B5EF4-FFF2-40B4-BE49-F238E27FC236}">
                <a16:creationId xmlns:a16="http://schemas.microsoft.com/office/drawing/2014/main" id="{699ED931-9975-7587-916E-972A09709A6D}"/>
              </a:ext>
            </a:extLst>
          </p:cNvPr>
          <p:cNvSpPr txBox="1">
            <a:spLocks noChangeArrowheads="1"/>
          </p:cNvSpPr>
          <p:nvPr/>
        </p:nvSpPr>
        <p:spPr bwMode="auto">
          <a:xfrm>
            <a:off x="7239000" y="2225675"/>
            <a:ext cx="42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R</a:t>
            </a:r>
            <a:endParaRPr kumimoji="1" lang="en-US" altLang="zh-CN" sz="2400">
              <a:latin typeface="Times New Roman" panose="02020603050405020304" pitchFamily="18" charset="0"/>
              <a:ea typeface="宋体" panose="02010600030101010101" pitchFamily="2" charset="-122"/>
            </a:endParaRPr>
          </a:p>
        </p:txBody>
      </p:sp>
      <p:sp>
        <p:nvSpPr>
          <p:cNvPr id="121908" name="Text Box 58">
            <a:extLst>
              <a:ext uri="{FF2B5EF4-FFF2-40B4-BE49-F238E27FC236}">
                <a16:creationId xmlns:a16="http://schemas.microsoft.com/office/drawing/2014/main" id="{D7A1A5F4-DCA9-DAD8-BCA5-82B4AA6F7EB8}"/>
              </a:ext>
            </a:extLst>
          </p:cNvPr>
          <p:cNvSpPr txBox="1">
            <a:spLocks noChangeArrowheads="1"/>
          </p:cNvSpPr>
          <p:nvPr/>
        </p:nvSpPr>
        <p:spPr bwMode="auto">
          <a:xfrm>
            <a:off x="5334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09" name="Text Box 59">
            <a:extLst>
              <a:ext uri="{FF2B5EF4-FFF2-40B4-BE49-F238E27FC236}">
                <a16:creationId xmlns:a16="http://schemas.microsoft.com/office/drawing/2014/main" id="{90D0070E-6A0C-C6AA-816B-5703EBE7B4D6}"/>
              </a:ext>
            </a:extLst>
          </p:cNvPr>
          <p:cNvSpPr txBox="1">
            <a:spLocks noChangeArrowheads="1"/>
          </p:cNvSpPr>
          <p:nvPr/>
        </p:nvSpPr>
        <p:spPr bwMode="auto">
          <a:xfrm>
            <a:off x="2362200" y="3671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0" name="Text Box 60">
            <a:extLst>
              <a:ext uri="{FF2B5EF4-FFF2-40B4-BE49-F238E27FC236}">
                <a16:creationId xmlns:a16="http://schemas.microsoft.com/office/drawing/2014/main" id="{996CD4CC-4548-E4A2-3F4E-6ACD4679C39C}"/>
              </a:ext>
            </a:extLst>
          </p:cNvPr>
          <p:cNvSpPr txBox="1">
            <a:spLocks noChangeArrowheads="1"/>
          </p:cNvSpPr>
          <p:nvPr/>
        </p:nvSpPr>
        <p:spPr bwMode="auto">
          <a:xfrm>
            <a:off x="4286250" y="28336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1" name="Text Box 61">
            <a:extLst>
              <a:ext uri="{FF2B5EF4-FFF2-40B4-BE49-F238E27FC236}">
                <a16:creationId xmlns:a16="http://schemas.microsoft.com/office/drawing/2014/main" id="{8D2E4433-71FD-3F1A-67D8-A10638AC9F3A}"/>
              </a:ext>
            </a:extLst>
          </p:cNvPr>
          <p:cNvSpPr txBox="1">
            <a:spLocks noChangeArrowheads="1"/>
          </p:cNvSpPr>
          <p:nvPr/>
        </p:nvSpPr>
        <p:spPr bwMode="auto">
          <a:xfrm>
            <a:off x="641985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2" name="Text Box 63">
            <a:extLst>
              <a:ext uri="{FF2B5EF4-FFF2-40B4-BE49-F238E27FC236}">
                <a16:creationId xmlns:a16="http://schemas.microsoft.com/office/drawing/2014/main" id="{1F8DC349-A1D8-ADF1-E818-DDBFE5BBD3BB}"/>
              </a:ext>
            </a:extLst>
          </p:cNvPr>
          <p:cNvSpPr txBox="1">
            <a:spLocks noChangeArrowheads="1"/>
          </p:cNvSpPr>
          <p:nvPr/>
        </p:nvSpPr>
        <p:spPr bwMode="auto">
          <a:xfrm>
            <a:off x="67246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3" name="Text Box 64">
            <a:extLst>
              <a:ext uri="{FF2B5EF4-FFF2-40B4-BE49-F238E27FC236}">
                <a16:creationId xmlns:a16="http://schemas.microsoft.com/office/drawing/2014/main" id="{77DC0908-209B-DC1D-191C-6586E0C6C99D}"/>
              </a:ext>
            </a:extLst>
          </p:cNvPr>
          <p:cNvSpPr txBox="1">
            <a:spLocks noChangeArrowheads="1"/>
          </p:cNvSpPr>
          <p:nvPr/>
        </p:nvSpPr>
        <p:spPr bwMode="auto">
          <a:xfrm>
            <a:off x="8147050" y="2681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14" name="Text Box 65">
            <a:extLst>
              <a:ext uri="{FF2B5EF4-FFF2-40B4-BE49-F238E27FC236}">
                <a16:creationId xmlns:a16="http://schemas.microsoft.com/office/drawing/2014/main" id="{917CE505-213C-9288-CE6A-1DAE4B88BC94}"/>
              </a:ext>
            </a:extLst>
          </p:cNvPr>
          <p:cNvSpPr txBox="1">
            <a:spLocks noChangeArrowheads="1"/>
          </p:cNvSpPr>
          <p:nvPr/>
        </p:nvSpPr>
        <p:spPr bwMode="auto">
          <a:xfrm>
            <a:off x="4057650" y="471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楷体_GB2312" pitchFamily="49"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5" name="Text Box 66">
            <a:extLst>
              <a:ext uri="{FF2B5EF4-FFF2-40B4-BE49-F238E27FC236}">
                <a16:creationId xmlns:a16="http://schemas.microsoft.com/office/drawing/2014/main" id="{DF7AEE39-33BD-DDBA-6690-694EA9909CDD}"/>
              </a:ext>
            </a:extLst>
          </p:cNvPr>
          <p:cNvSpPr txBox="1">
            <a:spLocks noChangeArrowheads="1"/>
          </p:cNvSpPr>
          <p:nvPr/>
        </p:nvSpPr>
        <p:spPr bwMode="auto">
          <a:xfrm>
            <a:off x="723900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16" name="Text Box 67">
            <a:extLst>
              <a:ext uri="{FF2B5EF4-FFF2-40B4-BE49-F238E27FC236}">
                <a16:creationId xmlns:a16="http://schemas.microsoft.com/office/drawing/2014/main" id="{960E5ED2-7CEE-97C6-9B61-20A054597796}"/>
              </a:ext>
            </a:extLst>
          </p:cNvPr>
          <p:cNvSpPr txBox="1">
            <a:spLocks noChangeArrowheads="1"/>
          </p:cNvSpPr>
          <p:nvPr/>
        </p:nvSpPr>
        <p:spPr bwMode="auto">
          <a:xfrm>
            <a:off x="1219200" y="19954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17" name="Text Box 68">
            <a:extLst>
              <a:ext uri="{FF2B5EF4-FFF2-40B4-BE49-F238E27FC236}">
                <a16:creationId xmlns:a16="http://schemas.microsoft.com/office/drawing/2014/main" id="{A53ACC41-7A66-4709-3EA2-6900BAD9ECBE}"/>
              </a:ext>
            </a:extLst>
          </p:cNvPr>
          <p:cNvSpPr txBox="1">
            <a:spLocks noChangeArrowheads="1"/>
          </p:cNvSpPr>
          <p:nvPr/>
        </p:nvSpPr>
        <p:spPr bwMode="auto">
          <a:xfrm>
            <a:off x="762000" y="28336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18" name="Text Box 69">
            <a:extLst>
              <a:ext uri="{FF2B5EF4-FFF2-40B4-BE49-F238E27FC236}">
                <a16:creationId xmlns:a16="http://schemas.microsoft.com/office/drawing/2014/main" id="{659BC04C-CFB7-1BA5-6112-9CAF618FBD37}"/>
              </a:ext>
            </a:extLst>
          </p:cNvPr>
          <p:cNvSpPr txBox="1">
            <a:spLocks noChangeArrowheads="1"/>
          </p:cNvSpPr>
          <p:nvPr/>
        </p:nvSpPr>
        <p:spPr bwMode="auto">
          <a:xfrm>
            <a:off x="2965450" y="2681288"/>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19" name="Text Box 70">
            <a:extLst>
              <a:ext uri="{FF2B5EF4-FFF2-40B4-BE49-F238E27FC236}">
                <a16:creationId xmlns:a16="http://schemas.microsoft.com/office/drawing/2014/main" id="{84C5191B-819A-947C-8D7E-8AE59C20DFF8}"/>
              </a:ext>
            </a:extLst>
          </p:cNvPr>
          <p:cNvSpPr txBox="1">
            <a:spLocks noChangeArrowheads="1"/>
          </p:cNvSpPr>
          <p:nvPr/>
        </p:nvSpPr>
        <p:spPr bwMode="auto">
          <a:xfrm>
            <a:off x="3651250" y="18288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楷体_GB2312" pitchFamily="49" charset="-122"/>
                <a:ea typeface="楷体_GB2312" pitchFamily="49" charset="-122"/>
              </a:rPr>
              <a:t>-</a:t>
            </a:r>
            <a:r>
              <a:rPr kumimoji="1" lang="en-US" altLang="zh-CN" sz="2800" b="1">
                <a:solidFill>
                  <a:srgbClr val="006666"/>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20" name="Text Box 71">
            <a:extLst>
              <a:ext uri="{FF2B5EF4-FFF2-40B4-BE49-F238E27FC236}">
                <a16:creationId xmlns:a16="http://schemas.microsoft.com/office/drawing/2014/main" id="{206FA29C-484F-5393-4124-8CB0C123388C}"/>
              </a:ext>
            </a:extLst>
          </p:cNvPr>
          <p:cNvSpPr txBox="1">
            <a:spLocks noChangeArrowheads="1"/>
          </p:cNvSpPr>
          <p:nvPr/>
        </p:nvSpPr>
        <p:spPr bwMode="auto">
          <a:xfrm>
            <a:off x="746760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21" name="Text Box 72">
            <a:extLst>
              <a:ext uri="{FF2B5EF4-FFF2-40B4-BE49-F238E27FC236}">
                <a16:creationId xmlns:a16="http://schemas.microsoft.com/office/drawing/2014/main" id="{B8A7AAB6-64A9-40B7-F8D4-28697ADD5FE0}"/>
              </a:ext>
            </a:extLst>
          </p:cNvPr>
          <p:cNvSpPr txBox="1">
            <a:spLocks noChangeArrowheads="1"/>
          </p:cNvSpPr>
          <p:nvPr/>
        </p:nvSpPr>
        <p:spPr bwMode="auto">
          <a:xfrm>
            <a:off x="5276850" y="18288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1</a:t>
            </a:r>
            <a:endParaRPr kumimoji="1" lang="en-US" altLang="zh-CN" sz="2400">
              <a:latin typeface="Times New Roman" panose="02020603050405020304" pitchFamily="18" charset="0"/>
              <a:ea typeface="宋体" panose="02010600030101010101" pitchFamily="2" charset="-122"/>
            </a:endParaRPr>
          </a:p>
        </p:txBody>
      </p:sp>
      <p:sp>
        <p:nvSpPr>
          <p:cNvPr id="121922" name="Text Box 73">
            <a:extLst>
              <a:ext uri="{FF2B5EF4-FFF2-40B4-BE49-F238E27FC236}">
                <a16:creationId xmlns:a16="http://schemas.microsoft.com/office/drawing/2014/main" id="{29CD210B-37C8-68D5-A1D0-97DD286CCE0C}"/>
              </a:ext>
            </a:extLst>
          </p:cNvPr>
          <p:cNvSpPr txBox="1">
            <a:spLocks noChangeArrowheads="1"/>
          </p:cNvSpPr>
          <p:nvPr/>
        </p:nvSpPr>
        <p:spPr bwMode="auto">
          <a:xfrm>
            <a:off x="6629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23" name="Text Box 74">
            <a:extLst>
              <a:ext uri="{FF2B5EF4-FFF2-40B4-BE49-F238E27FC236}">
                <a16:creationId xmlns:a16="http://schemas.microsoft.com/office/drawing/2014/main" id="{27B2E29C-189F-A8E3-5B37-B7E513BFCBBD}"/>
              </a:ext>
            </a:extLst>
          </p:cNvPr>
          <p:cNvSpPr txBox="1">
            <a:spLocks noChangeArrowheads="1"/>
          </p:cNvSpPr>
          <p:nvPr/>
        </p:nvSpPr>
        <p:spPr bwMode="auto">
          <a:xfrm>
            <a:off x="2438400" y="10048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solidFill>
                <a:srgbClr val="009900"/>
              </a:solidFill>
              <a:latin typeface="Times New Roman" panose="02020603050405020304" pitchFamily="18" charset="0"/>
              <a:ea typeface="宋体" panose="02010600030101010101" pitchFamily="2" charset="-122"/>
            </a:endParaRPr>
          </a:p>
        </p:txBody>
      </p:sp>
      <p:sp>
        <p:nvSpPr>
          <p:cNvPr id="121925" name="Text Box 78">
            <a:extLst>
              <a:ext uri="{FF2B5EF4-FFF2-40B4-BE49-F238E27FC236}">
                <a16:creationId xmlns:a16="http://schemas.microsoft.com/office/drawing/2014/main" id="{74D3A4C6-24E9-24BD-A45B-3067B939CD89}"/>
              </a:ext>
            </a:extLst>
          </p:cNvPr>
          <p:cNvSpPr txBox="1">
            <a:spLocks noChangeArrowheads="1"/>
          </p:cNvSpPr>
          <p:nvPr/>
        </p:nvSpPr>
        <p:spPr bwMode="auto">
          <a:xfrm>
            <a:off x="6038850" y="26812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9900"/>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26" name="Text Box 82">
            <a:extLst>
              <a:ext uri="{FF2B5EF4-FFF2-40B4-BE49-F238E27FC236}">
                <a16:creationId xmlns:a16="http://schemas.microsoft.com/office/drawing/2014/main" id="{A7330105-CD70-1C4D-1EC2-9FD01560B1E5}"/>
              </a:ext>
            </a:extLst>
          </p:cNvPr>
          <p:cNvSpPr txBox="1">
            <a:spLocks noChangeArrowheads="1"/>
          </p:cNvSpPr>
          <p:nvPr/>
        </p:nvSpPr>
        <p:spPr bwMode="auto">
          <a:xfrm>
            <a:off x="2438400" y="26670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27" name="Oval 85">
            <a:extLst>
              <a:ext uri="{FF2B5EF4-FFF2-40B4-BE49-F238E27FC236}">
                <a16:creationId xmlns:a16="http://schemas.microsoft.com/office/drawing/2014/main" id="{0E96BC3C-70EC-BF97-82D4-507C9BB4A263}"/>
              </a:ext>
            </a:extLst>
          </p:cNvPr>
          <p:cNvSpPr>
            <a:spLocks noChangeArrowheads="1"/>
          </p:cNvSpPr>
          <p:nvPr/>
        </p:nvSpPr>
        <p:spPr bwMode="auto">
          <a:xfrm>
            <a:off x="7924800" y="31242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928" name="Oval 86">
            <a:extLst>
              <a:ext uri="{FF2B5EF4-FFF2-40B4-BE49-F238E27FC236}">
                <a16:creationId xmlns:a16="http://schemas.microsoft.com/office/drawing/2014/main" id="{CF429518-2CDF-213D-E4B6-165C0431B3B5}"/>
              </a:ext>
            </a:extLst>
          </p:cNvPr>
          <p:cNvSpPr>
            <a:spLocks noChangeArrowheads="1"/>
          </p:cNvSpPr>
          <p:nvPr/>
        </p:nvSpPr>
        <p:spPr bwMode="auto">
          <a:xfrm>
            <a:off x="70866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929" name="Text Box 87">
            <a:extLst>
              <a:ext uri="{FF2B5EF4-FFF2-40B4-BE49-F238E27FC236}">
                <a16:creationId xmlns:a16="http://schemas.microsoft.com/office/drawing/2014/main" id="{507E5DC1-5ED3-7BEE-5598-6C128E7622F9}"/>
              </a:ext>
            </a:extLst>
          </p:cNvPr>
          <p:cNvSpPr txBox="1">
            <a:spLocks noChangeArrowheads="1"/>
          </p:cNvSpPr>
          <p:nvPr/>
        </p:nvSpPr>
        <p:spPr bwMode="auto">
          <a:xfrm>
            <a:off x="7956550" y="3048000"/>
            <a:ext cx="38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T</a:t>
            </a:r>
            <a:endParaRPr kumimoji="1" lang="en-US" altLang="zh-CN" sz="2400">
              <a:latin typeface="Times New Roman" panose="02020603050405020304" pitchFamily="18" charset="0"/>
              <a:ea typeface="宋体" panose="02010600030101010101" pitchFamily="2" charset="-122"/>
            </a:endParaRPr>
          </a:p>
        </p:txBody>
      </p:sp>
      <p:sp>
        <p:nvSpPr>
          <p:cNvPr id="121930" name="Text Box 50">
            <a:extLst>
              <a:ext uri="{FF2B5EF4-FFF2-40B4-BE49-F238E27FC236}">
                <a16:creationId xmlns:a16="http://schemas.microsoft.com/office/drawing/2014/main" id="{84DD543C-E48B-D30F-6E5C-2D0400B92382}"/>
              </a:ext>
            </a:extLst>
          </p:cNvPr>
          <p:cNvSpPr txBox="1">
            <a:spLocks noChangeArrowheads="1"/>
          </p:cNvSpPr>
          <p:nvPr/>
        </p:nvSpPr>
        <p:spPr bwMode="auto">
          <a:xfrm>
            <a:off x="7086600" y="3886200"/>
            <a:ext cx="4429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Q</a:t>
            </a:r>
            <a:endParaRPr kumimoji="1" lang="en-US" altLang="zh-CN" sz="2400">
              <a:latin typeface="Times New Roman" panose="02020603050405020304" pitchFamily="18" charset="0"/>
              <a:ea typeface="宋体" panose="02010600030101010101" pitchFamily="2" charset="-122"/>
            </a:endParaRPr>
          </a:p>
        </p:txBody>
      </p:sp>
      <p:sp>
        <p:nvSpPr>
          <p:cNvPr id="121931" name="Oval 90">
            <a:extLst>
              <a:ext uri="{FF2B5EF4-FFF2-40B4-BE49-F238E27FC236}">
                <a16:creationId xmlns:a16="http://schemas.microsoft.com/office/drawing/2014/main" id="{CBEA8B03-2BC2-1527-8BF2-847805D666B1}"/>
              </a:ext>
            </a:extLst>
          </p:cNvPr>
          <p:cNvSpPr>
            <a:spLocks noChangeArrowheads="1"/>
          </p:cNvSpPr>
          <p:nvPr/>
        </p:nvSpPr>
        <p:spPr bwMode="auto">
          <a:xfrm>
            <a:off x="7696200" y="3962400"/>
            <a:ext cx="457200" cy="457200"/>
          </a:xfrm>
          <a:prstGeom prst="ellipse">
            <a:avLst/>
          </a:prstGeom>
          <a:solidFill>
            <a:srgbClr val="FFFFCC"/>
          </a:solidFill>
          <a:ln w="28575">
            <a:solidFill>
              <a:srgbClr val="009900"/>
            </a:solidFill>
            <a:round/>
            <a:headEnd/>
            <a:tailEnd/>
          </a:ln>
          <a:effectLst>
            <a:outerShdw dist="35921"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lang="zh-CN" altLang="en-US">
              <a:latin typeface="Times New Roman" panose="02020603050405020304" pitchFamily="18" charset="0"/>
            </a:endParaRPr>
          </a:p>
        </p:txBody>
      </p:sp>
      <p:sp>
        <p:nvSpPr>
          <p:cNvPr id="121932" name="Text Box 91">
            <a:extLst>
              <a:ext uri="{FF2B5EF4-FFF2-40B4-BE49-F238E27FC236}">
                <a16:creationId xmlns:a16="http://schemas.microsoft.com/office/drawing/2014/main" id="{2D338760-57F2-B3DE-BB2F-2A8D2C36328D}"/>
              </a:ext>
            </a:extLst>
          </p:cNvPr>
          <p:cNvSpPr txBox="1">
            <a:spLocks noChangeArrowheads="1"/>
          </p:cNvSpPr>
          <p:nvPr/>
        </p:nvSpPr>
        <p:spPr bwMode="auto">
          <a:xfrm>
            <a:off x="7639050" y="3505200"/>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2800" b="1">
                <a:solidFill>
                  <a:srgbClr val="006666"/>
                </a:solidFill>
                <a:latin typeface="Times New Roman" panose="02020603050405020304" pitchFamily="18" charset="0"/>
                <a:ea typeface="宋体" panose="02010600030101010101" pitchFamily="2" charset="-122"/>
              </a:rPr>
              <a:t>0</a:t>
            </a:r>
            <a:endParaRPr kumimoji="1" lang="en-US" altLang="zh-CN" sz="2400">
              <a:latin typeface="Times New Roman" panose="02020603050405020304" pitchFamily="18" charset="0"/>
              <a:ea typeface="宋体" panose="02010600030101010101" pitchFamily="2" charset="-122"/>
            </a:endParaRPr>
          </a:p>
        </p:txBody>
      </p:sp>
      <p:sp>
        <p:nvSpPr>
          <p:cNvPr id="121933" name="Text Box 88">
            <a:extLst>
              <a:ext uri="{FF2B5EF4-FFF2-40B4-BE49-F238E27FC236}">
                <a16:creationId xmlns:a16="http://schemas.microsoft.com/office/drawing/2014/main" id="{8EA7B848-3F91-3581-F80D-37D1B2205DE5}"/>
              </a:ext>
            </a:extLst>
          </p:cNvPr>
          <p:cNvSpPr txBox="1">
            <a:spLocks noChangeArrowheads="1"/>
          </p:cNvSpPr>
          <p:nvPr/>
        </p:nvSpPr>
        <p:spPr bwMode="auto">
          <a:xfrm>
            <a:off x="7696200" y="3886200"/>
            <a:ext cx="40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kumimoji="1" lang="en-US" altLang="zh-CN" sz="3200" b="1">
                <a:solidFill>
                  <a:schemeClr val="tx2"/>
                </a:solidFill>
                <a:latin typeface="Arial Narrow" panose="020B0606020202030204" pitchFamily="34" charset="0"/>
                <a:ea typeface="宋体" panose="02010600030101010101" pitchFamily="2" charset="-122"/>
              </a:rPr>
              <a:t>S</a:t>
            </a:r>
            <a:endParaRPr kumimoji="1" lang="en-US" altLang="zh-CN" sz="2400">
              <a:latin typeface="Times New Roman" panose="02020603050405020304" pitchFamily="18" charset="0"/>
              <a:ea typeface="宋体" panose="02010600030101010101" pitchFamily="2" charset="-122"/>
            </a:endParaRPr>
          </a:p>
        </p:txBody>
      </p:sp>
      <p:sp>
        <p:nvSpPr>
          <p:cNvPr id="80" name="内容占位符 4">
            <a:extLst>
              <a:ext uri="{FF2B5EF4-FFF2-40B4-BE49-F238E27FC236}">
                <a16:creationId xmlns:a16="http://schemas.microsoft.com/office/drawing/2014/main" id="{683F3651-1039-4F70-BCE9-65AD9B563FC4}"/>
              </a:ext>
            </a:extLst>
          </p:cNvPr>
          <p:cNvSpPr txBox="1">
            <a:spLocks/>
          </p:cNvSpPr>
          <p:nvPr/>
        </p:nvSpPr>
        <p:spPr>
          <a:xfrm>
            <a:off x="495300" y="243681"/>
            <a:ext cx="2476500" cy="715169"/>
          </a:xfrm>
          <a:prstGeom prst="rect">
            <a:avLst/>
          </a:prstGeom>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zh-CN" altLang="en-US" sz="3600" dirty="0"/>
              <a:t>删除结点</a:t>
            </a:r>
            <a:r>
              <a:rPr lang="en-US" altLang="zh-CN" sz="3600" dirty="0"/>
              <a:t>P</a:t>
            </a:r>
          </a:p>
        </p:txBody>
      </p:sp>
      <p:sp>
        <p:nvSpPr>
          <p:cNvPr id="2" name="灯片编号占位符 1">
            <a:extLst>
              <a:ext uri="{FF2B5EF4-FFF2-40B4-BE49-F238E27FC236}">
                <a16:creationId xmlns:a16="http://schemas.microsoft.com/office/drawing/2014/main" id="{D6A8D363-E581-98D7-1DE2-EE483890DEA5}"/>
              </a:ext>
            </a:extLst>
          </p:cNvPr>
          <p:cNvSpPr>
            <a:spLocks noGrp="1"/>
          </p:cNvSpPr>
          <p:nvPr>
            <p:ph type="sldNum" sz="quarter" idx="12"/>
          </p:nvPr>
        </p:nvSpPr>
        <p:spPr/>
        <p:txBody>
          <a:bodyPr/>
          <a:lstStyle/>
          <a:p>
            <a:pPr>
              <a:defRPr/>
            </a:pPr>
            <a:fld id="{A5CDC942-AD50-4CB1-AAEC-9B389C2C8E01}" type="slidenum">
              <a:rPr lang="en-US" altLang="zh-CN" smtClean="0"/>
              <a:pPr>
                <a:defRPr/>
              </a:pPr>
              <a:t>106</a:t>
            </a:fld>
            <a:endParaRPr lang="en-US" altLang="zh-CN"/>
          </a:p>
        </p:txBody>
      </p:sp>
    </p:spTree>
  </p:cSld>
  <p:clrMapOvr>
    <a:masterClrMapping/>
  </p:clrMapOvr>
  <p:transition>
    <p:spli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E271D9CF-869A-19E7-EB42-2EC4A2E46E24}"/>
              </a:ext>
            </a:extLst>
          </p:cNvPr>
          <p:cNvSpPr>
            <a:spLocks noGrp="1" noChangeArrowheads="1"/>
          </p:cNvSpPr>
          <p:nvPr>
            <p:ph type="title"/>
          </p:nvPr>
        </p:nvSpPr>
        <p:spPr/>
        <p:txBody>
          <a:bodyPr/>
          <a:lstStyle/>
          <a:p>
            <a:r>
              <a:rPr lang="en-US" altLang="zh-CN" dirty="0"/>
              <a:t>7.3.5 AVL</a:t>
            </a:r>
            <a:r>
              <a:rPr lang="zh-CN" altLang="en-US" dirty="0"/>
              <a:t>树的性能分析</a:t>
            </a:r>
          </a:p>
        </p:txBody>
      </p:sp>
      <p:sp>
        <p:nvSpPr>
          <p:cNvPr id="246787" name="Rectangle 3">
            <a:extLst>
              <a:ext uri="{FF2B5EF4-FFF2-40B4-BE49-F238E27FC236}">
                <a16:creationId xmlns:a16="http://schemas.microsoft.com/office/drawing/2014/main" id="{9A68DE92-1F35-37DE-53BA-D404807432C2}"/>
              </a:ext>
            </a:extLst>
          </p:cNvPr>
          <p:cNvSpPr>
            <a:spLocks noGrp="1" noChangeArrowheads="1"/>
          </p:cNvSpPr>
          <p:nvPr>
            <p:ph type="body" idx="1"/>
          </p:nvPr>
        </p:nvSpPr>
        <p:spPr/>
        <p:txBody>
          <a:bodyPr>
            <a:normAutofit/>
          </a:bodyPr>
          <a:lstStyle/>
          <a:p>
            <a:r>
              <a:rPr lang="zh-CN" altLang="en-US" dirty="0"/>
              <a:t>设</a:t>
            </a:r>
            <a:r>
              <a:rPr lang="en-US" altLang="zh-CN" dirty="0"/>
              <a:t>AVL</a:t>
            </a:r>
            <a:r>
              <a:rPr lang="zh-CN" altLang="en-US" dirty="0"/>
              <a:t>树的高度为 </a:t>
            </a:r>
            <a:r>
              <a:rPr lang="en-US" altLang="zh-CN" dirty="0"/>
              <a:t>h</a:t>
            </a:r>
            <a:r>
              <a:rPr lang="zh-CN" altLang="en-US" dirty="0"/>
              <a:t>，结点个数为 </a:t>
            </a:r>
            <a:r>
              <a:rPr lang="en-US" altLang="zh-CN" dirty="0"/>
              <a:t>n</a:t>
            </a:r>
            <a:r>
              <a:rPr lang="zh-CN" altLang="en-US" dirty="0"/>
              <a:t>，按之前的算法，则插入或者删除一个结点的时间都是</a:t>
            </a:r>
            <a:r>
              <a:rPr lang="en-US" altLang="zh-CN" dirty="0"/>
              <a:t>O(h)</a:t>
            </a:r>
            <a:r>
              <a:rPr lang="zh-CN" altLang="en-US" dirty="0"/>
              <a:t>。</a:t>
            </a:r>
            <a:endParaRPr lang="en-US" altLang="zh-CN" dirty="0"/>
          </a:p>
          <a:p>
            <a:pPr lvl="1"/>
            <a:r>
              <a:rPr lang="en-US" altLang="zh-CN" dirty="0"/>
              <a:t>h </a:t>
            </a:r>
            <a:r>
              <a:rPr lang="zh-CN" altLang="en-US" dirty="0"/>
              <a:t>最大是多少？</a:t>
            </a:r>
          </a:p>
        </p:txBody>
      </p:sp>
      <p:sp>
        <p:nvSpPr>
          <p:cNvPr id="2" name="灯片编号占位符 1">
            <a:extLst>
              <a:ext uri="{FF2B5EF4-FFF2-40B4-BE49-F238E27FC236}">
                <a16:creationId xmlns:a16="http://schemas.microsoft.com/office/drawing/2014/main" id="{E364724F-EE07-30A3-6B30-76E936B473CD}"/>
              </a:ext>
            </a:extLst>
          </p:cNvPr>
          <p:cNvSpPr>
            <a:spLocks noGrp="1"/>
          </p:cNvSpPr>
          <p:nvPr>
            <p:ph type="sldNum" sz="quarter" idx="12"/>
          </p:nvPr>
        </p:nvSpPr>
        <p:spPr/>
        <p:txBody>
          <a:bodyPr/>
          <a:lstStyle/>
          <a:p>
            <a:pPr>
              <a:defRPr/>
            </a:pPr>
            <a:fld id="{82BC8E53-3928-4033-8D0B-01554133DC73}" type="slidenum">
              <a:rPr lang="en-US" altLang="zh-CN" smtClean="0"/>
              <a:pPr>
                <a:defRPr/>
              </a:pPr>
              <a:t>107</a:t>
            </a:fld>
            <a:endParaRPr lang="en-US" altLang="zh-CN"/>
          </a:p>
        </p:txBody>
      </p:sp>
    </p:spTree>
  </p:cSld>
  <p:clrMapOvr>
    <a:masterClrMapping/>
  </p:clrMapOvr>
  <p:transition>
    <p:spli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4D9DB2B-22F9-45E6-84BF-36D6EFACDF08}"/>
              </a:ext>
            </a:extLst>
          </p:cNvPr>
          <p:cNvSpPr>
            <a:spLocks noGrp="1"/>
          </p:cNvSpPr>
          <p:nvPr>
            <p:ph type="title"/>
          </p:nvPr>
        </p:nvSpPr>
        <p:spPr/>
        <p:txBody>
          <a:bodyPr/>
          <a:lstStyle/>
          <a:p>
            <a:r>
              <a:rPr lang="en-US" altLang="zh-CN" dirty="0"/>
              <a:t>n</a:t>
            </a:r>
            <a:r>
              <a:rPr lang="zh-CN" altLang="en-US" dirty="0"/>
              <a:t>个结点的</a:t>
            </a:r>
            <a:r>
              <a:rPr lang="en-US" altLang="zh-CN" dirty="0"/>
              <a:t>AVL</a:t>
            </a:r>
            <a:r>
              <a:rPr lang="zh-CN" altLang="en-US" dirty="0"/>
              <a:t>树的最大高度</a:t>
            </a:r>
          </a:p>
        </p:txBody>
      </p:sp>
      <p:sp>
        <p:nvSpPr>
          <p:cNvPr id="391171" name="Rectangle 3">
            <a:extLst>
              <a:ext uri="{FF2B5EF4-FFF2-40B4-BE49-F238E27FC236}">
                <a16:creationId xmlns:a16="http://schemas.microsoft.com/office/drawing/2014/main" id="{CE2F93DF-EFD0-1C29-7880-E8A1CA62CEFF}"/>
              </a:ext>
            </a:extLst>
          </p:cNvPr>
          <p:cNvSpPr>
            <a:spLocks noGrp="1" noChangeArrowheads="1"/>
          </p:cNvSpPr>
          <p:nvPr>
            <p:ph type="body" idx="1"/>
          </p:nvPr>
        </p:nvSpPr>
        <p:spPr/>
        <p:txBody>
          <a:bodyPr>
            <a:normAutofit fontScale="77500" lnSpcReduction="20000"/>
          </a:bodyPr>
          <a:lstStyle/>
          <a:p>
            <a:r>
              <a:rPr lang="zh-CN" altLang="en-US" dirty="0"/>
              <a:t>设高度</a:t>
            </a:r>
            <a:r>
              <a:rPr lang="en-US" altLang="zh-CN" dirty="0"/>
              <a:t>h</a:t>
            </a:r>
            <a:r>
              <a:rPr lang="zh-CN" altLang="en-US" dirty="0"/>
              <a:t>的</a:t>
            </a:r>
            <a:r>
              <a:rPr lang="en-US" altLang="zh-CN" dirty="0"/>
              <a:t>AVL</a:t>
            </a:r>
            <a:r>
              <a:rPr lang="zh-CN" altLang="en-US" dirty="0"/>
              <a:t>树至少有</a:t>
            </a:r>
            <a:r>
              <a:rPr lang="en-US" altLang="zh-CN" dirty="0"/>
              <a:t>N</a:t>
            </a:r>
            <a:r>
              <a:rPr lang="en-US" altLang="zh-CN" baseline="-25000" dirty="0"/>
              <a:t>h</a:t>
            </a:r>
            <a:r>
              <a:rPr lang="en-US" altLang="zh-CN" dirty="0"/>
              <a:t> </a:t>
            </a:r>
            <a:r>
              <a:rPr lang="zh-CN" altLang="en-US" dirty="0"/>
              <a:t>个结点。这时根的一棵子树的高度为 </a:t>
            </a:r>
            <a:r>
              <a:rPr lang="en-US" altLang="zh-CN" dirty="0"/>
              <a:t>h-1</a:t>
            </a:r>
            <a:r>
              <a:rPr lang="zh-CN" altLang="en-US" dirty="0"/>
              <a:t>，另一棵子树的高度为 </a:t>
            </a:r>
            <a:r>
              <a:rPr lang="en-US" altLang="zh-CN" dirty="0"/>
              <a:t>h-2</a:t>
            </a:r>
            <a:r>
              <a:rPr lang="zh-CN" altLang="en-US" dirty="0"/>
              <a:t>，这两棵子树也是高度平衡的。因此有</a:t>
            </a:r>
          </a:p>
          <a:p>
            <a:pPr lvl="1"/>
            <a:r>
              <a:rPr lang="zh-CN" altLang="en-US" dirty="0"/>
              <a:t> </a:t>
            </a:r>
            <a:r>
              <a:rPr lang="en-US" altLang="zh-CN" dirty="0"/>
              <a:t>N</a:t>
            </a:r>
            <a:r>
              <a:rPr lang="en-US" altLang="zh-CN" baseline="-25000" dirty="0"/>
              <a:t>0</a:t>
            </a:r>
            <a:r>
              <a:rPr lang="en-US" altLang="zh-CN" dirty="0"/>
              <a:t> = 0   (</a:t>
            </a:r>
            <a:r>
              <a:rPr lang="zh-CN" altLang="en-US" dirty="0"/>
              <a:t>空树</a:t>
            </a:r>
            <a:r>
              <a:rPr lang="en-US" altLang="zh-CN" dirty="0"/>
              <a:t>)</a:t>
            </a:r>
          </a:p>
          <a:p>
            <a:pPr lvl="1"/>
            <a:r>
              <a:rPr lang="en-US" altLang="zh-CN" dirty="0"/>
              <a:t> N</a:t>
            </a:r>
            <a:r>
              <a:rPr lang="en-US" altLang="zh-CN" baseline="-25000" dirty="0"/>
              <a:t>1</a:t>
            </a:r>
            <a:r>
              <a:rPr lang="en-US" altLang="zh-CN" dirty="0"/>
              <a:t> = 1    (</a:t>
            </a:r>
            <a:r>
              <a:rPr lang="zh-CN" altLang="en-US" dirty="0"/>
              <a:t>仅有根结点</a:t>
            </a:r>
            <a:r>
              <a:rPr lang="en-US" altLang="zh-CN" dirty="0"/>
              <a:t>)</a:t>
            </a:r>
          </a:p>
          <a:p>
            <a:pPr lvl="1"/>
            <a:r>
              <a:rPr lang="en-US" altLang="zh-CN" dirty="0"/>
              <a:t> N</a:t>
            </a:r>
            <a:r>
              <a:rPr lang="en-US" altLang="zh-CN" baseline="-25000" dirty="0"/>
              <a:t>h</a:t>
            </a:r>
            <a:r>
              <a:rPr lang="en-US" altLang="zh-CN" dirty="0"/>
              <a:t> = N</a:t>
            </a:r>
            <a:r>
              <a:rPr lang="en-US" altLang="zh-CN" baseline="-25000" dirty="0"/>
              <a:t>h-1</a:t>
            </a:r>
            <a:r>
              <a:rPr lang="en-US" altLang="zh-CN" dirty="0"/>
              <a:t> + N</a:t>
            </a:r>
            <a:r>
              <a:rPr lang="en-US" altLang="zh-CN" baseline="-25000" dirty="0"/>
              <a:t>h-2</a:t>
            </a:r>
            <a:r>
              <a:rPr lang="en-US" altLang="zh-CN" dirty="0"/>
              <a:t> +1 , h &gt; 1</a:t>
            </a:r>
          </a:p>
          <a:p>
            <a:r>
              <a:rPr lang="zh-CN" altLang="en-US" dirty="0"/>
              <a:t>可以证明，对于 </a:t>
            </a:r>
            <a:r>
              <a:rPr lang="en-US" altLang="zh-CN" dirty="0"/>
              <a:t>h </a:t>
            </a:r>
            <a:r>
              <a:rPr lang="en-US" altLang="zh-CN" dirty="0">
                <a:sym typeface="Symbol" pitchFamily="18" charset="2"/>
              </a:rPr>
              <a:t></a:t>
            </a:r>
            <a:r>
              <a:rPr lang="en-US" altLang="zh-CN" dirty="0"/>
              <a:t> 0</a:t>
            </a:r>
            <a:r>
              <a:rPr lang="zh-CN" altLang="en-US" dirty="0"/>
              <a:t>，有 </a:t>
            </a:r>
            <a:r>
              <a:rPr lang="en-US" altLang="zh-CN" dirty="0"/>
              <a:t>N</a:t>
            </a:r>
            <a:r>
              <a:rPr lang="en-US" altLang="zh-CN" baseline="-25000" dirty="0"/>
              <a:t>h</a:t>
            </a:r>
            <a:r>
              <a:rPr lang="en-US" altLang="zh-CN" dirty="0"/>
              <a:t> = F</a:t>
            </a:r>
            <a:r>
              <a:rPr lang="en-US" altLang="zh-CN" baseline="-25000" dirty="0"/>
              <a:t>h+2 </a:t>
            </a:r>
            <a:r>
              <a:rPr lang="en-US" altLang="zh-CN" dirty="0"/>
              <a:t>-1 </a:t>
            </a:r>
            <a:r>
              <a:rPr lang="zh-CN" altLang="en-US" dirty="0"/>
              <a:t>成立。</a:t>
            </a:r>
          </a:p>
          <a:p>
            <a:r>
              <a:rPr lang="zh-CN" altLang="en-US" dirty="0"/>
              <a:t>进而推出有 </a:t>
            </a:r>
            <a:r>
              <a:rPr lang="en-US" altLang="zh-CN" dirty="0"/>
              <a:t>n </a:t>
            </a:r>
            <a:r>
              <a:rPr lang="zh-CN" altLang="en-US" dirty="0"/>
              <a:t>个结点的</a:t>
            </a:r>
            <a:r>
              <a:rPr lang="en-US" altLang="zh-CN" dirty="0"/>
              <a:t>AVL</a:t>
            </a:r>
            <a:r>
              <a:rPr lang="zh-CN" altLang="en-US" dirty="0"/>
              <a:t>树的高度不超过</a:t>
            </a:r>
          </a:p>
          <a:p>
            <a:pPr marL="0" indent="0">
              <a:buNone/>
            </a:pPr>
            <a:r>
              <a:rPr lang="zh-CN" altLang="en-US" dirty="0"/>
              <a:t>           </a:t>
            </a:r>
            <a:r>
              <a:rPr lang="en-US" altLang="zh-CN" dirty="0"/>
              <a:t>1.44*log</a:t>
            </a:r>
            <a:r>
              <a:rPr lang="en-US" altLang="zh-CN" baseline="-25000" dirty="0"/>
              <a:t>2</a:t>
            </a:r>
            <a:r>
              <a:rPr lang="en-US" altLang="zh-CN" dirty="0"/>
              <a:t>(N</a:t>
            </a:r>
            <a:r>
              <a:rPr lang="en-US" altLang="zh-CN" baseline="-25000" dirty="0"/>
              <a:t>h</a:t>
            </a:r>
            <a:r>
              <a:rPr lang="en-US" altLang="zh-CN" dirty="0"/>
              <a:t>+2) - 0.328</a:t>
            </a:r>
          </a:p>
          <a:p>
            <a:r>
              <a:rPr lang="zh-CN" altLang="en-US" dirty="0"/>
              <a:t>在</a:t>
            </a:r>
            <a:r>
              <a:rPr lang="en-US" altLang="zh-CN" dirty="0"/>
              <a:t>AVL</a:t>
            </a:r>
            <a:r>
              <a:rPr lang="zh-CN" altLang="en-US" dirty="0"/>
              <a:t>树删除一个结点并做平衡化旋转所需时间为 </a:t>
            </a:r>
            <a:r>
              <a:rPr lang="en-US" altLang="zh-CN" dirty="0"/>
              <a:t>O(log</a:t>
            </a:r>
            <a:r>
              <a:rPr lang="en-US" altLang="zh-CN" baseline="-25000" dirty="0"/>
              <a:t>2</a:t>
            </a:r>
            <a:r>
              <a:rPr lang="en-US" altLang="zh-CN" dirty="0"/>
              <a:t>n)</a:t>
            </a:r>
            <a:r>
              <a:rPr lang="zh-CN" altLang="en-US" dirty="0"/>
              <a:t>。</a:t>
            </a:r>
          </a:p>
        </p:txBody>
      </p:sp>
      <p:sp>
        <p:nvSpPr>
          <p:cNvPr id="2" name="灯片编号占位符 1">
            <a:extLst>
              <a:ext uri="{FF2B5EF4-FFF2-40B4-BE49-F238E27FC236}">
                <a16:creationId xmlns:a16="http://schemas.microsoft.com/office/drawing/2014/main" id="{47D73491-D3A6-EF67-40E2-BAE3BE28DFFE}"/>
              </a:ext>
            </a:extLst>
          </p:cNvPr>
          <p:cNvSpPr>
            <a:spLocks noGrp="1"/>
          </p:cNvSpPr>
          <p:nvPr>
            <p:ph type="sldNum" sz="quarter" idx="12"/>
          </p:nvPr>
        </p:nvSpPr>
        <p:spPr/>
        <p:txBody>
          <a:bodyPr/>
          <a:lstStyle/>
          <a:p>
            <a:pPr>
              <a:defRPr/>
            </a:pPr>
            <a:fld id="{82BC8E53-3928-4033-8D0B-01554133DC73}" type="slidenum">
              <a:rPr lang="en-US" altLang="zh-CN" smtClean="0"/>
              <a:pPr>
                <a:defRPr/>
              </a:pPr>
              <a:t>108</a:t>
            </a:fld>
            <a:endParaRPr lang="en-US" altLang="zh-CN"/>
          </a:p>
        </p:txBody>
      </p:sp>
    </p:spTree>
  </p:cSld>
  <p:clrMapOvr>
    <a:masterClrMapping/>
  </p:clrMapOvr>
  <p:transition>
    <p:spli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2EF3BB4E-B3FB-2A1E-F995-EE63E8A3CBBA}"/>
              </a:ext>
            </a:extLst>
          </p:cNvPr>
          <p:cNvSpPr>
            <a:spLocks noGrp="1" noChangeArrowheads="1"/>
          </p:cNvSpPr>
          <p:nvPr>
            <p:ph type="title"/>
          </p:nvPr>
        </p:nvSpPr>
        <p:spPr/>
        <p:txBody>
          <a:bodyPr/>
          <a:lstStyle/>
          <a:p>
            <a:r>
              <a:rPr lang="en-US" altLang="zh-CN" dirty="0"/>
              <a:t>7.4 </a:t>
            </a:r>
            <a:r>
              <a:rPr lang="zh-CN" altLang="en-US" dirty="0"/>
              <a:t>伸展树（自学）</a:t>
            </a:r>
          </a:p>
        </p:txBody>
      </p:sp>
      <p:sp>
        <p:nvSpPr>
          <p:cNvPr id="390147" name="Rectangle 3">
            <a:extLst>
              <a:ext uri="{FF2B5EF4-FFF2-40B4-BE49-F238E27FC236}">
                <a16:creationId xmlns:a16="http://schemas.microsoft.com/office/drawing/2014/main" id="{6FB35AF3-4313-CA5B-03FB-2BF4A53EADDD}"/>
              </a:ext>
            </a:extLst>
          </p:cNvPr>
          <p:cNvSpPr>
            <a:spLocks noGrp="1" noChangeArrowheads="1"/>
          </p:cNvSpPr>
          <p:nvPr>
            <p:ph type="body" idx="1"/>
          </p:nvPr>
        </p:nvSpPr>
        <p:spPr/>
        <p:txBody>
          <a:bodyPr>
            <a:normAutofit fontScale="77500" lnSpcReduction="20000"/>
          </a:bodyPr>
          <a:lstStyle/>
          <a:p>
            <a:r>
              <a:rPr lang="zh-CN" altLang="en-US" dirty="0"/>
              <a:t>也是对二叉搜索树的改进</a:t>
            </a:r>
          </a:p>
          <a:p>
            <a:pPr lvl="1"/>
            <a:r>
              <a:rPr lang="zh-CN" altLang="en-US" dirty="0"/>
              <a:t>将访问的结点反复旋转，移动到根的位置</a:t>
            </a:r>
          </a:p>
          <a:p>
            <a:pPr lvl="2"/>
            <a:r>
              <a:rPr lang="zh-CN" altLang="en-US" dirty="0"/>
              <a:t>效果是频繁访问的结点聚集在根的附近，能够保证</a:t>
            </a:r>
            <a:r>
              <a:rPr lang="en-US" altLang="zh-CN" dirty="0"/>
              <a:t>O(mlog</a:t>
            </a:r>
            <a:r>
              <a:rPr lang="en-US" altLang="zh-CN" baseline="-25000" dirty="0"/>
              <a:t>2</a:t>
            </a:r>
            <a:r>
              <a:rPr lang="en-US" altLang="zh-CN" dirty="0"/>
              <a:t>n)</a:t>
            </a:r>
            <a:r>
              <a:rPr lang="zh-CN" altLang="en-US" dirty="0"/>
              <a:t>的时间复杂性。</a:t>
            </a:r>
            <a:r>
              <a:rPr lang="en-US" altLang="zh-CN" dirty="0"/>
              <a:t>m</a:t>
            </a:r>
            <a:r>
              <a:rPr lang="zh-CN" altLang="en-US" dirty="0"/>
              <a:t>为操作次数。</a:t>
            </a:r>
          </a:p>
          <a:p>
            <a:pPr lvl="2"/>
            <a:r>
              <a:rPr lang="zh-CN" altLang="en-US" dirty="0"/>
              <a:t>而</a:t>
            </a:r>
            <a:r>
              <a:rPr lang="en-US" altLang="zh-CN" dirty="0"/>
              <a:t>AVL</a:t>
            </a:r>
            <a:r>
              <a:rPr lang="zh-CN" altLang="en-US" dirty="0"/>
              <a:t>树则是通过保持平衡，以降低树的高度。</a:t>
            </a:r>
          </a:p>
          <a:p>
            <a:r>
              <a:rPr lang="zh-CN" altLang="en-US" dirty="0"/>
              <a:t>旋转方式</a:t>
            </a:r>
          </a:p>
          <a:p>
            <a:pPr lvl="1"/>
            <a:r>
              <a:rPr lang="zh-CN" altLang="en-US" dirty="0"/>
              <a:t>单旋转：被访问结点</a:t>
            </a:r>
            <a:r>
              <a:rPr lang="en-US" altLang="zh-CN" dirty="0"/>
              <a:t>s</a:t>
            </a:r>
            <a:r>
              <a:rPr lang="zh-CN" altLang="en-US" dirty="0"/>
              <a:t>的父结点是根结点的情况</a:t>
            </a:r>
          </a:p>
          <a:p>
            <a:pPr lvl="1"/>
            <a:r>
              <a:rPr lang="zh-CN" altLang="en-US" dirty="0"/>
              <a:t>连续两次单旋转：同构形状的情况</a:t>
            </a:r>
          </a:p>
          <a:p>
            <a:pPr lvl="1"/>
            <a:r>
              <a:rPr lang="zh-CN" altLang="en-US" dirty="0"/>
              <a:t>之字形双旋转：异构形状的情况</a:t>
            </a:r>
          </a:p>
          <a:p>
            <a:r>
              <a:rPr lang="zh-CN" altLang="en-US" dirty="0"/>
              <a:t>当插入结点时，将新结点旋转到根。</a:t>
            </a:r>
          </a:p>
          <a:p>
            <a:r>
              <a:rPr lang="zh-CN" altLang="en-US" dirty="0"/>
              <a:t>当删除结点时，将被删结点的父结点旋转到根。</a:t>
            </a:r>
          </a:p>
        </p:txBody>
      </p:sp>
      <p:sp>
        <p:nvSpPr>
          <p:cNvPr id="2" name="灯片编号占位符 1">
            <a:extLst>
              <a:ext uri="{FF2B5EF4-FFF2-40B4-BE49-F238E27FC236}">
                <a16:creationId xmlns:a16="http://schemas.microsoft.com/office/drawing/2014/main" id="{69A36A85-089B-F6A9-31DB-940F032B89CD}"/>
              </a:ext>
            </a:extLst>
          </p:cNvPr>
          <p:cNvSpPr>
            <a:spLocks noGrp="1"/>
          </p:cNvSpPr>
          <p:nvPr>
            <p:ph type="sldNum" sz="quarter" idx="12"/>
          </p:nvPr>
        </p:nvSpPr>
        <p:spPr/>
        <p:txBody>
          <a:bodyPr/>
          <a:lstStyle/>
          <a:p>
            <a:pPr>
              <a:defRPr/>
            </a:pPr>
            <a:fld id="{82BC8E53-3928-4033-8D0B-01554133DC73}" type="slidenum">
              <a:rPr lang="en-US" altLang="zh-CN" smtClean="0"/>
              <a:pPr>
                <a:defRPr/>
              </a:pPr>
              <a:t>109</a:t>
            </a:fld>
            <a:endParaRPr lang="en-US" altLang="zh-CN"/>
          </a:p>
        </p:txBody>
      </p:sp>
    </p:spTree>
  </p:cSld>
  <p:clrMapOvr>
    <a:masterClrMapping/>
  </p:clrMapOvr>
  <p:transition>
    <p:spli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C69E8825-D440-826C-C246-9E0A71180F20}"/>
              </a:ext>
            </a:extLst>
          </p:cNvPr>
          <p:cNvSpPr>
            <a:spLocks noGrp="1" noChangeArrowheads="1"/>
          </p:cNvSpPr>
          <p:nvPr>
            <p:ph type="title"/>
          </p:nvPr>
        </p:nvSpPr>
        <p:spPr/>
        <p:txBody>
          <a:bodyPr/>
          <a:lstStyle/>
          <a:p>
            <a:r>
              <a:rPr lang="en-US" altLang="zh-CN" dirty="0"/>
              <a:t>7.5 </a:t>
            </a:r>
            <a:r>
              <a:rPr lang="zh-CN" altLang="en-US" dirty="0"/>
              <a:t>红黑树（自学）</a:t>
            </a:r>
          </a:p>
        </p:txBody>
      </p:sp>
      <p:sp>
        <p:nvSpPr>
          <p:cNvPr id="119811" name="Rectangle 3">
            <a:extLst>
              <a:ext uri="{FF2B5EF4-FFF2-40B4-BE49-F238E27FC236}">
                <a16:creationId xmlns:a16="http://schemas.microsoft.com/office/drawing/2014/main" id="{D5971547-DF4A-1AD2-C30C-D490AC6B8A56}"/>
              </a:ext>
            </a:extLst>
          </p:cNvPr>
          <p:cNvSpPr>
            <a:spLocks noGrp="1" noChangeArrowheads="1"/>
          </p:cNvSpPr>
          <p:nvPr>
            <p:ph type="body" idx="1"/>
          </p:nvPr>
        </p:nvSpPr>
        <p:spPr>
          <a:xfrm>
            <a:off x="628650" y="1825625"/>
            <a:ext cx="7886700" cy="4351338"/>
          </a:xfrm>
        </p:spPr>
        <p:txBody>
          <a:bodyPr>
            <a:normAutofit fontScale="77500" lnSpcReduction="20000"/>
          </a:bodyPr>
          <a:lstStyle/>
          <a:p>
            <a:r>
              <a:rPr lang="en-US" altLang="zh-CN" dirty="0"/>
              <a:t>7.5.1</a:t>
            </a:r>
            <a:r>
              <a:rPr lang="zh-CN" altLang="en-US" dirty="0"/>
              <a:t>红黑树的概念和性质</a:t>
            </a:r>
            <a:endParaRPr lang="en-US" altLang="zh-CN" dirty="0"/>
          </a:p>
          <a:p>
            <a:pPr lvl="1"/>
            <a:r>
              <a:rPr lang="zh-CN" altLang="en-US" dirty="0"/>
              <a:t>性质</a:t>
            </a:r>
          </a:p>
          <a:p>
            <a:pPr lvl="2"/>
            <a:r>
              <a:rPr lang="zh-CN" altLang="en-US" dirty="0"/>
              <a:t>根结点和所有外部结点的颜色是黑色。</a:t>
            </a:r>
          </a:p>
          <a:p>
            <a:pPr lvl="2"/>
            <a:r>
              <a:rPr lang="zh-CN" altLang="en-US" dirty="0"/>
              <a:t>从根结点到外部结点的途中没有连续两个结点的颜色是红色。</a:t>
            </a:r>
          </a:p>
          <a:p>
            <a:pPr lvl="2"/>
            <a:r>
              <a:rPr lang="zh-CN" altLang="en-US" dirty="0"/>
              <a:t>所有从根到外部结点的路径上都有相同数目的黑色结点</a:t>
            </a:r>
          </a:p>
          <a:p>
            <a:pPr lvl="1"/>
            <a:r>
              <a:rPr lang="zh-CN" altLang="en-US" dirty="0"/>
              <a:t>结论</a:t>
            </a:r>
          </a:p>
          <a:p>
            <a:pPr lvl="2"/>
            <a:r>
              <a:rPr lang="zh-CN" altLang="en-US" dirty="0"/>
              <a:t>设从根到外部结点的路径长度为该路径上指针个数</a:t>
            </a:r>
            <a:r>
              <a:rPr lang="en-US" altLang="zh-CN" dirty="0"/>
              <a:t>PL</a:t>
            </a:r>
            <a:r>
              <a:rPr lang="zh-CN" altLang="en-US" dirty="0"/>
              <a:t>，如果</a:t>
            </a:r>
            <a:r>
              <a:rPr lang="en-US" altLang="zh-CN" dirty="0"/>
              <a:t>P</a:t>
            </a:r>
            <a:r>
              <a:rPr lang="zh-CN" altLang="en-US" dirty="0"/>
              <a:t>与</a:t>
            </a:r>
            <a:r>
              <a:rPr lang="en-US" altLang="zh-CN" dirty="0"/>
              <a:t>Q</a:t>
            </a:r>
            <a:r>
              <a:rPr lang="zh-CN" altLang="en-US" dirty="0"/>
              <a:t>是红黑树中的两条从根到外部结点的路径，则有：</a:t>
            </a:r>
            <a:r>
              <a:rPr lang="en-US" altLang="zh-CN" dirty="0"/>
              <a:t>PL(P)&lt;=2PL(Q)</a:t>
            </a:r>
          </a:p>
          <a:p>
            <a:pPr lvl="2"/>
            <a:r>
              <a:rPr lang="zh-CN" altLang="en-US" dirty="0"/>
              <a:t>设</a:t>
            </a:r>
            <a:r>
              <a:rPr lang="en-US" altLang="zh-CN" dirty="0"/>
              <a:t>h</a:t>
            </a:r>
            <a:r>
              <a:rPr lang="zh-CN" altLang="en-US" dirty="0"/>
              <a:t>是一棵红黑树的高度（不包括外部结点），</a:t>
            </a:r>
            <a:r>
              <a:rPr lang="en-US" altLang="zh-CN" dirty="0"/>
              <a:t>n</a:t>
            </a:r>
            <a:r>
              <a:rPr lang="zh-CN" altLang="en-US" dirty="0"/>
              <a:t>是树中内部结点的个数，</a:t>
            </a:r>
            <a:r>
              <a:rPr lang="en-US" altLang="zh-CN" dirty="0"/>
              <a:t>r</a:t>
            </a:r>
            <a:r>
              <a:rPr lang="zh-CN" altLang="en-US" dirty="0"/>
              <a:t>是根结点的黑高度，则以下关系式成立：（</a:t>
            </a:r>
            <a:r>
              <a:rPr lang="en-US" altLang="zh-CN" dirty="0"/>
              <a:t>1</a:t>
            </a:r>
            <a:r>
              <a:rPr lang="zh-CN" altLang="en-US" dirty="0"/>
              <a:t>）</a:t>
            </a:r>
            <a:r>
              <a:rPr lang="en-US" altLang="zh-CN" dirty="0"/>
              <a:t>h&lt;=2*r</a:t>
            </a:r>
            <a:r>
              <a:rPr lang="zh-CN" altLang="en-US" dirty="0"/>
              <a:t>（</a:t>
            </a:r>
            <a:r>
              <a:rPr lang="en-US" altLang="zh-CN" dirty="0"/>
              <a:t>2</a:t>
            </a:r>
            <a:r>
              <a:rPr lang="zh-CN" altLang="en-US" dirty="0"/>
              <a:t>）</a:t>
            </a:r>
            <a:r>
              <a:rPr lang="en-US" altLang="zh-CN" dirty="0"/>
              <a:t>n&gt;=2</a:t>
            </a:r>
            <a:r>
              <a:rPr lang="en-US" altLang="zh-CN" baseline="30000" dirty="0"/>
              <a:t>r</a:t>
            </a:r>
            <a:r>
              <a:rPr lang="en-US" altLang="zh-CN" dirty="0"/>
              <a:t>-1</a:t>
            </a:r>
            <a:r>
              <a:rPr lang="zh-CN" altLang="en-US" dirty="0"/>
              <a:t>（</a:t>
            </a:r>
            <a:r>
              <a:rPr lang="en-US" altLang="zh-CN" dirty="0"/>
              <a:t>3</a:t>
            </a:r>
            <a:r>
              <a:rPr lang="zh-CN" altLang="en-US" dirty="0"/>
              <a:t>）</a:t>
            </a:r>
            <a:r>
              <a:rPr lang="en-US" altLang="zh-CN" dirty="0"/>
              <a:t>h&lt;=2*log</a:t>
            </a:r>
            <a:r>
              <a:rPr lang="en-US" altLang="zh-CN" baseline="-25000" dirty="0"/>
              <a:t>2</a:t>
            </a:r>
            <a:r>
              <a:rPr lang="en-US" altLang="zh-CN" dirty="0"/>
              <a:t>(n+1)</a:t>
            </a:r>
          </a:p>
        </p:txBody>
      </p:sp>
      <p:sp>
        <p:nvSpPr>
          <p:cNvPr id="2" name="灯片编号占位符 1">
            <a:extLst>
              <a:ext uri="{FF2B5EF4-FFF2-40B4-BE49-F238E27FC236}">
                <a16:creationId xmlns:a16="http://schemas.microsoft.com/office/drawing/2014/main" id="{6EDB0DFA-D632-79CD-81BF-3136958C7F70}"/>
              </a:ext>
            </a:extLst>
          </p:cNvPr>
          <p:cNvSpPr>
            <a:spLocks noGrp="1"/>
          </p:cNvSpPr>
          <p:nvPr>
            <p:ph type="sldNum" sz="quarter" idx="12"/>
          </p:nvPr>
        </p:nvSpPr>
        <p:spPr/>
        <p:txBody>
          <a:bodyPr/>
          <a:lstStyle/>
          <a:p>
            <a:pPr>
              <a:defRPr/>
            </a:pPr>
            <a:fld id="{82BC8E53-3928-4033-8D0B-01554133DC73}" type="slidenum">
              <a:rPr lang="en-US" altLang="zh-CN" smtClean="0"/>
              <a:pPr>
                <a:defRPr/>
              </a:pPr>
              <a:t>110</a:t>
            </a:fld>
            <a:endParaRPr lang="en-US" altLang="zh-CN"/>
          </a:p>
        </p:txBody>
      </p:sp>
    </p:spTree>
  </p:cSld>
  <p:clrMapOvr>
    <a:masterClrMapping/>
  </p:clrMapOvr>
  <p:transition>
    <p:spli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6F9E748-581B-C091-398D-14CBD7361C84}"/>
              </a:ext>
            </a:extLst>
          </p:cNvPr>
          <p:cNvSpPr>
            <a:spLocks noGrp="1" noChangeArrowheads="1"/>
          </p:cNvSpPr>
          <p:nvPr>
            <p:ph type="title"/>
          </p:nvPr>
        </p:nvSpPr>
        <p:spPr/>
        <p:txBody>
          <a:bodyPr/>
          <a:lstStyle/>
          <a:p>
            <a:r>
              <a:rPr lang="en-US" altLang="zh-CN" dirty="0"/>
              <a:t>7.5.2 </a:t>
            </a:r>
            <a:r>
              <a:rPr lang="zh-CN" altLang="en-US" dirty="0"/>
              <a:t>红黑树的搜索（自学）</a:t>
            </a:r>
          </a:p>
        </p:txBody>
      </p:sp>
      <p:sp>
        <p:nvSpPr>
          <p:cNvPr id="126979" name="Rectangle 3">
            <a:extLst>
              <a:ext uri="{FF2B5EF4-FFF2-40B4-BE49-F238E27FC236}">
                <a16:creationId xmlns:a16="http://schemas.microsoft.com/office/drawing/2014/main" id="{9A449676-21B1-BBC7-3958-BCCEBA2CC001}"/>
              </a:ext>
            </a:extLst>
          </p:cNvPr>
          <p:cNvSpPr>
            <a:spLocks noGrp="1" noChangeArrowheads="1"/>
          </p:cNvSpPr>
          <p:nvPr>
            <p:ph type="body" idx="1"/>
          </p:nvPr>
        </p:nvSpPr>
        <p:spPr/>
        <p:txBody>
          <a:bodyPr>
            <a:normAutofit fontScale="92500"/>
          </a:bodyPr>
          <a:lstStyle/>
          <a:p>
            <a:r>
              <a:rPr lang="zh-CN" altLang="en-US" dirty="0"/>
              <a:t>与普通二叉搜索树的搜索算法完全相同</a:t>
            </a:r>
          </a:p>
          <a:p>
            <a:pPr lvl="1"/>
            <a:r>
              <a:rPr lang="zh-CN" altLang="en-US" dirty="0"/>
              <a:t>搜索过程不用颜色信息</a:t>
            </a:r>
          </a:p>
          <a:p>
            <a:r>
              <a:rPr lang="zh-CN" altLang="en-US" dirty="0"/>
              <a:t>在最差情况下，搜索性能不及</a:t>
            </a:r>
            <a:r>
              <a:rPr lang="en-US" altLang="zh-CN" dirty="0"/>
              <a:t>AVL</a:t>
            </a:r>
            <a:r>
              <a:rPr lang="zh-CN" altLang="en-US" dirty="0"/>
              <a:t>树</a:t>
            </a:r>
          </a:p>
          <a:p>
            <a:pPr lvl="1"/>
            <a:r>
              <a:rPr lang="zh-CN" altLang="en-US" dirty="0"/>
              <a:t>因为红黑树的平衡性略逊于</a:t>
            </a:r>
            <a:r>
              <a:rPr lang="en-US" altLang="zh-CN" dirty="0"/>
              <a:t>AVL</a:t>
            </a:r>
            <a:r>
              <a:rPr lang="zh-CN" altLang="en-US" dirty="0"/>
              <a:t>树</a:t>
            </a:r>
            <a:endParaRPr lang="en-US" altLang="zh-CN" dirty="0"/>
          </a:p>
          <a:p>
            <a:pPr lvl="1"/>
            <a:r>
              <a:rPr lang="zh-CN" altLang="en-US" dirty="0"/>
              <a:t>但差异很小</a:t>
            </a:r>
          </a:p>
          <a:p>
            <a:r>
              <a:rPr lang="zh-CN" altLang="en-US" dirty="0"/>
              <a:t>红黑树比</a:t>
            </a:r>
            <a:r>
              <a:rPr lang="en-US" altLang="zh-CN" dirty="0"/>
              <a:t>AVL</a:t>
            </a:r>
            <a:r>
              <a:rPr lang="zh-CN" altLang="en-US" dirty="0"/>
              <a:t>树的优点是插入、删除时发生的一直到根的回溯调整次数较少。</a:t>
            </a:r>
          </a:p>
        </p:txBody>
      </p:sp>
      <p:sp>
        <p:nvSpPr>
          <p:cNvPr id="2" name="灯片编号占位符 1">
            <a:extLst>
              <a:ext uri="{FF2B5EF4-FFF2-40B4-BE49-F238E27FC236}">
                <a16:creationId xmlns:a16="http://schemas.microsoft.com/office/drawing/2014/main" id="{89B5DB55-3250-E201-AB7D-6561F61F2F3D}"/>
              </a:ext>
            </a:extLst>
          </p:cNvPr>
          <p:cNvSpPr>
            <a:spLocks noGrp="1"/>
          </p:cNvSpPr>
          <p:nvPr>
            <p:ph type="sldNum" sz="quarter" idx="12"/>
          </p:nvPr>
        </p:nvSpPr>
        <p:spPr/>
        <p:txBody>
          <a:bodyPr/>
          <a:lstStyle/>
          <a:p>
            <a:pPr>
              <a:defRPr/>
            </a:pPr>
            <a:fld id="{82BC8E53-3928-4033-8D0B-01554133DC73}" type="slidenum">
              <a:rPr lang="en-US" altLang="zh-CN" smtClean="0"/>
              <a:pPr>
                <a:defRPr/>
              </a:pPr>
              <a:t>111</a:t>
            </a:fld>
            <a:endParaRPr lang="en-US" altLang="zh-CN"/>
          </a:p>
        </p:txBody>
      </p:sp>
    </p:spTree>
  </p:cSld>
  <p:clrMapOvr>
    <a:masterClrMapping/>
  </p:clrMapOvr>
  <p:transition>
    <p:spli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C59A59E1-3A77-708C-FBC2-6B3190F8BE60}"/>
              </a:ext>
            </a:extLst>
          </p:cNvPr>
          <p:cNvSpPr>
            <a:spLocks noGrp="1" noChangeArrowheads="1"/>
          </p:cNvSpPr>
          <p:nvPr>
            <p:ph type="title"/>
          </p:nvPr>
        </p:nvSpPr>
        <p:spPr/>
        <p:txBody>
          <a:bodyPr/>
          <a:lstStyle/>
          <a:p>
            <a:r>
              <a:rPr lang="en-US" altLang="zh-CN" dirty="0"/>
              <a:t>7.5.3 </a:t>
            </a:r>
            <a:r>
              <a:rPr lang="zh-CN" altLang="en-US" dirty="0"/>
              <a:t>红黑树的插入（自学）</a:t>
            </a:r>
          </a:p>
        </p:txBody>
      </p:sp>
      <p:sp>
        <p:nvSpPr>
          <p:cNvPr id="128003" name="Rectangle 3">
            <a:extLst>
              <a:ext uri="{FF2B5EF4-FFF2-40B4-BE49-F238E27FC236}">
                <a16:creationId xmlns:a16="http://schemas.microsoft.com/office/drawing/2014/main" id="{A7FF91DB-4B98-3EF6-B1C5-ED6DC36D5316}"/>
              </a:ext>
            </a:extLst>
          </p:cNvPr>
          <p:cNvSpPr>
            <a:spLocks noGrp="1" noChangeArrowheads="1"/>
          </p:cNvSpPr>
          <p:nvPr>
            <p:ph type="body" idx="1"/>
          </p:nvPr>
        </p:nvSpPr>
        <p:spPr/>
        <p:txBody>
          <a:bodyPr>
            <a:normAutofit fontScale="92500" lnSpcReduction="20000"/>
          </a:bodyPr>
          <a:lstStyle/>
          <a:p>
            <a:r>
              <a:rPr lang="zh-CN" altLang="en-US" dirty="0"/>
              <a:t>新结点</a:t>
            </a:r>
            <a:r>
              <a:rPr lang="en-US" altLang="zh-CN" dirty="0"/>
              <a:t>u</a:t>
            </a:r>
            <a:r>
              <a:rPr lang="zh-CN" altLang="en-US" dirty="0"/>
              <a:t>必然作为叶子结点插入</a:t>
            </a:r>
          </a:p>
          <a:p>
            <a:r>
              <a:rPr lang="zh-CN" altLang="en-US" dirty="0"/>
              <a:t>染成红色以免改变黑高度的平衡</a:t>
            </a:r>
          </a:p>
          <a:p>
            <a:pPr lvl="1"/>
            <a:r>
              <a:rPr lang="zh-CN" altLang="en-US" dirty="0"/>
              <a:t>但如果父结点</a:t>
            </a:r>
            <a:r>
              <a:rPr lang="en-US" altLang="zh-CN" dirty="0" err="1"/>
              <a:t>pu</a:t>
            </a:r>
            <a:r>
              <a:rPr lang="zh-CN" altLang="en-US" dirty="0"/>
              <a:t>已经是红色了，就需要调整</a:t>
            </a:r>
          </a:p>
          <a:p>
            <a:pPr lvl="1"/>
            <a:r>
              <a:rPr lang="zh-CN" altLang="en-US" dirty="0"/>
              <a:t>调整的基本思想是把多余的红结点转给</a:t>
            </a:r>
            <a:r>
              <a:rPr lang="en-US" altLang="zh-CN" dirty="0" err="1"/>
              <a:t>pu</a:t>
            </a:r>
            <a:r>
              <a:rPr lang="zh-CN" altLang="en-US" dirty="0"/>
              <a:t>的兄弟结点</a:t>
            </a:r>
            <a:r>
              <a:rPr lang="en-US" altLang="zh-CN" dirty="0"/>
              <a:t>gr</a:t>
            </a:r>
            <a:r>
              <a:rPr lang="zh-CN" altLang="en-US" dirty="0"/>
              <a:t>为根的子树</a:t>
            </a:r>
          </a:p>
          <a:p>
            <a:pPr lvl="2"/>
            <a:r>
              <a:rPr lang="zh-CN" altLang="en-US" dirty="0"/>
              <a:t>如果</a:t>
            </a:r>
            <a:r>
              <a:rPr lang="en-US" altLang="zh-CN" dirty="0"/>
              <a:t>gr</a:t>
            </a:r>
            <a:r>
              <a:rPr lang="zh-CN" altLang="en-US" dirty="0"/>
              <a:t>是红结点，</a:t>
            </a:r>
            <a:r>
              <a:rPr lang="en-US" altLang="zh-CN" dirty="0" err="1"/>
              <a:t>pu</a:t>
            </a:r>
            <a:r>
              <a:rPr lang="zh-CN" altLang="en-US" dirty="0"/>
              <a:t>和</a:t>
            </a:r>
            <a:r>
              <a:rPr lang="en-US" altLang="zh-CN" dirty="0"/>
              <a:t>gr</a:t>
            </a:r>
            <a:r>
              <a:rPr lang="zh-CN" altLang="en-US" dirty="0"/>
              <a:t>共同的父结点</a:t>
            </a:r>
            <a:r>
              <a:rPr lang="en-US" altLang="zh-CN" dirty="0" err="1"/>
              <a:t>gu</a:t>
            </a:r>
            <a:r>
              <a:rPr lang="zh-CN" altLang="en-US" dirty="0"/>
              <a:t>必然是黑结点，交换颜色，</a:t>
            </a:r>
            <a:r>
              <a:rPr lang="en-US" altLang="zh-CN" dirty="0"/>
              <a:t>gr</a:t>
            </a:r>
            <a:r>
              <a:rPr lang="zh-CN" altLang="en-US" dirty="0"/>
              <a:t>和</a:t>
            </a:r>
            <a:r>
              <a:rPr lang="en-US" altLang="zh-CN" dirty="0" err="1"/>
              <a:t>pu</a:t>
            </a:r>
            <a:r>
              <a:rPr lang="zh-CN" altLang="en-US" dirty="0"/>
              <a:t>成为黑色，</a:t>
            </a:r>
            <a:r>
              <a:rPr lang="en-US" altLang="zh-CN" dirty="0" err="1"/>
              <a:t>gu</a:t>
            </a:r>
            <a:r>
              <a:rPr lang="zh-CN" altLang="en-US" dirty="0"/>
              <a:t>红色。</a:t>
            </a:r>
          </a:p>
          <a:p>
            <a:pPr lvl="3"/>
            <a:r>
              <a:rPr lang="en-US" altLang="zh-CN" dirty="0" err="1"/>
              <a:t>gu</a:t>
            </a:r>
            <a:r>
              <a:rPr lang="zh-CN" altLang="en-US" dirty="0"/>
              <a:t>可能和它的父结点颜色冲突，继续向上调整，甚至到根</a:t>
            </a:r>
          </a:p>
          <a:p>
            <a:pPr lvl="4"/>
            <a:r>
              <a:rPr lang="zh-CN" altLang="en-US" dirty="0"/>
              <a:t>可能继续多次向上调整，直到不冲突，调整结束</a:t>
            </a:r>
          </a:p>
          <a:p>
            <a:pPr lvl="4"/>
            <a:r>
              <a:rPr lang="zh-CN" altLang="en-US" dirty="0"/>
              <a:t>也可能某一次出现</a:t>
            </a:r>
            <a:r>
              <a:rPr lang="en-US" altLang="zh-CN" dirty="0"/>
              <a:t>gr</a:t>
            </a:r>
            <a:r>
              <a:rPr lang="zh-CN" altLang="en-US" dirty="0"/>
              <a:t>是黑色的情况，需要进一步考虑</a:t>
            </a:r>
          </a:p>
        </p:txBody>
      </p:sp>
      <p:sp>
        <p:nvSpPr>
          <p:cNvPr id="2" name="灯片编号占位符 1">
            <a:extLst>
              <a:ext uri="{FF2B5EF4-FFF2-40B4-BE49-F238E27FC236}">
                <a16:creationId xmlns:a16="http://schemas.microsoft.com/office/drawing/2014/main" id="{0243DB19-70E2-9832-F556-3165331EBB8C}"/>
              </a:ext>
            </a:extLst>
          </p:cNvPr>
          <p:cNvSpPr>
            <a:spLocks noGrp="1"/>
          </p:cNvSpPr>
          <p:nvPr>
            <p:ph type="sldNum" sz="quarter" idx="12"/>
          </p:nvPr>
        </p:nvSpPr>
        <p:spPr/>
        <p:txBody>
          <a:bodyPr/>
          <a:lstStyle/>
          <a:p>
            <a:pPr>
              <a:defRPr/>
            </a:pPr>
            <a:fld id="{82BC8E53-3928-4033-8D0B-01554133DC73}" type="slidenum">
              <a:rPr lang="en-US" altLang="zh-CN" smtClean="0"/>
              <a:pPr>
                <a:defRPr/>
              </a:pPr>
              <a:t>112</a:t>
            </a:fld>
            <a:endParaRPr lang="en-US" altLang="zh-CN"/>
          </a:p>
        </p:txBody>
      </p:sp>
    </p:spTree>
  </p:cSld>
  <p:clrMapOvr>
    <a:masterClrMapping/>
  </p:clrMapOvr>
  <p:transition>
    <p:split/>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26">
            <a:extLst>
              <a:ext uri="{FF2B5EF4-FFF2-40B4-BE49-F238E27FC236}">
                <a16:creationId xmlns:a16="http://schemas.microsoft.com/office/drawing/2014/main" id="{89C2473F-89DE-923B-3DD8-A50F0B5710CE}"/>
              </a:ext>
            </a:extLst>
          </p:cNvPr>
          <p:cNvSpPr>
            <a:spLocks noGrp="1" noChangeArrowheads="1"/>
          </p:cNvSpPr>
          <p:nvPr>
            <p:ph type="title"/>
          </p:nvPr>
        </p:nvSpPr>
        <p:spPr/>
        <p:txBody>
          <a:bodyPr/>
          <a:lstStyle/>
          <a:p>
            <a:r>
              <a:rPr lang="en-US" altLang="zh-CN" dirty="0"/>
              <a:t>gr</a:t>
            </a:r>
            <a:r>
              <a:rPr lang="zh-CN" altLang="en-US" dirty="0"/>
              <a:t>是黑色的情况（自学）</a:t>
            </a:r>
          </a:p>
        </p:txBody>
      </p:sp>
      <p:sp>
        <p:nvSpPr>
          <p:cNvPr id="129027" name="Rectangle 1027">
            <a:extLst>
              <a:ext uri="{FF2B5EF4-FFF2-40B4-BE49-F238E27FC236}">
                <a16:creationId xmlns:a16="http://schemas.microsoft.com/office/drawing/2014/main" id="{15DA2D13-75C8-D2B2-A903-50C3F4B02EA5}"/>
              </a:ext>
            </a:extLst>
          </p:cNvPr>
          <p:cNvSpPr>
            <a:spLocks noGrp="1" noChangeArrowheads="1"/>
          </p:cNvSpPr>
          <p:nvPr>
            <p:ph type="body" idx="1"/>
          </p:nvPr>
        </p:nvSpPr>
        <p:spPr/>
        <p:txBody>
          <a:bodyPr/>
          <a:lstStyle/>
          <a:p>
            <a:r>
              <a:rPr lang="zh-CN" altLang="en-US" dirty="0"/>
              <a:t>这时考虑把多余的红结点旋转过去</a:t>
            </a:r>
          </a:p>
          <a:p>
            <a:pPr lvl="1"/>
            <a:r>
              <a:rPr lang="zh-CN" altLang="en-US" dirty="0"/>
              <a:t>如果</a:t>
            </a:r>
            <a:r>
              <a:rPr lang="en-US" altLang="zh-CN" dirty="0"/>
              <a:t>u</a:t>
            </a:r>
            <a:r>
              <a:rPr lang="zh-CN" altLang="en-US" dirty="0"/>
              <a:t>、</a:t>
            </a:r>
            <a:r>
              <a:rPr lang="en-US" altLang="zh-CN" dirty="0" err="1"/>
              <a:t>pu</a:t>
            </a:r>
            <a:r>
              <a:rPr lang="zh-CN" altLang="en-US" dirty="0"/>
              <a:t>、</a:t>
            </a:r>
            <a:r>
              <a:rPr lang="en-US" altLang="zh-CN" dirty="0" err="1"/>
              <a:t>gu</a:t>
            </a:r>
            <a:r>
              <a:rPr lang="zh-CN" altLang="en-US" dirty="0"/>
              <a:t>为一字形，单旋转。让</a:t>
            </a:r>
            <a:r>
              <a:rPr lang="en-US" altLang="zh-CN" dirty="0" err="1"/>
              <a:t>pu</a:t>
            </a:r>
            <a:r>
              <a:rPr lang="zh-CN" altLang="en-US" dirty="0"/>
              <a:t>代替</a:t>
            </a:r>
            <a:r>
              <a:rPr lang="en-US" altLang="zh-CN" dirty="0" err="1"/>
              <a:t>gu</a:t>
            </a:r>
            <a:r>
              <a:rPr lang="zh-CN" altLang="en-US" dirty="0"/>
              <a:t>的位置，并且</a:t>
            </a:r>
            <a:r>
              <a:rPr lang="en-US" altLang="zh-CN" dirty="0" err="1"/>
              <a:t>pu</a:t>
            </a:r>
            <a:r>
              <a:rPr lang="zh-CN" altLang="en-US" dirty="0"/>
              <a:t>和</a:t>
            </a:r>
            <a:r>
              <a:rPr lang="en-US" altLang="zh-CN" dirty="0" err="1"/>
              <a:t>gu</a:t>
            </a:r>
            <a:r>
              <a:rPr lang="zh-CN" altLang="en-US" dirty="0"/>
              <a:t>颜色互换</a:t>
            </a:r>
          </a:p>
          <a:p>
            <a:pPr lvl="1"/>
            <a:r>
              <a:rPr lang="zh-CN" altLang="en-US" dirty="0"/>
              <a:t>如果</a:t>
            </a:r>
            <a:r>
              <a:rPr lang="en-US" altLang="zh-CN" dirty="0"/>
              <a:t>u</a:t>
            </a:r>
            <a:r>
              <a:rPr lang="zh-CN" altLang="en-US" dirty="0"/>
              <a:t>、</a:t>
            </a:r>
            <a:r>
              <a:rPr lang="en-US" altLang="zh-CN" dirty="0" err="1"/>
              <a:t>pu</a:t>
            </a:r>
            <a:r>
              <a:rPr lang="zh-CN" altLang="en-US" dirty="0"/>
              <a:t>、</a:t>
            </a:r>
            <a:r>
              <a:rPr lang="en-US" altLang="zh-CN" dirty="0" err="1"/>
              <a:t>gu</a:t>
            </a:r>
            <a:r>
              <a:rPr lang="zh-CN" altLang="en-US" dirty="0"/>
              <a:t>为之字形，双旋转，最终</a:t>
            </a:r>
            <a:r>
              <a:rPr lang="en-US" altLang="zh-CN" dirty="0"/>
              <a:t>u</a:t>
            </a:r>
            <a:r>
              <a:rPr lang="zh-CN" altLang="en-US" dirty="0"/>
              <a:t>代替</a:t>
            </a:r>
            <a:r>
              <a:rPr lang="en-US" altLang="zh-CN" dirty="0" err="1"/>
              <a:t>gu</a:t>
            </a:r>
            <a:r>
              <a:rPr lang="zh-CN" altLang="en-US" dirty="0"/>
              <a:t>，并且互换颜色。</a:t>
            </a:r>
          </a:p>
        </p:txBody>
      </p:sp>
      <p:sp>
        <p:nvSpPr>
          <p:cNvPr id="2" name="灯片编号占位符 1">
            <a:extLst>
              <a:ext uri="{FF2B5EF4-FFF2-40B4-BE49-F238E27FC236}">
                <a16:creationId xmlns:a16="http://schemas.microsoft.com/office/drawing/2014/main" id="{C15294D4-B765-8F83-78B4-923A24386E83}"/>
              </a:ext>
            </a:extLst>
          </p:cNvPr>
          <p:cNvSpPr>
            <a:spLocks noGrp="1"/>
          </p:cNvSpPr>
          <p:nvPr>
            <p:ph type="sldNum" sz="quarter" idx="12"/>
          </p:nvPr>
        </p:nvSpPr>
        <p:spPr/>
        <p:txBody>
          <a:bodyPr/>
          <a:lstStyle/>
          <a:p>
            <a:pPr>
              <a:defRPr/>
            </a:pPr>
            <a:fld id="{82BC8E53-3928-4033-8D0B-01554133DC73}" type="slidenum">
              <a:rPr lang="en-US" altLang="zh-CN" smtClean="0"/>
              <a:pPr>
                <a:defRPr/>
              </a:pPr>
              <a:t>113</a:t>
            </a:fld>
            <a:endParaRPr lang="en-US" altLang="zh-CN"/>
          </a:p>
        </p:txBody>
      </p:sp>
    </p:spTree>
  </p:cSld>
  <p:clrMapOvr>
    <a:masterClrMapping/>
  </p:clrMapOvr>
  <p:transition>
    <p:split/>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70655551-7CD8-5DBF-FFF6-52742AAE4B30}"/>
              </a:ext>
            </a:extLst>
          </p:cNvPr>
          <p:cNvSpPr>
            <a:spLocks noGrp="1" noChangeArrowheads="1"/>
          </p:cNvSpPr>
          <p:nvPr>
            <p:ph type="title"/>
          </p:nvPr>
        </p:nvSpPr>
        <p:spPr/>
        <p:txBody>
          <a:bodyPr/>
          <a:lstStyle/>
          <a:p>
            <a:r>
              <a:rPr lang="zh-CN" altLang="en-US" dirty="0"/>
              <a:t>避免向根结点回溯的调整（自学）</a:t>
            </a:r>
          </a:p>
        </p:txBody>
      </p:sp>
      <p:sp>
        <p:nvSpPr>
          <p:cNvPr id="130051" name="Rectangle 3">
            <a:extLst>
              <a:ext uri="{FF2B5EF4-FFF2-40B4-BE49-F238E27FC236}">
                <a16:creationId xmlns:a16="http://schemas.microsoft.com/office/drawing/2014/main" id="{02B8E3E5-710F-A621-95D2-19F4944FDFF7}"/>
              </a:ext>
            </a:extLst>
          </p:cNvPr>
          <p:cNvSpPr>
            <a:spLocks noGrp="1" noChangeArrowheads="1"/>
          </p:cNvSpPr>
          <p:nvPr>
            <p:ph type="body" idx="1"/>
          </p:nvPr>
        </p:nvSpPr>
        <p:spPr/>
        <p:txBody>
          <a:bodyPr>
            <a:normAutofit fontScale="70000" lnSpcReduction="20000"/>
          </a:bodyPr>
          <a:lstStyle/>
          <a:p>
            <a:pPr>
              <a:lnSpc>
                <a:spcPct val="120000"/>
              </a:lnSpc>
            </a:pPr>
            <a:r>
              <a:rPr lang="zh-CN" altLang="en-US" dirty="0"/>
              <a:t>前面分析中，如果</a:t>
            </a:r>
            <a:r>
              <a:rPr lang="en-US" altLang="zh-CN" dirty="0"/>
              <a:t>gr</a:t>
            </a:r>
            <a:r>
              <a:rPr lang="zh-CN" altLang="en-US" dirty="0"/>
              <a:t>是红结点，就存在回溯到根的可能，考虑怎样避免。基本思路是：</a:t>
            </a:r>
          </a:p>
          <a:p>
            <a:pPr lvl="1">
              <a:lnSpc>
                <a:spcPct val="120000"/>
              </a:lnSpc>
            </a:pPr>
            <a:r>
              <a:rPr lang="zh-CN" altLang="en-US" dirty="0"/>
              <a:t>在向下寻找的过程中，如果遇到一个结点</a:t>
            </a:r>
            <a:r>
              <a:rPr lang="en-US" altLang="zh-CN" dirty="0"/>
              <a:t>A</a:t>
            </a:r>
            <a:r>
              <a:rPr lang="zh-CN" altLang="en-US" dirty="0"/>
              <a:t>的两个孩子都是红结点，则把</a:t>
            </a:r>
            <a:r>
              <a:rPr lang="en-US" altLang="zh-CN" dirty="0"/>
              <a:t>A</a:t>
            </a:r>
            <a:r>
              <a:rPr lang="zh-CN" altLang="en-US" dirty="0"/>
              <a:t>改成红色，两个子结点改成黑色。</a:t>
            </a:r>
          </a:p>
          <a:p>
            <a:pPr lvl="2">
              <a:lnSpc>
                <a:spcPct val="120000"/>
              </a:lnSpc>
            </a:pPr>
            <a:r>
              <a:rPr lang="en-US" altLang="zh-CN" dirty="0"/>
              <a:t>A</a:t>
            </a:r>
            <a:r>
              <a:rPr lang="zh-CN" altLang="en-US" dirty="0"/>
              <a:t>如果是根，则把</a:t>
            </a:r>
            <a:r>
              <a:rPr lang="en-US" altLang="zh-CN" dirty="0"/>
              <a:t>A</a:t>
            </a:r>
            <a:r>
              <a:rPr lang="zh-CN" altLang="en-US" dirty="0"/>
              <a:t>重新改成黑色，整棵树黑高度加一</a:t>
            </a:r>
          </a:p>
          <a:p>
            <a:pPr lvl="2">
              <a:lnSpc>
                <a:spcPct val="120000"/>
              </a:lnSpc>
            </a:pPr>
            <a:r>
              <a:rPr lang="en-US" altLang="zh-CN" dirty="0"/>
              <a:t>A</a:t>
            </a:r>
            <a:r>
              <a:rPr lang="zh-CN" altLang="en-US" dirty="0"/>
              <a:t>的双亲</a:t>
            </a:r>
            <a:r>
              <a:rPr lang="en-US" altLang="zh-CN" dirty="0"/>
              <a:t>P</a:t>
            </a:r>
            <a:r>
              <a:rPr lang="zh-CN" altLang="en-US" dirty="0"/>
              <a:t>如果也是红色，这时</a:t>
            </a:r>
            <a:r>
              <a:rPr lang="en-US" altLang="zh-CN" dirty="0"/>
              <a:t>P</a:t>
            </a:r>
            <a:r>
              <a:rPr lang="zh-CN" altLang="en-US" dirty="0"/>
              <a:t>的兄弟</a:t>
            </a:r>
            <a:r>
              <a:rPr lang="en-US" altLang="zh-CN" dirty="0"/>
              <a:t>Pb</a:t>
            </a:r>
            <a:r>
              <a:rPr lang="zh-CN" altLang="en-US" dirty="0"/>
              <a:t>一定是黑色，可以借用前面的方法通过单旋或者双旋进行调整。</a:t>
            </a:r>
          </a:p>
          <a:p>
            <a:pPr lvl="2">
              <a:lnSpc>
                <a:spcPct val="120000"/>
              </a:lnSpc>
            </a:pPr>
            <a:r>
              <a:rPr lang="zh-CN" altLang="en-US" dirty="0"/>
              <a:t>这样最终要么找到一个黑色的叶子结点</a:t>
            </a:r>
            <a:r>
              <a:rPr lang="en-US" altLang="zh-CN" dirty="0"/>
              <a:t>S</a:t>
            </a:r>
            <a:r>
              <a:rPr lang="zh-CN" altLang="en-US" dirty="0"/>
              <a:t>，新结点作为</a:t>
            </a:r>
            <a:r>
              <a:rPr lang="en-US" altLang="zh-CN" dirty="0"/>
              <a:t>S</a:t>
            </a:r>
            <a:r>
              <a:rPr lang="zh-CN" altLang="en-US" dirty="0"/>
              <a:t>的子结点插入，为红色，不需进一步调整。要么</a:t>
            </a:r>
            <a:r>
              <a:rPr lang="en-US" altLang="zh-CN" dirty="0"/>
              <a:t>S</a:t>
            </a:r>
            <a:r>
              <a:rPr lang="zh-CN" altLang="en-US" dirty="0"/>
              <a:t>是红色，但</a:t>
            </a:r>
            <a:r>
              <a:rPr lang="en-US" altLang="zh-CN" dirty="0"/>
              <a:t>S</a:t>
            </a:r>
            <a:r>
              <a:rPr lang="zh-CN" altLang="en-US" dirty="0"/>
              <a:t>的兄弟是黑色，可以旋转，也不需进一步调整。</a:t>
            </a:r>
          </a:p>
        </p:txBody>
      </p:sp>
      <p:sp>
        <p:nvSpPr>
          <p:cNvPr id="2" name="灯片编号占位符 1">
            <a:extLst>
              <a:ext uri="{FF2B5EF4-FFF2-40B4-BE49-F238E27FC236}">
                <a16:creationId xmlns:a16="http://schemas.microsoft.com/office/drawing/2014/main" id="{F6C0A2DB-8587-2FB6-E93D-CD6D7881D352}"/>
              </a:ext>
            </a:extLst>
          </p:cNvPr>
          <p:cNvSpPr>
            <a:spLocks noGrp="1"/>
          </p:cNvSpPr>
          <p:nvPr>
            <p:ph type="sldNum" sz="quarter" idx="12"/>
          </p:nvPr>
        </p:nvSpPr>
        <p:spPr/>
        <p:txBody>
          <a:bodyPr/>
          <a:lstStyle/>
          <a:p>
            <a:pPr>
              <a:defRPr/>
            </a:pPr>
            <a:fld id="{82BC8E53-3928-4033-8D0B-01554133DC73}" type="slidenum">
              <a:rPr lang="en-US" altLang="zh-CN" smtClean="0"/>
              <a:pPr>
                <a:defRPr/>
              </a:pPr>
              <a:t>114</a:t>
            </a:fld>
            <a:endParaRPr lang="en-US" altLang="zh-CN"/>
          </a:p>
        </p:txBody>
      </p:sp>
    </p:spTree>
  </p:cSld>
  <p:clrMapOvr>
    <a:masterClrMapping/>
  </p:clrMapOvr>
  <p:transition>
    <p:split/>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A16F2610-3E1B-B397-8262-B79B58241C51}"/>
              </a:ext>
            </a:extLst>
          </p:cNvPr>
          <p:cNvSpPr>
            <a:spLocks noGrp="1" noChangeArrowheads="1"/>
          </p:cNvSpPr>
          <p:nvPr>
            <p:ph type="title"/>
          </p:nvPr>
        </p:nvSpPr>
        <p:spPr/>
        <p:txBody>
          <a:bodyPr/>
          <a:lstStyle/>
          <a:p>
            <a:r>
              <a:rPr lang="en-US" altLang="zh-CN" dirty="0"/>
              <a:t>7.5.4 </a:t>
            </a:r>
            <a:r>
              <a:rPr lang="zh-CN" altLang="en-US" dirty="0"/>
              <a:t>红黑树的删除（自学）</a:t>
            </a:r>
          </a:p>
        </p:txBody>
      </p:sp>
      <p:sp>
        <p:nvSpPr>
          <p:cNvPr id="131075" name="Rectangle 3">
            <a:extLst>
              <a:ext uri="{FF2B5EF4-FFF2-40B4-BE49-F238E27FC236}">
                <a16:creationId xmlns:a16="http://schemas.microsoft.com/office/drawing/2014/main" id="{BC122035-B9FB-80F1-6BD4-C1DF338EC3B1}"/>
              </a:ext>
            </a:extLst>
          </p:cNvPr>
          <p:cNvSpPr>
            <a:spLocks noGrp="1" noChangeArrowheads="1"/>
          </p:cNvSpPr>
          <p:nvPr>
            <p:ph type="body" idx="1"/>
          </p:nvPr>
        </p:nvSpPr>
        <p:spPr/>
        <p:txBody>
          <a:bodyPr>
            <a:normAutofit fontScale="85000" lnSpcReduction="20000"/>
          </a:bodyPr>
          <a:lstStyle/>
          <a:p>
            <a:pPr>
              <a:lnSpc>
                <a:spcPct val="110000"/>
              </a:lnSpc>
            </a:pPr>
            <a:r>
              <a:rPr lang="zh-CN" altLang="en-US" dirty="0"/>
              <a:t>最终落实到要删除的结点</a:t>
            </a:r>
            <a:r>
              <a:rPr lang="en-US" altLang="zh-CN" dirty="0" err="1"/>
              <a:t>pu</a:t>
            </a:r>
            <a:r>
              <a:rPr lang="zh-CN" altLang="en-US" dirty="0"/>
              <a:t>，</a:t>
            </a:r>
            <a:r>
              <a:rPr lang="en-US" altLang="zh-CN" dirty="0" err="1"/>
              <a:t>pu</a:t>
            </a:r>
            <a:r>
              <a:rPr lang="zh-CN" altLang="en-US" dirty="0"/>
              <a:t>的孩子不超过一个。</a:t>
            </a:r>
          </a:p>
          <a:p>
            <a:pPr>
              <a:lnSpc>
                <a:spcPct val="110000"/>
              </a:lnSpc>
            </a:pPr>
            <a:r>
              <a:rPr lang="en-US" altLang="zh-CN" dirty="0" err="1"/>
              <a:t>pu</a:t>
            </a:r>
            <a:r>
              <a:rPr lang="zh-CN" altLang="en-US" dirty="0"/>
              <a:t>为红色，直接删除，子结点替换</a:t>
            </a:r>
            <a:r>
              <a:rPr lang="en-US" altLang="zh-CN" dirty="0" err="1"/>
              <a:t>pu</a:t>
            </a:r>
            <a:r>
              <a:rPr lang="zh-CN" altLang="en-US" dirty="0"/>
              <a:t>，结束。</a:t>
            </a:r>
          </a:p>
          <a:p>
            <a:pPr>
              <a:lnSpc>
                <a:spcPct val="110000"/>
              </a:lnSpc>
            </a:pPr>
            <a:r>
              <a:rPr lang="en-US" altLang="zh-CN" dirty="0" err="1"/>
              <a:t>pu</a:t>
            </a:r>
            <a:r>
              <a:rPr lang="zh-CN" altLang="en-US" dirty="0"/>
              <a:t>为黑色</a:t>
            </a:r>
          </a:p>
          <a:p>
            <a:pPr lvl="1">
              <a:lnSpc>
                <a:spcPct val="110000"/>
              </a:lnSpc>
            </a:pPr>
            <a:r>
              <a:rPr lang="zh-CN" altLang="en-US" dirty="0"/>
              <a:t>子结点</a:t>
            </a:r>
            <a:r>
              <a:rPr lang="en-US" altLang="zh-CN" dirty="0"/>
              <a:t>u</a:t>
            </a:r>
            <a:r>
              <a:rPr lang="zh-CN" altLang="en-US" dirty="0"/>
              <a:t>为红色，</a:t>
            </a:r>
            <a:r>
              <a:rPr lang="en-US" altLang="zh-CN" dirty="0"/>
              <a:t>u</a:t>
            </a:r>
            <a:r>
              <a:rPr lang="zh-CN" altLang="en-US" dirty="0"/>
              <a:t>替换</a:t>
            </a:r>
            <a:r>
              <a:rPr lang="en-US" altLang="zh-CN" dirty="0" err="1"/>
              <a:t>pu</a:t>
            </a:r>
            <a:r>
              <a:rPr lang="zh-CN" altLang="en-US" dirty="0"/>
              <a:t>，染黑，结束。</a:t>
            </a:r>
          </a:p>
          <a:p>
            <a:pPr lvl="1">
              <a:lnSpc>
                <a:spcPct val="110000"/>
              </a:lnSpc>
            </a:pPr>
            <a:r>
              <a:rPr lang="en-US" altLang="zh-CN" dirty="0"/>
              <a:t>u</a:t>
            </a:r>
            <a:r>
              <a:rPr lang="zh-CN" altLang="en-US" dirty="0"/>
              <a:t>为黑色，删除</a:t>
            </a:r>
            <a:r>
              <a:rPr lang="en-US" altLang="zh-CN" dirty="0" err="1"/>
              <a:t>pu</a:t>
            </a:r>
            <a:r>
              <a:rPr lang="zh-CN" altLang="en-US" dirty="0"/>
              <a:t>破坏了黑高度平衡</a:t>
            </a:r>
          </a:p>
          <a:p>
            <a:pPr lvl="2">
              <a:lnSpc>
                <a:spcPct val="110000"/>
              </a:lnSpc>
            </a:pPr>
            <a:r>
              <a:rPr lang="zh-CN" altLang="en-US" dirty="0"/>
              <a:t>解决方法：从</a:t>
            </a:r>
            <a:r>
              <a:rPr lang="en-US" altLang="zh-CN" dirty="0" err="1"/>
              <a:t>pu</a:t>
            </a:r>
            <a:r>
              <a:rPr lang="zh-CN" altLang="en-US" dirty="0"/>
              <a:t>的兄弟结点</a:t>
            </a:r>
            <a:r>
              <a:rPr lang="en-US" altLang="zh-CN" dirty="0"/>
              <a:t>v</a:t>
            </a:r>
            <a:r>
              <a:rPr lang="zh-CN" altLang="en-US" dirty="0"/>
              <a:t>为根的子树上旋转黑结点过来，或者旋转红结点过来然后染黑。分两种情况：</a:t>
            </a:r>
            <a:r>
              <a:rPr lang="en-US" altLang="zh-CN" dirty="0"/>
              <a:t>v</a:t>
            </a:r>
            <a:r>
              <a:rPr lang="zh-CN" altLang="en-US" dirty="0"/>
              <a:t>为黑结点；</a:t>
            </a:r>
            <a:r>
              <a:rPr lang="en-US" altLang="zh-CN" dirty="0"/>
              <a:t>v</a:t>
            </a:r>
            <a:r>
              <a:rPr lang="zh-CN" altLang="en-US" dirty="0"/>
              <a:t>为红结点</a:t>
            </a:r>
          </a:p>
        </p:txBody>
      </p:sp>
      <p:sp>
        <p:nvSpPr>
          <p:cNvPr id="2" name="灯片编号占位符 1">
            <a:extLst>
              <a:ext uri="{FF2B5EF4-FFF2-40B4-BE49-F238E27FC236}">
                <a16:creationId xmlns:a16="http://schemas.microsoft.com/office/drawing/2014/main" id="{8744ACBB-BB2E-D901-E979-62B6C7677FCC}"/>
              </a:ext>
            </a:extLst>
          </p:cNvPr>
          <p:cNvSpPr>
            <a:spLocks noGrp="1"/>
          </p:cNvSpPr>
          <p:nvPr>
            <p:ph type="sldNum" sz="quarter" idx="12"/>
          </p:nvPr>
        </p:nvSpPr>
        <p:spPr/>
        <p:txBody>
          <a:bodyPr/>
          <a:lstStyle/>
          <a:p>
            <a:pPr>
              <a:defRPr/>
            </a:pPr>
            <a:fld id="{82BC8E53-3928-4033-8D0B-01554133DC73}" type="slidenum">
              <a:rPr lang="en-US" altLang="zh-CN" smtClean="0"/>
              <a:pPr>
                <a:defRPr/>
              </a:pPr>
              <a:t>115</a:t>
            </a:fld>
            <a:endParaRPr lang="en-US" altLang="zh-CN"/>
          </a:p>
        </p:txBody>
      </p:sp>
    </p:spTree>
  </p:cSld>
  <p:clrMapOvr>
    <a:masterClrMapping/>
  </p:clrMapOvr>
  <p:transition>
    <p:split/>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68AD90D8-5063-6AFB-0450-8078EE28BF71}"/>
              </a:ext>
            </a:extLst>
          </p:cNvPr>
          <p:cNvSpPr>
            <a:spLocks noGrp="1" noChangeArrowheads="1"/>
          </p:cNvSpPr>
          <p:nvPr>
            <p:ph type="title"/>
          </p:nvPr>
        </p:nvSpPr>
        <p:spPr/>
        <p:txBody>
          <a:bodyPr/>
          <a:lstStyle/>
          <a:p>
            <a:r>
              <a:rPr lang="en-US" altLang="zh-CN" dirty="0"/>
              <a:t>v</a:t>
            </a:r>
            <a:r>
              <a:rPr lang="zh-CN" altLang="en-US" dirty="0"/>
              <a:t>为黑结点（自学）</a:t>
            </a:r>
          </a:p>
        </p:txBody>
      </p:sp>
      <p:sp>
        <p:nvSpPr>
          <p:cNvPr id="132099" name="Rectangle 3">
            <a:extLst>
              <a:ext uri="{FF2B5EF4-FFF2-40B4-BE49-F238E27FC236}">
                <a16:creationId xmlns:a16="http://schemas.microsoft.com/office/drawing/2014/main" id="{ACD63FE1-0CCE-386D-BFA4-BE10150E1C67}"/>
              </a:ext>
            </a:extLst>
          </p:cNvPr>
          <p:cNvSpPr>
            <a:spLocks noGrp="1" noChangeArrowheads="1"/>
          </p:cNvSpPr>
          <p:nvPr>
            <p:ph type="body" idx="1"/>
          </p:nvPr>
        </p:nvSpPr>
        <p:spPr/>
        <p:txBody>
          <a:bodyPr>
            <a:normAutofit fontScale="85000" lnSpcReduction="20000"/>
          </a:bodyPr>
          <a:lstStyle/>
          <a:p>
            <a:r>
              <a:rPr lang="zh-CN" altLang="en-US" dirty="0"/>
              <a:t>考虑旋转</a:t>
            </a:r>
            <a:r>
              <a:rPr lang="en-US" altLang="zh-CN" dirty="0"/>
              <a:t>v</a:t>
            </a:r>
            <a:r>
              <a:rPr lang="zh-CN" altLang="en-US" dirty="0"/>
              <a:t>到其父结点</a:t>
            </a:r>
            <a:r>
              <a:rPr lang="en-US" altLang="zh-CN" dirty="0"/>
              <a:t>g</a:t>
            </a:r>
            <a:r>
              <a:rPr lang="zh-CN" altLang="en-US" dirty="0"/>
              <a:t>的位置，但如果</a:t>
            </a:r>
            <a:r>
              <a:rPr lang="en-US" altLang="zh-CN" dirty="0"/>
              <a:t>g</a:t>
            </a:r>
            <a:r>
              <a:rPr lang="zh-CN" altLang="en-US" dirty="0"/>
              <a:t>为黑结点，如果</a:t>
            </a:r>
            <a:r>
              <a:rPr lang="en-US" altLang="zh-CN" dirty="0"/>
              <a:t>v</a:t>
            </a:r>
            <a:r>
              <a:rPr lang="zh-CN" altLang="en-US" dirty="0"/>
              <a:t>是</a:t>
            </a:r>
            <a:r>
              <a:rPr lang="en-US" altLang="zh-CN" dirty="0"/>
              <a:t>g</a:t>
            </a:r>
            <a:r>
              <a:rPr lang="zh-CN" altLang="en-US" dirty="0"/>
              <a:t>的左子树，则</a:t>
            </a:r>
            <a:r>
              <a:rPr lang="en-US" altLang="zh-CN" dirty="0"/>
              <a:t>v</a:t>
            </a:r>
            <a:r>
              <a:rPr lang="zh-CN" altLang="en-US" dirty="0"/>
              <a:t>的左子树黑高度减少，所以先要看</a:t>
            </a:r>
            <a:r>
              <a:rPr lang="en-US" altLang="zh-CN" dirty="0"/>
              <a:t>v</a:t>
            </a:r>
            <a:r>
              <a:rPr lang="zh-CN" altLang="en-US" dirty="0"/>
              <a:t>的左孩子</a:t>
            </a:r>
            <a:r>
              <a:rPr lang="en-US" altLang="zh-CN" dirty="0"/>
              <a:t>w</a:t>
            </a:r>
            <a:r>
              <a:rPr lang="zh-CN" altLang="en-US" dirty="0"/>
              <a:t>。</a:t>
            </a:r>
          </a:p>
          <a:p>
            <a:pPr lvl="1"/>
            <a:r>
              <a:rPr lang="en-US" altLang="zh-CN" dirty="0"/>
              <a:t>w</a:t>
            </a:r>
            <a:r>
              <a:rPr lang="zh-CN" altLang="en-US" dirty="0"/>
              <a:t>为红结点，按上述旋转</a:t>
            </a:r>
          </a:p>
          <a:p>
            <a:pPr lvl="2"/>
            <a:r>
              <a:rPr lang="zh-CN" altLang="en-US" dirty="0"/>
              <a:t>如果原来</a:t>
            </a:r>
            <a:r>
              <a:rPr lang="en-US" altLang="zh-CN" dirty="0"/>
              <a:t>g</a:t>
            </a:r>
            <a:r>
              <a:rPr lang="zh-CN" altLang="en-US" dirty="0"/>
              <a:t>为红色，现在</a:t>
            </a:r>
            <a:r>
              <a:rPr lang="en-US" altLang="zh-CN" dirty="0"/>
              <a:t>v</a:t>
            </a:r>
            <a:r>
              <a:rPr lang="zh-CN" altLang="en-US" dirty="0"/>
              <a:t>改为红色，</a:t>
            </a:r>
            <a:r>
              <a:rPr lang="en-US" altLang="zh-CN" dirty="0"/>
              <a:t>g</a:t>
            </a:r>
            <a:r>
              <a:rPr lang="zh-CN" altLang="en-US" dirty="0"/>
              <a:t>和</a:t>
            </a:r>
            <a:r>
              <a:rPr lang="en-US" altLang="zh-CN" dirty="0"/>
              <a:t>w</a:t>
            </a:r>
            <a:r>
              <a:rPr lang="zh-CN" altLang="en-US" dirty="0"/>
              <a:t>改为黑色</a:t>
            </a:r>
          </a:p>
          <a:p>
            <a:pPr lvl="2"/>
            <a:r>
              <a:rPr lang="zh-CN" altLang="en-US" dirty="0"/>
              <a:t>如果原来</a:t>
            </a:r>
            <a:r>
              <a:rPr lang="en-US" altLang="zh-CN" dirty="0"/>
              <a:t>g</a:t>
            </a:r>
            <a:r>
              <a:rPr lang="zh-CN" altLang="en-US" dirty="0"/>
              <a:t>为黑色，现在</a:t>
            </a:r>
            <a:r>
              <a:rPr lang="en-US" altLang="zh-CN" dirty="0"/>
              <a:t>v</a:t>
            </a:r>
            <a:r>
              <a:rPr lang="zh-CN" altLang="en-US" dirty="0"/>
              <a:t>仍为黑色，</a:t>
            </a:r>
            <a:r>
              <a:rPr lang="en-US" altLang="zh-CN" dirty="0"/>
              <a:t>w</a:t>
            </a:r>
            <a:r>
              <a:rPr lang="zh-CN" altLang="en-US" dirty="0"/>
              <a:t>改为黑色</a:t>
            </a:r>
          </a:p>
          <a:p>
            <a:pPr lvl="1"/>
            <a:r>
              <a:rPr lang="en-US" altLang="zh-CN" dirty="0"/>
              <a:t>w</a:t>
            </a:r>
            <a:r>
              <a:rPr lang="zh-CN" altLang="en-US" dirty="0"/>
              <a:t>为黑结点，则不能按上述旋转，看</a:t>
            </a:r>
            <a:r>
              <a:rPr lang="en-US" altLang="zh-CN" dirty="0"/>
              <a:t>w</a:t>
            </a:r>
            <a:r>
              <a:rPr lang="zh-CN" altLang="en-US" dirty="0"/>
              <a:t>的兄弟</a:t>
            </a:r>
            <a:r>
              <a:rPr lang="en-US" altLang="zh-CN" dirty="0"/>
              <a:t>r</a:t>
            </a:r>
          </a:p>
          <a:p>
            <a:pPr lvl="2"/>
            <a:r>
              <a:rPr lang="en-US" altLang="zh-CN" dirty="0"/>
              <a:t>r</a:t>
            </a:r>
            <a:r>
              <a:rPr lang="zh-CN" altLang="en-US" dirty="0"/>
              <a:t>为红色，双旋，把</a:t>
            </a:r>
            <a:r>
              <a:rPr lang="en-US" altLang="zh-CN" dirty="0"/>
              <a:t>r</a:t>
            </a:r>
            <a:r>
              <a:rPr lang="zh-CN" altLang="en-US" dirty="0"/>
              <a:t>转到</a:t>
            </a:r>
            <a:r>
              <a:rPr lang="en-US" altLang="zh-CN" dirty="0"/>
              <a:t>v</a:t>
            </a:r>
            <a:r>
              <a:rPr lang="zh-CN" altLang="en-US" dirty="0"/>
              <a:t>的位置，再把</a:t>
            </a:r>
            <a:r>
              <a:rPr lang="en-US" altLang="zh-CN" dirty="0"/>
              <a:t>r</a:t>
            </a:r>
            <a:r>
              <a:rPr lang="zh-CN" altLang="en-US" dirty="0"/>
              <a:t>转到</a:t>
            </a:r>
            <a:r>
              <a:rPr lang="en-US" altLang="zh-CN" dirty="0"/>
              <a:t>g</a:t>
            </a:r>
            <a:r>
              <a:rPr lang="zh-CN" altLang="en-US" dirty="0"/>
              <a:t>的位置</a:t>
            </a:r>
          </a:p>
          <a:p>
            <a:pPr lvl="2"/>
            <a:r>
              <a:rPr lang="en-US" altLang="zh-CN" dirty="0"/>
              <a:t>r</a:t>
            </a:r>
            <a:r>
              <a:rPr lang="zh-CN" altLang="en-US" dirty="0"/>
              <a:t>为黑色：如果</a:t>
            </a:r>
            <a:r>
              <a:rPr lang="en-US" altLang="zh-CN" dirty="0"/>
              <a:t>g</a:t>
            </a:r>
            <a:r>
              <a:rPr lang="zh-CN" altLang="en-US" dirty="0"/>
              <a:t>为红色，交换</a:t>
            </a:r>
            <a:r>
              <a:rPr lang="en-US" altLang="zh-CN" dirty="0"/>
              <a:t>g</a:t>
            </a:r>
            <a:r>
              <a:rPr lang="zh-CN" altLang="en-US" dirty="0"/>
              <a:t>和</a:t>
            </a:r>
            <a:r>
              <a:rPr lang="en-US" altLang="zh-CN" dirty="0" err="1"/>
              <a:t>w,r</a:t>
            </a:r>
            <a:r>
              <a:rPr lang="zh-CN" altLang="en-US" dirty="0"/>
              <a:t>的颜色，完成；如果</a:t>
            </a:r>
            <a:r>
              <a:rPr lang="en-US" altLang="zh-CN" dirty="0"/>
              <a:t>g</a:t>
            </a:r>
            <a:r>
              <a:rPr lang="zh-CN" altLang="en-US" dirty="0"/>
              <a:t>为黑色，单旋，</a:t>
            </a:r>
            <a:r>
              <a:rPr lang="en-US" altLang="zh-CN" dirty="0"/>
              <a:t>g</a:t>
            </a:r>
            <a:r>
              <a:rPr lang="zh-CN" altLang="en-US" dirty="0"/>
              <a:t>改为红色，</a:t>
            </a:r>
            <a:r>
              <a:rPr lang="en-US" altLang="zh-CN" dirty="0"/>
              <a:t>v</a:t>
            </a:r>
            <a:r>
              <a:rPr lang="zh-CN" altLang="en-US" dirty="0"/>
              <a:t>到</a:t>
            </a:r>
            <a:r>
              <a:rPr lang="en-US" altLang="zh-CN" dirty="0"/>
              <a:t>g</a:t>
            </a:r>
            <a:r>
              <a:rPr lang="zh-CN" altLang="en-US" dirty="0"/>
              <a:t>的位置，</a:t>
            </a:r>
            <a:r>
              <a:rPr lang="en-US" altLang="zh-CN" dirty="0"/>
              <a:t>v</a:t>
            </a:r>
            <a:r>
              <a:rPr lang="zh-CN" altLang="en-US" dirty="0"/>
              <a:t>为双重黑色，继续向上调整时予以消除。</a:t>
            </a:r>
          </a:p>
        </p:txBody>
      </p:sp>
      <p:sp>
        <p:nvSpPr>
          <p:cNvPr id="2" name="灯片编号占位符 1">
            <a:extLst>
              <a:ext uri="{FF2B5EF4-FFF2-40B4-BE49-F238E27FC236}">
                <a16:creationId xmlns:a16="http://schemas.microsoft.com/office/drawing/2014/main" id="{D22705DF-0193-DAB7-41D4-B9A9F939DA8E}"/>
              </a:ext>
            </a:extLst>
          </p:cNvPr>
          <p:cNvSpPr>
            <a:spLocks noGrp="1"/>
          </p:cNvSpPr>
          <p:nvPr>
            <p:ph type="sldNum" sz="quarter" idx="12"/>
          </p:nvPr>
        </p:nvSpPr>
        <p:spPr/>
        <p:txBody>
          <a:bodyPr/>
          <a:lstStyle/>
          <a:p>
            <a:pPr>
              <a:defRPr/>
            </a:pPr>
            <a:fld id="{82BC8E53-3928-4033-8D0B-01554133DC73}" type="slidenum">
              <a:rPr lang="en-US" altLang="zh-CN" smtClean="0"/>
              <a:pPr>
                <a:defRPr/>
              </a:pPr>
              <a:t>116</a:t>
            </a:fld>
            <a:endParaRPr lang="en-US" altLang="zh-CN"/>
          </a:p>
        </p:txBody>
      </p:sp>
    </p:spTree>
  </p:cSld>
  <p:clrMapOvr>
    <a:masterClrMapping/>
  </p:clrMapOvr>
  <p:transition>
    <p:split/>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2ABD109-4400-EFC2-221A-9F849E7DCF20}"/>
              </a:ext>
            </a:extLst>
          </p:cNvPr>
          <p:cNvSpPr>
            <a:spLocks noGrp="1" noChangeArrowheads="1"/>
          </p:cNvSpPr>
          <p:nvPr>
            <p:ph type="title"/>
          </p:nvPr>
        </p:nvSpPr>
        <p:spPr/>
        <p:txBody>
          <a:bodyPr/>
          <a:lstStyle/>
          <a:p>
            <a:r>
              <a:rPr lang="en-US" altLang="zh-CN" dirty="0"/>
              <a:t>v</a:t>
            </a:r>
            <a:r>
              <a:rPr lang="zh-CN" altLang="en-US" dirty="0"/>
              <a:t>为红结点（自学）</a:t>
            </a:r>
          </a:p>
        </p:txBody>
      </p:sp>
      <p:sp>
        <p:nvSpPr>
          <p:cNvPr id="133123" name="Rectangle 3">
            <a:extLst>
              <a:ext uri="{FF2B5EF4-FFF2-40B4-BE49-F238E27FC236}">
                <a16:creationId xmlns:a16="http://schemas.microsoft.com/office/drawing/2014/main" id="{D16C485A-CCB6-E29E-56D6-C1991BB5A629}"/>
              </a:ext>
            </a:extLst>
          </p:cNvPr>
          <p:cNvSpPr>
            <a:spLocks noGrp="1" noChangeArrowheads="1"/>
          </p:cNvSpPr>
          <p:nvPr>
            <p:ph type="body" idx="1"/>
          </p:nvPr>
        </p:nvSpPr>
        <p:spPr/>
        <p:txBody>
          <a:bodyPr>
            <a:normAutofit fontScale="92500" lnSpcReduction="20000"/>
          </a:bodyPr>
          <a:lstStyle/>
          <a:p>
            <a:pPr>
              <a:lnSpc>
                <a:spcPct val="120000"/>
              </a:lnSpc>
            </a:pPr>
            <a:r>
              <a:rPr lang="zh-CN" altLang="en-US" dirty="0"/>
              <a:t>则</a:t>
            </a:r>
            <a:r>
              <a:rPr lang="en-US" altLang="zh-CN" dirty="0"/>
              <a:t>g</a:t>
            </a:r>
            <a:r>
              <a:rPr lang="zh-CN" altLang="en-US" dirty="0"/>
              <a:t>必然为黑色，用</a:t>
            </a:r>
            <a:r>
              <a:rPr lang="en-US" altLang="zh-CN" dirty="0"/>
              <a:t>r</a:t>
            </a:r>
            <a:r>
              <a:rPr lang="zh-CN" altLang="en-US" dirty="0"/>
              <a:t>代表</a:t>
            </a:r>
            <a:r>
              <a:rPr lang="en-US" altLang="zh-CN" dirty="0"/>
              <a:t>v</a:t>
            </a:r>
            <a:r>
              <a:rPr lang="zh-CN" altLang="en-US" dirty="0"/>
              <a:t>的右孩子，</a:t>
            </a:r>
            <a:r>
              <a:rPr lang="en-US" altLang="zh-CN" dirty="0"/>
              <a:t>r</a:t>
            </a:r>
            <a:r>
              <a:rPr lang="zh-CN" altLang="en-US" dirty="0"/>
              <a:t>一定是黑色，这时要看</a:t>
            </a:r>
            <a:r>
              <a:rPr lang="en-US" altLang="zh-CN" dirty="0"/>
              <a:t>r</a:t>
            </a:r>
            <a:r>
              <a:rPr lang="zh-CN" altLang="en-US" dirty="0"/>
              <a:t>的左孩子</a:t>
            </a:r>
            <a:r>
              <a:rPr lang="en-US" altLang="zh-CN" dirty="0"/>
              <a:t>s</a:t>
            </a:r>
          </a:p>
          <a:p>
            <a:pPr lvl="1">
              <a:lnSpc>
                <a:spcPct val="120000"/>
              </a:lnSpc>
            </a:pPr>
            <a:r>
              <a:rPr lang="en-US" altLang="zh-CN" dirty="0"/>
              <a:t>s</a:t>
            </a:r>
            <a:r>
              <a:rPr lang="zh-CN" altLang="en-US" dirty="0"/>
              <a:t>为红色，这时可双旋，</a:t>
            </a:r>
            <a:r>
              <a:rPr lang="en-US" altLang="zh-CN" dirty="0"/>
              <a:t>r</a:t>
            </a:r>
            <a:r>
              <a:rPr lang="zh-CN" altLang="en-US" dirty="0"/>
              <a:t>到</a:t>
            </a:r>
            <a:r>
              <a:rPr lang="en-US" altLang="zh-CN" dirty="0"/>
              <a:t>g</a:t>
            </a:r>
            <a:r>
              <a:rPr lang="zh-CN" altLang="en-US" dirty="0"/>
              <a:t>的位置，</a:t>
            </a:r>
            <a:r>
              <a:rPr lang="en-US" altLang="zh-CN" dirty="0"/>
              <a:t>s</a:t>
            </a:r>
            <a:r>
              <a:rPr lang="zh-CN" altLang="en-US" dirty="0"/>
              <a:t>染黑，完成。</a:t>
            </a:r>
          </a:p>
          <a:p>
            <a:pPr lvl="1">
              <a:lnSpc>
                <a:spcPct val="120000"/>
              </a:lnSpc>
            </a:pPr>
            <a:r>
              <a:rPr lang="en-US" altLang="zh-CN" dirty="0"/>
              <a:t>s</a:t>
            </a:r>
            <a:r>
              <a:rPr lang="zh-CN" altLang="en-US" dirty="0"/>
              <a:t>为黑色，上述旋转不行，要看</a:t>
            </a:r>
            <a:r>
              <a:rPr lang="en-US" altLang="zh-CN" dirty="0"/>
              <a:t>s</a:t>
            </a:r>
            <a:r>
              <a:rPr lang="zh-CN" altLang="en-US" dirty="0"/>
              <a:t>的兄弟</a:t>
            </a:r>
            <a:r>
              <a:rPr lang="en-US" altLang="zh-CN" dirty="0"/>
              <a:t>t</a:t>
            </a:r>
          </a:p>
          <a:p>
            <a:pPr lvl="2">
              <a:lnSpc>
                <a:spcPct val="120000"/>
              </a:lnSpc>
            </a:pPr>
            <a:r>
              <a:rPr lang="en-US" altLang="zh-CN" dirty="0"/>
              <a:t>t</a:t>
            </a:r>
            <a:r>
              <a:rPr lang="zh-CN" altLang="en-US" dirty="0"/>
              <a:t>为红色，先做一次单旋，在做一次双旋，</a:t>
            </a:r>
            <a:r>
              <a:rPr lang="en-US" altLang="zh-CN" dirty="0"/>
              <a:t>t</a:t>
            </a:r>
            <a:r>
              <a:rPr lang="zh-CN" altLang="en-US" dirty="0"/>
              <a:t>转到</a:t>
            </a:r>
            <a:r>
              <a:rPr lang="en-US" altLang="zh-CN" dirty="0"/>
              <a:t>g</a:t>
            </a:r>
            <a:r>
              <a:rPr lang="zh-CN" altLang="en-US" dirty="0"/>
              <a:t>的位置，染黑，完成。</a:t>
            </a:r>
          </a:p>
          <a:p>
            <a:pPr lvl="2">
              <a:lnSpc>
                <a:spcPct val="120000"/>
              </a:lnSpc>
            </a:pPr>
            <a:r>
              <a:rPr lang="en-US" altLang="zh-CN" dirty="0"/>
              <a:t>t</a:t>
            </a:r>
            <a:r>
              <a:rPr lang="zh-CN" altLang="en-US" dirty="0"/>
              <a:t>为黑色，一次单旋，</a:t>
            </a:r>
            <a:r>
              <a:rPr lang="en-US" altLang="zh-CN" dirty="0"/>
              <a:t>v</a:t>
            </a:r>
            <a:r>
              <a:rPr lang="zh-CN" altLang="en-US" dirty="0"/>
              <a:t>旋转到</a:t>
            </a:r>
            <a:r>
              <a:rPr lang="en-US" altLang="zh-CN" dirty="0"/>
              <a:t>g</a:t>
            </a:r>
            <a:r>
              <a:rPr lang="zh-CN" altLang="en-US" dirty="0"/>
              <a:t>的位置，</a:t>
            </a:r>
            <a:r>
              <a:rPr lang="en-US" altLang="zh-CN" dirty="0"/>
              <a:t>v</a:t>
            </a:r>
            <a:r>
              <a:rPr lang="zh-CN" altLang="en-US" dirty="0"/>
              <a:t>染黑，</a:t>
            </a:r>
            <a:r>
              <a:rPr lang="en-US" altLang="zh-CN" dirty="0"/>
              <a:t>r</a:t>
            </a:r>
            <a:r>
              <a:rPr lang="zh-CN" altLang="en-US" dirty="0"/>
              <a:t>染红，完成。</a:t>
            </a:r>
          </a:p>
        </p:txBody>
      </p:sp>
      <p:sp>
        <p:nvSpPr>
          <p:cNvPr id="2" name="灯片编号占位符 1">
            <a:extLst>
              <a:ext uri="{FF2B5EF4-FFF2-40B4-BE49-F238E27FC236}">
                <a16:creationId xmlns:a16="http://schemas.microsoft.com/office/drawing/2014/main" id="{67ED7C9C-0BA8-67AA-EA8E-AEDBE11D14A1}"/>
              </a:ext>
            </a:extLst>
          </p:cNvPr>
          <p:cNvSpPr>
            <a:spLocks noGrp="1"/>
          </p:cNvSpPr>
          <p:nvPr>
            <p:ph type="sldNum" sz="quarter" idx="12"/>
          </p:nvPr>
        </p:nvSpPr>
        <p:spPr/>
        <p:txBody>
          <a:bodyPr/>
          <a:lstStyle/>
          <a:p>
            <a:pPr>
              <a:defRPr/>
            </a:pPr>
            <a:fld id="{82BC8E53-3928-4033-8D0B-01554133DC73}" type="slidenum">
              <a:rPr lang="en-US" altLang="zh-CN" smtClean="0"/>
              <a:pPr>
                <a:defRPr/>
              </a:pPr>
              <a:t>117</a:t>
            </a:fld>
            <a:endParaRPr lang="en-US" altLang="zh-CN"/>
          </a:p>
        </p:txBody>
      </p:sp>
    </p:spTree>
  </p:cSld>
  <p:clrMapOvr>
    <a:masterClrMapping/>
  </p:clrMapOvr>
  <p:transition>
    <p:split/>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D0DAA77F-EEDC-B536-5977-9E6EF9857791}"/>
              </a:ext>
            </a:extLst>
          </p:cNvPr>
          <p:cNvSpPr>
            <a:spLocks noGrp="1" noChangeArrowheads="1"/>
          </p:cNvSpPr>
          <p:nvPr>
            <p:ph type="title"/>
          </p:nvPr>
        </p:nvSpPr>
        <p:spPr/>
        <p:txBody>
          <a:bodyPr/>
          <a:lstStyle/>
          <a:p>
            <a:r>
              <a:rPr lang="zh-CN" altLang="en-US"/>
              <a:t>小结</a:t>
            </a:r>
          </a:p>
        </p:txBody>
      </p:sp>
      <p:sp>
        <p:nvSpPr>
          <p:cNvPr id="134147" name="Rectangle 3">
            <a:extLst>
              <a:ext uri="{FF2B5EF4-FFF2-40B4-BE49-F238E27FC236}">
                <a16:creationId xmlns:a16="http://schemas.microsoft.com/office/drawing/2014/main" id="{AB83FE2A-386F-FE1F-C020-B6D07D2E8968}"/>
              </a:ext>
            </a:extLst>
          </p:cNvPr>
          <p:cNvSpPr>
            <a:spLocks noGrp="1" noChangeArrowheads="1"/>
          </p:cNvSpPr>
          <p:nvPr>
            <p:ph type="body" idx="1"/>
          </p:nvPr>
        </p:nvSpPr>
        <p:spPr/>
        <p:txBody>
          <a:bodyPr/>
          <a:lstStyle/>
          <a:p>
            <a:r>
              <a:rPr lang="zh-CN" altLang="en-US" dirty="0"/>
              <a:t>线性搜索结构：基于顺序表的搜索结构</a:t>
            </a:r>
          </a:p>
          <a:p>
            <a:r>
              <a:rPr lang="zh-CN" altLang="en-US" dirty="0"/>
              <a:t>基于二叉搜索树的搜索结构</a:t>
            </a:r>
          </a:p>
          <a:p>
            <a:pPr lvl="1"/>
            <a:r>
              <a:rPr lang="zh-CN" altLang="en-US" dirty="0"/>
              <a:t>二叉搜索树，平衡的二叉搜索树</a:t>
            </a:r>
          </a:p>
          <a:p>
            <a:pPr lvl="1"/>
            <a:r>
              <a:rPr lang="zh-CN" altLang="en-US" dirty="0"/>
              <a:t>其它结构（自学）：伸展树，红黑树</a:t>
            </a:r>
          </a:p>
        </p:txBody>
      </p:sp>
      <p:sp>
        <p:nvSpPr>
          <p:cNvPr id="2" name="灯片编号占位符 1">
            <a:extLst>
              <a:ext uri="{FF2B5EF4-FFF2-40B4-BE49-F238E27FC236}">
                <a16:creationId xmlns:a16="http://schemas.microsoft.com/office/drawing/2014/main" id="{A9F4526B-E69C-2DC7-F8B4-EC6C9C55FC31}"/>
              </a:ext>
            </a:extLst>
          </p:cNvPr>
          <p:cNvSpPr>
            <a:spLocks noGrp="1"/>
          </p:cNvSpPr>
          <p:nvPr>
            <p:ph type="sldNum" sz="quarter" idx="12"/>
          </p:nvPr>
        </p:nvSpPr>
        <p:spPr/>
        <p:txBody>
          <a:bodyPr/>
          <a:lstStyle/>
          <a:p>
            <a:pPr>
              <a:defRPr/>
            </a:pPr>
            <a:fld id="{82BC8E53-3928-4033-8D0B-01554133DC73}" type="slidenum">
              <a:rPr lang="en-US" altLang="zh-CN" smtClean="0"/>
              <a:pPr>
                <a:defRPr/>
              </a:pPr>
              <a:t>118</a:t>
            </a:fld>
            <a:endParaRPr lang="en-US" altLang="zh-CN"/>
          </a:p>
        </p:txBody>
      </p:sp>
    </p:spTree>
  </p:cSld>
  <p:clrMapOvr>
    <a:masterClrMapping/>
  </p:clrMapOvr>
  <p:transition>
    <p:split/>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5A7EAA17-D98F-3D33-135F-96730EE99822}"/>
              </a:ext>
            </a:extLst>
          </p:cNvPr>
          <p:cNvSpPr>
            <a:spLocks noGrp="1" noChangeArrowheads="1"/>
          </p:cNvSpPr>
          <p:nvPr>
            <p:ph type="title"/>
          </p:nvPr>
        </p:nvSpPr>
        <p:spPr/>
        <p:txBody>
          <a:bodyPr/>
          <a:lstStyle/>
          <a:p>
            <a:r>
              <a:rPr lang="zh-CN" altLang="en-US"/>
              <a:t>常见题型</a:t>
            </a:r>
          </a:p>
        </p:txBody>
      </p:sp>
      <p:sp>
        <p:nvSpPr>
          <p:cNvPr id="135171" name="Rectangle 3">
            <a:extLst>
              <a:ext uri="{FF2B5EF4-FFF2-40B4-BE49-F238E27FC236}">
                <a16:creationId xmlns:a16="http://schemas.microsoft.com/office/drawing/2014/main" id="{1495E621-7058-B7DD-5C07-3620B655B458}"/>
              </a:ext>
            </a:extLst>
          </p:cNvPr>
          <p:cNvSpPr>
            <a:spLocks noGrp="1" noChangeArrowheads="1"/>
          </p:cNvSpPr>
          <p:nvPr>
            <p:ph type="body" idx="1"/>
          </p:nvPr>
        </p:nvSpPr>
        <p:spPr/>
        <p:txBody>
          <a:bodyPr>
            <a:normAutofit/>
          </a:bodyPr>
          <a:lstStyle/>
          <a:p>
            <a:r>
              <a:rPr lang="zh-CN" altLang="en-US" dirty="0"/>
              <a:t>线性表搜索</a:t>
            </a:r>
            <a:endParaRPr lang="en-US" altLang="zh-CN" dirty="0"/>
          </a:p>
          <a:p>
            <a:pPr lvl="1"/>
            <a:r>
              <a:rPr lang="zh-CN" altLang="en-US" dirty="0"/>
              <a:t>特别是折半搜索（其实就是等概率情况下的最优二叉搜索树）</a:t>
            </a:r>
          </a:p>
          <a:p>
            <a:r>
              <a:rPr lang="zh-CN" altLang="en-US" dirty="0"/>
              <a:t>二叉搜索树的性能</a:t>
            </a:r>
          </a:p>
          <a:p>
            <a:r>
              <a:rPr lang="en-US" altLang="zh-CN" dirty="0"/>
              <a:t>AVL</a:t>
            </a:r>
            <a:r>
              <a:rPr lang="zh-CN" altLang="en-US" dirty="0"/>
              <a:t>树：插入、删除时一些特征的分析（如</a:t>
            </a:r>
            <a:r>
              <a:rPr lang="en-US" altLang="zh-CN" dirty="0"/>
              <a:t>AVL</a:t>
            </a:r>
            <a:r>
              <a:rPr lang="zh-CN" altLang="en-US" dirty="0"/>
              <a:t>树结点个数和高度的关系等）</a:t>
            </a:r>
            <a:endParaRPr lang="en-US" altLang="zh-CN" dirty="0"/>
          </a:p>
          <a:p>
            <a:endParaRPr lang="zh-CN" altLang="en-US" dirty="0"/>
          </a:p>
        </p:txBody>
      </p:sp>
      <p:sp>
        <p:nvSpPr>
          <p:cNvPr id="2" name="灯片编号占位符 1">
            <a:extLst>
              <a:ext uri="{FF2B5EF4-FFF2-40B4-BE49-F238E27FC236}">
                <a16:creationId xmlns:a16="http://schemas.microsoft.com/office/drawing/2014/main" id="{8139F0A0-8D23-D6A1-EEA4-418C75BC4509}"/>
              </a:ext>
            </a:extLst>
          </p:cNvPr>
          <p:cNvSpPr>
            <a:spLocks noGrp="1"/>
          </p:cNvSpPr>
          <p:nvPr>
            <p:ph type="sldNum" sz="quarter" idx="12"/>
          </p:nvPr>
        </p:nvSpPr>
        <p:spPr/>
        <p:txBody>
          <a:bodyPr/>
          <a:lstStyle/>
          <a:p>
            <a:pPr>
              <a:defRPr/>
            </a:pPr>
            <a:fld id="{82BC8E53-3928-4033-8D0B-01554133DC73}" type="slidenum">
              <a:rPr lang="en-US" altLang="zh-CN" smtClean="0"/>
              <a:pPr>
                <a:defRPr/>
              </a:pPr>
              <a:t>119</a:t>
            </a:fld>
            <a:endParaRPr lang="en-US" altLang="zh-CN"/>
          </a:p>
        </p:txBody>
      </p:sp>
    </p:spTree>
  </p:cSld>
  <p:clrMapOvr>
    <a:masterClrMapping/>
  </p:clrMapOvr>
  <p:transition>
    <p:split/>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7</a:t>
            </a:r>
            <a:r>
              <a:rPr lang="zh-CN" altLang="en-US" dirty="0"/>
              <a:t>章作业</a:t>
            </a:r>
            <a:r>
              <a:rPr lang="en-US" altLang="zh-CN" dirty="0"/>
              <a:t>2</a:t>
            </a:r>
            <a:endParaRPr lang="zh-CN" altLang="en-US" dirty="0"/>
          </a:p>
        </p:txBody>
      </p:sp>
      <p:sp>
        <p:nvSpPr>
          <p:cNvPr id="3" name="内容占位符 2"/>
          <p:cNvSpPr>
            <a:spLocks noGrp="1"/>
          </p:cNvSpPr>
          <p:nvPr>
            <p:ph idx="1"/>
          </p:nvPr>
        </p:nvSpPr>
        <p:spPr>
          <a:xfrm>
            <a:off x="628650" y="1825625"/>
            <a:ext cx="7886700" cy="4530725"/>
          </a:xfrm>
        </p:spPr>
        <p:txBody>
          <a:bodyPr>
            <a:normAutofit fontScale="70000" lnSpcReduction="20000"/>
          </a:bodyPr>
          <a:lstStyle/>
          <a:p>
            <a:r>
              <a:rPr lang="en-US" dirty="0"/>
              <a:t>1. </a:t>
            </a:r>
            <a:r>
              <a:rPr lang="zh-CN" altLang="en-US" dirty="0"/>
              <a:t>有</a:t>
            </a:r>
            <a:r>
              <a:rPr lang="en-US" dirty="0"/>
              <a:t>n</a:t>
            </a:r>
            <a:r>
              <a:rPr lang="zh-CN" altLang="en-US" dirty="0"/>
              <a:t>个结点的</a:t>
            </a:r>
            <a:r>
              <a:rPr lang="en-US" dirty="0"/>
              <a:t>AVL</a:t>
            </a:r>
            <a:r>
              <a:rPr lang="zh-CN" altLang="en-US" dirty="0"/>
              <a:t>树最小高度是多少？</a:t>
            </a:r>
            <a:endParaRPr lang="en-US" altLang="zh-CN" dirty="0"/>
          </a:p>
          <a:p>
            <a:r>
              <a:rPr lang="en-US" dirty="0"/>
              <a:t>2. </a:t>
            </a:r>
            <a:r>
              <a:rPr lang="zh-CN" altLang="en-US" dirty="0"/>
              <a:t>给定一组元素</a:t>
            </a:r>
            <a:r>
              <a:rPr lang="en-US" dirty="0"/>
              <a:t>k={1,8,2,6,5,4}</a:t>
            </a:r>
            <a:r>
              <a:rPr lang="zh-CN" altLang="en-US" dirty="0"/>
              <a:t>，从空树开始，依次插入，形成</a:t>
            </a:r>
            <a:r>
              <a:rPr lang="en-US" dirty="0"/>
              <a:t>AVL</a:t>
            </a:r>
            <a:r>
              <a:rPr lang="zh-CN" altLang="en-US" dirty="0"/>
              <a:t>树。</a:t>
            </a:r>
            <a:endParaRPr lang="en-US" altLang="zh-CN" dirty="0"/>
          </a:p>
          <a:p>
            <a:r>
              <a:rPr lang="en-US" altLang="zh-CN" dirty="0"/>
              <a:t>3. </a:t>
            </a:r>
            <a:r>
              <a:rPr lang="zh-CN" altLang="en-US" dirty="0"/>
              <a:t>以下题目要求用</a:t>
            </a:r>
            <a:r>
              <a:rPr lang="en-US" altLang="zh-CN" dirty="0"/>
              <a:t>c</a:t>
            </a:r>
            <a:r>
              <a:rPr lang="zh-CN" altLang="en-US" dirty="0"/>
              <a:t>或者</a:t>
            </a:r>
            <a:r>
              <a:rPr lang="en-US" altLang="zh-CN" dirty="0"/>
              <a:t>C++</a:t>
            </a:r>
            <a:r>
              <a:rPr lang="zh-CN" altLang="en-US" dirty="0"/>
              <a:t>写出可执行的程序，源代码中应包括</a:t>
            </a:r>
            <a:r>
              <a:rPr lang="en-US" altLang="zh-CN" dirty="0"/>
              <a:t>main</a:t>
            </a:r>
            <a:r>
              <a:rPr lang="zh-CN" altLang="en-US" dirty="0"/>
              <a:t>函数，提交源代码和生成的</a:t>
            </a:r>
            <a:r>
              <a:rPr lang="en-US" altLang="zh-CN" dirty="0"/>
              <a:t>exe</a:t>
            </a:r>
            <a:r>
              <a:rPr lang="zh-CN" altLang="en-US" dirty="0"/>
              <a:t>文件。</a:t>
            </a:r>
            <a:endParaRPr lang="en-US" dirty="0"/>
          </a:p>
          <a:p>
            <a:pPr lvl="1"/>
            <a:r>
              <a:rPr lang="en-US" dirty="0"/>
              <a:t>3.1 </a:t>
            </a:r>
            <a:r>
              <a:rPr lang="zh-CN" altLang="en-US" dirty="0"/>
              <a:t>请设计一个支持动态搜索的数据结构，要求查找第</a:t>
            </a:r>
            <a:r>
              <a:rPr lang="en-US" dirty="0"/>
              <a:t>k</a:t>
            </a:r>
            <a:r>
              <a:rPr lang="zh-CN" altLang="en-US" dirty="0"/>
              <a:t>小的元素的时间复杂度在</a:t>
            </a:r>
            <a:r>
              <a:rPr lang="en-US" dirty="0"/>
              <a:t>O(</a:t>
            </a:r>
            <a:r>
              <a:rPr lang="en-US" dirty="0" err="1"/>
              <a:t>logn</a:t>
            </a:r>
            <a:r>
              <a:rPr lang="en-US" dirty="0"/>
              <a:t>)</a:t>
            </a:r>
            <a:r>
              <a:rPr lang="zh-CN" altLang="en-US" dirty="0"/>
              <a:t>以内，插入、删除的时间复杂度也在</a:t>
            </a:r>
            <a:r>
              <a:rPr lang="en-US" altLang="zh-CN" dirty="0"/>
              <a:t>O(</a:t>
            </a:r>
            <a:r>
              <a:rPr lang="en-US" altLang="zh-CN" dirty="0" err="1"/>
              <a:t>logn</a:t>
            </a:r>
            <a:r>
              <a:rPr lang="en-US" altLang="zh-CN" dirty="0"/>
              <a:t>)</a:t>
            </a:r>
            <a:r>
              <a:rPr lang="zh-CN" altLang="en-US" dirty="0"/>
              <a:t>以内。请给出该数据结构的主要数据成员的声明，以及查找第</a:t>
            </a:r>
            <a:r>
              <a:rPr lang="en-US" dirty="0"/>
              <a:t>k</a:t>
            </a:r>
            <a:r>
              <a:rPr lang="zh-CN" altLang="en-US" dirty="0"/>
              <a:t>小的元素的算法。</a:t>
            </a:r>
            <a:endParaRPr lang="en-US" altLang="zh-CN" dirty="0"/>
          </a:p>
          <a:p>
            <a:pPr lvl="1"/>
            <a:r>
              <a:rPr lang="en-US" dirty="0"/>
              <a:t>3.2 </a:t>
            </a:r>
            <a:r>
              <a:rPr lang="zh-CN" altLang="en-US" dirty="0"/>
              <a:t>写一个判断二叉树是否为</a:t>
            </a:r>
            <a:r>
              <a:rPr lang="en-US" dirty="0"/>
              <a:t>AVL</a:t>
            </a:r>
            <a:r>
              <a:rPr lang="zh-CN" altLang="en-US" dirty="0"/>
              <a:t>树的算法，假设二叉树以二叉链表形式保存，结点中保存的数据是整数。</a:t>
            </a:r>
          </a:p>
        </p:txBody>
      </p:sp>
      <p:sp>
        <p:nvSpPr>
          <p:cNvPr id="4" name="灯片编号占位符 3">
            <a:extLst>
              <a:ext uri="{FF2B5EF4-FFF2-40B4-BE49-F238E27FC236}">
                <a16:creationId xmlns:a16="http://schemas.microsoft.com/office/drawing/2014/main" id="{4BE8A279-321D-48CE-A199-E384DACEE543}"/>
              </a:ext>
            </a:extLst>
          </p:cNvPr>
          <p:cNvSpPr>
            <a:spLocks noGrp="1"/>
          </p:cNvSpPr>
          <p:nvPr>
            <p:ph type="sldNum" sz="quarter" idx="12"/>
          </p:nvPr>
        </p:nvSpPr>
        <p:spPr/>
        <p:txBody>
          <a:bodyPr/>
          <a:lstStyle/>
          <a:p>
            <a:fld id="{0C913308-F349-4B6D-A68A-DD1791B4A57B}" type="slidenum">
              <a:rPr lang="zh-CN" altLang="en-US" smtClean="0"/>
              <a:pPr/>
              <a:t>120</a:t>
            </a:fld>
            <a:endParaRPr lang="zh-CN" altLang="en-US"/>
          </a:p>
        </p:txBody>
      </p:sp>
    </p:spTree>
    <p:extLst>
      <p:ext uri="{BB962C8B-B14F-4D97-AF65-F5344CB8AC3E}">
        <p14:creationId xmlns:p14="http://schemas.microsoft.com/office/powerpoint/2010/main" val="659663520"/>
      </p:ext>
    </p:extLst>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8144</TotalTime>
  <Words>13651</Words>
  <Application>Microsoft Office PowerPoint</Application>
  <PresentationFormat>全屏显示(4:3)</PresentationFormat>
  <Paragraphs>2069</Paragraphs>
  <Slides>120</Slides>
  <Notes>25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120</vt:i4>
      </vt:variant>
    </vt:vector>
  </HeadingPairs>
  <TitlesOfParts>
    <vt:vector size="137" baseType="lpstr">
      <vt:lpstr>Monotype Sorts</vt:lpstr>
      <vt:lpstr>等线</vt:lpstr>
      <vt:lpstr>等线 Light</vt:lpstr>
      <vt:lpstr>仿宋_GB2312</vt:lpstr>
      <vt:lpstr>楷体_GB2312</vt:lpstr>
      <vt:lpstr>隶书</vt:lpstr>
      <vt:lpstr>宋体</vt:lpstr>
      <vt:lpstr>微软雅黑</vt:lpstr>
      <vt:lpstr>Arial</vt:lpstr>
      <vt:lpstr>Arial Narrow</vt:lpstr>
      <vt:lpstr>Cambria Math</vt:lpstr>
      <vt:lpstr>Courier New</vt:lpstr>
      <vt:lpstr>Symbol</vt:lpstr>
      <vt:lpstr>Times New Roman</vt:lpstr>
      <vt:lpstr>Office 主题​​</vt:lpstr>
      <vt:lpstr>公式</vt:lpstr>
      <vt:lpstr>Microsoft 公式 3.0</vt:lpstr>
      <vt:lpstr>第7章 搜索结构</vt:lpstr>
      <vt:lpstr>基本概念</vt:lpstr>
      <vt:lpstr>搜索条件</vt:lpstr>
      <vt:lpstr>静态和动态搜索结构</vt:lpstr>
      <vt:lpstr>搜索算法的时间效率</vt:lpstr>
      <vt:lpstr>7.1 线性搜索结构</vt:lpstr>
      <vt:lpstr>PowerPoint 演示文稿</vt:lpstr>
      <vt:lpstr>PowerPoint 演示文稿</vt:lpstr>
      <vt:lpstr>7.1.2 顺序搜索</vt:lpstr>
      <vt:lpstr>PowerPoint 演示文稿</vt:lpstr>
      <vt:lpstr>PowerPoint 演示文稿</vt:lpstr>
      <vt:lpstr>顺序搜索的平均搜索长度 </vt:lpstr>
      <vt:lpstr>PowerPoint 演示文稿</vt:lpstr>
      <vt:lpstr>7.1.3 基于有序顺序表的顺序搜索算法</vt:lpstr>
      <vt:lpstr>有序顺序表的顺序搜索 </vt:lpstr>
      <vt:lpstr>折半搜索</vt:lpstr>
      <vt:lpstr>PowerPoint 演示文稿</vt:lpstr>
      <vt:lpstr>PowerPoint 演示文稿</vt:lpstr>
      <vt:lpstr>PowerPoint 演示文稿</vt:lpstr>
      <vt:lpstr>PowerPoint 演示文稿</vt:lpstr>
      <vt:lpstr>有序顺序表的折半搜索的判定树 </vt:lpstr>
      <vt:lpstr>PowerPoint 演示文稿</vt:lpstr>
      <vt:lpstr>折半搜索性能分析</vt:lpstr>
      <vt:lpstr>PowerPoint 演示文稿</vt:lpstr>
      <vt:lpstr>7.1.4 基于有序顺序表的其它搜索方法（自学）</vt:lpstr>
      <vt:lpstr>7.2 二叉搜索树 ( Binary Search Tree )</vt:lpstr>
      <vt:lpstr>二叉搜索树例</vt:lpstr>
      <vt:lpstr>n 个结点的二叉搜索树的数目</vt:lpstr>
      <vt:lpstr>PowerPoint 演示文稿</vt:lpstr>
      <vt:lpstr>PowerPoint 演示文稿</vt:lpstr>
      <vt:lpstr>7.2.2 二叉搜索树上的搜索</vt:lpstr>
      <vt:lpstr>PowerPoint 演示文稿</vt:lpstr>
      <vt:lpstr>PowerPoint 演示文稿</vt:lpstr>
      <vt:lpstr>7.2.3 二叉搜索树的插入</vt:lpstr>
      <vt:lpstr>二叉搜索树上插入结点的递归算法</vt:lpstr>
      <vt:lpstr>PowerPoint 演示文稿</vt:lpstr>
      <vt:lpstr>例：输入数据建立二叉搜索树</vt:lpstr>
      <vt:lpstr>PowerPoint 演示文稿</vt:lpstr>
      <vt:lpstr>PowerPoint 演示文稿</vt:lpstr>
      <vt:lpstr>7.2.4 二叉搜索树的删除</vt:lpstr>
      <vt:lpstr>PowerPoint 演示文稿</vt:lpstr>
      <vt:lpstr>PowerPoint 演示文稿</vt:lpstr>
      <vt:lpstr>PowerPoint 演示文稿</vt:lpstr>
      <vt:lpstr>7.2.5 二叉搜索树的性能分析</vt:lpstr>
      <vt:lpstr>扩充二叉搜索树</vt:lpstr>
      <vt:lpstr>PowerPoint 演示文稿</vt:lpstr>
      <vt:lpstr>性能分析</vt:lpstr>
      <vt:lpstr>(1) 相等搜索概率的情形</vt:lpstr>
      <vt:lpstr>分析</vt:lpstr>
      <vt:lpstr>PowerPoint 演示文稿</vt:lpstr>
      <vt:lpstr>(2) 不相等搜索概率的情形</vt:lpstr>
      <vt:lpstr>PowerPoint 演示文稿</vt:lpstr>
      <vt:lpstr>PowerPoint 演示文稿</vt:lpstr>
      <vt:lpstr>PowerPoint 演示文稿</vt:lpstr>
      <vt:lpstr>7.2.6 最优二叉搜索树（自学）</vt:lpstr>
      <vt:lpstr>PowerPoint 演示文稿</vt:lpstr>
      <vt:lpstr>PowerPoint 演示文稿</vt:lpstr>
      <vt:lpstr>PowerPoint 演示文稿</vt:lpstr>
      <vt:lpstr>PowerPoint 演示文稿</vt:lpstr>
      <vt:lpstr>PowerPoint 演示文稿</vt:lpstr>
      <vt:lpstr>构造的步骤（1）</vt:lpstr>
      <vt:lpstr>构造的步骤（2）</vt:lpstr>
      <vt:lpstr>例: 给出关键码集合和内/外部结点的权值序列</vt:lpstr>
      <vt:lpstr>PowerPoint 演示文稿</vt:lpstr>
      <vt:lpstr>PowerPoint 演示文稿</vt:lpstr>
      <vt:lpstr>PowerPoint 演示文稿</vt:lpstr>
      <vt:lpstr>算法基本思路</vt:lpstr>
      <vt:lpstr>第7章作业1（1）</vt:lpstr>
      <vt:lpstr>第7章作业1（2）</vt:lpstr>
      <vt:lpstr>7.3 AVL树（高度平衡的二叉搜索树）</vt:lpstr>
      <vt:lpstr>结点的平衡因子(balance factor)</vt:lpstr>
      <vt:lpstr>AVL树的类定义</vt:lpstr>
      <vt:lpstr>PowerPoint 演示文稿</vt:lpstr>
      <vt:lpstr>7.3.2 平衡化旋转</vt:lpstr>
      <vt:lpstr>插入结点时的旋转</vt:lpstr>
      <vt:lpstr>PowerPoint 演示文稿</vt:lpstr>
      <vt:lpstr>左单旋转 </vt:lpstr>
      <vt:lpstr>PowerPoint 演示文稿</vt:lpstr>
      <vt:lpstr>PowerPoint 演示文稿</vt:lpstr>
      <vt:lpstr>PowerPoint 演示文稿</vt:lpstr>
      <vt:lpstr>先左后右双旋转 (RotationLeftRight)</vt:lpstr>
      <vt:lpstr>PowerPoint 演示文稿</vt:lpstr>
      <vt:lpstr>PowerPoint 演示文稿</vt:lpstr>
      <vt:lpstr>先右后左双旋转 (RotationRightLeft)</vt:lpstr>
      <vt:lpstr>PowerPoint 演示文稿</vt:lpstr>
      <vt:lpstr>PowerPoint 演示文稿</vt:lpstr>
      <vt:lpstr>7.3.3 AVL树的插入</vt:lpstr>
      <vt:lpstr>程序7.20</vt:lpstr>
      <vt:lpstr>程序7.21</vt:lpstr>
      <vt:lpstr>PowerPoint 演示文稿</vt:lpstr>
      <vt:lpstr>PowerPoint 演示文稿</vt:lpstr>
      <vt:lpstr>PowerPoint 演示文稿</vt:lpstr>
      <vt:lpstr>7.3.4 AVL树的删除</vt:lpstr>
      <vt:lpstr>(2) 如果被删结点p有两个子女</vt:lpstr>
      <vt:lpstr>向上调整</vt:lpstr>
      <vt:lpstr>PowerPoint 演示文稿</vt:lpstr>
      <vt:lpstr>PowerPoint 演示文稿</vt:lpstr>
      <vt:lpstr>PowerPoint 演示文稿</vt:lpstr>
      <vt:lpstr>PowerPoint 演示文稿</vt:lpstr>
      <vt:lpstr>PowerPoint 演示文稿</vt:lpstr>
      <vt:lpstr>程序7.22</vt:lpstr>
      <vt:lpstr>举例</vt:lpstr>
      <vt:lpstr>PowerPoint 演示文稿</vt:lpstr>
      <vt:lpstr>PowerPoint 演示文稿</vt:lpstr>
      <vt:lpstr>PowerPoint 演示文稿</vt:lpstr>
      <vt:lpstr>PowerPoint 演示文稿</vt:lpstr>
      <vt:lpstr>7.3.5 AVL树的性能分析</vt:lpstr>
      <vt:lpstr>n个结点的AVL树的最大高度</vt:lpstr>
      <vt:lpstr>7.4 伸展树（自学）</vt:lpstr>
      <vt:lpstr>7.5 红黑树（自学）</vt:lpstr>
      <vt:lpstr>7.5.2 红黑树的搜索（自学）</vt:lpstr>
      <vt:lpstr>7.5.3 红黑树的插入（自学）</vt:lpstr>
      <vt:lpstr>gr是黑色的情况（自学）</vt:lpstr>
      <vt:lpstr>避免向根结点回溯的调整（自学）</vt:lpstr>
      <vt:lpstr>7.5.4 红黑树的删除（自学）</vt:lpstr>
      <vt:lpstr>v为黑结点（自学）</vt:lpstr>
      <vt:lpstr>v为红结点（自学）</vt:lpstr>
      <vt:lpstr>小结</vt:lpstr>
      <vt:lpstr>常见题型</vt:lpstr>
      <vt:lpstr>第7章作业2</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208</cp:revision>
  <dcterms:created xsi:type="dcterms:W3CDTF">2000-01-30T08:24:06Z</dcterms:created>
  <dcterms:modified xsi:type="dcterms:W3CDTF">2025-11-25T01:57:44Z</dcterms:modified>
</cp:coreProperties>
</file>
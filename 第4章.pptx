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91"/>
  </p:notesMasterIdLst>
  <p:sldIdLst>
    <p:sldId id="345" r:id="rId2"/>
    <p:sldId id="827" r:id="rId3"/>
    <p:sldId id="269" r:id="rId4"/>
    <p:sldId id="270" r:id="rId5"/>
    <p:sldId id="831" r:id="rId6"/>
    <p:sldId id="368" r:id="rId7"/>
    <p:sldId id="271" r:id="rId8"/>
    <p:sldId id="410" r:id="rId9"/>
    <p:sldId id="832" r:id="rId10"/>
    <p:sldId id="833" r:id="rId11"/>
    <p:sldId id="346" r:id="rId12"/>
    <p:sldId id="276" r:id="rId13"/>
    <p:sldId id="834" r:id="rId14"/>
    <p:sldId id="835" r:id="rId15"/>
    <p:sldId id="279" r:id="rId16"/>
    <p:sldId id="280" r:id="rId17"/>
    <p:sldId id="281" r:id="rId18"/>
    <p:sldId id="282" r:id="rId19"/>
    <p:sldId id="283" r:id="rId20"/>
    <p:sldId id="411" r:id="rId21"/>
    <p:sldId id="412" r:id="rId22"/>
    <p:sldId id="286" r:id="rId23"/>
    <p:sldId id="413" r:id="rId24"/>
    <p:sldId id="287" r:id="rId25"/>
    <p:sldId id="839" r:id="rId26"/>
    <p:sldId id="289" r:id="rId27"/>
    <p:sldId id="291" r:id="rId28"/>
    <p:sldId id="292" r:id="rId29"/>
    <p:sldId id="293" r:id="rId30"/>
    <p:sldId id="294" r:id="rId31"/>
    <p:sldId id="295" r:id="rId32"/>
    <p:sldId id="296" r:id="rId33"/>
    <p:sldId id="299" r:id="rId34"/>
    <p:sldId id="301" r:id="rId35"/>
    <p:sldId id="304" r:id="rId36"/>
    <p:sldId id="359" r:id="rId37"/>
    <p:sldId id="355" r:id="rId38"/>
    <p:sldId id="493" r:id="rId39"/>
    <p:sldId id="494" r:id="rId40"/>
    <p:sldId id="496" r:id="rId41"/>
    <p:sldId id="356" r:id="rId42"/>
    <p:sldId id="414" r:id="rId43"/>
    <p:sldId id="360" r:id="rId44"/>
    <p:sldId id="361" r:id="rId45"/>
    <p:sldId id="362" r:id="rId46"/>
    <p:sldId id="829" r:id="rId47"/>
    <p:sldId id="312" r:id="rId48"/>
    <p:sldId id="840" r:id="rId49"/>
    <p:sldId id="314" r:id="rId50"/>
    <p:sldId id="316" r:id="rId51"/>
    <p:sldId id="318" r:id="rId52"/>
    <p:sldId id="363" r:id="rId53"/>
    <p:sldId id="320" r:id="rId54"/>
    <p:sldId id="321" r:id="rId55"/>
    <p:sldId id="322" r:id="rId56"/>
    <p:sldId id="323" r:id="rId57"/>
    <p:sldId id="324" r:id="rId58"/>
    <p:sldId id="325" r:id="rId59"/>
    <p:sldId id="326" r:id="rId60"/>
    <p:sldId id="407" r:id="rId61"/>
    <p:sldId id="328" r:id="rId62"/>
    <p:sldId id="330" r:id="rId63"/>
    <p:sldId id="830" r:id="rId64"/>
    <p:sldId id="405" r:id="rId65"/>
    <p:sldId id="808" r:id="rId66"/>
    <p:sldId id="415" r:id="rId67"/>
    <p:sldId id="370" r:id="rId68"/>
    <p:sldId id="371" r:id="rId69"/>
    <p:sldId id="372" r:id="rId70"/>
    <p:sldId id="373" r:id="rId71"/>
    <p:sldId id="374" r:id="rId72"/>
    <p:sldId id="375" r:id="rId73"/>
    <p:sldId id="376" r:id="rId74"/>
    <p:sldId id="379" r:id="rId75"/>
    <p:sldId id="838" r:id="rId76"/>
    <p:sldId id="384" r:id="rId77"/>
    <p:sldId id="385" r:id="rId78"/>
    <p:sldId id="386" r:id="rId79"/>
    <p:sldId id="389" r:id="rId80"/>
    <p:sldId id="392" r:id="rId81"/>
    <p:sldId id="393" r:id="rId82"/>
    <p:sldId id="394" r:id="rId83"/>
    <p:sldId id="395" r:id="rId84"/>
    <p:sldId id="397" r:id="rId85"/>
    <p:sldId id="837" r:id="rId86"/>
    <p:sldId id="406" r:id="rId87"/>
    <p:sldId id="408" r:id="rId88"/>
    <p:sldId id="409" r:id="rId89"/>
    <p:sldId id="420" r:id="rId9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000099"/>
    <a:srgbClr val="0000CC"/>
    <a:srgbClr val="990099"/>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41" autoAdjust="0"/>
    <p:restoredTop sz="91865" autoAdjust="0"/>
  </p:normalViewPr>
  <p:slideViewPr>
    <p:cSldViewPr>
      <p:cViewPr varScale="1">
        <p:scale>
          <a:sx n="76" d="100"/>
          <a:sy n="76" d="100"/>
        </p:scale>
        <p:origin x="160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D195AE15-41F9-B9E4-3F52-4A43BE90B087}"/>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a:extLst>
              <a:ext uri="{FF2B5EF4-FFF2-40B4-BE49-F238E27FC236}">
                <a16:creationId xmlns:a16="http://schemas.microsoft.com/office/drawing/2014/main" id="{90DFD6B1-FDBF-9329-CF02-1415C4AA9F45}"/>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a:extLst>
              <a:ext uri="{FF2B5EF4-FFF2-40B4-BE49-F238E27FC236}">
                <a16:creationId xmlns:a16="http://schemas.microsoft.com/office/drawing/2014/main" id="{571F7401-BEEC-7BC5-215A-485FD5F45A3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9797" name="Rectangle 5">
            <a:extLst>
              <a:ext uri="{FF2B5EF4-FFF2-40B4-BE49-F238E27FC236}">
                <a16:creationId xmlns:a16="http://schemas.microsoft.com/office/drawing/2014/main" id="{8950DBF2-1543-C2FA-C664-66CC2E4AA4AF}"/>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9798" name="Rectangle 6">
            <a:extLst>
              <a:ext uri="{FF2B5EF4-FFF2-40B4-BE49-F238E27FC236}">
                <a16:creationId xmlns:a16="http://schemas.microsoft.com/office/drawing/2014/main" id="{37A5067F-A913-ED86-148A-4E9B6CBD0728}"/>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a:extLst>
              <a:ext uri="{FF2B5EF4-FFF2-40B4-BE49-F238E27FC236}">
                <a16:creationId xmlns:a16="http://schemas.microsoft.com/office/drawing/2014/main" id="{97EE98E8-7B0A-6C83-3AE4-61D9536C9FB4}"/>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fld id="{1982FCED-140E-42D3-B3C0-1A12F223E4B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ECC16E0-40CF-928D-967C-F899F08DF2C9}"/>
              </a:ext>
            </a:extLst>
          </p:cNvPr>
          <p:cNvSpPr>
            <a:spLocks noGrp="1" noChangeArrowheads="1"/>
          </p:cNvSpPr>
          <p:nvPr>
            <p:ph type="sldNum" sz="quarter" idx="5"/>
          </p:nvPr>
        </p:nvSpPr>
        <p:spPr>
          <a:ln/>
        </p:spPr>
        <p:txBody>
          <a:bodyPr/>
          <a:lstStyle/>
          <a:p>
            <a:fld id="{8A547965-F788-4FD8-9A80-45B8ED460F9D}" type="slidenum">
              <a:rPr lang="en-US" altLang="zh-CN"/>
              <a:pPr/>
              <a:t>5</a:t>
            </a:fld>
            <a:endParaRPr lang="en-US" altLang="zh-CN"/>
          </a:p>
        </p:txBody>
      </p:sp>
      <p:sp>
        <p:nvSpPr>
          <p:cNvPr id="700418" name="Rectangle 2">
            <a:extLst>
              <a:ext uri="{FF2B5EF4-FFF2-40B4-BE49-F238E27FC236}">
                <a16:creationId xmlns:a16="http://schemas.microsoft.com/office/drawing/2014/main" id="{C7DF4B2A-A5EE-7630-B907-3515103FA2E5}"/>
              </a:ext>
            </a:extLst>
          </p:cNvPr>
          <p:cNvSpPr>
            <a:spLocks noGrp="1" noRot="1" noChangeAspect="1" noChangeArrowheads="1" noTextEdit="1"/>
          </p:cNvSpPr>
          <p:nvPr>
            <p:ph type="sldImg"/>
          </p:nvPr>
        </p:nvSpPr>
        <p:spPr>
          <a:ln/>
        </p:spPr>
      </p:sp>
      <p:sp>
        <p:nvSpPr>
          <p:cNvPr id="700419" name="Rectangle 3">
            <a:extLst>
              <a:ext uri="{FF2B5EF4-FFF2-40B4-BE49-F238E27FC236}">
                <a16:creationId xmlns:a16="http://schemas.microsoft.com/office/drawing/2014/main" id="{300A8E9C-A9EC-F4C1-F2B0-F85368EB87ED}"/>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A509BBC-9802-5355-A753-E9F824D34173}"/>
              </a:ext>
            </a:extLst>
          </p:cNvPr>
          <p:cNvSpPr>
            <a:spLocks noGrp="1" noChangeArrowheads="1"/>
          </p:cNvSpPr>
          <p:nvPr>
            <p:ph type="sldNum" sz="quarter" idx="5"/>
          </p:nvPr>
        </p:nvSpPr>
        <p:spPr>
          <a:ln/>
        </p:spPr>
        <p:txBody>
          <a:bodyPr/>
          <a:lstStyle/>
          <a:p>
            <a:fld id="{204B32ED-5B47-48C6-A51B-000970A672D0}" type="slidenum">
              <a:rPr lang="en-US" altLang="zh-CN"/>
              <a:pPr/>
              <a:t>6</a:t>
            </a:fld>
            <a:endParaRPr lang="en-US" altLang="zh-CN"/>
          </a:p>
        </p:txBody>
      </p:sp>
      <p:sp>
        <p:nvSpPr>
          <p:cNvPr id="701442" name="Rectangle 2">
            <a:extLst>
              <a:ext uri="{FF2B5EF4-FFF2-40B4-BE49-F238E27FC236}">
                <a16:creationId xmlns:a16="http://schemas.microsoft.com/office/drawing/2014/main" id="{181663D6-54D6-532B-B988-4E23F4F6AF1C}"/>
              </a:ext>
            </a:extLst>
          </p:cNvPr>
          <p:cNvSpPr>
            <a:spLocks noGrp="1" noRot="1" noChangeAspect="1" noChangeArrowheads="1" noTextEdit="1"/>
          </p:cNvSpPr>
          <p:nvPr>
            <p:ph type="sldImg"/>
          </p:nvPr>
        </p:nvSpPr>
        <p:spPr>
          <a:ln/>
        </p:spPr>
      </p:sp>
      <p:sp>
        <p:nvSpPr>
          <p:cNvPr id="701443" name="Rectangle 3">
            <a:extLst>
              <a:ext uri="{FF2B5EF4-FFF2-40B4-BE49-F238E27FC236}">
                <a16:creationId xmlns:a16="http://schemas.microsoft.com/office/drawing/2014/main" id="{69B5FE91-3948-A052-0D38-785310A26E68}"/>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a:t>
            </a:r>
            <a:r>
              <a:rPr lang="zh-CN" altLang="en-US" dirty="0"/>
              <a:t>友元操作符：稀疏矩阵的输入</a:t>
            </a:r>
            <a:endParaRPr lang="en-US" altLang="zh-CN" dirty="0"/>
          </a:p>
          <a:p>
            <a:pPr marL="0" indent="0">
              <a:buNone/>
            </a:pPr>
            <a:r>
              <a:rPr lang="en-US" altLang="zh-CN" dirty="0"/>
              <a:t>template &lt;class T&gt;   </a:t>
            </a:r>
            <a:r>
              <a:rPr lang="en-US" altLang="zh-CN" dirty="0" err="1"/>
              <a:t>istream</a:t>
            </a:r>
            <a:r>
              <a:rPr lang="en-US" altLang="zh-CN" dirty="0"/>
              <a:t>&amp; operator &gt;&gt; (</a:t>
            </a:r>
            <a:r>
              <a:rPr lang="en-US" altLang="zh-CN" dirty="0" err="1"/>
              <a:t>istream</a:t>
            </a:r>
            <a:r>
              <a:rPr lang="en-US" altLang="zh-CN" dirty="0"/>
              <a:t>&amp; in</a:t>
            </a:r>
            <a:r>
              <a:rPr lang="en-US" altLang="zh-CN"/>
              <a:t>,   SparseMatrix</a:t>
            </a:r>
            <a:r>
              <a:rPr lang="en-US" altLang="zh-CN" dirty="0"/>
              <a:t>&lt;T&gt;&amp; M) {</a:t>
            </a:r>
          </a:p>
          <a:p>
            <a:pPr marL="0" indent="0">
              <a:buNone/>
            </a:pPr>
            <a:r>
              <a:rPr lang="en-US" altLang="zh-CN" dirty="0"/>
              <a:t>     </a:t>
            </a:r>
            <a:r>
              <a:rPr lang="en-US" altLang="zh-CN" dirty="0" err="1"/>
              <a:t>cout</a:t>
            </a:r>
            <a:r>
              <a:rPr lang="en-US" altLang="zh-CN" dirty="0"/>
              <a:t> &lt;&lt; "</a:t>
            </a:r>
            <a:r>
              <a:rPr lang="zh-CN" altLang="en-US" dirty="0"/>
              <a:t>请输入矩阵的行数、列数</a:t>
            </a:r>
            <a:r>
              <a:rPr lang="en-US" altLang="zh-CN" dirty="0"/>
              <a:t>" &lt;&lt; </a:t>
            </a:r>
            <a:r>
              <a:rPr lang="en-US" altLang="zh-CN" dirty="0" err="1"/>
              <a:t>endl</a:t>
            </a:r>
            <a:r>
              <a:rPr lang="en-US" altLang="zh-CN" dirty="0"/>
              <a:t>;</a:t>
            </a:r>
          </a:p>
          <a:p>
            <a:pPr marL="0" indent="0">
              <a:buNone/>
            </a:pPr>
            <a:r>
              <a:rPr lang="en-US" altLang="zh-CN" dirty="0"/>
              <a:t>     in &gt;&gt; </a:t>
            </a:r>
            <a:r>
              <a:rPr lang="en-US" altLang="zh-CN" dirty="0" err="1"/>
              <a:t>M.Rows</a:t>
            </a:r>
            <a:r>
              <a:rPr lang="en-US" altLang="zh-CN" dirty="0"/>
              <a:t> &gt;&gt; </a:t>
            </a:r>
            <a:r>
              <a:rPr lang="en-US" altLang="zh-CN" dirty="0" err="1"/>
              <a:t>M.Cols</a:t>
            </a:r>
            <a:r>
              <a:rPr lang="en-US" altLang="zh-CN" dirty="0"/>
              <a:t>;</a:t>
            </a:r>
          </a:p>
          <a:p>
            <a:pPr marL="0" indent="0">
              <a:buNone/>
            </a:pPr>
            <a:r>
              <a:rPr lang="en-US" altLang="zh-CN" dirty="0"/>
              <a:t>     </a:t>
            </a:r>
            <a:r>
              <a:rPr lang="en-US" altLang="zh-CN" dirty="0" err="1"/>
              <a:t>Trituple</a:t>
            </a:r>
            <a:r>
              <a:rPr lang="en-US" altLang="zh-CN" dirty="0"/>
              <a:t>&lt;T&gt; x;  int </a:t>
            </a:r>
            <a:r>
              <a:rPr lang="en-US" altLang="zh-CN" dirty="0" err="1"/>
              <a:t>endTag</a:t>
            </a:r>
            <a:r>
              <a:rPr lang="en-US" altLang="zh-CN" dirty="0"/>
              <a:t> = -1;	//</a:t>
            </a:r>
            <a:r>
              <a:rPr lang="zh-CN" altLang="en-US" dirty="0"/>
              <a:t>行号</a:t>
            </a:r>
            <a:r>
              <a:rPr lang="en-US" altLang="zh-CN" dirty="0"/>
              <a:t>-1</a:t>
            </a:r>
            <a:r>
              <a:rPr lang="zh-CN" altLang="en-US" dirty="0"/>
              <a:t>控制输入结束</a:t>
            </a:r>
          </a:p>
          <a:p>
            <a:pPr marL="0" indent="0">
              <a:buNone/>
            </a:pPr>
            <a:r>
              <a:rPr lang="zh-CN" altLang="en-US" dirty="0"/>
              <a:t>     </a:t>
            </a:r>
            <a:r>
              <a:rPr lang="en-US" altLang="zh-CN" dirty="0" err="1"/>
              <a:t>M.Terms</a:t>
            </a:r>
            <a:r>
              <a:rPr lang="en-US" altLang="zh-CN" dirty="0"/>
              <a:t> = 0;        </a:t>
            </a:r>
            <a:r>
              <a:rPr lang="en-US" altLang="zh-CN" dirty="0" err="1"/>
              <a:t>cout</a:t>
            </a:r>
            <a:r>
              <a:rPr lang="en-US" altLang="zh-CN" dirty="0"/>
              <a:t> &lt;&lt; "</a:t>
            </a:r>
            <a:r>
              <a:rPr lang="zh-CN" altLang="en-US" dirty="0"/>
              <a:t>请输入元素行号、列号和值</a:t>
            </a:r>
            <a:r>
              <a:rPr lang="en-US" altLang="zh-CN" dirty="0"/>
              <a:t>:" &lt;&lt; </a:t>
            </a:r>
            <a:r>
              <a:rPr lang="en-US" altLang="zh-CN" dirty="0" err="1"/>
              <a:t>endl</a:t>
            </a:r>
            <a:r>
              <a:rPr lang="en-US" altLang="zh-CN" dirty="0"/>
              <a:t>;</a:t>
            </a:r>
          </a:p>
          <a:p>
            <a:pPr marL="0" indent="0">
              <a:buNone/>
            </a:pPr>
            <a:r>
              <a:rPr lang="en-US" altLang="zh-CN" dirty="0"/>
              <a:t>     in &gt;&gt; </a:t>
            </a:r>
            <a:r>
              <a:rPr lang="en-US" altLang="zh-CN" dirty="0" err="1"/>
              <a:t>x.row</a:t>
            </a:r>
            <a:r>
              <a:rPr lang="en-US" altLang="zh-CN" dirty="0"/>
              <a:t> &gt;&gt; </a:t>
            </a:r>
            <a:r>
              <a:rPr lang="en-US" altLang="zh-CN" dirty="0" err="1"/>
              <a:t>x.col</a:t>
            </a:r>
            <a:r>
              <a:rPr lang="en-US" altLang="zh-CN" dirty="0"/>
              <a:t> &gt;&gt; </a:t>
            </a:r>
            <a:r>
              <a:rPr lang="en-US" altLang="zh-CN" dirty="0" err="1"/>
              <a:t>x.value</a:t>
            </a:r>
            <a:r>
              <a:rPr lang="en-US" altLang="zh-CN" dirty="0"/>
              <a:t>;    //</a:t>
            </a:r>
            <a:r>
              <a:rPr lang="zh-CN" altLang="en-US" dirty="0"/>
              <a:t>输入三元组</a:t>
            </a:r>
          </a:p>
          <a:p>
            <a:pPr marL="0" indent="0">
              <a:buNone/>
            </a:pPr>
            <a:r>
              <a:rPr lang="zh-CN" altLang="en-US" dirty="0"/>
              <a:t>     </a:t>
            </a:r>
            <a:r>
              <a:rPr lang="en-US" altLang="zh-CN" dirty="0"/>
              <a:t>while ( </a:t>
            </a:r>
            <a:r>
              <a:rPr lang="en-US" altLang="zh-CN" dirty="0" err="1"/>
              <a:t>x.row</a:t>
            </a:r>
            <a:r>
              <a:rPr lang="en-US" altLang="zh-CN" dirty="0"/>
              <a:t> != </a:t>
            </a:r>
            <a:r>
              <a:rPr lang="en-US" altLang="zh-CN" dirty="0" err="1"/>
              <a:t>endTag</a:t>
            </a:r>
            <a:r>
              <a:rPr lang="en-US" altLang="zh-CN" dirty="0"/>
              <a:t> ) {</a:t>
            </a:r>
          </a:p>
          <a:p>
            <a:pPr marL="0" indent="0">
              <a:buNone/>
            </a:pPr>
            <a:r>
              <a:rPr lang="en-US" altLang="zh-CN" dirty="0"/>
              <a:t>          	M. </a:t>
            </a:r>
            <a:r>
              <a:rPr lang="en-US" altLang="zh-CN" dirty="0" err="1"/>
              <a:t>smArray</a:t>
            </a:r>
            <a:r>
              <a:rPr lang="en-US" altLang="zh-CN" dirty="0"/>
              <a:t>[</a:t>
            </a:r>
            <a:r>
              <a:rPr lang="en-US" altLang="zh-CN" dirty="0" err="1"/>
              <a:t>M.Terms</a:t>
            </a:r>
            <a:r>
              <a:rPr lang="en-US" altLang="zh-CN" dirty="0"/>
              <a:t>].row = </a:t>
            </a:r>
            <a:r>
              <a:rPr lang="en-US" altLang="zh-CN" dirty="0" err="1"/>
              <a:t>x.row</a:t>
            </a:r>
            <a:r>
              <a:rPr lang="en-US" altLang="zh-CN" dirty="0"/>
              <a:t>;	M. </a:t>
            </a:r>
            <a:r>
              <a:rPr lang="en-US" altLang="zh-CN" dirty="0" err="1"/>
              <a:t>smArray</a:t>
            </a:r>
            <a:r>
              <a:rPr lang="en-US" altLang="zh-CN" dirty="0"/>
              <a:t>[</a:t>
            </a:r>
            <a:r>
              <a:rPr lang="en-US" altLang="zh-CN" dirty="0" err="1"/>
              <a:t>M.Terms</a:t>
            </a:r>
            <a:r>
              <a:rPr lang="en-US" altLang="zh-CN" dirty="0"/>
              <a:t>].col = </a:t>
            </a:r>
            <a:r>
              <a:rPr lang="en-US" altLang="zh-CN" dirty="0" err="1"/>
              <a:t>x.col</a:t>
            </a:r>
            <a:r>
              <a:rPr lang="en-US" altLang="zh-CN" dirty="0"/>
              <a:t>;</a:t>
            </a:r>
          </a:p>
          <a:p>
            <a:pPr marL="0" indent="0">
              <a:buNone/>
            </a:pPr>
            <a:r>
              <a:rPr lang="en-US" altLang="zh-CN" dirty="0"/>
              <a:t>	M. </a:t>
            </a:r>
            <a:r>
              <a:rPr lang="en-US" altLang="zh-CN" dirty="0" err="1"/>
              <a:t>smArray</a:t>
            </a:r>
            <a:r>
              <a:rPr lang="en-US" altLang="zh-CN" dirty="0"/>
              <a:t>[</a:t>
            </a:r>
            <a:r>
              <a:rPr lang="en-US" altLang="zh-CN" dirty="0" err="1"/>
              <a:t>M.Terms</a:t>
            </a:r>
            <a:r>
              <a:rPr lang="en-US" altLang="zh-CN" dirty="0"/>
              <a:t>].value = </a:t>
            </a:r>
            <a:r>
              <a:rPr lang="en-US" altLang="zh-CN" dirty="0" err="1"/>
              <a:t>x.value</a:t>
            </a:r>
            <a:r>
              <a:rPr lang="en-US" altLang="zh-CN" dirty="0"/>
              <a:t>;	</a:t>
            </a:r>
            <a:r>
              <a:rPr lang="en-US" altLang="zh-CN" dirty="0" err="1"/>
              <a:t>M.Terms</a:t>
            </a:r>
            <a:r>
              <a:rPr lang="en-US" altLang="zh-CN" dirty="0"/>
              <a:t>++;</a:t>
            </a:r>
          </a:p>
          <a:p>
            <a:pPr marL="0" indent="0">
              <a:buNone/>
            </a:pPr>
            <a:r>
              <a:rPr lang="en-US" altLang="zh-CN" dirty="0"/>
              <a:t>     	</a:t>
            </a:r>
            <a:r>
              <a:rPr lang="en-US" altLang="zh-CN" dirty="0" err="1"/>
              <a:t>cout</a:t>
            </a:r>
            <a:r>
              <a:rPr lang="en-US" altLang="zh-CN" dirty="0"/>
              <a:t> &lt;&lt; "</a:t>
            </a:r>
            <a:r>
              <a:rPr lang="zh-CN" altLang="en-US" dirty="0"/>
              <a:t>请输入元素行号、列号和值</a:t>
            </a:r>
            <a:r>
              <a:rPr lang="en-US" altLang="zh-CN" dirty="0"/>
              <a:t>:" &lt;&lt; </a:t>
            </a:r>
            <a:r>
              <a:rPr lang="en-US" altLang="zh-CN" dirty="0" err="1"/>
              <a:t>endl</a:t>
            </a:r>
            <a:r>
              <a:rPr lang="en-US" altLang="zh-CN" dirty="0"/>
              <a:t>;</a:t>
            </a:r>
          </a:p>
          <a:p>
            <a:pPr marL="0" indent="0">
              <a:buNone/>
            </a:pPr>
            <a:r>
              <a:rPr lang="en-US" altLang="zh-CN" dirty="0"/>
              <a:t>	in &gt;&gt; </a:t>
            </a:r>
            <a:r>
              <a:rPr lang="en-US" altLang="zh-CN" dirty="0" err="1"/>
              <a:t>x.row</a:t>
            </a:r>
            <a:r>
              <a:rPr lang="en-US" altLang="zh-CN" dirty="0"/>
              <a:t> &gt;&gt; </a:t>
            </a:r>
            <a:r>
              <a:rPr lang="en-US" altLang="zh-CN" dirty="0" err="1"/>
              <a:t>x.col</a:t>
            </a:r>
            <a:r>
              <a:rPr lang="en-US" altLang="zh-CN" dirty="0"/>
              <a:t> &gt;&gt; </a:t>
            </a:r>
            <a:r>
              <a:rPr lang="en-US" altLang="zh-CN" dirty="0" err="1"/>
              <a:t>x.value</a:t>
            </a:r>
            <a:r>
              <a:rPr lang="en-US" altLang="zh-CN" dirty="0"/>
              <a:t>;</a:t>
            </a:r>
          </a:p>
          <a:p>
            <a:pPr marL="0" indent="0">
              <a:buNone/>
            </a:pPr>
            <a:r>
              <a:rPr lang="en-US" altLang="zh-CN" dirty="0"/>
              <a:t>     }</a:t>
            </a:r>
          </a:p>
          <a:p>
            <a:pPr marL="0" indent="0">
              <a:buNone/>
            </a:pPr>
            <a:r>
              <a:rPr lang="en-US" altLang="zh-CN" dirty="0"/>
              <a:t>     return in;</a:t>
            </a:r>
          </a:p>
          <a:p>
            <a:pPr marL="0" indent="0">
              <a:buNone/>
            </a:pPr>
            <a:r>
              <a:rPr lang="en-US" altLang="zh-CN" dirty="0"/>
              <a:t>};</a:t>
            </a:r>
          </a:p>
          <a:p>
            <a:pPr marL="0" indent="0">
              <a:buNone/>
            </a:pPr>
            <a:endParaRPr lang="en-US" altLang="zh-CN" dirty="0"/>
          </a:p>
          <a:p>
            <a:pPr marL="0" indent="0">
              <a:buNone/>
            </a:pPr>
            <a:endParaRPr lang="en-US" altLang="zh-CN" dirty="0"/>
          </a:p>
          <a:p>
            <a:pPr marL="0" indent="0">
              <a:buNone/>
            </a:pPr>
            <a:r>
              <a:rPr lang="en-US" altLang="zh-CN" dirty="0"/>
              <a:t>//</a:t>
            </a:r>
            <a:r>
              <a:rPr lang="zh-CN" altLang="en-US" dirty="0"/>
              <a:t>友元操作符：稀疏矩阵的输出</a:t>
            </a:r>
            <a:endParaRPr lang="en-US" altLang="zh-CN" dirty="0"/>
          </a:p>
          <a:p>
            <a:pPr marL="0" indent="0">
              <a:buNone/>
            </a:pPr>
            <a:r>
              <a:rPr lang="en-US" altLang="zh-CN" dirty="0"/>
              <a:t>template &lt;class T&gt;</a:t>
            </a:r>
          </a:p>
          <a:p>
            <a:pPr marL="0" indent="0">
              <a:buNone/>
            </a:pPr>
            <a:r>
              <a:rPr lang="en-US" altLang="zh-CN" dirty="0" err="1"/>
              <a:t>ostream</a:t>
            </a:r>
            <a:r>
              <a:rPr lang="en-US" altLang="zh-CN" dirty="0"/>
              <a:t>&amp; operator &lt;&lt; (</a:t>
            </a:r>
            <a:r>
              <a:rPr lang="en-US" altLang="zh-CN" dirty="0" err="1"/>
              <a:t>ostream</a:t>
            </a:r>
            <a:r>
              <a:rPr lang="en-US" altLang="zh-CN" dirty="0"/>
              <a:t>&amp; out, 	</a:t>
            </a:r>
            <a:r>
              <a:rPr lang="en-US" altLang="zh-CN" dirty="0" err="1"/>
              <a:t>SparseMatrix</a:t>
            </a:r>
            <a:r>
              <a:rPr lang="en-US" altLang="zh-CN" dirty="0"/>
              <a:t>&lt;T&gt;&amp; M) {</a:t>
            </a:r>
          </a:p>
          <a:p>
            <a:pPr marL="0" indent="0">
              <a:buNone/>
            </a:pPr>
            <a:r>
              <a:rPr lang="en-US" altLang="zh-CN" dirty="0"/>
              <a:t>     out &lt;&lt; "</a:t>
            </a:r>
            <a:r>
              <a:rPr lang="zh-CN" altLang="en-US" dirty="0"/>
              <a:t>行数 </a:t>
            </a:r>
            <a:r>
              <a:rPr lang="en-US" altLang="zh-CN" dirty="0"/>
              <a:t>" &lt;&lt; </a:t>
            </a:r>
            <a:r>
              <a:rPr lang="en-US" altLang="zh-CN" dirty="0" err="1"/>
              <a:t>M.Rows</a:t>
            </a:r>
            <a:r>
              <a:rPr lang="en-US" altLang="zh-CN" dirty="0"/>
              <a:t> &lt;&lt; </a:t>
            </a:r>
            <a:r>
              <a:rPr lang="en-US" altLang="zh-CN" dirty="0" err="1"/>
              <a:t>endl</a:t>
            </a:r>
            <a:r>
              <a:rPr lang="en-US" altLang="zh-CN" dirty="0"/>
              <a:t>;</a:t>
            </a:r>
          </a:p>
          <a:p>
            <a:pPr marL="0" indent="0">
              <a:buNone/>
            </a:pPr>
            <a:r>
              <a:rPr lang="en-US" altLang="zh-CN" dirty="0"/>
              <a:t>     out &lt;&lt; "</a:t>
            </a:r>
            <a:r>
              <a:rPr lang="zh-CN" altLang="en-US" dirty="0"/>
              <a:t>列数 </a:t>
            </a:r>
            <a:r>
              <a:rPr lang="en-US" altLang="zh-CN" dirty="0"/>
              <a:t>" &lt;&lt; </a:t>
            </a:r>
            <a:r>
              <a:rPr lang="en-US" altLang="zh-CN" dirty="0" err="1"/>
              <a:t>M.Cols</a:t>
            </a:r>
            <a:r>
              <a:rPr lang="en-US" altLang="zh-CN" dirty="0"/>
              <a:t> &lt;&lt; </a:t>
            </a:r>
            <a:r>
              <a:rPr lang="en-US" altLang="zh-CN" dirty="0" err="1"/>
              <a:t>endl</a:t>
            </a:r>
            <a:r>
              <a:rPr lang="en-US" altLang="zh-CN" dirty="0"/>
              <a:t>;</a:t>
            </a:r>
          </a:p>
          <a:p>
            <a:pPr marL="0" indent="0">
              <a:buNone/>
            </a:pPr>
            <a:r>
              <a:rPr lang="en-US" altLang="zh-CN" dirty="0"/>
              <a:t>     out &lt;&lt; "</a:t>
            </a:r>
            <a:r>
              <a:rPr lang="zh-CN" altLang="en-US" dirty="0"/>
              <a:t>非零项数 </a:t>
            </a:r>
            <a:r>
              <a:rPr lang="en-US" altLang="zh-CN" dirty="0"/>
              <a:t>" &lt;&lt; </a:t>
            </a:r>
            <a:r>
              <a:rPr lang="en-US" altLang="zh-CN" dirty="0" err="1"/>
              <a:t>M.Terms</a:t>
            </a:r>
            <a:r>
              <a:rPr lang="en-US" altLang="zh-CN" dirty="0"/>
              <a:t> &lt;&lt; </a:t>
            </a:r>
            <a:r>
              <a:rPr lang="en-US" altLang="zh-CN" dirty="0" err="1"/>
              <a:t>endl</a:t>
            </a:r>
            <a:r>
              <a:rPr lang="en-US" altLang="zh-CN" dirty="0"/>
              <a:t>;</a:t>
            </a:r>
          </a:p>
          <a:p>
            <a:pPr marL="0" indent="0">
              <a:buNone/>
            </a:pPr>
            <a:r>
              <a:rPr lang="en-US" altLang="zh-CN" dirty="0"/>
              <a:t>     for (int </a:t>
            </a:r>
            <a:r>
              <a:rPr lang="en-US" altLang="zh-CN" dirty="0" err="1"/>
              <a:t>i</a:t>
            </a:r>
            <a:r>
              <a:rPr lang="en-US" altLang="zh-CN" dirty="0"/>
              <a:t> = 0; </a:t>
            </a:r>
            <a:r>
              <a:rPr lang="en-US" altLang="zh-CN" dirty="0" err="1"/>
              <a:t>i</a:t>
            </a:r>
            <a:r>
              <a:rPr lang="en-US" altLang="zh-CN" dirty="0"/>
              <a:t> &lt; </a:t>
            </a:r>
            <a:r>
              <a:rPr lang="en-US" altLang="zh-CN" dirty="0" err="1"/>
              <a:t>M.Terms</a:t>
            </a:r>
            <a:r>
              <a:rPr lang="en-US" altLang="zh-CN" dirty="0"/>
              <a:t>; </a:t>
            </a:r>
            <a:r>
              <a:rPr lang="en-US" altLang="zh-CN" dirty="0" err="1"/>
              <a:t>i</a:t>
            </a:r>
            <a:r>
              <a:rPr lang="en-US" altLang="zh-CN" dirty="0"/>
              <a:t>++)</a:t>
            </a:r>
          </a:p>
          <a:p>
            <a:pPr marL="0" indent="0">
              <a:buNone/>
            </a:pPr>
            <a:r>
              <a:rPr lang="en-US" altLang="zh-CN" dirty="0"/>
              <a:t>	out &lt;&lt; "M[" &lt;&lt; </a:t>
            </a:r>
            <a:r>
              <a:rPr lang="en-US" altLang="zh-CN" dirty="0" err="1"/>
              <a:t>M.smArray</a:t>
            </a:r>
            <a:r>
              <a:rPr lang="en-US" altLang="zh-CN" dirty="0"/>
              <a:t>[</a:t>
            </a:r>
            <a:r>
              <a:rPr lang="en-US" altLang="zh-CN" dirty="0" err="1"/>
              <a:t>i</a:t>
            </a:r>
            <a:r>
              <a:rPr lang="en-US" altLang="zh-CN" dirty="0"/>
              <a:t>].row &lt;&lt; "][" &lt;&lt; </a:t>
            </a:r>
          </a:p>
          <a:p>
            <a:pPr marL="0" indent="0">
              <a:buNone/>
            </a:pPr>
            <a:r>
              <a:rPr lang="en-US" altLang="zh-CN" dirty="0"/>
              <a:t>	</a:t>
            </a:r>
            <a:r>
              <a:rPr lang="en-US" altLang="zh-CN" dirty="0" err="1"/>
              <a:t>M.smArray</a:t>
            </a:r>
            <a:r>
              <a:rPr lang="en-US" altLang="zh-CN" dirty="0"/>
              <a:t>[</a:t>
            </a:r>
            <a:r>
              <a:rPr lang="en-US" altLang="zh-CN" dirty="0" err="1"/>
              <a:t>i</a:t>
            </a:r>
            <a:r>
              <a:rPr lang="en-US" altLang="zh-CN" dirty="0"/>
              <a:t>].col &lt;&lt; "]=" &lt;&lt; </a:t>
            </a:r>
            <a:r>
              <a:rPr lang="en-US" altLang="zh-CN" dirty="0" err="1"/>
              <a:t>M.smArray</a:t>
            </a:r>
            <a:r>
              <a:rPr lang="en-US" altLang="zh-CN" dirty="0"/>
              <a:t>[</a:t>
            </a:r>
            <a:r>
              <a:rPr lang="en-US" altLang="zh-CN" dirty="0" err="1"/>
              <a:t>i</a:t>
            </a:r>
            <a:r>
              <a:rPr lang="en-US" altLang="zh-CN" dirty="0"/>
              <a:t>].value &lt;&lt;  </a:t>
            </a:r>
            <a:r>
              <a:rPr lang="en-US" altLang="zh-CN" dirty="0" err="1"/>
              <a:t>endl</a:t>
            </a:r>
            <a:r>
              <a:rPr lang="en-US" altLang="zh-CN" dirty="0"/>
              <a:t>;</a:t>
            </a:r>
          </a:p>
          <a:p>
            <a:pPr marL="0" indent="0">
              <a:buNone/>
            </a:pPr>
            <a:r>
              <a:rPr lang="en-US" altLang="zh-CN" dirty="0"/>
              <a:t>     return out;</a:t>
            </a:r>
          </a:p>
          <a:p>
            <a:pPr marL="0" indent="0">
              <a:buNone/>
            </a:pPr>
            <a:r>
              <a:rPr lang="en-US" altLang="zh-CN" dirty="0"/>
              <a:t>};</a:t>
            </a:r>
          </a:p>
          <a:p>
            <a:pPr marL="0" indent="0">
              <a:buNone/>
            </a:pPr>
            <a:endParaRPr lang="en-US" altLang="zh-CN" dirty="0"/>
          </a:p>
          <a:p>
            <a:pPr marL="0" indent="0">
              <a:buNone/>
            </a:pPr>
            <a:endParaRPr lang="zh-CN" altLang="en-US"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1982FCED-140E-42D3-B3C0-1A12F223E4BE}" type="slidenum">
              <a:rPr lang="en-US" altLang="zh-CN" smtClean="0"/>
              <a:pPr>
                <a:defRPr/>
              </a:pPr>
              <a:t>25</a:t>
            </a:fld>
            <a:endParaRPr lang="en-US" altLang="zh-CN"/>
          </a:p>
        </p:txBody>
      </p:sp>
    </p:spTree>
    <p:extLst>
      <p:ext uri="{BB962C8B-B14F-4D97-AF65-F5344CB8AC3E}">
        <p14:creationId xmlns:p14="http://schemas.microsoft.com/office/powerpoint/2010/main" val="1228939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82FCED-140E-42D3-B3C0-1A12F223E4BE}" type="slidenum">
              <a:rPr lang="en-US" altLang="zh-CN" smtClean="0"/>
              <a:pPr>
                <a:defRPr/>
              </a:pPr>
              <a:t>31</a:t>
            </a:fld>
            <a:endParaRPr lang="en-US" altLang="zh-CN"/>
          </a:p>
        </p:txBody>
      </p:sp>
    </p:spTree>
    <p:extLst>
      <p:ext uri="{BB962C8B-B14F-4D97-AF65-F5344CB8AC3E}">
        <p14:creationId xmlns:p14="http://schemas.microsoft.com/office/powerpoint/2010/main" val="3635758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82FCED-140E-42D3-B3C0-1A12F223E4BE}" type="slidenum">
              <a:rPr lang="en-US" altLang="zh-CN" smtClean="0"/>
              <a:pPr>
                <a:defRPr/>
              </a:pPr>
              <a:t>34</a:t>
            </a:fld>
            <a:endParaRPr lang="en-US" altLang="zh-CN"/>
          </a:p>
        </p:txBody>
      </p:sp>
    </p:spTree>
    <p:extLst>
      <p:ext uri="{BB962C8B-B14F-4D97-AF65-F5344CB8AC3E}">
        <p14:creationId xmlns:p14="http://schemas.microsoft.com/office/powerpoint/2010/main" val="1313183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AString</a:t>
            </a:r>
            <a:r>
              <a:rPr lang="en-US" altLang="zh-CN" dirty="0"/>
              <a:t>::</a:t>
            </a:r>
            <a:r>
              <a:rPr lang="en-US" altLang="zh-CN" dirty="0" err="1"/>
              <a:t>AString</a:t>
            </a:r>
            <a:r>
              <a:rPr lang="en-US" altLang="zh-CN" dirty="0"/>
              <a:t> (int </a:t>
            </a:r>
            <a:r>
              <a:rPr lang="en-US" altLang="zh-CN" dirty="0" err="1"/>
              <a:t>sz</a:t>
            </a:r>
            <a:r>
              <a:rPr lang="en-US" altLang="zh-CN" dirty="0"/>
              <a:t>) {</a:t>
            </a:r>
          </a:p>
          <a:p>
            <a:r>
              <a:rPr lang="en-US" altLang="zh-CN" dirty="0"/>
              <a:t>//</a:t>
            </a:r>
            <a:r>
              <a:rPr lang="zh-CN" altLang="en-US" dirty="0"/>
              <a:t>构造函数：创建一个空串，参数</a:t>
            </a:r>
            <a:r>
              <a:rPr lang="en-US" altLang="zh-CN" dirty="0" err="1"/>
              <a:t>sz</a:t>
            </a:r>
            <a:r>
              <a:rPr lang="zh-CN" altLang="en-US" dirty="0"/>
              <a:t>是数组大小</a:t>
            </a:r>
          </a:p>
          <a:p>
            <a:r>
              <a:rPr lang="zh-CN" altLang="en-US" dirty="0"/>
              <a:t>     </a:t>
            </a:r>
            <a:r>
              <a:rPr lang="en-US" altLang="zh-CN" dirty="0" err="1"/>
              <a:t>maxSize</a:t>
            </a:r>
            <a:r>
              <a:rPr lang="en-US" altLang="zh-CN" dirty="0"/>
              <a:t> = </a:t>
            </a:r>
            <a:r>
              <a:rPr lang="en-US" altLang="zh-CN" dirty="0" err="1"/>
              <a:t>sz</a:t>
            </a:r>
            <a:r>
              <a:rPr lang="en-US" altLang="zh-CN" dirty="0"/>
              <a:t>;</a:t>
            </a:r>
          </a:p>
          <a:p>
            <a:r>
              <a:rPr lang="en-US" altLang="zh-CN" dirty="0"/>
              <a:t>     </a:t>
            </a:r>
            <a:r>
              <a:rPr lang="en-US" altLang="zh-CN" dirty="0" err="1"/>
              <a:t>ch</a:t>
            </a:r>
            <a:r>
              <a:rPr lang="en-US" altLang="zh-CN" dirty="0"/>
              <a:t> = new char[maxSize+1];      //</a:t>
            </a:r>
            <a:r>
              <a:rPr lang="zh-CN" altLang="en-US" dirty="0"/>
              <a:t>创建串数组</a:t>
            </a:r>
          </a:p>
          <a:p>
            <a:r>
              <a:rPr lang="zh-CN" altLang="en-US" dirty="0"/>
              <a:t>     </a:t>
            </a:r>
            <a:r>
              <a:rPr lang="en-US" altLang="zh-CN" dirty="0"/>
              <a:t>if (</a:t>
            </a:r>
            <a:r>
              <a:rPr lang="en-US" altLang="zh-CN" dirty="0" err="1"/>
              <a:t>ch</a:t>
            </a:r>
            <a:r>
              <a:rPr lang="en-US" altLang="zh-CN" dirty="0"/>
              <a:t> == NULL) </a:t>
            </a:r>
          </a:p>
          <a:p>
            <a:r>
              <a:rPr lang="en-US" altLang="zh-CN" dirty="0"/>
              <a:t>         { </a:t>
            </a:r>
            <a:r>
              <a:rPr lang="en-US" altLang="zh-CN" dirty="0" err="1"/>
              <a:t>cerr</a:t>
            </a:r>
            <a:r>
              <a:rPr lang="en-US" altLang="zh-CN" dirty="0"/>
              <a:t> &lt;&lt; “</a:t>
            </a:r>
            <a:r>
              <a:rPr lang="zh-CN" altLang="en-US" dirty="0"/>
              <a:t>存储分配错</a:t>
            </a:r>
            <a:r>
              <a:rPr lang="en-US" altLang="zh-CN" dirty="0"/>
              <a:t>!\n”;  exit(1); }</a:t>
            </a:r>
          </a:p>
          <a:p>
            <a:r>
              <a:rPr lang="en-US" altLang="zh-CN" dirty="0"/>
              <a:t>     </a:t>
            </a:r>
            <a:r>
              <a:rPr lang="en-US" altLang="zh-CN" dirty="0" err="1"/>
              <a:t>curLength</a:t>
            </a:r>
            <a:r>
              <a:rPr lang="en-US" altLang="zh-CN" dirty="0"/>
              <a:t> = 0;       		    //</a:t>
            </a:r>
            <a:r>
              <a:rPr lang="zh-CN" altLang="en-US" dirty="0"/>
              <a:t>串初始长度为</a:t>
            </a:r>
            <a:r>
              <a:rPr lang="en-US" altLang="zh-CN" dirty="0"/>
              <a:t>0</a:t>
            </a:r>
          </a:p>
          <a:p>
            <a:r>
              <a:rPr lang="en-US" altLang="zh-CN" dirty="0"/>
              <a:t>     </a:t>
            </a:r>
            <a:r>
              <a:rPr lang="en-US" altLang="zh-CN" dirty="0" err="1"/>
              <a:t>ch</a:t>
            </a:r>
            <a:r>
              <a:rPr lang="en-US" altLang="zh-CN" dirty="0"/>
              <a:t>[0] = '\0';			    //</a:t>
            </a:r>
            <a:r>
              <a:rPr lang="zh-CN" altLang="en-US" dirty="0"/>
              <a:t>串值结束符</a:t>
            </a:r>
          </a:p>
          <a:p>
            <a:r>
              <a:rPr lang="en-US" altLang="zh-CN" dirty="0"/>
              <a:t>};</a:t>
            </a:r>
          </a:p>
          <a:p>
            <a:endParaRPr lang="en-US" altLang="zh-CN" dirty="0"/>
          </a:p>
          <a:p>
            <a:endParaRPr lang="en-US" altLang="zh-CN" dirty="0"/>
          </a:p>
          <a:p>
            <a:endParaRPr lang="en-US" altLang="zh-CN" dirty="0"/>
          </a:p>
          <a:p>
            <a:r>
              <a:rPr lang="en-US" altLang="zh-CN" dirty="0" err="1"/>
              <a:t>AString</a:t>
            </a:r>
            <a:r>
              <a:rPr lang="en-US" altLang="zh-CN" dirty="0"/>
              <a:t>::</a:t>
            </a:r>
            <a:r>
              <a:rPr lang="en-US" altLang="zh-CN" dirty="0" err="1"/>
              <a:t>AString</a:t>
            </a:r>
            <a:r>
              <a:rPr lang="en-US" altLang="zh-CN" dirty="0"/>
              <a:t> (const char *</a:t>
            </a:r>
            <a:r>
              <a:rPr lang="en-US" altLang="zh-CN" dirty="0" err="1"/>
              <a:t>init</a:t>
            </a:r>
            <a:r>
              <a:rPr lang="en-US" altLang="zh-CN" dirty="0"/>
              <a:t>) {</a:t>
            </a:r>
          </a:p>
          <a:p>
            <a:r>
              <a:rPr lang="en-US" altLang="zh-CN" dirty="0"/>
              <a:t>//</a:t>
            </a:r>
            <a:r>
              <a:rPr lang="zh-CN" altLang="en-US" dirty="0"/>
              <a:t>复制构造函数</a:t>
            </a:r>
            <a:r>
              <a:rPr lang="en-US" altLang="zh-CN" dirty="0"/>
              <a:t>: </a:t>
            </a:r>
            <a:r>
              <a:rPr lang="zh-CN" altLang="en-US" dirty="0"/>
              <a:t>从已有字符数组*</a:t>
            </a:r>
            <a:r>
              <a:rPr lang="en-US" altLang="zh-CN" dirty="0" err="1"/>
              <a:t>init</a:t>
            </a:r>
            <a:r>
              <a:rPr lang="zh-CN" altLang="en-US" dirty="0"/>
              <a:t>复制</a:t>
            </a:r>
          </a:p>
          <a:p>
            <a:r>
              <a:rPr lang="zh-CN" altLang="en-US" dirty="0"/>
              <a:t>     </a:t>
            </a:r>
            <a:r>
              <a:rPr lang="en-US" altLang="zh-CN" dirty="0"/>
              <a:t>int </a:t>
            </a:r>
            <a:r>
              <a:rPr lang="en-US" altLang="zh-CN" dirty="0" err="1"/>
              <a:t>len</a:t>
            </a:r>
            <a:r>
              <a:rPr lang="en-US" altLang="zh-CN" dirty="0"/>
              <a:t> = </a:t>
            </a:r>
            <a:r>
              <a:rPr lang="en-US" altLang="zh-CN" dirty="0" err="1"/>
              <a:t>strlen</a:t>
            </a:r>
            <a:r>
              <a:rPr lang="en-US" altLang="zh-CN" dirty="0"/>
              <a:t>(</a:t>
            </a:r>
            <a:r>
              <a:rPr lang="en-US" altLang="zh-CN" dirty="0" err="1"/>
              <a:t>init</a:t>
            </a:r>
            <a:r>
              <a:rPr lang="en-US" altLang="zh-CN" dirty="0"/>
              <a:t>);</a:t>
            </a:r>
          </a:p>
          <a:p>
            <a:r>
              <a:rPr lang="en-US" altLang="zh-CN" dirty="0"/>
              <a:t>     </a:t>
            </a:r>
            <a:r>
              <a:rPr lang="en-US" altLang="zh-CN" dirty="0" err="1"/>
              <a:t>maxSize</a:t>
            </a:r>
            <a:r>
              <a:rPr lang="en-US" altLang="zh-CN" dirty="0"/>
              <a:t> = (</a:t>
            </a:r>
            <a:r>
              <a:rPr lang="en-US" altLang="zh-CN" dirty="0" err="1"/>
              <a:t>len</a:t>
            </a:r>
            <a:r>
              <a:rPr lang="en-US" altLang="zh-CN" dirty="0"/>
              <a:t> &gt; </a:t>
            </a:r>
            <a:r>
              <a:rPr lang="en-US" altLang="zh-CN" dirty="0" err="1"/>
              <a:t>defaultSize</a:t>
            </a:r>
            <a:r>
              <a:rPr lang="en-US" altLang="zh-CN" dirty="0"/>
              <a:t>) ? </a:t>
            </a:r>
            <a:r>
              <a:rPr lang="en-US" altLang="zh-CN" dirty="0" err="1"/>
              <a:t>len</a:t>
            </a:r>
            <a:r>
              <a:rPr lang="en-US" altLang="zh-CN" dirty="0"/>
              <a:t> : </a:t>
            </a:r>
            <a:r>
              <a:rPr lang="en-US" altLang="zh-CN" dirty="0" err="1"/>
              <a:t>defaultSize</a:t>
            </a:r>
            <a:r>
              <a:rPr lang="en-US" altLang="zh-CN" dirty="0"/>
              <a:t>;</a:t>
            </a:r>
          </a:p>
          <a:p>
            <a:r>
              <a:rPr lang="en-US" altLang="zh-CN" dirty="0"/>
              <a:t>     </a:t>
            </a:r>
            <a:r>
              <a:rPr lang="en-US" altLang="zh-CN" dirty="0" err="1"/>
              <a:t>ch</a:t>
            </a:r>
            <a:r>
              <a:rPr lang="en-US" altLang="zh-CN" dirty="0"/>
              <a:t> = new char[maxSize+1];     //</a:t>
            </a:r>
            <a:r>
              <a:rPr lang="zh-CN" altLang="en-US" dirty="0"/>
              <a:t>创建串数组</a:t>
            </a:r>
          </a:p>
          <a:p>
            <a:r>
              <a:rPr lang="zh-CN" altLang="en-US" dirty="0"/>
              <a:t>     </a:t>
            </a:r>
            <a:r>
              <a:rPr lang="en-US" altLang="zh-CN" dirty="0"/>
              <a:t>if (</a:t>
            </a:r>
            <a:r>
              <a:rPr lang="en-US" altLang="zh-CN" dirty="0" err="1"/>
              <a:t>ch</a:t>
            </a:r>
            <a:r>
              <a:rPr lang="en-US" altLang="zh-CN" dirty="0"/>
              <a:t> == NULL)</a:t>
            </a:r>
          </a:p>
          <a:p>
            <a:r>
              <a:rPr lang="en-US" altLang="zh-CN" dirty="0"/>
              <a:t>        { </a:t>
            </a:r>
            <a:r>
              <a:rPr lang="en-US" altLang="zh-CN" dirty="0" err="1"/>
              <a:t>cerr</a:t>
            </a:r>
            <a:r>
              <a:rPr lang="en-US" altLang="zh-CN" dirty="0"/>
              <a:t> &lt;&lt; “</a:t>
            </a:r>
            <a:r>
              <a:rPr lang="zh-CN" altLang="en-US" dirty="0"/>
              <a:t>存储分配错 </a:t>
            </a:r>
            <a:r>
              <a:rPr lang="en-US" altLang="zh-CN" dirty="0"/>
              <a:t>! \n”;  exit(1); }</a:t>
            </a:r>
          </a:p>
          <a:p>
            <a:r>
              <a:rPr lang="en-US" altLang="zh-CN" dirty="0"/>
              <a:t>     </a:t>
            </a:r>
            <a:r>
              <a:rPr lang="en-US" altLang="zh-CN" dirty="0" err="1"/>
              <a:t>curLength</a:t>
            </a:r>
            <a:r>
              <a:rPr lang="en-US" altLang="zh-CN" dirty="0"/>
              <a:t> = </a:t>
            </a:r>
            <a:r>
              <a:rPr lang="en-US" altLang="zh-CN" dirty="0" err="1"/>
              <a:t>len</a:t>
            </a:r>
            <a:r>
              <a:rPr lang="en-US" altLang="zh-CN" dirty="0"/>
              <a:t>;	 	   //</a:t>
            </a:r>
            <a:r>
              <a:rPr lang="zh-CN" altLang="en-US" dirty="0"/>
              <a:t>复制串长度</a:t>
            </a:r>
          </a:p>
          <a:p>
            <a:r>
              <a:rPr lang="zh-CN" altLang="en-US" dirty="0"/>
              <a:t>     </a:t>
            </a:r>
            <a:r>
              <a:rPr lang="en-US" altLang="zh-CN" dirty="0" err="1"/>
              <a:t>strcpy</a:t>
            </a:r>
            <a:r>
              <a:rPr lang="en-US" altLang="zh-CN" dirty="0"/>
              <a:t>(</a:t>
            </a:r>
            <a:r>
              <a:rPr lang="en-US" altLang="zh-CN" dirty="0" err="1"/>
              <a:t>ch</a:t>
            </a:r>
            <a:r>
              <a:rPr lang="en-US" altLang="zh-CN" dirty="0"/>
              <a:t>, </a:t>
            </a:r>
            <a:r>
              <a:rPr lang="en-US" altLang="zh-CN" dirty="0" err="1"/>
              <a:t>init</a:t>
            </a:r>
            <a:r>
              <a:rPr lang="en-US" altLang="zh-CN" dirty="0"/>
              <a:t>);		             //</a:t>
            </a:r>
            <a:r>
              <a:rPr lang="zh-CN" altLang="en-US" dirty="0"/>
              <a:t>复制串值	</a:t>
            </a:r>
          </a:p>
          <a:p>
            <a:r>
              <a:rPr lang="zh-CN" altLang="en-US" dirty="0"/>
              <a:t> </a:t>
            </a:r>
            <a:r>
              <a:rPr lang="en-US" altLang="zh-CN" dirty="0"/>
              <a:t>};</a:t>
            </a:r>
            <a:endParaRPr lang="zh-CN" altLang="en-US" dirty="0"/>
          </a:p>
          <a:p>
            <a:endParaRPr lang="en-US" altLang="zh-CN" dirty="0"/>
          </a:p>
          <a:p>
            <a:pPr marL="0" indent="0">
              <a:buNone/>
            </a:pPr>
            <a:r>
              <a:rPr lang="en-US" altLang="zh-CN" dirty="0"/>
              <a:t> </a:t>
            </a:r>
            <a:r>
              <a:rPr lang="en-US" altLang="zh-CN" dirty="0" err="1"/>
              <a:t>AString</a:t>
            </a:r>
            <a:r>
              <a:rPr lang="en-US" altLang="zh-CN" dirty="0"/>
              <a:t> :: </a:t>
            </a:r>
            <a:r>
              <a:rPr lang="en-US" altLang="zh-CN" dirty="0" err="1"/>
              <a:t>AString</a:t>
            </a:r>
            <a:r>
              <a:rPr lang="en-US" altLang="zh-CN" dirty="0"/>
              <a:t> ( const </a:t>
            </a:r>
            <a:r>
              <a:rPr lang="en-US" altLang="zh-CN" dirty="0" err="1"/>
              <a:t>AString</a:t>
            </a:r>
            <a:r>
              <a:rPr lang="en-US" altLang="zh-CN" dirty="0"/>
              <a:t>&amp; </a:t>
            </a:r>
            <a:r>
              <a:rPr lang="en-US" altLang="zh-CN" dirty="0" err="1"/>
              <a:t>ob</a:t>
            </a:r>
            <a:r>
              <a:rPr lang="en-US" altLang="zh-CN" dirty="0"/>
              <a:t> ) {</a:t>
            </a:r>
          </a:p>
          <a:p>
            <a:pPr marL="0" indent="0">
              <a:buNone/>
            </a:pPr>
            <a:r>
              <a:rPr lang="en-US" altLang="zh-CN" dirty="0"/>
              <a:t> //</a:t>
            </a:r>
            <a:r>
              <a:rPr lang="zh-CN" altLang="en-US" dirty="0"/>
              <a:t>复制构造函数：从已有串</a:t>
            </a:r>
            <a:r>
              <a:rPr lang="en-US" altLang="zh-CN" dirty="0" err="1"/>
              <a:t>ob</a:t>
            </a:r>
            <a:r>
              <a:rPr lang="zh-CN" altLang="en-US" dirty="0"/>
              <a:t>复制</a:t>
            </a:r>
          </a:p>
          <a:p>
            <a:pPr marL="0" indent="0">
              <a:buNone/>
            </a:pPr>
            <a:r>
              <a:rPr lang="zh-CN" altLang="en-US" dirty="0"/>
              <a:t>      </a:t>
            </a:r>
            <a:r>
              <a:rPr lang="en-US" altLang="zh-CN" dirty="0" err="1"/>
              <a:t>maxSize</a:t>
            </a:r>
            <a:r>
              <a:rPr lang="en-US" altLang="zh-CN" dirty="0"/>
              <a:t> = </a:t>
            </a:r>
            <a:r>
              <a:rPr lang="en-US" altLang="zh-CN" dirty="0" err="1"/>
              <a:t>ob.maxSize</a:t>
            </a:r>
            <a:r>
              <a:rPr lang="en-US" altLang="zh-CN" dirty="0"/>
              <a:t>;</a:t>
            </a:r>
          </a:p>
          <a:p>
            <a:pPr marL="0" indent="0">
              <a:buNone/>
            </a:pPr>
            <a:r>
              <a:rPr lang="en-US" altLang="zh-CN" dirty="0"/>
              <a:t>      </a:t>
            </a:r>
            <a:r>
              <a:rPr lang="en-US" altLang="zh-CN" dirty="0" err="1"/>
              <a:t>ch</a:t>
            </a:r>
            <a:r>
              <a:rPr lang="en-US" altLang="zh-CN" dirty="0"/>
              <a:t> = new char[maxSize+1];  //</a:t>
            </a:r>
            <a:r>
              <a:rPr lang="zh-CN" altLang="en-US" dirty="0"/>
              <a:t>创建串数组</a:t>
            </a:r>
          </a:p>
          <a:p>
            <a:pPr marL="0" indent="0">
              <a:buNone/>
            </a:pPr>
            <a:r>
              <a:rPr lang="zh-CN" altLang="en-US" dirty="0"/>
              <a:t>      </a:t>
            </a:r>
            <a:r>
              <a:rPr lang="en-US" altLang="zh-CN" dirty="0"/>
              <a:t>if ( </a:t>
            </a:r>
            <a:r>
              <a:rPr lang="en-US" altLang="zh-CN" dirty="0" err="1"/>
              <a:t>ch</a:t>
            </a:r>
            <a:r>
              <a:rPr lang="en-US" altLang="zh-CN" dirty="0"/>
              <a:t> == NULL ) { </a:t>
            </a:r>
          </a:p>
          <a:p>
            <a:pPr marL="0" indent="0">
              <a:buNone/>
            </a:pPr>
            <a:r>
              <a:rPr lang="en-US" altLang="zh-CN" dirty="0"/>
              <a:t>           </a:t>
            </a:r>
            <a:r>
              <a:rPr lang="en-US" altLang="zh-CN" dirty="0" err="1"/>
              <a:t>cerr</a:t>
            </a:r>
            <a:r>
              <a:rPr lang="en-US" altLang="zh-CN" dirty="0"/>
              <a:t> &lt;&lt; "</a:t>
            </a:r>
            <a:r>
              <a:rPr lang="zh-CN" altLang="en-US" dirty="0"/>
              <a:t>存储分配错</a:t>
            </a:r>
            <a:r>
              <a:rPr lang="en-US" altLang="zh-CN" dirty="0"/>
              <a:t>! \n";  exit(1);</a:t>
            </a:r>
          </a:p>
          <a:p>
            <a:pPr marL="0" indent="0">
              <a:buNone/>
            </a:pPr>
            <a:r>
              <a:rPr lang="en-US" altLang="zh-CN" dirty="0"/>
              <a:t>      }</a:t>
            </a:r>
          </a:p>
          <a:p>
            <a:pPr marL="0" indent="0">
              <a:buNone/>
            </a:pPr>
            <a:r>
              <a:rPr lang="en-US" altLang="zh-CN" dirty="0"/>
              <a:t>      </a:t>
            </a:r>
            <a:r>
              <a:rPr lang="en-US" altLang="zh-CN" dirty="0" err="1"/>
              <a:t>curLength</a:t>
            </a:r>
            <a:r>
              <a:rPr lang="en-US" altLang="zh-CN" dirty="0"/>
              <a:t> = </a:t>
            </a:r>
            <a:r>
              <a:rPr lang="en-US" altLang="zh-CN" dirty="0" err="1"/>
              <a:t>ob.curLength</a:t>
            </a:r>
            <a:r>
              <a:rPr lang="en-US" altLang="zh-CN" dirty="0"/>
              <a:t>;   //</a:t>
            </a:r>
            <a:r>
              <a:rPr lang="zh-CN" altLang="en-US" dirty="0"/>
              <a:t>复制串长度</a:t>
            </a:r>
          </a:p>
          <a:p>
            <a:pPr marL="0" indent="0">
              <a:buNone/>
            </a:pPr>
            <a:r>
              <a:rPr lang="zh-CN" altLang="en-US" dirty="0"/>
              <a:t>      </a:t>
            </a:r>
            <a:r>
              <a:rPr lang="en-US" altLang="zh-CN" dirty="0" err="1"/>
              <a:t>strcpy</a:t>
            </a:r>
            <a:r>
              <a:rPr lang="en-US" altLang="zh-CN" dirty="0"/>
              <a:t> ( </a:t>
            </a:r>
            <a:r>
              <a:rPr lang="en-US" altLang="zh-CN" dirty="0" err="1"/>
              <a:t>ch</a:t>
            </a:r>
            <a:r>
              <a:rPr lang="en-US" altLang="zh-CN" dirty="0"/>
              <a:t>, ob.ch );     //</a:t>
            </a:r>
            <a:r>
              <a:rPr lang="zh-CN" altLang="en-US" dirty="0"/>
              <a:t>复制串值</a:t>
            </a:r>
          </a:p>
          <a:p>
            <a:pPr marL="0" indent="0">
              <a:buNone/>
            </a:pPr>
            <a:r>
              <a:rPr lang="zh-CN" altLang="en-US" dirty="0"/>
              <a:t> </a:t>
            </a:r>
            <a:r>
              <a:rPr lang="en-US" altLang="zh-CN" dirty="0"/>
              <a:t>}	</a:t>
            </a:r>
          </a:p>
          <a:p>
            <a:endParaRPr lang="en-US" altLang="zh-CN" dirty="0"/>
          </a:p>
          <a:p>
            <a:endParaRPr lang="zh-CN" altLang="en-US" dirty="0"/>
          </a:p>
          <a:p>
            <a:r>
              <a:rPr lang="en-US" altLang="zh-CN" dirty="0"/>
              <a:t>//</a:t>
            </a:r>
            <a:r>
              <a:rPr lang="zh-CN" altLang="en-US" dirty="0"/>
              <a:t>提取串中第 </a:t>
            </a:r>
            <a:r>
              <a:rPr lang="en-US" altLang="zh-CN" dirty="0" err="1"/>
              <a:t>i</a:t>
            </a:r>
            <a:r>
              <a:rPr lang="en-US" altLang="zh-CN" dirty="0"/>
              <a:t> </a:t>
            </a:r>
            <a:r>
              <a:rPr lang="zh-CN" altLang="en-US" dirty="0"/>
              <a:t>个字符	</a:t>
            </a:r>
          </a:p>
          <a:p>
            <a:r>
              <a:rPr lang="en-US" altLang="zh-CN" dirty="0"/>
              <a:t>char </a:t>
            </a:r>
            <a:r>
              <a:rPr lang="en-US" altLang="zh-CN" dirty="0" err="1"/>
              <a:t>AString</a:t>
            </a:r>
            <a:r>
              <a:rPr lang="en-US" altLang="zh-CN" dirty="0"/>
              <a:t> :: operator [ ] ( int </a:t>
            </a:r>
            <a:r>
              <a:rPr lang="en-US" altLang="zh-CN" dirty="0" err="1"/>
              <a:t>i</a:t>
            </a:r>
            <a:r>
              <a:rPr lang="en-US" altLang="zh-CN" dirty="0"/>
              <a:t> ) {</a:t>
            </a:r>
          </a:p>
          <a:p>
            <a:r>
              <a:rPr lang="en-US" altLang="zh-CN" dirty="0"/>
              <a:t>    if ( </a:t>
            </a:r>
            <a:r>
              <a:rPr lang="en-US" altLang="zh-CN" dirty="0" err="1"/>
              <a:t>i</a:t>
            </a:r>
            <a:r>
              <a:rPr lang="en-US" altLang="zh-CN" dirty="0"/>
              <a:t> &lt; 0 || </a:t>
            </a:r>
            <a:r>
              <a:rPr lang="en-US" altLang="zh-CN" dirty="0" err="1"/>
              <a:t>i</a:t>
            </a:r>
            <a:r>
              <a:rPr lang="en-US" altLang="zh-CN" dirty="0"/>
              <a:t> &gt;= </a:t>
            </a:r>
            <a:r>
              <a:rPr lang="en-US" altLang="zh-CN" dirty="0" err="1"/>
              <a:t>curLength</a:t>
            </a:r>
            <a:r>
              <a:rPr lang="en-US" altLang="zh-CN" dirty="0"/>
              <a:t> )  {</a:t>
            </a:r>
          </a:p>
          <a:p>
            <a:r>
              <a:rPr lang="en-US" altLang="zh-CN" dirty="0"/>
              <a:t>        </a:t>
            </a:r>
            <a:r>
              <a:rPr lang="en-US" altLang="zh-CN" dirty="0" err="1"/>
              <a:t>cout</a:t>
            </a:r>
            <a:r>
              <a:rPr lang="en-US" altLang="zh-CN" dirty="0"/>
              <a:t> &lt;&lt; "</a:t>
            </a:r>
            <a:r>
              <a:rPr lang="zh-CN" altLang="en-US" dirty="0"/>
              <a:t>串下标超界</a:t>
            </a:r>
            <a:r>
              <a:rPr lang="en-US" altLang="zh-CN" dirty="0"/>
              <a:t>!\n"; </a:t>
            </a:r>
          </a:p>
          <a:p>
            <a:r>
              <a:rPr lang="en-US" altLang="zh-CN" dirty="0"/>
              <a:t>        exit (1); </a:t>
            </a:r>
          </a:p>
          <a:p>
            <a:r>
              <a:rPr lang="en-US" altLang="zh-CN" dirty="0"/>
              <a:t>    } </a:t>
            </a:r>
          </a:p>
          <a:p>
            <a:r>
              <a:rPr lang="en-US" altLang="zh-CN" dirty="0"/>
              <a:t>    return </a:t>
            </a:r>
            <a:r>
              <a:rPr lang="en-US" altLang="zh-CN" dirty="0" err="1"/>
              <a:t>ch</a:t>
            </a:r>
            <a:r>
              <a:rPr lang="en-US" altLang="zh-CN" dirty="0"/>
              <a:t>[</a:t>
            </a:r>
            <a:r>
              <a:rPr lang="en-US" altLang="zh-CN" dirty="0" err="1"/>
              <a:t>i</a:t>
            </a:r>
            <a:r>
              <a:rPr lang="en-US" altLang="zh-CN" dirty="0"/>
              <a:t>];</a:t>
            </a:r>
          </a:p>
          <a:p>
            <a:r>
              <a:rPr lang="en-US" altLang="zh-CN" dirty="0"/>
              <a:t>}</a:t>
            </a:r>
          </a:p>
          <a:p>
            <a:endParaRPr lang="en-US" altLang="zh-CN" dirty="0"/>
          </a:p>
          <a:p>
            <a:r>
              <a:rPr lang="zh-CN" altLang="en-US" dirty="0"/>
              <a:t>例：串 </a:t>
            </a:r>
            <a:r>
              <a:rPr lang="en-US" altLang="zh-CN" dirty="0" err="1"/>
              <a:t>st</a:t>
            </a:r>
            <a:r>
              <a:rPr lang="en-US" altLang="zh-CN" dirty="0"/>
              <a:t> = “university”, </a:t>
            </a:r>
          </a:p>
          <a:p>
            <a:r>
              <a:rPr lang="zh-CN" altLang="en-US" dirty="0"/>
              <a:t>运行语句： </a:t>
            </a:r>
            <a:r>
              <a:rPr lang="en-US" altLang="zh-CN" dirty="0" err="1"/>
              <a:t>newSt</a:t>
            </a:r>
            <a:r>
              <a:rPr lang="en-US" altLang="zh-CN" dirty="0"/>
              <a:t> = </a:t>
            </a:r>
            <a:r>
              <a:rPr lang="en-US" altLang="zh-CN" dirty="0" err="1"/>
              <a:t>st</a:t>
            </a:r>
            <a:r>
              <a:rPr lang="zh-CN" altLang="en-US" dirty="0"/>
              <a:t>；</a:t>
            </a:r>
            <a:r>
              <a:rPr lang="en-US" altLang="zh-CN" dirty="0" err="1"/>
              <a:t>newChar</a:t>
            </a:r>
            <a:r>
              <a:rPr lang="en-US" altLang="zh-CN" dirty="0"/>
              <a:t> = </a:t>
            </a:r>
            <a:r>
              <a:rPr lang="en-US" altLang="zh-CN" dirty="0" err="1"/>
              <a:t>st</a:t>
            </a:r>
            <a:r>
              <a:rPr lang="en-US" altLang="zh-CN" dirty="0"/>
              <a:t>[1];</a:t>
            </a:r>
          </a:p>
          <a:p>
            <a:r>
              <a:rPr lang="zh-CN" altLang="en-US" dirty="0"/>
              <a:t>结果：</a:t>
            </a:r>
            <a:r>
              <a:rPr lang="en-US" altLang="zh-CN" dirty="0" err="1"/>
              <a:t>newSt</a:t>
            </a:r>
            <a:r>
              <a:rPr lang="en-US" altLang="zh-CN" dirty="0"/>
              <a:t> </a:t>
            </a:r>
            <a:r>
              <a:rPr lang="zh-CN" altLang="en-US" dirty="0"/>
              <a:t>的内容为 “</a:t>
            </a:r>
            <a:r>
              <a:rPr lang="en-US" altLang="zh-CN" dirty="0"/>
              <a:t>university”</a:t>
            </a:r>
            <a:r>
              <a:rPr lang="zh-CN" altLang="en-US" dirty="0"/>
              <a:t>，   </a:t>
            </a:r>
            <a:r>
              <a:rPr lang="en-US" altLang="zh-CN" dirty="0" err="1"/>
              <a:t>newChar</a:t>
            </a:r>
            <a:r>
              <a:rPr lang="en-US" altLang="zh-CN" dirty="0"/>
              <a:t> </a:t>
            </a:r>
            <a:r>
              <a:rPr lang="zh-CN" altLang="en-US" dirty="0"/>
              <a:t>的内容为 ‘</a:t>
            </a:r>
            <a:r>
              <a:rPr lang="en-US" altLang="zh-CN" dirty="0"/>
              <a:t>n’</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1982FCED-140E-42D3-B3C0-1A12F223E4BE}" type="slidenum">
              <a:rPr lang="en-US" altLang="zh-CN" smtClean="0"/>
              <a:pPr>
                <a:defRPr/>
              </a:pPr>
              <a:t>45</a:t>
            </a:fld>
            <a:endParaRPr lang="en-US" altLang="zh-CN"/>
          </a:p>
        </p:txBody>
      </p:sp>
    </p:spTree>
    <p:extLst>
      <p:ext uri="{BB962C8B-B14F-4D97-AF65-F5344CB8AC3E}">
        <p14:creationId xmlns:p14="http://schemas.microsoft.com/office/powerpoint/2010/main" val="2214318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4B668A8-630B-DC07-4CB0-1F3A8B72048A}"/>
              </a:ext>
            </a:extLst>
          </p:cNvPr>
          <p:cNvSpPr>
            <a:spLocks noGrp="1" noChangeArrowheads="1"/>
          </p:cNvSpPr>
          <p:nvPr>
            <p:ph type="sldNum" sz="quarter" idx="5"/>
          </p:nvPr>
        </p:nvSpPr>
        <p:spPr>
          <a:ln/>
        </p:spPr>
        <p:txBody>
          <a:bodyPr/>
          <a:lstStyle/>
          <a:p>
            <a:fld id="{C5907A24-42BE-46D4-B07D-BDCD75EA2EF6}" type="slidenum">
              <a:rPr lang="en-US" altLang="zh-CN"/>
              <a:pPr/>
              <a:t>46</a:t>
            </a:fld>
            <a:endParaRPr lang="en-US" altLang="zh-CN"/>
          </a:p>
        </p:txBody>
      </p:sp>
      <p:sp>
        <p:nvSpPr>
          <p:cNvPr id="748546" name="Rectangle 2">
            <a:extLst>
              <a:ext uri="{FF2B5EF4-FFF2-40B4-BE49-F238E27FC236}">
                <a16:creationId xmlns:a16="http://schemas.microsoft.com/office/drawing/2014/main" id="{C9F7A0DF-6539-C615-F6F5-889DA4C30E2B}"/>
              </a:ext>
            </a:extLst>
          </p:cNvPr>
          <p:cNvSpPr>
            <a:spLocks noGrp="1" noRot="1" noChangeAspect="1" noChangeArrowheads="1" noTextEdit="1"/>
          </p:cNvSpPr>
          <p:nvPr>
            <p:ph type="sldImg"/>
          </p:nvPr>
        </p:nvSpPr>
        <p:spPr>
          <a:ln/>
        </p:spPr>
      </p:sp>
      <p:sp>
        <p:nvSpPr>
          <p:cNvPr id="748547" name="Rectangle 3">
            <a:extLst>
              <a:ext uri="{FF2B5EF4-FFF2-40B4-BE49-F238E27FC236}">
                <a16:creationId xmlns:a16="http://schemas.microsoft.com/office/drawing/2014/main" id="{B6E2063F-1EAB-176A-F73D-6A2647735C3F}"/>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60E6BD8-910F-4459-BEB3-45946A596297}" type="slidenum">
              <a:rPr lang="en-US" altLang="zh-CN" smtClean="0"/>
              <a:pPr/>
              <a:t>65</a:t>
            </a:fld>
            <a:endParaRPr lang="en-US" altLang="zh-CN"/>
          </a:p>
        </p:txBody>
      </p:sp>
    </p:spTree>
    <p:extLst>
      <p:ext uri="{BB962C8B-B14F-4D97-AF65-F5344CB8AC3E}">
        <p14:creationId xmlns:p14="http://schemas.microsoft.com/office/powerpoint/2010/main" val="3663546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CA159E3-2067-D679-186B-F20169864A24}"/>
              </a:ext>
            </a:extLst>
          </p:cNvPr>
          <p:cNvSpPr>
            <a:spLocks noGrp="1" noChangeArrowheads="1"/>
          </p:cNvSpPr>
          <p:nvPr>
            <p:ph type="sldNum" sz="quarter" idx="5"/>
          </p:nvPr>
        </p:nvSpPr>
        <p:spPr>
          <a:ln/>
        </p:spPr>
        <p:txBody>
          <a:bodyPr/>
          <a:lstStyle/>
          <a:p>
            <a:fld id="{8CCFCB8C-7F02-465D-BCD3-EE9224CBA2B3}" type="slidenum">
              <a:rPr lang="en-US" altLang="zh-CN"/>
              <a:pPr/>
              <a:t>85</a:t>
            </a:fld>
            <a:endParaRPr lang="en-US" altLang="zh-CN"/>
          </a:p>
        </p:txBody>
      </p:sp>
      <p:sp>
        <p:nvSpPr>
          <p:cNvPr id="803842" name="Rectangle 2">
            <a:extLst>
              <a:ext uri="{FF2B5EF4-FFF2-40B4-BE49-F238E27FC236}">
                <a16:creationId xmlns:a16="http://schemas.microsoft.com/office/drawing/2014/main" id="{8C5A336E-C321-6665-0C0E-F2567F2118E4}"/>
              </a:ext>
            </a:extLst>
          </p:cNvPr>
          <p:cNvSpPr>
            <a:spLocks noGrp="1" noRot="1" noChangeAspect="1" noChangeArrowheads="1" noTextEdit="1"/>
          </p:cNvSpPr>
          <p:nvPr>
            <p:ph type="sldImg"/>
          </p:nvPr>
        </p:nvSpPr>
        <p:spPr>
          <a:ln/>
        </p:spPr>
      </p:sp>
      <p:sp>
        <p:nvSpPr>
          <p:cNvPr id="803843" name="Rectangle 3">
            <a:extLst>
              <a:ext uri="{FF2B5EF4-FFF2-40B4-BE49-F238E27FC236}">
                <a16:creationId xmlns:a16="http://schemas.microsoft.com/office/drawing/2014/main" id="{8FA5AFB1-741F-CA05-1B6C-837AD1DC8458}"/>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CBDC144-7594-4284-B886-CAEA46224B4B}" type="slidenum">
              <a:rPr lang="zh-CN" altLang="en-US" smtClean="0"/>
              <a:t>89</a:t>
            </a:fld>
            <a:endParaRPr lang="zh-CN" altLang="en-US"/>
          </a:p>
        </p:txBody>
      </p:sp>
    </p:spTree>
    <p:extLst>
      <p:ext uri="{BB962C8B-B14F-4D97-AF65-F5344CB8AC3E}">
        <p14:creationId xmlns:p14="http://schemas.microsoft.com/office/powerpoint/2010/main" val="2597481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EE24A57-86E2-9A57-DFF7-62B9883D8F5D}"/>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C24EF968-F2C2-7A97-A267-4387181DAE11}"/>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46F6B2AA-E052-3F1C-7CDF-6615816EBCAD}"/>
              </a:ext>
            </a:extLst>
          </p:cNvPr>
          <p:cNvSpPr>
            <a:spLocks noGrp="1"/>
          </p:cNvSpPr>
          <p:nvPr>
            <p:ph type="sldNum" sz="quarter" idx="12"/>
          </p:nvPr>
        </p:nvSpPr>
        <p:spPr/>
        <p:txBody>
          <a:bodyPr/>
          <a:lstStyle>
            <a:lvl1pPr>
              <a:defRPr/>
            </a:lvl1pPr>
          </a:lstStyle>
          <a:p>
            <a:pPr>
              <a:defRPr/>
            </a:pPr>
            <a:fld id="{C4371CC4-287E-438D-9B00-FB1AE7AF6948}" type="slidenum">
              <a:rPr lang="en-US" altLang="zh-CN"/>
              <a:pPr>
                <a:defRPr/>
              </a:pPr>
              <a:t>‹#›</a:t>
            </a:fld>
            <a:endParaRPr lang="en-US" altLang="zh-CN"/>
          </a:p>
        </p:txBody>
      </p:sp>
    </p:spTree>
    <p:extLst>
      <p:ext uri="{BB962C8B-B14F-4D97-AF65-F5344CB8AC3E}">
        <p14:creationId xmlns:p14="http://schemas.microsoft.com/office/powerpoint/2010/main" val="2115481244"/>
      </p:ext>
    </p:extLst>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00000"/>
              </a:lnSpc>
              <a:defRPr sz="3600"/>
            </a:lvl1pPr>
            <a:lvl2pPr>
              <a:lnSpc>
                <a:spcPct val="100000"/>
              </a:lnSpc>
              <a:defRPr sz="3200"/>
            </a:lvl2pPr>
            <a:lvl3pPr>
              <a:lnSpc>
                <a:spcPct val="100000"/>
              </a:lnSpc>
              <a:defRPr sz="2800"/>
            </a:lvl3pPr>
            <a:lvl4pPr>
              <a:lnSpc>
                <a:spcPct val="100000"/>
              </a:lnSpc>
              <a:defRPr sz="1600"/>
            </a:lvl4pPr>
            <a:lvl5pPr>
              <a:lnSpc>
                <a:spcPct val="100000"/>
              </a:lnSpc>
              <a:defRPr sz="16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AB2B95AD-423D-BE0A-D1F6-82A82C8D384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30C043F-CD59-448B-8CC8-E0FA884830BC}"/>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36DBE40-6FE3-461E-3B4B-F7516BF37DCE}"/>
              </a:ext>
            </a:extLst>
          </p:cNvPr>
          <p:cNvSpPr>
            <a:spLocks noGrp="1"/>
          </p:cNvSpPr>
          <p:nvPr>
            <p:ph type="sldNum" sz="quarter" idx="12"/>
          </p:nvPr>
        </p:nvSpPr>
        <p:spPr/>
        <p:txBody>
          <a:bodyPr/>
          <a:lstStyle>
            <a:lvl1pPr>
              <a:defRPr/>
            </a:lvl1pPr>
          </a:lstStyle>
          <a:p>
            <a:pPr>
              <a:defRPr/>
            </a:pPr>
            <a:fld id="{34C23A13-5672-41C0-8934-A4311B913B34}" type="slidenum">
              <a:rPr lang="en-US" altLang="zh-CN"/>
              <a:pPr>
                <a:defRPr/>
              </a:pPr>
              <a:t>‹#›</a:t>
            </a:fld>
            <a:endParaRPr lang="en-US" altLang="zh-CN"/>
          </a:p>
        </p:txBody>
      </p:sp>
    </p:spTree>
    <p:extLst>
      <p:ext uri="{BB962C8B-B14F-4D97-AF65-F5344CB8AC3E}">
        <p14:creationId xmlns:p14="http://schemas.microsoft.com/office/powerpoint/2010/main" val="475779086"/>
      </p:ext>
    </p:extLst>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F891A32-0C5D-39D8-4C15-49DF066DB564}"/>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79D9832F-F425-14D6-B28F-BF7D2AA13C5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25E5645E-EFAF-9B29-8AF6-348910334F6F}"/>
              </a:ext>
            </a:extLst>
          </p:cNvPr>
          <p:cNvSpPr>
            <a:spLocks noGrp="1"/>
          </p:cNvSpPr>
          <p:nvPr>
            <p:ph type="sldNum" sz="quarter" idx="12"/>
          </p:nvPr>
        </p:nvSpPr>
        <p:spPr/>
        <p:txBody>
          <a:bodyPr/>
          <a:lstStyle>
            <a:lvl1pPr>
              <a:defRPr/>
            </a:lvl1pPr>
          </a:lstStyle>
          <a:p>
            <a:pPr>
              <a:defRPr/>
            </a:pPr>
            <a:fld id="{A165B785-2205-4100-A41A-D4B4A8908D3F}" type="slidenum">
              <a:rPr lang="en-US" altLang="zh-CN"/>
              <a:pPr>
                <a:defRPr/>
              </a:pPr>
              <a:t>‹#›</a:t>
            </a:fld>
            <a:endParaRPr lang="en-US" altLang="zh-CN"/>
          </a:p>
        </p:txBody>
      </p:sp>
    </p:spTree>
    <p:extLst>
      <p:ext uri="{BB962C8B-B14F-4D97-AF65-F5344CB8AC3E}">
        <p14:creationId xmlns:p14="http://schemas.microsoft.com/office/powerpoint/2010/main" val="1381752927"/>
      </p:ext>
    </p:extLst>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3">
            <a:extLst>
              <a:ext uri="{FF2B5EF4-FFF2-40B4-BE49-F238E27FC236}">
                <a16:creationId xmlns:a16="http://schemas.microsoft.com/office/drawing/2014/main" id="{9EFF056E-B4A4-7868-998F-5F67C9AF3CC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A2D680E9-D7B4-C45A-8EAD-B35A9C9ECC6A}"/>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B9BC0A2-3516-BB04-E8C6-5EE6B705188C}"/>
              </a:ext>
            </a:extLst>
          </p:cNvPr>
          <p:cNvSpPr>
            <a:spLocks noGrp="1"/>
          </p:cNvSpPr>
          <p:nvPr>
            <p:ph type="sldNum" sz="quarter" idx="12"/>
          </p:nvPr>
        </p:nvSpPr>
        <p:spPr/>
        <p:txBody>
          <a:bodyPr/>
          <a:lstStyle>
            <a:lvl1pPr>
              <a:defRPr/>
            </a:lvl1pPr>
          </a:lstStyle>
          <a:p>
            <a:pPr>
              <a:defRPr/>
            </a:pPr>
            <a:fld id="{BC9439F6-F249-41D1-9CB5-20D00CC0F334}" type="slidenum">
              <a:rPr lang="en-US" altLang="zh-CN"/>
              <a:pPr>
                <a:defRPr/>
              </a:pPr>
              <a:t>‹#›</a:t>
            </a:fld>
            <a:endParaRPr lang="en-US" altLang="zh-CN"/>
          </a:p>
        </p:txBody>
      </p:sp>
    </p:spTree>
    <p:extLst>
      <p:ext uri="{BB962C8B-B14F-4D97-AF65-F5344CB8AC3E}">
        <p14:creationId xmlns:p14="http://schemas.microsoft.com/office/powerpoint/2010/main" val="3555896655"/>
      </p:ext>
    </p:extLst>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FE58F769-7446-133A-3C6B-89C78651F919}"/>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8FE4CC5B-B293-B214-84F5-264EC17E9EAC}"/>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3E10C120-4DCE-BAA6-A355-95579191DC8A}"/>
              </a:ext>
            </a:extLst>
          </p:cNvPr>
          <p:cNvSpPr>
            <a:spLocks noGrp="1"/>
          </p:cNvSpPr>
          <p:nvPr>
            <p:ph type="sldNum" sz="quarter" idx="12"/>
          </p:nvPr>
        </p:nvSpPr>
        <p:spPr/>
        <p:txBody>
          <a:bodyPr/>
          <a:lstStyle>
            <a:lvl1pPr>
              <a:defRPr/>
            </a:lvl1pPr>
          </a:lstStyle>
          <a:p>
            <a:pPr>
              <a:defRPr/>
            </a:pPr>
            <a:fld id="{7386A7E3-0B3F-4D24-9340-574A6F38C694}" type="slidenum">
              <a:rPr lang="en-US" altLang="zh-CN"/>
              <a:pPr>
                <a:defRPr/>
              </a:pPr>
              <a:t>‹#›</a:t>
            </a:fld>
            <a:endParaRPr lang="en-US" altLang="zh-CN"/>
          </a:p>
        </p:txBody>
      </p:sp>
    </p:spTree>
    <p:extLst>
      <p:ext uri="{BB962C8B-B14F-4D97-AF65-F5344CB8AC3E}">
        <p14:creationId xmlns:p14="http://schemas.microsoft.com/office/powerpoint/2010/main" val="2629103655"/>
      </p:ext>
    </p:extLst>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p>
        </p:txBody>
      </p:sp>
      <p:sp>
        <p:nvSpPr>
          <p:cNvPr id="3" name="日期占位符 3">
            <a:extLst>
              <a:ext uri="{FF2B5EF4-FFF2-40B4-BE49-F238E27FC236}">
                <a16:creationId xmlns:a16="http://schemas.microsoft.com/office/drawing/2014/main" id="{B3180671-ED3B-06CE-27B9-7DAA1AC9FC32}"/>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A7BA9807-D79F-997F-86E4-0D671B5AD770}"/>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67AB684A-CB79-49D6-56C6-C1AF94B393F1}"/>
              </a:ext>
            </a:extLst>
          </p:cNvPr>
          <p:cNvSpPr>
            <a:spLocks noGrp="1"/>
          </p:cNvSpPr>
          <p:nvPr>
            <p:ph type="sldNum" sz="quarter" idx="12"/>
          </p:nvPr>
        </p:nvSpPr>
        <p:spPr/>
        <p:txBody>
          <a:bodyPr/>
          <a:lstStyle>
            <a:lvl1pPr>
              <a:defRPr/>
            </a:lvl1pPr>
          </a:lstStyle>
          <a:p>
            <a:pPr>
              <a:defRPr/>
            </a:pPr>
            <a:fld id="{75DB822A-0CFA-4B70-89C2-4987E9BB9761}" type="slidenum">
              <a:rPr lang="en-US" altLang="zh-CN"/>
              <a:pPr>
                <a:defRPr/>
              </a:pPr>
              <a:t>‹#›</a:t>
            </a:fld>
            <a:endParaRPr lang="en-US" altLang="zh-CN"/>
          </a:p>
        </p:txBody>
      </p:sp>
    </p:spTree>
    <p:extLst>
      <p:ext uri="{BB962C8B-B14F-4D97-AF65-F5344CB8AC3E}">
        <p14:creationId xmlns:p14="http://schemas.microsoft.com/office/powerpoint/2010/main" val="312031782"/>
      </p:ext>
    </p:extLst>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FE78F71-8716-0047-F3F2-156570494EB6}"/>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09DBE12E-4530-F396-44AA-AA7DEAF9A5A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9FA643C8-6F09-89DA-9423-9CDBB8DC3F79}"/>
              </a:ext>
            </a:extLst>
          </p:cNvPr>
          <p:cNvSpPr>
            <a:spLocks noGrp="1"/>
          </p:cNvSpPr>
          <p:nvPr>
            <p:ph type="sldNum" sz="quarter" idx="12"/>
          </p:nvPr>
        </p:nvSpPr>
        <p:spPr/>
        <p:txBody>
          <a:bodyPr/>
          <a:lstStyle>
            <a:lvl1pPr>
              <a:defRPr/>
            </a:lvl1pPr>
          </a:lstStyle>
          <a:p>
            <a:pPr>
              <a:defRPr/>
            </a:pPr>
            <a:fld id="{C268C1A0-320C-49BD-A39F-8B87144325CB}" type="slidenum">
              <a:rPr lang="en-US" altLang="zh-CN"/>
              <a:pPr>
                <a:defRPr/>
              </a:pPr>
              <a:t>‹#›</a:t>
            </a:fld>
            <a:endParaRPr lang="en-US" altLang="zh-CN"/>
          </a:p>
        </p:txBody>
      </p:sp>
    </p:spTree>
    <p:extLst>
      <p:ext uri="{BB962C8B-B14F-4D97-AF65-F5344CB8AC3E}">
        <p14:creationId xmlns:p14="http://schemas.microsoft.com/office/powerpoint/2010/main" val="3451007486"/>
      </p:ext>
    </p:extLst>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D7B1A98-5840-F9F0-5F15-73D26BBAED9D}"/>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E12427E9-989A-6D38-0E51-59FC05EC4FFA}"/>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085311E5-761F-BA16-2AE4-212A7DF0231F}"/>
              </a:ext>
            </a:extLst>
          </p:cNvPr>
          <p:cNvSpPr>
            <a:spLocks noGrp="1"/>
          </p:cNvSpPr>
          <p:nvPr>
            <p:ph type="sldNum" sz="quarter" idx="12"/>
          </p:nvPr>
        </p:nvSpPr>
        <p:spPr/>
        <p:txBody>
          <a:bodyPr/>
          <a:lstStyle>
            <a:lvl1pPr>
              <a:defRPr/>
            </a:lvl1pPr>
          </a:lstStyle>
          <a:p>
            <a:pPr>
              <a:defRPr/>
            </a:pPr>
            <a:fld id="{EC0F67D0-D337-4985-8A89-45A8193B4529}" type="slidenum">
              <a:rPr lang="en-US" altLang="zh-CN"/>
              <a:pPr>
                <a:defRPr/>
              </a:pPr>
              <a:t>‹#›</a:t>
            </a:fld>
            <a:endParaRPr lang="en-US" altLang="zh-CN"/>
          </a:p>
        </p:txBody>
      </p:sp>
    </p:spTree>
    <p:extLst>
      <p:ext uri="{BB962C8B-B14F-4D97-AF65-F5344CB8AC3E}">
        <p14:creationId xmlns:p14="http://schemas.microsoft.com/office/powerpoint/2010/main" val="3979888768"/>
      </p:ext>
    </p:extLst>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E6BBD43-E007-D818-4F31-D5E9A612876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BCC2C8BA-6486-DCCD-93C8-5EE81672881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5F0CDBF5-8C65-BF2E-8320-9645B3455714}"/>
              </a:ext>
            </a:extLst>
          </p:cNvPr>
          <p:cNvSpPr>
            <a:spLocks noGrp="1"/>
          </p:cNvSpPr>
          <p:nvPr>
            <p:ph type="sldNum" sz="quarter" idx="12"/>
          </p:nvPr>
        </p:nvSpPr>
        <p:spPr/>
        <p:txBody>
          <a:bodyPr/>
          <a:lstStyle>
            <a:lvl1pPr>
              <a:defRPr/>
            </a:lvl1pPr>
          </a:lstStyle>
          <a:p>
            <a:pPr>
              <a:defRPr/>
            </a:pPr>
            <a:fld id="{49C85DB6-3E49-4FCD-97C4-1AE1157A0804}" type="slidenum">
              <a:rPr lang="en-US" altLang="zh-CN"/>
              <a:pPr>
                <a:defRPr/>
              </a:pPr>
              <a:t>‹#›</a:t>
            </a:fld>
            <a:endParaRPr lang="en-US" altLang="zh-CN"/>
          </a:p>
        </p:txBody>
      </p:sp>
    </p:spTree>
    <p:extLst>
      <p:ext uri="{BB962C8B-B14F-4D97-AF65-F5344CB8AC3E}">
        <p14:creationId xmlns:p14="http://schemas.microsoft.com/office/powerpoint/2010/main" val="1421176922"/>
      </p:ext>
    </p:extLst>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3061E9C-DDBC-9B8F-7742-F036B5856F0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3B67E025-879F-88D1-6B24-21E61A25CCC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A7AD561-914E-67C2-47D8-313C3A4C4149}"/>
              </a:ext>
            </a:extLst>
          </p:cNvPr>
          <p:cNvSpPr>
            <a:spLocks noGrp="1"/>
          </p:cNvSpPr>
          <p:nvPr>
            <p:ph type="sldNum" sz="quarter" idx="12"/>
          </p:nvPr>
        </p:nvSpPr>
        <p:spPr/>
        <p:txBody>
          <a:bodyPr/>
          <a:lstStyle>
            <a:lvl1pPr>
              <a:defRPr/>
            </a:lvl1pPr>
          </a:lstStyle>
          <a:p>
            <a:pPr>
              <a:defRPr/>
            </a:pPr>
            <a:fld id="{BEFB0912-8158-42E2-9C77-27A5A25A0B50}" type="slidenum">
              <a:rPr lang="en-US" altLang="zh-CN"/>
              <a:pPr>
                <a:defRPr/>
              </a:pPr>
              <a:t>‹#›</a:t>
            </a:fld>
            <a:endParaRPr lang="en-US" altLang="zh-CN"/>
          </a:p>
        </p:txBody>
      </p:sp>
    </p:spTree>
    <p:extLst>
      <p:ext uri="{BB962C8B-B14F-4D97-AF65-F5344CB8AC3E}">
        <p14:creationId xmlns:p14="http://schemas.microsoft.com/office/powerpoint/2010/main" val="1624249921"/>
      </p:ext>
    </p:extLst>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1BBCCA9-6AD6-5978-B06B-83E3DC66F5B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16F437D-6C9C-78A6-FB99-9CAE063F2CE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F4D8D9D-52C0-97B0-C738-C0052405FC2F}"/>
              </a:ext>
            </a:extLst>
          </p:cNvPr>
          <p:cNvSpPr>
            <a:spLocks noGrp="1"/>
          </p:cNvSpPr>
          <p:nvPr>
            <p:ph type="sldNum" sz="quarter" idx="12"/>
          </p:nvPr>
        </p:nvSpPr>
        <p:spPr/>
        <p:txBody>
          <a:bodyPr/>
          <a:lstStyle>
            <a:lvl1pPr>
              <a:defRPr/>
            </a:lvl1pPr>
          </a:lstStyle>
          <a:p>
            <a:pPr>
              <a:defRPr/>
            </a:pPr>
            <a:fld id="{2F1445CE-91F5-411C-B397-0FEE7AB830AA}" type="slidenum">
              <a:rPr lang="en-US" altLang="zh-CN"/>
              <a:pPr>
                <a:defRPr/>
              </a:pPr>
              <a:t>‹#›</a:t>
            </a:fld>
            <a:endParaRPr lang="en-US" altLang="zh-CN"/>
          </a:p>
        </p:txBody>
      </p:sp>
    </p:spTree>
    <p:extLst>
      <p:ext uri="{BB962C8B-B14F-4D97-AF65-F5344CB8AC3E}">
        <p14:creationId xmlns:p14="http://schemas.microsoft.com/office/powerpoint/2010/main" val="2978037899"/>
      </p:ext>
    </p:extLst>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EC299DE0-53DA-4E8E-F914-30D103B7880C}"/>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7A450C3-3A9C-7C22-E9DB-1BF2E71B4FEA}"/>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ADE33AF8-66FA-EE50-AED8-D421537C567C}"/>
              </a:ext>
            </a:extLst>
          </p:cNvPr>
          <p:cNvSpPr>
            <a:spLocks noGrp="1"/>
          </p:cNvSpPr>
          <p:nvPr>
            <p:ph type="sldNum" sz="quarter" idx="12"/>
          </p:nvPr>
        </p:nvSpPr>
        <p:spPr>
          <a:xfrm>
            <a:off x="6553200" y="6248400"/>
            <a:ext cx="1905000" cy="457200"/>
          </a:xfrm>
        </p:spPr>
        <p:txBody>
          <a:bodyPr/>
          <a:lstStyle>
            <a:lvl1pPr>
              <a:defRPr/>
            </a:lvl1pPr>
          </a:lstStyle>
          <a:p>
            <a:pPr>
              <a:defRPr/>
            </a:pPr>
            <a:fld id="{2585498B-4F9D-4863-9EDA-F28F838441FE}" type="slidenum">
              <a:rPr lang="en-US" altLang="zh-CN"/>
              <a:pPr>
                <a:defRPr/>
              </a:pPr>
              <a:t>‹#›</a:t>
            </a:fld>
            <a:endParaRPr lang="en-US" altLang="zh-CN"/>
          </a:p>
        </p:txBody>
      </p:sp>
    </p:spTree>
    <p:extLst>
      <p:ext uri="{BB962C8B-B14F-4D97-AF65-F5344CB8AC3E}">
        <p14:creationId xmlns:p14="http://schemas.microsoft.com/office/powerpoint/2010/main" val="2547571909"/>
      </p:ext>
    </p:extLst>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806147E8-39F3-F9C6-F5FB-90C545B52D2A}"/>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9C1CD40-2C5E-12DE-C3D4-0305F813B943}"/>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44441A6-2F3B-DF47-8204-98394493FE83}"/>
              </a:ext>
            </a:extLst>
          </p:cNvPr>
          <p:cNvSpPr>
            <a:spLocks noGrp="1"/>
          </p:cNvSpPr>
          <p:nvPr>
            <p:ph type="sldNum" sz="quarter" idx="12"/>
          </p:nvPr>
        </p:nvSpPr>
        <p:spPr>
          <a:xfrm>
            <a:off x="6553200" y="6248400"/>
            <a:ext cx="1905000" cy="457200"/>
          </a:xfrm>
        </p:spPr>
        <p:txBody>
          <a:bodyPr/>
          <a:lstStyle>
            <a:lvl1pPr>
              <a:defRPr/>
            </a:lvl1pPr>
          </a:lstStyle>
          <a:p>
            <a:pPr>
              <a:defRPr/>
            </a:pPr>
            <a:fld id="{50B00B57-96F4-4BC7-AC28-3741376F0601}" type="slidenum">
              <a:rPr lang="en-US" altLang="zh-CN"/>
              <a:pPr>
                <a:defRPr/>
              </a:pPr>
              <a:t>‹#›</a:t>
            </a:fld>
            <a:endParaRPr lang="en-US" altLang="zh-CN"/>
          </a:p>
        </p:txBody>
      </p:sp>
    </p:spTree>
    <p:extLst>
      <p:ext uri="{BB962C8B-B14F-4D97-AF65-F5344CB8AC3E}">
        <p14:creationId xmlns:p14="http://schemas.microsoft.com/office/powerpoint/2010/main" val="1608475121"/>
      </p:ext>
    </p:extLst>
  </p:cSld>
  <p:clrMapOvr>
    <a:masterClrMapping/>
  </p:clrMapOvr>
  <p:transition>
    <p:spli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2A0FE458-5026-5282-B3E7-5A21E8B93143}"/>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192CF8C7-33C4-187A-DED0-686CABAFDFC9}"/>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F5FE60-9225-442F-1205-BBAC9410CBCB}"/>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a:extLst>
              <a:ext uri="{FF2B5EF4-FFF2-40B4-BE49-F238E27FC236}">
                <a16:creationId xmlns:a16="http://schemas.microsoft.com/office/drawing/2014/main" id="{7C09D5F9-712C-43D0-7ECE-B971477EBE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a:extLst>
              <a:ext uri="{FF2B5EF4-FFF2-40B4-BE49-F238E27FC236}">
                <a16:creationId xmlns:a16="http://schemas.microsoft.com/office/drawing/2014/main" id="{2BD1B20E-846F-F112-642C-98B8A555F8D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0F1F6C31-D538-4A89-8865-D2F4FB47023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8.bin"/><Relationship Id="rId1" Type="http://schemas.openxmlformats.org/officeDocument/2006/relationships/slideLayout" Target="../slideLayouts/slideLayout6.xml"/><Relationship Id="rId5" Type="http://schemas.openxmlformats.org/officeDocument/2006/relationships/image" Target="../media/image10.wmf"/><Relationship Id="rId4" Type="http://schemas.openxmlformats.org/officeDocument/2006/relationships/oleObject" Target="../embeddings/oleObject9.bin"/></Relationships>
</file>

<file path=ppt/slides/_rels/slide2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0.bin"/><Relationship Id="rId1" Type="http://schemas.openxmlformats.org/officeDocument/2006/relationships/slideLayout" Target="../slideLayouts/slideLayout6.xml"/><Relationship Id="rId5" Type="http://schemas.openxmlformats.org/officeDocument/2006/relationships/image" Target="../media/image12.wmf"/><Relationship Id="rId4" Type="http://schemas.openxmlformats.org/officeDocument/2006/relationships/oleObject" Target="../embeddings/oleObject11.bin"/></Relationships>
</file>

<file path=ppt/slides/_rels/slide2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3.w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04D5D89-24A1-CC21-937F-8E3516019768}"/>
              </a:ext>
            </a:extLst>
          </p:cNvPr>
          <p:cNvSpPr>
            <a:spLocks noGrp="1" noChangeArrowheads="1"/>
          </p:cNvSpPr>
          <p:nvPr>
            <p:ph type="title"/>
          </p:nvPr>
        </p:nvSpPr>
        <p:spPr/>
        <p:txBody>
          <a:bodyPr/>
          <a:lstStyle/>
          <a:p>
            <a:pPr eaLnBrk="1" hangingPunct="1"/>
            <a:r>
              <a:rPr lang="zh-CN" altLang="en-US" dirty="0"/>
              <a:t>第</a:t>
            </a:r>
            <a:r>
              <a:rPr lang="en-US" altLang="zh-CN" dirty="0"/>
              <a:t>4</a:t>
            </a:r>
            <a:r>
              <a:rPr lang="zh-CN" altLang="en-US" dirty="0"/>
              <a:t>章 数组、串与广义表</a:t>
            </a:r>
          </a:p>
        </p:txBody>
      </p:sp>
      <p:sp>
        <p:nvSpPr>
          <p:cNvPr id="5123" name="Rectangle 3">
            <a:extLst>
              <a:ext uri="{FF2B5EF4-FFF2-40B4-BE49-F238E27FC236}">
                <a16:creationId xmlns:a16="http://schemas.microsoft.com/office/drawing/2014/main" id="{500FE73A-404B-D12D-97C7-A9D6AABBEAFB}"/>
              </a:ext>
            </a:extLst>
          </p:cNvPr>
          <p:cNvSpPr>
            <a:spLocks noGrp="1" noChangeArrowheads="1"/>
          </p:cNvSpPr>
          <p:nvPr>
            <p:ph idx="1"/>
          </p:nvPr>
        </p:nvSpPr>
        <p:spPr/>
        <p:txBody>
          <a:bodyPr/>
          <a:lstStyle/>
          <a:p>
            <a:pPr eaLnBrk="1" hangingPunct="1"/>
            <a:r>
              <a:rPr lang="zh-CN" altLang="en-US" dirty="0"/>
              <a:t>一维数组与多维数组</a:t>
            </a:r>
          </a:p>
          <a:p>
            <a:pPr eaLnBrk="1" hangingPunct="1"/>
            <a:r>
              <a:rPr lang="zh-CN" altLang="en-US" dirty="0"/>
              <a:t>特殊矩阵</a:t>
            </a:r>
          </a:p>
          <a:p>
            <a:pPr eaLnBrk="1" hangingPunct="1"/>
            <a:r>
              <a:rPr lang="zh-CN" altLang="en-US" dirty="0"/>
              <a:t>稀疏矩阵 </a:t>
            </a:r>
          </a:p>
          <a:p>
            <a:pPr eaLnBrk="1" hangingPunct="1"/>
            <a:r>
              <a:rPr lang="zh-CN" altLang="en-US" dirty="0"/>
              <a:t>字符串</a:t>
            </a:r>
          </a:p>
          <a:p>
            <a:pPr eaLnBrk="1" hangingPunct="1"/>
            <a:r>
              <a:rPr lang="zh-CN" altLang="en-US" dirty="0"/>
              <a:t>广义表</a:t>
            </a:r>
          </a:p>
        </p:txBody>
      </p:sp>
      <p:sp>
        <p:nvSpPr>
          <p:cNvPr id="3" name="灯片编号占位符 2">
            <a:extLst>
              <a:ext uri="{FF2B5EF4-FFF2-40B4-BE49-F238E27FC236}">
                <a16:creationId xmlns:a16="http://schemas.microsoft.com/office/drawing/2014/main" id="{7A844831-AF4B-E95D-344F-6F1A8C946752}"/>
              </a:ext>
            </a:extLst>
          </p:cNvPr>
          <p:cNvSpPr>
            <a:spLocks noGrp="1"/>
          </p:cNvSpPr>
          <p:nvPr>
            <p:ph type="sldNum" sz="quarter" idx="12"/>
          </p:nvPr>
        </p:nvSpPr>
        <p:spPr/>
        <p:txBody>
          <a:bodyPr/>
          <a:lstStyle/>
          <a:p>
            <a:pPr>
              <a:defRPr/>
            </a:pPr>
            <a:fld id="{34C23A13-5672-41C0-8934-A4311B913B34}" type="slidenum">
              <a:rPr lang="en-US" altLang="zh-CN" smtClean="0"/>
              <a:pPr>
                <a:defRPr/>
              </a:pPr>
              <a:t>1</a:t>
            </a:fld>
            <a:endParaRPr lang="en-US" altLang="zh-CN"/>
          </a:p>
        </p:txBody>
      </p:sp>
    </p:spTree>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D93FAE-C1C3-23A3-BAED-30C82ADF3159}"/>
              </a:ext>
            </a:extLst>
          </p:cNvPr>
          <p:cNvSpPr>
            <a:spLocks noGrp="1"/>
          </p:cNvSpPr>
          <p:nvPr>
            <p:ph type="title"/>
          </p:nvPr>
        </p:nvSpPr>
        <p:spPr/>
        <p:txBody>
          <a:bodyPr/>
          <a:lstStyle/>
          <a:p>
            <a:r>
              <a:rPr lang="en-US" altLang="zh-CN" dirty="0"/>
              <a:t>4.1 </a:t>
            </a:r>
            <a:r>
              <a:rPr lang="zh-CN" altLang="en-US" dirty="0"/>
              <a:t>多维数组的概念与存储</a:t>
            </a:r>
          </a:p>
        </p:txBody>
      </p:sp>
      <p:sp>
        <p:nvSpPr>
          <p:cNvPr id="3" name="内容占位符 2">
            <a:extLst>
              <a:ext uri="{FF2B5EF4-FFF2-40B4-BE49-F238E27FC236}">
                <a16:creationId xmlns:a16="http://schemas.microsoft.com/office/drawing/2014/main" id="{6043F898-1A20-55C5-1032-4BE2EF3C443F}"/>
              </a:ext>
            </a:extLst>
          </p:cNvPr>
          <p:cNvSpPr>
            <a:spLocks noGrp="1"/>
          </p:cNvSpPr>
          <p:nvPr>
            <p:ph idx="1"/>
          </p:nvPr>
        </p:nvSpPr>
        <p:spPr/>
        <p:txBody>
          <a:bodyPr/>
          <a:lstStyle/>
          <a:p>
            <a:pPr eaLnBrk="1" hangingPunct="1"/>
            <a:r>
              <a:rPr lang="zh-CN" altLang="en-US" dirty="0"/>
              <a:t>多维数组是一维数组的推广。</a:t>
            </a:r>
          </a:p>
          <a:p>
            <a:pPr lvl="1" eaLnBrk="1" hangingPunct="1"/>
            <a:r>
              <a:rPr lang="zh-CN" altLang="en-US" dirty="0"/>
              <a:t>从逻辑关系上讲，多维数组是一种非线性结构。其特点是每一个数据元素可以有多个直接前驱和多个直接后继。</a:t>
            </a:r>
          </a:p>
          <a:p>
            <a:pPr lvl="1" eaLnBrk="1" hangingPunct="1"/>
            <a:r>
              <a:rPr lang="zh-CN" altLang="en-US" dirty="0"/>
              <a:t>数组元素的下标一般具有固定的下界和上界，因此它比其他复杂的非线性结构简单。</a:t>
            </a:r>
          </a:p>
        </p:txBody>
      </p:sp>
      <p:sp>
        <p:nvSpPr>
          <p:cNvPr id="4" name="灯片编号占位符 3">
            <a:extLst>
              <a:ext uri="{FF2B5EF4-FFF2-40B4-BE49-F238E27FC236}">
                <a16:creationId xmlns:a16="http://schemas.microsoft.com/office/drawing/2014/main" id="{8F4A8F9E-D685-5C51-BED7-10CF259A5AFE}"/>
              </a:ext>
            </a:extLst>
          </p:cNvPr>
          <p:cNvSpPr>
            <a:spLocks noGrp="1"/>
          </p:cNvSpPr>
          <p:nvPr>
            <p:ph type="sldNum" sz="quarter" idx="12"/>
          </p:nvPr>
        </p:nvSpPr>
        <p:spPr/>
        <p:txBody>
          <a:bodyPr/>
          <a:lstStyle/>
          <a:p>
            <a:pPr>
              <a:defRPr/>
            </a:pPr>
            <a:fld id="{34C23A13-5672-41C0-8934-A4311B913B34}" type="slidenum">
              <a:rPr lang="en-US" altLang="zh-CN" smtClean="0"/>
              <a:pPr>
                <a:defRPr/>
              </a:pPr>
              <a:t>2</a:t>
            </a:fld>
            <a:endParaRPr lang="en-US" altLang="zh-CN"/>
          </a:p>
        </p:txBody>
      </p:sp>
    </p:spTree>
    <p:extLst>
      <p:ext uri="{BB962C8B-B14F-4D97-AF65-F5344CB8AC3E}">
        <p14:creationId xmlns:p14="http://schemas.microsoft.com/office/powerpoint/2010/main" val="3695969506"/>
      </p:ext>
    </p:extLst>
  </p:cSld>
  <p:clrMapOvr>
    <a:masterClrMapping/>
  </p:clrMapOvr>
  <p:transition>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2D776DC5-8206-EA1D-5136-9D83AEB31C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11424"/>
            <a:ext cx="9151937"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2">
            <a:extLst>
              <a:ext uri="{FF2B5EF4-FFF2-40B4-BE49-F238E27FC236}">
                <a16:creationId xmlns:a16="http://schemas.microsoft.com/office/drawing/2014/main" id="{DD3E7A51-CEE0-4DB6-934E-AE796BD53377}"/>
              </a:ext>
            </a:extLst>
          </p:cNvPr>
          <p:cNvSpPr>
            <a:spLocks noGrp="1"/>
          </p:cNvSpPr>
          <p:nvPr>
            <p:ph type="title"/>
          </p:nvPr>
        </p:nvSpPr>
        <p:spPr>
          <a:xfrm>
            <a:off x="251520" y="365125"/>
            <a:ext cx="8263830" cy="1325563"/>
          </a:xfrm>
        </p:spPr>
        <p:txBody>
          <a:bodyPr/>
          <a:lstStyle/>
          <a:p>
            <a:r>
              <a:rPr lang="zh-CN" altLang="en-US" dirty="0"/>
              <a:t> 二维数组          三维数组</a:t>
            </a:r>
          </a:p>
        </p:txBody>
      </p:sp>
      <p:sp>
        <p:nvSpPr>
          <p:cNvPr id="15364" name="Rectangle 4">
            <a:extLst>
              <a:ext uri="{FF2B5EF4-FFF2-40B4-BE49-F238E27FC236}">
                <a16:creationId xmlns:a16="http://schemas.microsoft.com/office/drawing/2014/main" id="{12FB5221-5F8E-D5DE-ECA5-76510AC1C3EF}"/>
              </a:ext>
            </a:extLst>
          </p:cNvPr>
          <p:cNvSpPr>
            <a:spLocks noGrp="1" noChangeArrowheads="1"/>
          </p:cNvSpPr>
          <p:nvPr>
            <p:ph type="subTitle" idx="4294967295"/>
          </p:nvPr>
        </p:nvSpPr>
        <p:spPr>
          <a:xfrm>
            <a:off x="539552" y="5445125"/>
            <a:ext cx="6623248" cy="1336675"/>
          </a:xfrm>
        </p:spPr>
        <p:txBody>
          <a:bodyPr rtlCol="0">
            <a:normAutofit/>
          </a:bodyPr>
          <a:lstStyle/>
          <a:p>
            <a:pPr marL="0" indent="0" algn="l" eaLnBrk="1" fontAlgn="auto" hangingPunct="1">
              <a:spcBef>
                <a:spcPct val="0"/>
              </a:spcBef>
              <a:spcAft>
                <a:spcPts val="0"/>
              </a:spcAft>
              <a:buNone/>
              <a:defRPr/>
            </a:pPr>
            <a:r>
              <a:rPr lang="zh-CN" altLang="en-US" b="1" dirty="0">
                <a:solidFill>
                  <a:schemeClr val="accent2"/>
                </a:solidFill>
                <a:effectLst>
                  <a:outerShdw blurRad="38100" dist="38100" dir="2700000" algn="tl">
                    <a:srgbClr val="C0C0C0"/>
                  </a:outerShdw>
                </a:effectLst>
                <a:ea typeface="仿宋_GB2312" pitchFamily="49" charset="-122"/>
              </a:rPr>
              <a:t>行向量  下标 </a:t>
            </a:r>
            <a:r>
              <a:rPr lang="en-US" altLang="zh-CN" b="1" i="1" dirty="0" err="1">
                <a:solidFill>
                  <a:schemeClr val="accent2"/>
                </a:solidFill>
                <a:effectLst>
                  <a:outerShdw blurRad="38100" dist="38100" dir="2700000" algn="tl">
                    <a:srgbClr val="C0C0C0"/>
                  </a:outerShdw>
                </a:effectLst>
                <a:ea typeface="仿宋_GB2312" pitchFamily="49" charset="-122"/>
              </a:rPr>
              <a:t>i</a:t>
            </a:r>
            <a:r>
              <a:rPr lang="en-US" altLang="zh-CN" b="1" i="1" dirty="0">
                <a:solidFill>
                  <a:schemeClr val="accent2"/>
                </a:solidFill>
                <a:effectLst>
                  <a:outerShdw blurRad="38100" dist="38100" dir="2700000" algn="tl">
                    <a:srgbClr val="C0C0C0"/>
                  </a:outerShdw>
                </a:effectLst>
                <a:ea typeface="仿宋_GB2312" pitchFamily="49" charset="-122"/>
              </a:rPr>
              <a:t>                            </a:t>
            </a:r>
            <a:r>
              <a:rPr lang="zh-CN" altLang="en-US" b="1" dirty="0">
                <a:solidFill>
                  <a:schemeClr val="accent2"/>
                </a:solidFill>
                <a:effectLst>
                  <a:outerShdw blurRad="38100" dist="38100" dir="2700000" algn="tl">
                    <a:srgbClr val="C0C0C0"/>
                  </a:outerShdw>
                </a:effectLst>
                <a:ea typeface="仿宋_GB2312" pitchFamily="49" charset="-122"/>
              </a:rPr>
              <a:t>页向量  下标</a:t>
            </a:r>
            <a:r>
              <a:rPr lang="zh-CN" altLang="en-US" b="1" i="1" dirty="0">
                <a:solidFill>
                  <a:schemeClr val="accent2"/>
                </a:solidFill>
                <a:effectLst>
                  <a:outerShdw blurRad="38100" dist="38100" dir="2700000" algn="tl">
                    <a:srgbClr val="C0C0C0"/>
                  </a:outerShdw>
                </a:effectLst>
                <a:ea typeface="仿宋_GB2312" pitchFamily="49" charset="-122"/>
              </a:rPr>
              <a:t> </a:t>
            </a:r>
            <a:r>
              <a:rPr lang="en-US" altLang="zh-CN" b="1" i="1" dirty="0" err="1">
                <a:solidFill>
                  <a:schemeClr val="accent2"/>
                </a:solidFill>
                <a:effectLst>
                  <a:outerShdw blurRad="38100" dist="38100" dir="2700000" algn="tl">
                    <a:srgbClr val="C0C0C0"/>
                  </a:outerShdw>
                </a:effectLst>
                <a:ea typeface="仿宋_GB2312" pitchFamily="49" charset="-122"/>
              </a:rPr>
              <a:t>i</a:t>
            </a:r>
            <a:endParaRPr lang="en-US" altLang="zh-CN" b="1" dirty="0">
              <a:solidFill>
                <a:schemeClr val="accent2"/>
              </a:solidFill>
              <a:effectLst>
                <a:outerShdw blurRad="38100" dist="38100" dir="2700000" algn="tl">
                  <a:srgbClr val="C0C0C0"/>
                </a:outerShdw>
              </a:effectLst>
              <a:ea typeface="仿宋_GB2312" pitchFamily="49" charset="-122"/>
            </a:endParaRPr>
          </a:p>
          <a:p>
            <a:pPr marL="0" indent="0" algn="l" eaLnBrk="1" fontAlgn="auto" hangingPunct="1">
              <a:spcBef>
                <a:spcPct val="0"/>
              </a:spcBef>
              <a:spcAft>
                <a:spcPts val="0"/>
              </a:spcAft>
              <a:buNone/>
              <a:defRPr/>
            </a:pPr>
            <a:r>
              <a:rPr lang="zh-CN" altLang="zh-CN" b="1" dirty="0">
                <a:solidFill>
                  <a:schemeClr val="accent2"/>
                </a:solidFill>
                <a:effectLst>
                  <a:outerShdw blurRad="38100" dist="38100" dir="2700000" algn="tl">
                    <a:srgbClr val="C0C0C0"/>
                  </a:outerShdw>
                </a:effectLst>
                <a:ea typeface="仿宋_GB2312" pitchFamily="49" charset="-122"/>
              </a:rPr>
              <a:t>列向量  下标 </a:t>
            </a:r>
            <a:r>
              <a:rPr lang="en-US" altLang="zh-CN" b="1" i="1" dirty="0">
                <a:solidFill>
                  <a:schemeClr val="accent2"/>
                </a:solidFill>
                <a:effectLst>
                  <a:outerShdw blurRad="38100" dist="38100" dir="2700000" algn="tl">
                    <a:srgbClr val="C0C0C0"/>
                  </a:outerShdw>
                </a:effectLst>
                <a:ea typeface="仿宋_GB2312" pitchFamily="49" charset="-122"/>
              </a:rPr>
              <a:t>j                            </a:t>
            </a:r>
            <a:r>
              <a:rPr lang="zh-CN" altLang="en-US" b="1" dirty="0">
                <a:solidFill>
                  <a:schemeClr val="accent2"/>
                </a:solidFill>
                <a:effectLst>
                  <a:outerShdw blurRad="38100" dist="38100" dir="2700000" algn="tl">
                    <a:srgbClr val="C0C0C0"/>
                  </a:outerShdw>
                </a:effectLst>
                <a:ea typeface="仿宋_GB2312" pitchFamily="49" charset="-122"/>
              </a:rPr>
              <a:t>行向量  下标</a:t>
            </a:r>
            <a:r>
              <a:rPr lang="zh-CN" altLang="en-US" b="1" i="1" dirty="0">
                <a:solidFill>
                  <a:schemeClr val="accent2"/>
                </a:solidFill>
                <a:effectLst>
                  <a:outerShdw blurRad="38100" dist="38100" dir="2700000" algn="tl">
                    <a:srgbClr val="C0C0C0"/>
                  </a:outerShdw>
                </a:effectLst>
                <a:ea typeface="仿宋_GB2312" pitchFamily="49" charset="-122"/>
              </a:rPr>
              <a:t> </a:t>
            </a:r>
            <a:r>
              <a:rPr lang="en-US" altLang="zh-CN" b="1" i="1" dirty="0">
                <a:solidFill>
                  <a:schemeClr val="accent2"/>
                </a:solidFill>
                <a:effectLst>
                  <a:outerShdw blurRad="38100" dist="38100" dir="2700000" algn="tl">
                    <a:srgbClr val="C0C0C0"/>
                  </a:outerShdw>
                </a:effectLst>
                <a:ea typeface="仿宋_GB2312" pitchFamily="49" charset="-122"/>
              </a:rPr>
              <a:t>j</a:t>
            </a:r>
          </a:p>
          <a:p>
            <a:pPr marL="0" indent="0" algn="l" eaLnBrk="1" fontAlgn="auto" hangingPunct="1">
              <a:spcBef>
                <a:spcPct val="0"/>
              </a:spcBef>
              <a:spcAft>
                <a:spcPts val="0"/>
              </a:spcAft>
              <a:buNone/>
              <a:defRPr/>
            </a:pPr>
            <a:r>
              <a:rPr lang="en-US" altLang="zh-CN" b="1" i="1" dirty="0">
                <a:solidFill>
                  <a:schemeClr val="accent2"/>
                </a:solidFill>
                <a:effectLst>
                  <a:outerShdw blurRad="38100" dist="38100" dir="2700000" algn="tl">
                    <a:srgbClr val="C0C0C0"/>
                  </a:outerShdw>
                </a:effectLst>
                <a:ea typeface="仿宋_GB2312" pitchFamily="49" charset="-122"/>
              </a:rPr>
              <a:t>                                                  </a:t>
            </a:r>
            <a:r>
              <a:rPr lang="zh-CN" altLang="zh-CN" b="1" dirty="0">
                <a:solidFill>
                  <a:schemeClr val="accent2"/>
                </a:solidFill>
                <a:effectLst>
                  <a:outerShdw blurRad="38100" dist="38100" dir="2700000" algn="tl">
                    <a:srgbClr val="C0C0C0"/>
                  </a:outerShdw>
                </a:effectLst>
                <a:ea typeface="仿宋_GB2312" pitchFamily="49" charset="-122"/>
              </a:rPr>
              <a:t>列向量  下标</a:t>
            </a:r>
            <a:r>
              <a:rPr lang="zh-CN" altLang="zh-CN" b="1" i="1" dirty="0">
                <a:solidFill>
                  <a:schemeClr val="accent2"/>
                </a:solidFill>
                <a:effectLst>
                  <a:outerShdw blurRad="38100" dist="38100" dir="2700000" algn="tl">
                    <a:srgbClr val="C0C0C0"/>
                  </a:outerShdw>
                </a:effectLst>
                <a:ea typeface="仿宋_GB2312" pitchFamily="49" charset="-122"/>
              </a:rPr>
              <a:t> </a:t>
            </a:r>
            <a:r>
              <a:rPr lang="en-US" altLang="zh-CN" b="1" i="1" dirty="0">
                <a:solidFill>
                  <a:schemeClr val="accent2"/>
                </a:solidFill>
                <a:effectLst>
                  <a:outerShdw blurRad="38100" dist="38100" dir="2700000" algn="tl">
                    <a:srgbClr val="C0C0C0"/>
                  </a:outerShdw>
                </a:effectLst>
                <a:ea typeface="仿宋_GB2312" pitchFamily="49" charset="-122"/>
              </a:rPr>
              <a:t>k</a:t>
            </a:r>
            <a:endParaRPr lang="en-US" altLang="zh-CN" sz="4400" b="1" i="1" dirty="0">
              <a:solidFill>
                <a:schemeClr val="accent2"/>
              </a:solidFill>
              <a:effectLst>
                <a:outerShdw blurRad="38100" dist="38100" dir="2700000" algn="tl">
                  <a:srgbClr val="C0C0C0"/>
                </a:outerShdw>
              </a:effectLst>
              <a:ea typeface="仿宋_GB2312" pitchFamily="49" charset="-122"/>
            </a:endParaRPr>
          </a:p>
        </p:txBody>
      </p:sp>
      <p:sp>
        <p:nvSpPr>
          <p:cNvPr id="4" name="灯片编号占位符 3">
            <a:extLst>
              <a:ext uri="{FF2B5EF4-FFF2-40B4-BE49-F238E27FC236}">
                <a16:creationId xmlns:a16="http://schemas.microsoft.com/office/drawing/2014/main" id="{8C7A537E-4E78-B99F-98E9-59FA0C080C8B}"/>
              </a:ext>
            </a:extLst>
          </p:cNvPr>
          <p:cNvSpPr>
            <a:spLocks noGrp="1"/>
          </p:cNvSpPr>
          <p:nvPr>
            <p:ph type="sldNum" sz="quarter" idx="12"/>
          </p:nvPr>
        </p:nvSpPr>
        <p:spPr/>
        <p:txBody>
          <a:bodyPr/>
          <a:lstStyle/>
          <a:p>
            <a:pPr>
              <a:defRPr/>
            </a:pPr>
            <a:fld id="{75DB822A-0CFA-4B70-89C2-4987E9BB9761}" type="slidenum">
              <a:rPr lang="en-US" altLang="zh-CN" smtClean="0"/>
              <a:pPr>
                <a:defRPr/>
              </a:pPr>
              <a:t>3</a:t>
            </a:fld>
            <a:endParaRPr lang="en-US" altLang="zh-CN"/>
          </a:p>
        </p:txBody>
      </p:sp>
    </p:spTree>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8993B19-E546-A576-B7B9-9CDA9E4A84AA}"/>
              </a:ext>
            </a:extLst>
          </p:cNvPr>
          <p:cNvSpPr>
            <a:spLocks noChangeArrowheads="1"/>
          </p:cNvSpPr>
          <p:nvPr/>
        </p:nvSpPr>
        <p:spPr bwMode="auto">
          <a:xfrm>
            <a:off x="1263709" y="4738688"/>
            <a:ext cx="6781800" cy="685800"/>
          </a:xfrm>
          <a:prstGeom prst="rect">
            <a:avLst/>
          </a:prstGeom>
          <a:solidFill>
            <a:schemeClr val="accent1"/>
          </a:solidFill>
          <a:ln w="38100">
            <a:solidFill>
              <a:srgbClr val="3333CC"/>
            </a:solidFill>
            <a:miter lim="800000"/>
            <a:headEnd/>
            <a:tailEnd/>
          </a:ln>
          <a:effectLst>
            <a:outerShdw dist="107763" dir="2700000" algn="ctr" rotWithShape="0">
              <a:srgbClr val="808080"/>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zh-CN" sz="3600">
              <a:solidFill>
                <a:srgbClr val="3333CC"/>
              </a:solidFill>
            </a:endParaRPr>
          </a:p>
        </p:txBody>
      </p:sp>
      <p:sp>
        <p:nvSpPr>
          <p:cNvPr id="7173" name="Text Box 5">
            <a:extLst>
              <a:ext uri="{FF2B5EF4-FFF2-40B4-BE49-F238E27FC236}">
                <a16:creationId xmlns:a16="http://schemas.microsoft.com/office/drawing/2014/main" id="{0A6600ED-0814-64DF-47EC-B6712278D8C6}"/>
              </a:ext>
            </a:extLst>
          </p:cNvPr>
          <p:cNvSpPr txBox="1">
            <a:spLocks noChangeArrowheads="1"/>
          </p:cNvSpPr>
          <p:nvPr/>
        </p:nvSpPr>
        <p:spPr bwMode="auto">
          <a:xfrm>
            <a:off x="1339909" y="4813300"/>
            <a:ext cx="6661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FF3300"/>
                </a:solidFill>
                <a:latin typeface="Arial Narrow" panose="020B0606020202030204" pitchFamily="34" charset="0"/>
                <a:ea typeface="仿宋_GB2312" pitchFamily="49" charset="-122"/>
              </a:rPr>
              <a:t>35   27    49   18   60    54   77    83   41   02</a:t>
            </a:r>
            <a:endParaRPr kumimoji="1" lang="en-US" altLang="zh-CN" sz="3600">
              <a:latin typeface="Times New Roman" panose="02020603050405020304" pitchFamily="18" charset="0"/>
              <a:ea typeface="宋体" panose="02010600030101010101" pitchFamily="2" charset="-122"/>
            </a:endParaRPr>
          </a:p>
        </p:txBody>
      </p:sp>
      <p:sp>
        <p:nvSpPr>
          <p:cNvPr id="7174" name="Line 6">
            <a:extLst>
              <a:ext uri="{FF2B5EF4-FFF2-40B4-BE49-F238E27FC236}">
                <a16:creationId xmlns:a16="http://schemas.microsoft.com/office/drawing/2014/main" id="{07E04861-8D12-3CDD-090E-BF5537AB766B}"/>
              </a:ext>
            </a:extLst>
          </p:cNvPr>
          <p:cNvSpPr>
            <a:spLocks noChangeShapeType="1"/>
          </p:cNvSpPr>
          <p:nvPr/>
        </p:nvSpPr>
        <p:spPr bwMode="auto">
          <a:xfrm>
            <a:off x="19495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5" name="Line 7">
            <a:extLst>
              <a:ext uri="{FF2B5EF4-FFF2-40B4-BE49-F238E27FC236}">
                <a16:creationId xmlns:a16="http://schemas.microsoft.com/office/drawing/2014/main" id="{C9EA4FA3-21CA-C9ED-6623-76CF6BD6077E}"/>
              </a:ext>
            </a:extLst>
          </p:cNvPr>
          <p:cNvSpPr>
            <a:spLocks noChangeShapeType="1"/>
          </p:cNvSpPr>
          <p:nvPr/>
        </p:nvSpPr>
        <p:spPr bwMode="auto">
          <a:xfrm>
            <a:off x="26353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6" name="Line 8">
            <a:extLst>
              <a:ext uri="{FF2B5EF4-FFF2-40B4-BE49-F238E27FC236}">
                <a16:creationId xmlns:a16="http://schemas.microsoft.com/office/drawing/2014/main" id="{85DD391F-0F72-2DEC-33EE-E21782E402AA}"/>
              </a:ext>
            </a:extLst>
          </p:cNvPr>
          <p:cNvSpPr>
            <a:spLocks noChangeShapeType="1"/>
          </p:cNvSpPr>
          <p:nvPr/>
        </p:nvSpPr>
        <p:spPr bwMode="auto">
          <a:xfrm>
            <a:off x="33211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7" name="Line 9">
            <a:extLst>
              <a:ext uri="{FF2B5EF4-FFF2-40B4-BE49-F238E27FC236}">
                <a16:creationId xmlns:a16="http://schemas.microsoft.com/office/drawing/2014/main" id="{E552EA70-57EE-1DFC-1E9E-AB308E07F521}"/>
              </a:ext>
            </a:extLst>
          </p:cNvPr>
          <p:cNvSpPr>
            <a:spLocks noChangeShapeType="1"/>
          </p:cNvSpPr>
          <p:nvPr/>
        </p:nvSpPr>
        <p:spPr bwMode="auto">
          <a:xfrm>
            <a:off x="40069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8" name="Line 10">
            <a:extLst>
              <a:ext uri="{FF2B5EF4-FFF2-40B4-BE49-F238E27FC236}">
                <a16:creationId xmlns:a16="http://schemas.microsoft.com/office/drawing/2014/main" id="{996CA4B6-F4E2-8517-D798-5A20BFB50F5A}"/>
              </a:ext>
            </a:extLst>
          </p:cNvPr>
          <p:cNvSpPr>
            <a:spLocks noChangeShapeType="1"/>
          </p:cNvSpPr>
          <p:nvPr/>
        </p:nvSpPr>
        <p:spPr bwMode="auto">
          <a:xfrm>
            <a:off x="46927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9" name="Line 11">
            <a:extLst>
              <a:ext uri="{FF2B5EF4-FFF2-40B4-BE49-F238E27FC236}">
                <a16:creationId xmlns:a16="http://schemas.microsoft.com/office/drawing/2014/main" id="{03DEEFFC-F02A-BBF4-EF65-B9C762F3DEA4}"/>
              </a:ext>
            </a:extLst>
          </p:cNvPr>
          <p:cNvSpPr>
            <a:spLocks noChangeShapeType="1"/>
          </p:cNvSpPr>
          <p:nvPr/>
        </p:nvSpPr>
        <p:spPr bwMode="auto">
          <a:xfrm>
            <a:off x="53785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0" name="Line 12">
            <a:extLst>
              <a:ext uri="{FF2B5EF4-FFF2-40B4-BE49-F238E27FC236}">
                <a16:creationId xmlns:a16="http://schemas.microsoft.com/office/drawing/2014/main" id="{A8C05DF4-D10F-90FA-DC40-BA4FE63A12AB}"/>
              </a:ext>
            </a:extLst>
          </p:cNvPr>
          <p:cNvSpPr>
            <a:spLocks noChangeShapeType="1"/>
          </p:cNvSpPr>
          <p:nvPr/>
        </p:nvSpPr>
        <p:spPr bwMode="auto">
          <a:xfrm>
            <a:off x="60643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1" name="Line 13">
            <a:extLst>
              <a:ext uri="{FF2B5EF4-FFF2-40B4-BE49-F238E27FC236}">
                <a16:creationId xmlns:a16="http://schemas.microsoft.com/office/drawing/2014/main" id="{FCF06D7C-BEDB-CBFA-9E4B-8A82621E105B}"/>
              </a:ext>
            </a:extLst>
          </p:cNvPr>
          <p:cNvSpPr>
            <a:spLocks noChangeShapeType="1"/>
          </p:cNvSpPr>
          <p:nvPr/>
        </p:nvSpPr>
        <p:spPr bwMode="auto">
          <a:xfrm>
            <a:off x="67501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2" name="Line 14">
            <a:extLst>
              <a:ext uri="{FF2B5EF4-FFF2-40B4-BE49-F238E27FC236}">
                <a16:creationId xmlns:a16="http://schemas.microsoft.com/office/drawing/2014/main" id="{E60DD03A-7042-7933-C09B-2ABF314B5BD5}"/>
              </a:ext>
            </a:extLst>
          </p:cNvPr>
          <p:cNvSpPr>
            <a:spLocks noChangeShapeType="1"/>
          </p:cNvSpPr>
          <p:nvPr/>
        </p:nvSpPr>
        <p:spPr bwMode="auto">
          <a:xfrm>
            <a:off x="7435909" y="4738688"/>
            <a:ext cx="0" cy="685800"/>
          </a:xfrm>
          <a:prstGeom prst="line">
            <a:avLst/>
          </a:prstGeom>
          <a:noFill/>
          <a:ln w="38100">
            <a:solidFill>
              <a:srgbClr val="33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3" name="Text Box 15">
            <a:extLst>
              <a:ext uri="{FF2B5EF4-FFF2-40B4-BE49-F238E27FC236}">
                <a16:creationId xmlns:a16="http://schemas.microsoft.com/office/drawing/2014/main" id="{94E77367-5A3B-7737-BAC9-5014834A08F1}"/>
              </a:ext>
            </a:extLst>
          </p:cNvPr>
          <p:cNvSpPr txBox="1">
            <a:spLocks noChangeArrowheads="1"/>
          </p:cNvSpPr>
          <p:nvPr/>
        </p:nvSpPr>
        <p:spPr bwMode="auto">
          <a:xfrm>
            <a:off x="1187509" y="4159250"/>
            <a:ext cx="6686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3333CC"/>
                </a:solidFill>
                <a:latin typeface="Times New Roman" panose="02020603050405020304" pitchFamily="18" charset="0"/>
                <a:ea typeface="宋体" panose="02010600030101010101" pitchFamily="2" charset="-122"/>
              </a:rPr>
              <a:t>0     1     2     3     4     5    6     7     8     9</a:t>
            </a:r>
          </a:p>
        </p:txBody>
      </p:sp>
      <p:sp>
        <p:nvSpPr>
          <p:cNvPr id="7184" name="AutoShape 16">
            <a:extLst>
              <a:ext uri="{FF2B5EF4-FFF2-40B4-BE49-F238E27FC236}">
                <a16:creationId xmlns:a16="http://schemas.microsoft.com/office/drawing/2014/main" id="{95070A27-77F9-60C6-972F-BD2ED983A533}"/>
              </a:ext>
            </a:extLst>
          </p:cNvPr>
          <p:cNvSpPr>
            <a:spLocks/>
          </p:cNvSpPr>
          <p:nvPr/>
        </p:nvSpPr>
        <p:spPr bwMode="auto">
          <a:xfrm rot="-5400000">
            <a:off x="15304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85" name="AutoShape 17">
            <a:extLst>
              <a:ext uri="{FF2B5EF4-FFF2-40B4-BE49-F238E27FC236}">
                <a16:creationId xmlns:a16="http://schemas.microsoft.com/office/drawing/2014/main" id="{4FA6CA23-29CA-CFB5-91D0-E780E152A771}"/>
              </a:ext>
            </a:extLst>
          </p:cNvPr>
          <p:cNvSpPr>
            <a:spLocks/>
          </p:cNvSpPr>
          <p:nvPr/>
        </p:nvSpPr>
        <p:spPr bwMode="auto">
          <a:xfrm rot="-5400000">
            <a:off x="22162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86" name="AutoShape 18">
            <a:extLst>
              <a:ext uri="{FF2B5EF4-FFF2-40B4-BE49-F238E27FC236}">
                <a16:creationId xmlns:a16="http://schemas.microsoft.com/office/drawing/2014/main" id="{5E048285-E7E0-2C73-0C73-D51D4776AE26}"/>
              </a:ext>
            </a:extLst>
          </p:cNvPr>
          <p:cNvSpPr>
            <a:spLocks/>
          </p:cNvSpPr>
          <p:nvPr/>
        </p:nvSpPr>
        <p:spPr bwMode="auto">
          <a:xfrm rot="-5400000">
            <a:off x="29020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87" name="AutoShape 19">
            <a:extLst>
              <a:ext uri="{FF2B5EF4-FFF2-40B4-BE49-F238E27FC236}">
                <a16:creationId xmlns:a16="http://schemas.microsoft.com/office/drawing/2014/main" id="{C977F75D-C2CC-F1D7-B90C-C869348507DB}"/>
              </a:ext>
            </a:extLst>
          </p:cNvPr>
          <p:cNvSpPr>
            <a:spLocks/>
          </p:cNvSpPr>
          <p:nvPr/>
        </p:nvSpPr>
        <p:spPr bwMode="auto">
          <a:xfrm rot="-5400000">
            <a:off x="35878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88" name="AutoShape 20">
            <a:extLst>
              <a:ext uri="{FF2B5EF4-FFF2-40B4-BE49-F238E27FC236}">
                <a16:creationId xmlns:a16="http://schemas.microsoft.com/office/drawing/2014/main" id="{F3D7CB40-75AB-DFB8-7C17-7A0350342E34}"/>
              </a:ext>
            </a:extLst>
          </p:cNvPr>
          <p:cNvSpPr>
            <a:spLocks/>
          </p:cNvSpPr>
          <p:nvPr/>
        </p:nvSpPr>
        <p:spPr bwMode="auto">
          <a:xfrm rot="-5400000">
            <a:off x="42736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89" name="AutoShape 21">
            <a:extLst>
              <a:ext uri="{FF2B5EF4-FFF2-40B4-BE49-F238E27FC236}">
                <a16:creationId xmlns:a16="http://schemas.microsoft.com/office/drawing/2014/main" id="{00B3E96B-594B-B6BF-9AB7-11F0C48A6027}"/>
              </a:ext>
            </a:extLst>
          </p:cNvPr>
          <p:cNvSpPr>
            <a:spLocks/>
          </p:cNvSpPr>
          <p:nvPr/>
        </p:nvSpPr>
        <p:spPr bwMode="auto">
          <a:xfrm rot="-5400000">
            <a:off x="49594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90" name="AutoShape 22">
            <a:extLst>
              <a:ext uri="{FF2B5EF4-FFF2-40B4-BE49-F238E27FC236}">
                <a16:creationId xmlns:a16="http://schemas.microsoft.com/office/drawing/2014/main" id="{985E9E8D-F70C-DBB3-5B4D-53B7B9D319CE}"/>
              </a:ext>
            </a:extLst>
          </p:cNvPr>
          <p:cNvSpPr>
            <a:spLocks/>
          </p:cNvSpPr>
          <p:nvPr/>
        </p:nvSpPr>
        <p:spPr bwMode="auto">
          <a:xfrm rot="-5400000">
            <a:off x="56452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91" name="AutoShape 23">
            <a:extLst>
              <a:ext uri="{FF2B5EF4-FFF2-40B4-BE49-F238E27FC236}">
                <a16:creationId xmlns:a16="http://schemas.microsoft.com/office/drawing/2014/main" id="{45555CE6-2C4C-21B9-4593-0FA01738AF65}"/>
              </a:ext>
            </a:extLst>
          </p:cNvPr>
          <p:cNvSpPr>
            <a:spLocks/>
          </p:cNvSpPr>
          <p:nvPr/>
        </p:nvSpPr>
        <p:spPr bwMode="auto">
          <a:xfrm rot="-5400000">
            <a:off x="63310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92" name="AutoShape 24">
            <a:extLst>
              <a:ext uri="{FF2B5EF4-FFF2-40B4-BE49-F238E27FC236}">
                <a16:creationId xmlns:a16="http://schemas.microsoft.com/office/drawing/2014/main" id="{31C1002D-6E4A-AE16-6A81-5293CCD004BA}"/>
              </a:ext>
            </a:extLst>
          </p:cNvPr>
          <p:cNvSpPr>
            <a:spLocks/>
          </p:cNvSpPr>
          <p:nvPr/>
        </p:nvSpPr>
        <p:spPr bwMode="auto">
          <a:xfrm rot="-5400000">
            <a:off x="69406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93" name="AutoShape 25">
            <a:extLst>
              <a:ext uri="{FF2B5EF4-FFF2-40B4-BE49-F238E27FC236}">
                <a16:creationId xmlns:a16="http://schemas.microsoft.com/office/drawing/2014/main" id="{AC59BCA6-79F9-E6AE-1E3A-6D6FD4D80D3B}"/>
              </a:ext>
            </a:extLst>
          </p:cNvPr>
          <p:cNvSpPr>
            <a:spLocks/>
          </p:cNvSpPr>
          <p:nvPr/>
        </p:nvSpPr>
        <p:spPr bwMode="auto">
          <a:xfrm rot="-5400000">
            <a:off x="7626409" y="5264150"/>
            <a:ext cx="152400" cy="685800"/>
          </a:xfrm>
          <a:prstGeom prst="leftBrace">
            <a:avLst>
              <a:gd name="adj1" fmla="val 37500"/>
              <a:gd name="adj2" fmla="val 49699"/>
            </a:avLst>
          </a:prstGeom>
          <a:noFill/>
          <a:ln w="38100">
            <a:solidFill>
              <a:srgbClr val="33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194" name="Text Box 26">
            <a:extLst>
              <a:ext uri="{FF2B5EF4-FFF2-40B4-BE49-F238E27FC236}">
                <a16:creationId xmlns:a16="http://schemas.microsoft.com/office/drawing/2014/main" id="{BF4314F2-B7F4-4EF9-EF55-A63C4AB5F42C}"/>
              </a:ext>
            </a:extLst>
          </p:cNvPr>
          <p:cNvSpPr txBox="1">
            <a:spLocks noChangeArrowheads="1"/>
          </p:cNvSpPr>
          <p:nvPr/>
        </p:nvSpPr>
        <p:spPr bwMode="auto">
          <a:xfrm>
            <a:off x="1400234" y="5683250"/>
            <a:ext cx="6696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rgbClr val="CC0066"/>
                </a:solidFill>
                <a:latin typeface="Times New Roman" panose="02020603050405020304" pitchFamily="18" charset="0"/>
                <a:ea typeface="宋体" panose="02010600030101010101" pitchFamily="2" charset="-122"/>
              </a:rPr>
              <a:t>l      l      l     l      l      l     l      l     l      l</a:t>
            </a:r>
            <a:r>
              <a:rPr kumimoji="1" lang="en-US" altLang="zh-CN" sz="3200" b="1" i="1">
                <a:latin typeface="Times New Roman" panose="02020603050405020304" pitchFamily="18" charset="0"/>
                <a:ea typeface="宋体" panose="02010600030101010101" pitchFamily="2" charset="-122"/>
              </a:rPr>
              <a:t>  </a:t>
            </a:r>
            <a:endParaRPr kumimoji="1" lang="en-US" altLang="zh-CN" sz="3600">
              <a:latin typeface="Times New Roman" panose="02020603050405020304" pitchFamily="18" charset="0"/>
              <a:ea typeface="宋体" panose="02010600030101010101" pitchFamily="2" charset="-122"/>
            </a:endParaRPr>
          </a:p>
        </p:txBody>
      </p:sp>
      <p:sp>
        <p:nvSpPr>
          <p:cNvPr id="7195" name="AutoShape 28">
            <a:extLst>
              <a:ext uri="{FF2B5EF4-FFF2-40B4-BE49-F238E27FC236}">
                <a16:creationId xmlns:a16="http://schemas.microsoft.com/office/drawing/2014/main" id="{7F0FB02F-67D8-7172-6F07-D4D1474F382D}"/>
              </a:ext>
            </a:extLst>
          </p:cNvPr>
          <p:cNvSpPr>
            <a:spLocks/>
          </p:cNvSpPr>
          <p:nvPr/>
        </p:nvSpPr>
        <p:spPr bwMode="auto">
          <a:xfrm>
            <a:off x="3016309" y="2940050"/>
            <a:ext cx="152400" cy="1143000"/>
          </a:xfrm>
          <a:prstGeom prst="leftBrace">
            <a:avLst>
              <a:gd name="adj1" fmla="val 62500"/>
              <a:gd name="adj2" fmla="val 50000"/>
            </a:avLst>
          </a:prstGeom>
          <a:noFill/>
          <a:ln w="38100">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3600">
              <a:solidFill>
                <a:schemeClr val="bg2"/>
              </a:solidFill>
              <a:latin typeface="Times New Roman" panose="02020603050405020304" pitchFamily="18" charset="0"/>
              <a:ea typeface="宋体" panose="02010600030101010101" pitchFamily="2" charset="-122"/>
            </a:endParaRPr>
          </a:p>
        </p:txBody>
      </p:sp>
      <p:sp>
        <p:nvSpPr>
          <p:cNvPr id="7196" name="Rectangle 29">
            <a:extLst>
              <a:ext uri="{FF2B5EF4-FFF2-40B4-BE49-F238E27FC236}">
                <a16:creationId xmlns:a16="http://schemas.microsoft.com/office/drawing/2014/main" id="{0C4A5DE3-35E7-9A84-30DD-79767760BD7A}"/>
              </a:ext>
            </a:extLst>
          </p:cNvPr>
          <p:cNvSpPr>
            <a:spLocks noChangeArrowheads="1"/>
          </p:cNvSpPr>
          <p:nvPr/>
        </p:nvSpPr>
        <p:spPr bwMode="auto">
          <a:xfrm>
            <a:off x="958909" y="3136900"/>
            <a:ext cx="2057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a:solidFill>
                  <a:srgbClr val="CC0066"/>
                </a:solidFill>
                <a:latin typeface="Times New Roman" panose="02020603050405020304" pitchFamily="18" charset="0"/>
                <a:ea typeface="宋体" panose="02010600030101010101" pitchFamily="2" charset="-122"/>
              </a:rPr>
              <a:t>LOC(</a:t>
            </a:r>
            <a:r>
              <a:rPr kumimoji="1" lang="en-US" altLang="zh-CN" sz="3600" b="1" i="1">
                <a:solidFill>
                  <a:srgbClr val="CC0066"/>
                </a:solidFill>
                <a:latin typeface="Times New Roman" panose="02020603050405020304" pitchFamily="18" charset="0"/>
                <a:ea typeface="宋体" panose="02010600030101010101" pitchFamily="2" charset="-122"/>
              </a:rPr>
              <a:t>i</a:t>
            </a:r>
            <a:r>
              <a:rPr kumimoji="1" lang="en-US" altLang="zh-CN" sz="3600" b="1">
                <a:solidFill>
                  <a:srgbClr val="CC0066"/>
                </a:solidFill>
                <a:latin typeface="Times New Roman" panose="02020603050405020304" pitchFamily="18" charset="0"/>
                <a:ea typeface="宋体" panose="02010600030101010101" pitchFamily="2" charset="-122"/>
              </a:rPr>
              <a:t>) =</a:t>
            </a:r>
            <a:r>
              <a:rPr kumimoji="1" lang="en-US" altLang="zh-CN" sz="3600" b="1">
                <a:solidFill>
                  <a:schemeClr val="bg2"/>
                </a:solidFill>
                <a:latin typeface="Times New Roman" panose="02020603050405020304" pitchFamily="18" charset="0"/>
                <a:ea typeface="宋体" panose="02010600030101010101" pitchFamily="2" charset="-122"/>
              </a:rPr>
              <a:t> </a:t>
            </a:r>
            <a:endParaRPr kumimoji="1" lang="en-US" altLang="zh-CN" sz="3600">
              <a:latin typeface="Times New Roman" panose="02020603050405020304" pitchFamily="18" charset="0"/>
              <a:ea typeface="宋体" panose="02010600030101010101" pitchFamily="2" charset="-122"/>
            </a:endParaRPr>
          </a:p>
        </p:txBody>
      </p:sp>
      <p:sp>
        <p:nvSpPr>
          <p:cNvPr id="7197" name="Rectangle 30">
            <a:extLst>
              <a:ext uri="{FF2B5EF4-FFF2-40B4-BE49-F238E27FC236}">
                <a16:creationId xmlns:a16="http://schemas.microsoft.com/office/drawing/2014/main" id="{3641B0BD-C803-AA08-1351-EACEC8685B9B}"/>
              </a:ext>
            </a:extLst>
          </p:cNvPr>
          <p:cNvSpPr>
            <a:spLocks noChangeArrowheads="1"/>
          </p:cNvSpPr>
          <p:nvPr/>
        </p:nvSpPr>
        <p:spPr bwMode="auto">
          <a:xfrm>
            <a:off x="3244909" y="3517900"/>
            <a:ext cx="5257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a:solidFill>
                  <a:srgbClr val="CC0066"/>
                </a:solidFill>
                <a:latin typeface="Times New Roman" panose="02020603050405020304" pitchFamily="18" charset="0"/>
                <a:ea typeface="宋体" panose="02010600030101010101" pitchFamily="2" charset="-122"/>
              </a:rPr>
              <a:t>LOC(</a:t>
            </a:r>
            <a:r>
              <a:rPr kumimoji="1" lang="en-US" altLang="zh-CN" sz="3600" b="1" i="1">
                <a:solidFill>
                  <a:srgbClr val="CC0066"/>
                </a:solidFill>
                <a:latin typeface="Times New Roman" panose="02020603050405020304" pitchFamily="18" charset="0"/>
                <a:ea typeface="宋体" panose="02010600030101010101" pitchFamily="2" charset="-122"/>
              </a:rPr>
              <a:t>i</a:t>
            </a:r>
            <a:r>
              <a:rPr kumimoji="1" lang="en-US" altLang="zh-CN" sz="3600" b="1">
                <a:solidFill>
                  <a:srgbClr val="CC0066"/>
                </a:solidFill>
                <a:latin typeface="宋体" panose="02010600030101010101" pitchFamily="2" charset="-122"/>
                <a:ea typeface="宋体" panose="02010600030101010101" pitchFamily="2" charset="-122"/>
              </a:rPr>
              <a:t>-</a:t>
            </a:r>
            <a:r>
              <a:rPr kumimoji="1" lang="en-US" altLang="zh-CN" sz="3600" b="1">
                <a:solidFill>
                  <a:srgbClr val="CC0066"/>
                </a:solidFill>
                <a:latin typeface="Times New Roman" panose="02020603050405020304" pitchFamily="18" charset="0"/>
                <a:ea typeface="宋体" panose="02010600030101010101" pitchFamily="2" charset="-122"/>
              </a:rPr>
              <a:t>1)+</a:t>
            </a:r>
            <a:r>
              <a:rPr kumimoji="1" lang="en-US" altLang="zh-CN" sz="3600" b="1" i="1">
                <a:solidFill>
                  <a:srgbClr val="CC0066"/>
                </a:solidFill>
                <a:latin typeface="Times New Roman" panose="02020603050405020304" pitchFamily="18" charset="0"/>
                <a:ea typeface="宋体" panose="02010600030101010101" pitchFamily="2" charset="-122"/>
              </a:rPr>
              <a:t>l</a:t>
            </a:r>
            <a:r>
              <a:rPr kumimoji="1" lang="en-US" altLang="zh-CN" sz="3600" b="1">
                <a:solidFill>
                  <a:srgbClr val="CC0066"/>
                </a:solidFill>
                <a:latin typeface="Times New Roman" panose="02020603050405020304" pitchFamily="18" charset="0"/>
                <a:ea typeface="宋体" panose="02010600030101010101" pitchFamily="2" charset="-122"/>
              </a:rPr>
              <a:t> = </a:t>
            </a:r>
            <a:r>
              <a:rPr kumimoji="1" lang="en-US" altLang="zh-CN" sz="3600" b="1" i="1">
                <a:solidFill>
                  <a:srgbClr val="CC0066"/>
                </a:solidFill>
                <a:latin typeface="Times New Roman" panose="02020603050405020304" pitchFamily="18" charset="0"/>
                <a:ea typeface="宋体" panose="02010600030101010101" pitchFamily="2" charset="-122"/>
              </a:rPr>
              <a:t>a</a:t>
            </a:r>
            <a:r>
              <a:rPr kumimoji="1" lang="en-US" altLang="zh-CN" sz="3600" b="1">
                <a:solidFill>
                  <a:srgbClr val="CC0066"/>
                </a:solidFill>
                <a:latin typeface="Times New Roman" panose="02020603050405020304" pitchFamily="18" charset="0"/>
                <a:ea typeface="宋体" panose="02010600030101010101" pitchFamily="2" charset="-122"/>
              </a:rPr>
              <a:t>+</a:t>
            </a:r>
            <a:r>
              <a:rPr kumimoji="1" lang="en-US" altLang="zh-CN" sz="3600" b="1" i="1">
                <a:solidFill>
                  <a:srgbClr val="CC0066"/>
                </a:solidFill>
                <a:latin typeface="Times New Roman" panose="02020603050405020304" pitchFamily="18" charset="0"/>
                <a:ea typeface="宋体" panose="02010600030101010101" pitchFamily="2" charset="-122"/>
              </a:rPr>
              <a:t>i</a:t>
            </a:r>
            <a:r>
              <a:rPr kumimoji="1" lang="en-US" altLang="zh-CN" sz="3600" b="1">
                <a:solidFill>
                  <a:srgbClr val="CC0066"/>
                </a:solidFill>
                <a:latin typeface="Times New Roman" panose="02020603050405020304" pitchFamily="18" charset="0"/>
                <a:ea typeface="宋体" panose="02010600030101010101" pitchFamily="2" charset="-122"/>
              </a:rPr>
              <a:t>*</a:t>
            </a:r>
            <a:r>
              <a:rPr kumimoji="1" lang="en-US" altLang="zh-CN" sz="3600" b="1" i="1">
                <a:solidFill>
                  <a:srgbClr val="CC0066"/>
                </a:solidFill>
                <a:latin typeface="Times New Roman" panose="02020603050405020304" pitchFamily="18" charset="0"/>
                <a:ea typeface="宋体" panose="02010600030101010101" pitchFamily="2" charset="-122"/>
              </a:rPr>
              <a:t>l,  i &gt; 0</a:t>
            </a:r>
            <a:r>
              <a:rPr kumimoji="1" lang="en-US" altLang="zh-CN" sz="3600" b="1" i="1">
                <a:solidFill>
                  <a:schemeClr val="bg2"/>
                </a:solidFill>
                <a:latin typeface="Times New Roman" panose="02020603050405020304" pitchFamily="18" charset="0"/>
                <a:ea typeface="宋体" panose="02010600030101010101" pitchFamily="2" charset="-122"/>
              </a:rPr>
              <a:t> </a:t>
            </a:r>
            <a:endParaRPr kumimoji="1" lang="en-US" altLang="zh-CN" sz="3600">
              <a:latin typeface="Times New Roman" panose="02020603050405020304" pitchFamily="18" charset="0"/>
              <a:ea typeface="宋体" panose="02010600030101010101" pitchFamily="2" charset="-122"/>
            </a:endParaRPr>
          </a:p>
        </p:txBody>
      </p:sp>
      <p:sp>
        <p:nvSpPr>
          <p:cNvPr id="7198" name="Text Box 31">
            <a:extLst>
              <a:ext uri="{FF2B5EF4-FFF2-40B4-BE49-F238E27FC236}">
                <a16:creationId xmlns:a16="http://schemas.microsoft.com/office/drawing/2014/main" id="{242A080E-061E-54CC-70BE-E1CF1808DE9F}"/>
              </a:ext>
            </a:extLst>
          </p:cNvPr>
          <p:cNvSpPr txBox="1">
            <a:spLocks noChangeArrowheads="1"/>
          </p:cNvSpPr>
          <p:nvPr/>
        </p:nvSpPr>
        <p:spPr bwMode="auto">
          <a:xfrm>
            <a:off x="3244909" y="2787650"/>
            <a:ext cx="2971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i="1" dirty="0">
                <a:solidFill>
                  <a:srgbClr val="CC0066"/>
                </a:solidFill>
                <a:latin typeface="Times New Roman" panose="02020603050405020304" pitchFamily="18" charset="0"/>
                <a:ea typeface="宋体" panose="02010600030101010101" pitchFamily="2" charset="-122"/>
              </a:rPr>
              <a:t>a,         </a:t>
            </a:r>
            <a:r>
              <a:rPr kumimoji="1" lang="en-US" altLang="zh-CN" sz="3600" b="1" i="1" dirty="0" err="1">
                <a:solidFill>
                  <a:srgbClr val="CC0066"/>
                </a:solidFill>
                <a:latin typeface="Times New Roman" panose="02020603050405020304" pitchFamily="18" charset="0"/>
                <a:ea typeface="宋体" panose="02010600030101010101" pitchFamily="2" charset="-122"/>
              </a:rPr>
              <a:t>i</a:t>
            </a:r>
            <a:r>
              <a:rPr kumimoji="1" lang="en-US" altLang="zh-CN" sz="3600" b="1" i="1" dirty="0">
                <a:solidFill>
                  <a:srgbClr val="CC0066"/>
                </a:solidFill>
                <a:latin typeface="Times New Roman" panose="02020603050405020304" pitchFamily="18" charset="0"/>
                <a:ea typeface="宋体" panose="02010600030101010101" pitchFamily="2" charset="-122"/>
              </a:rPr>
              <a:t> </a:t>
            </a:r>
            <a:r>
              <a:rPr kumimoji="1" lang="en-US" altLang="zh-CN" sz="3600" b="1" dirty="0">
                <a:solidFill>
                  <a:srgbClr val="CC0066"/>
                </a:solidFill>
                <a:latin typeface="Times New Roman" panose="02020603050405020304" pitchFamily="18" charset="0"/>
                <a:ea typeface="宋体" panose="02010600030101010101" pitchFamily="2" charset="-122"/>
              </a:rPr>
              <a:t>= 0</a:t>
            </a:r>
            <a:r>
              <a:rPr kumimoji="1" lang="en-US" altLang="zh-CN" sz="3600" i="1" dirty="0">
                <a:solidFill>
                  <a:srgbClr val="3333CC"/>
                </a:solidFill>
                <a:latin typeface="Times New Roman" panose="02020603050405020304" pitchFamily="18" charset="0"/>
                <a:ea typeface="宋体" panose="02010600030101010101" pitchFamily="2" charset="-122"/>
              </a:rPr>
              <a:t>     </a:t>
            </a:r>
            <a:endParaRPr kumimoji="1" lang="en-US" altLang="zh-CN" sz="3600" dirty="0">
              <a:latin typeface="Times New Roman" panose="02020603050405020304" pitchFamily="18" charset="0"/>
              <a:ea typeface="宋体" panose="02010600030101010101" pitchFamily="2" charset="-122"/>
            </a:endParaRPr>
          </a:p>
        </p:txBody>
      </p:sp>
      <p:sp>
        <p:nvSpPr>
          <p:cNvPr id="7199" name="Line 32">
            <a:extLst>
              <a:ext uri="{FF2B5EF4-FFF2-40B4-BE49-F238E27FC236}">
                <a16:creationId xmlns:a16="http://schemas.microsoft.com/office/drawing/2014/main" id="{61D41E4A-F99D-E2F3-46A9-41E86AADC1E3}"/>
              </a:ext>
            </a:extLst>
          </p:cNvPr>
          <p:cNvSpPr>
            <a:spLocks noChangeShapeType="1"/>
          </p:cNvSpPr>
          <p:nvPr/>
        </p:nvSpPr>
        <p:spPr bwMode="auto">
          <a:xfrm flipV="1">
            <a:off x="4845109" y="5607050"/>
            <a:ext cx="0" cy="838200"/>
          </a:xfrm>
          <a:prstGeom prst="line">
            <a:avLst/>
          </a:prstGeom>
          <a:noFill/>
          <a:ln w="38100">
            <a:solidFill>
              <a:schemeClr val="tx2"/>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0" name="Text Box 33">
            <a:extLst>
              <a:ext uri="{FF2B5EF4-FFF2-40B4-BE49-F238E27FC236}">
                <a16:creationId xmlns:a16="http://schemas.microsoft.com/office/drawing/2014/main" id="{250C4571-99F9-4777-1316-FC12D4FB6E30}"/>
              </a:ext>
            </a:extLst>
          </p:cNvPr>
          <p:cNvSpPr txBox="1">
            <a:spLocks noChangeArrowheads="1"/>
          </p:cNvSpPr>
          <p:nvPr/>
        </p:nvSpPr>
        <p:spPr bwMode="auto">
          <a:xfrm>
            <a:off x="4845109" y="6140450"/>
            <a:ext cx="104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a:solidFill>
                  <a:schemeClr val="accent2"/>
                </a:solidFill>
                <a:latin typeface="Times New Roman" panose="02020603050405020304" pitchFamily="18" charset="0"/>
                <a:ea typeface="宋体" panose="02010600030101010101" pitchFamily="2" charset="-122"/>
              </a:rPr>
              <a:t>a+i*l</a:t>
            </a:r>
            <a:endParaRPr kumimoji="1" lang="en-US" altLang="zh-CN" sz="2400">
              <a:latin typeface="Times New Roman" panose="02020603050405020304" pitchFamily="18" charset="0"/>
              <a:ea typeface="宋体" panose="02010600030101010101" pitchFamily="2" charset="-122"/>
            </a:endParaRPr>
          </a:p>
        </p:txBody>
      </p:sp>
      <p:sp>
        <p:nvSpPr>
          <p:cNvPr id="7201" name="Text Box 34">
            <a:extLst>
              <a:ext uri="{FF2B5EF4-FFF2-40B4-BE49-F238E27FC236}">
                <a16:creationId xmlns:a16="http://schemas.microsoft.com/office/drawing/2014/main" id="{C3497BE1-9EDF-7AFF-ED65-5AC288EF61CD}"/>
              </a:ext>
            </a:extLst>
          </p:cNvPr>
          <p:cNvSpPr txBox="1">
            <a:spLocks noChangeArrowheads="1"/>
          </p:cNvSpPr>
          <p:nvPr/>
        </p:nvSpPr>
        <p:spPr bwMode="auto">
          <a:xfrm>
            <a:off x="774759" y="4660900"/>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i="1">
                <a:solidFill>
                  <a:schemeClr val="accent2"/>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7503D522-5131-46FB-9519-71E7A3571761}"/>
              </a:ext>
            </a:extLst>
          </p:cNvPr>
          <p:cNvSpPr>
            <a:spLocks noGrp="1"/>
          </p:cNvSpPr>
          <p:nvPr>
            <p:ph type="title"/>
          </p:nvPr>
        </p:nvSpPr>
        <p:spPr/>
        <p:txBody>
          <a:bodyPr>
            <a:normAutofit/>
          </a:bodyPr>
          <a:lstStyle/>
          <a:p>
            <a:r>
              <a:rPr lang="zh-CN" altLang="en-US" dirty="0"/>
              <a:t>数组的顺序存储方式</a:t>
            </a:r>
          </a:p>
        </p:txBody>
      </p:sp>
      <p:sp>
        <p:nvSpPr>
          <p:cNvPr id="3" name="内容占位符 2">
            <a:extLst>
              <a:ext uri="{FF2B5EF4-FFF2-40B4-BE49-F238E27FC236}">
                <a16:creationId xmlns:a16="http://schemas.microsoft.com/office/drawing/2014/main" id="{D9B924C4-C417-45DD-9F83-86C8CC44756E}"/>
              </a:ext>
            </a:extLst>
          </p:cNvPr>
          <p:cNvSpPr>
            <a:spLocks noGrp="1"/>
          </p:cNvSpPr>
          <p:nvPr>
            <p:ph idx="1"/>
          </p:nvPr>
        </p:nvSpPr>
        <p:spPr>
          <a:xfrm>
            <a:off x="628650" y="1825625"/>
            <a:ext cx="7886700" cy="809625"/>
          </a:xfrm>
        </p:spPr>
        <p:txBody>
          <a:bodyPr/>
          <a:lstStyle/>
          <a:p>
            <a:pPr marL="0" indent="0">
              <a:buNone/>
            </a:pPr>
            <a:r>
              <a:rPr lang="zh-CN" altLang="en-US" dirty="0"/>
              <a:t>一维数组</a:t>
            </a:r>
          </a:p>
        </p:txBody>
      </p:sp>
      <p:sp>
        <p:nvSpPr>
          <p:cNvPr id="5" name="灯片编号占位符 4">
            <a:extLst>
              <a:ext uri="{FF2B5EF4-FFF2-40B4-BE49-F238E27FC236}">
                <a16:creationId xmlns:a16="http://schemas.microsoft.com/office/drawing/2014/main" id="{A107A479-09E4-EE17-DFFE-45ADE56D78A4}"/>
              </a:ext>
            </a:extLst>
          </p:cNvPr>
          <p:cNvSpPr>
            <a:spLocks noGrp="1"/>
          </p:cNvSpPr>
          <p:nvPr>
            <p:ph type="sldNum" sz="quarter" idx="12"/>
          </p:nvPr>
        </p:nvSpPr>
        <p:spPr/>
        <p:txBody>
          <a:bodyPr/>
          <a:lstStyle/>
          <a:p>
            <a:pPr>
              <a:defRPr/>
            </a:pPr>
            <a:fld id="{34C23A13-5672-41C0-8934-A4311B913B34}" type="slidenum">
              <a:rPr lang="en-US" altLang="zh-CN" smtClean="0"/>
              <a:pPr>
                <a:defRPr/>
              </a:pPr>
              <a:t>4</a:t>
            </a:fld>
            <a:endParaRPr lang="en-US" altLang="zh-CN"/>
          </a:p>
        </p:txBody>
      </p:sp>
    </p:spTree>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a:extLst>
              <a:ext uri="{FF2B5EF4-FFF2-40B4-BE49-F238E27FC236}">
                <a16:creationId xmlns:a16="http://schemas.microsoft.com/office/drawing/2014/main" id="{C77A5612-AC38-C939-19B1-19643EB14DFD}"/>
              </a:ext>
            </a:extLst>
          </p:cNvPr>
          <p:cNvSpPr>
            <a:spLocks noGrp="1" noChangeArrowheads="1"/>
          </p:cNvSpPr>
          <p:nvPr>
            <p:ph type="title"/>
          </p:nvPr>
        </p:nvSpPr>
        <p:spPr>
          <a:xfrm>
            <a:off x="628650" y="365125"/>
            <a:ext cx="7886700" cy="1325563"/>
          </a:xfrm>
        </p:spPr>
        <p:txBody>
          <a:bodyPr/>
          <a:lstStyle/>
          <a:p>
            <a:r>
              <a:rPr lang="zh-CN" altLang="en-US" dirty="0"/>
              <a:t>一维数组与高维数组的关系</a:t>
            </a:r>
          </a:p>
        </p:txBody>
      </p:sp>
      <p:sp>
        <p:nvSpPr>
          <p:cNvPr id="539651" name="Rectangle 3">
            <a:extLst>
              <a:ext uri="{FF2B5EF4-FFF2-40B4-BE49-F238E27FC236}">
                <a16:creationId xmlns:a16="http://schemas.microsoft.com/office/drawing/2014/main" id="{AAE4E4F4-93FF-DFCB-F608-5D0BF5884967}"/>
              </a:ext>
            </a:extLst>
          </p:cNvPr>
          <p:cNvSpPr>
            <a:spLocks noGrp="1" noChangeArrowheads="1"/>
          </p:cNvSpPr>
          <p:nvPr>
            <p:ph idx="1"/>
          </p:nvPr>
        </p:nvSpPr>
        <p:spPr>
          <a:xfrm>
            <a:off x="628650" y="1825625"/>
            <a:ext cx="7886700" cy="4351338"/>
          </a:xfrm>
        </p:spPr>
        <p:txBody>
          <a:bodyPr>
            <a:normAutofit fontScale="77500" lnSpcReduction="20000"/>
          </a:bodyPr>
          <a:lstStyle/>
          <a:p>
            <a:r>
              <a:rPr lang="zh-CN" altLang="en-US" dirty="0"/>
              <a:t>一维数组常被称为向量（</a:t>
            </a:r>
            <a:r>
              <a:rPr lang="en-US" altLang="zh-CN" dirty="0"/>
              <a:t>Vector</a:t>
            </a:r>
            <a:r>
              <a:rPr lang="zh-CN" altLang="en-US" dirty="0"/>
              <a:t>）。</a:t>
            </a:r>
          </a:p>
          <a:p>
            <a:r>
              <a:rPr lang="zh-CN" altLang="en-US" dirty="0"/>
              <a:t>二维数组 </a:t>
            </a:r>
            <a:r>
              <a:rPr lang="en-US" altLang="zh-CN" dirty="0"/>
              <a:t>A[m][n] </a:t>
            </a:r>
            <a:r>
              <a:rPr lang="zh-CN" altLang="en-US" dirty="0"/>
              <a:t>可看成是由 </a:t>
            </a:r>
            <a:r>
              <a:rPr lang="en-US" altLang="zh-CN" dirty="0"/>
              <a:t>m </a:t>
            </a:r>
            <a:r>
              <a:rPr lang="zh-CN" altLang="en-US" dirty="0"/>
              <a:t>个行向量组成的向量，也可看成是由 </a:t>
            </a:r>
            <a:r>
              <a:rPr lang="en-US" altLang="zh-CN" dirty="0"/>
              <a:t>n </a:t>
            </a:r>
            <a:r>
              <a:rPr lang="zh-CN" altLang="en-US" dirty="0"/>
              <a:t>个列向量组成的向量。</a:t>
            </a:r>
            <a:endParaRPr lang="en-US" altLang="zh-CN" dirty="0"/>
          </a:p>
          <a:p>
            <a:r>
              <a:rPr lang="zh-CN" altLang="en-US" dirty="0"/>
              <a:t>一个二维数组类型可以定义为分量类型为一维数组类型的一维数组类型。例如“</a:t>
            </a:r>
            <a:r>
              <a:rPr lang="en-US" altLang="zh-CN" dirty="0"/>
              <a:t>typedef T array2[m][n]</a:t>
            </a:r>
            <a:r>
              <a:rPr lang="zh-CN" altLang="en-US" dirty="0"/>
              <a:t>”等价于：</a:t>
            </a:r>
            <a:endParaRPr lang="en-US" altLang="zh-CN" dirty="0"/>
          </a:p>
          <a:p>
            <a:pPr marL="342900" lvl="1" indent="0">
              <a:buNone/>
            </a:pPr>
            <a:r>
              <a:rPr lang="en-US" altLang="zh-CN" dirty="0"/>
              <a:t>typedef T array1[n];            //</a:t>
            </a:r>
            <a:r>
              <a:rPr lang="zh-CN" altLang="en-US" dirty="0"/>
              <a:t>行向量类型</a:t>
            </a:r>
            <a:endParaRPr lang="en-US" altLang="zh-CN" dirty="0"/>
          </a:p>
          <a:p>
            <a:pPr marL="342900" lvl="1" indent="0">
              <a:buNone/>
            </a:pPr>
            <a:r>
              <a:rPr lang="en-US" altLang="zh-CN" dirty="0"/>
              <a:t>typedef array1 array2[m];    //</a:t>
            </a:r>
            <a:r>
              <a:rPr lang="zh-CN" altLang="en-US" dirty="0"/>
              <a:t>二维数组类型</a:t>
            </a:r>
          </a:p>
          <a:p>
            <a:r>
              <a:rPr lang="zh-CN" altLang="en-US" dirty="0"/>
              <a:t>同理，一个三维数组类型可以定义为数据元素为二维数组类型的一维数组类型。</a:t>
            </a:r>
          </a:p>
        </p:txBody>
      </p:sp>
      <p:sp>
        <p:nvSpPr>
          <p:cNvPr id="3" name="灯片编号占位符 2">
            <a:extLst>
              <a:ext uri="{FF2B5EF4-FFF2-40B4-BE49-F238E27FC236}">
                <a16:creationId xmlns:a16="http://schemas.microsoft.com/office/drawing/2014/main" id="{2945C0E0-1592-327F-D2E2-4878A58E806E}"/>
              </a:ext>
            </a:extLst>
          </p:cNvPr>
          <p:cNvSpPr>
            <a:spLocks noGrp="1"/>
          </p:cNvSpPr>
          <p:nvPr>
            <p:ph type="ftr" sz="quarter" idx="11"/>
          </p:nvPr>
        </p:nvSpPr>
        <p:spPr>
          <a:xfrm>
            <a:off x="3028950" y="6356350"/>
            <a:ext cx="3086100" cy="365125"/>
          </a:xfrm>
        </p:spPr>
        <p:txBody>
          <a:bodyPr/>
          <a:lstStyle/>
          <a:p>
            <a:fld id="{713EADC1-8592-491C-96E3-D799F8E075E3}" type="slidenum">
              <a:rPr lang="en-US" altLang="zh-CN"/>
              <a:pPr/>
              <a:t>5</a:t>
            </a:fld>
            <a:endParaRPr lang="en-US" altLang="zh-CN"/>
          </a:p>
        </p:txBody>
      </p:sp>
    </p:spTree>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6250C90-29DF-4380-5707-A98B83723EEF}"/>
              </a:ext>
            </a:extLst>
          </p:cNvPr>
          <p:cNvSpPr>
            <a:spLocks noGrp="1"/>
          </p:cNvSpPr>
          <p:nvPr>
            <p:ph type="title"/>
          </p:nvPr>
        </p:nvSpPr>
        <p:spPr/>
        <p:txBody>
          <a:bodyPr/>
          <a:lstStyle/>
          <a:p>
            <a:r>
              <a:rPr lang="zh-CN" altLang="en-US" dirty="0"/>
              <a:t>数组的存储</a:t>
            </a:r>
          </a:p>
        </p:txBody>
      </p:sp>
      <p:sp>
        <p:nvSpPr>
          <p:cNvPr id="540675" name="Rectangle 3">
            <a:extLst>
              <a:ext uri="{FF2B5EF4-FFF2-40B4-BE49-F238E27FC236}">
                <a16:creationId xmlns:a16="http://schemas.microsoft.com/office/drawing/2014/main" id="{336E73F2-AA56-8BCD-0FF6-B9A42D733B49}"/>
              </a:ext>
            </a:extLst>
          </p:cNvPr>
          <p:cNvSpPr>
            <a:spLocks noGrp="1" noChangeArrowheads="1"/>
          </p:cNvSpPr>
          <p:nvPr>
            <p:ph idx="1"/>
          </p:nvPr>
        </p:nvSpPr>
        <p:spPr>
          <a:xfrm>
            <a:off x="628650" y="1825625"/>
            <a:ext cx="7886700" cy="4351338"/>
          </a:xfrm>
        </p:spPr>
        <p:txBody>
          <a:bodyPr>
            <a:normAutofit/>
          </a:bodyPr>
          <a:lstStyle/>
          <a:p>
            <a:r>
              <a:rPr lang="zh-CN" altLang="en-US" dirty="0"/>
              <a:t>静态定义的数组</a:t>
            </a:r>
            <a:endParaRPr lang="en-US" altLang="zh-CN" dirty="0"/>
          </a:p>
          <a:p>
            <a:pPr lvl="1"/>
            <a:r>
              <a:rPr lang="zh-CN" altLang="en-US" dirty="0"/>
              <a:t>其维数和维界不再改变，在编译时静态分配存储空间。一旦数组空间用完则不能扩充。</a:t>
            </a:r>
          </a:p>
          <a:p>
            <a:r>
              <a:rPr lang="zh-CN" altLang="en-US" dirty="0"/>
              <a:t>动态定义的数组</a:t>
            </a:r>
            <a:endParaRPr lang="en-US" altLang="zh-CN" dirty="0"/>
          </a:p>
          <a:p>
            <a:pPr lvl="1"/>
            <a:r>
              <a:rPr lang="zh-CN" altLang="en-US" dirty="0"/>
              <a:t>其维界不在说明语句中显式定义，而是在程序运行中创建数组对象时动态分配和初始化，在对象销毁时动态释放。</a:t>
            </a:r>
          </a:p>
        </p:txBody>
      </p:sp>
      <p:sp>
        <p:nvSpPr>
          <p:cNvPr id="3" name="灯片编号占位符 2">
            <a:extLst>
              <a:ext uri="{FF2B5EF4-FFF2-40B4-BE49-F238E27FC236}">
                <a16:creationId xmlns:a16="http://schemas.microsoft.com/office/drawing/2014/main" id="{FD1CD8CA-07BD-C768-BB5B-A69BB2C12386}"/>
              </a:ext>
            </a:extLst>
          </p:cNvPr>
          <p:cNvSpPr>
            <a:spLocks noGrp="1"/>
          </p:cNvSpPr>
          <p:nvPr>
            <p:ph type="ftr" sz="quarter" idx="11"/>
          </p:nvPr>
        </p:nvSpPr>
        <p:spPr>
          <a:xfrm>
            <a:off x="3028950" y="6356350"/>
            <a:ext cx="3086100" cy="365125"/>
          </a:xfrm>
        </p:spPr>
        <p:txBody>
          <a:bodyPr/>
          <a:lstStyle/>
          <a:p>
            <a:fld id="{7F6C4F4C-CC10-4861-A9E5-9A28ADFCD558}" type="slidenum">
              <a:rPr lang="en-US" altLang="zh-CN"/>
              <a:pPr/>
              <a:t>6</a:t>
            </a:fld>
            <a:endParaRPr lang="en-US" altLang="zh-CN"/>
          </a:p>
        </p:txBody>
      </p:sp>
    </p:spTree>
  </p:cSld>
  <p:clrMapOvr>
    <a:masterClrMapping/>
  </p:clrMapOvr>
  <p:transition>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8BC7A3A-4891-44F3-A043-7FF34B8E8543}"/>
              </a:ext>
            </a:extLst>
          </p:cNvPr>
          <p:cNvSpPr>
            <a:spLocks noGrp="1"/>
          </p:cNvSpPr>
          <p:nvPr>
            <p:ph type="title"/>
          </p:nvPr>
        </p:nvSpPr>
        <p:spPr/>
        <p:txBody>
          <a:bodyPr/>
          <a:lstStyle/>
          <a:p>
            <a:r>
              <a:rPr lang="zh-CN" altLang="en-US" dirty="0"/>
              <a:t>二维数组的行优先存放方式</a:t>
            </a:r>
          </a:p>
        </p:txBody>
      </p:sp>
      <p:graphicFrame>
        <p:nvGraphicFramePr>
          <p:cNvPr id="8199" name="Object 7">
            <a:extLst>
              <a:ext uri="{FF2B5EF4-FFF2-40B4-BE49-F238E27FC236}">
                <a16:creationId xmlns:a16="http://schemas.microsoft.com/office/drawing/2014/main" id="{C7669A0C-E8E8-EF20-C286-D6006E85886E}"/>
              </a:ext>
            </a:extLst>
          </p:cNvPr>
          <p:cNvGraphicFramePr>
            <a:graphicFrameLocks noChangeAspect="1"/>
          </p:cNvGraphicFramePr>
          <p:nvPr>
            <p:extLst>
              <p:ext uri="{D42A27DB-BD31-4B8C-83A1-F6EECF244321}">
                <p14:modId xmlns:p14="http://schemas.microsoft.com/office/powerpoint/2010/main" val="3940866748"/>
              </p:ext>
            </p:extLst>
          </p:nvPr>
        </p:nvGraphicFramePr>
        <p:xfrm>
          <a:off x="495300" y="1661064"/>
          <a:ext cx="8153400" cy="2895600"/>
        </p:xfrm>
        <a:graphic>
          <a:graphicData uri="http://schemas.openxmlformats.org/presentationml/2006/ole">
            <mc:AlternateContent xmlns:mc="http://schemas.openxmlformats.org/markup-compatibility/2006">
              <mc:Choice xmlns:v="urn:schemas-microsoft-com:vml" Requires="v">
                <p:oleObj name="公式" r:id="rId2" imgW="3149600" imgH="1143000" progId="Equation.3">
                  <p:embed/>
                </p:oleObj>
              </mc:Choice>
              <mc:Fallback>
                <p:oleObj name="公式" r:id="rId2" imgW="3149600" imgH="11430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661064"/>
                        <a:ext cx="81534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内容占位符 3">
            <a:extLst>
              <a:ext uri="{FF2B5EF4-FFF2-40B4-BE49-F238E27FC236}">
                <a16:creationId xmlns:a16="http://schemas.microsoft.com/office/drawing/2014/main" id="{C312920C-38AA-499F-9981-91A3F7F23B11}"/>
              </a:ext>
            </a:extLst>
          </p:cNvPr>
          <p:cNvSpPr>
            <a:spLocks noGrp="1"/>
          </p:cNvSpPr>
          <p:nvPr>
            <p:ph idx="1"/>
          </p:nvPr>
        </p:nvSpPr>
        <p:spPr>
          <a:xfrm>
            <a:off x="628650" y="4797152"/>
            <a:ext cx="7886700" cy="1695723"/>
          </a:xfrm>
        </p:spPr>
        <p:txBody>
          <a:bodyPr>
            <a:normAutofit lnSpcReduction="10000"/>
          </a:bodyPr>
          <a:lstStyle/>
          <a:p>
            <a:r>
              <a:rPr lang="zh-CN" altLang="en-US" dirty="0"/>
              <a:t>设数组开始存放位置 </a:t>
            </a:r>
            <a:r>
              <a:rPr lang="en-US" altLang="zh-CN" dirty="0"/>
              <a:t>LOC( 0, 0 ) = a,  </a:t>
            </a:r>
            <a:r>
              <a:rPr lang="zh-CN" altLang="en-US" dirty="0"/>
              <a:t>每个元素占用 </a:t>
            </a:r>
            <a:r>
              <a:rPr lang="en-US" altLang="zh-CN" dirty="0"/>
              <a:t>e </a:t>
            </a:r>
            <a:r>
              <a:rPr lang="zh-CN" altLang="en-US" dirty="0"/>
              <a:t>个存储单元：</a:t>
            </a:r>
            <a:endParaRPr lang="en-US" altLang="zh-CN" dirty="0"/>
          </a:p>
          <a:p>
            <a:pPr lvl="1"/>
            <a:r>
              <a:rPr lang="en-US" altLang="zh-CN" dirty="0"/>
              <a:t>LOC ( j, k ) = a + ( j * m + k ) * e</a:t>
            </a:r>
          </a:p>
          <a:p>
            <a:endParaRPr lang="zh-CN" altLang="en-US" dirty="0"/>
          </a:p>
        </p:txBody>
      </p:sp>
      <p:sp>
        <p:nvSpPr>
          <p:cNvPr id="5" name="灯片编号占位符 4">
            <a:extLst>
              <a:ext uri="{FF2B5EF4-FFF2-40B4-BE49-F238E27FC236}">
                <a16:creationId xmlns:a16="http://schemas.microsoft.com/office/drawing/2014/main" id="{78A85D89-2899-31C9-2AD6-D82C30ACF320}"/>
              </a:ext>
            </a:extLst>
          </p:cNvPr>
          <p:cNvSpPr>
            <a:spLocks noGrp="1"/>
          </p:cNvSpPr>
          <p:nvPr>
            <p:ph type="sldNum" sz="quarter" idx="12"/>
          </p:nvPr>
        </p:nvSpPr>
        <p:spPr/>
        <p:txBody>
          <a:bodyPr/>
          <a:lstStyle/>
          <a:p>
            <a:pPr>
              <a:defRPr/>
            </a:pPr>
            <a:fld id="{34C23A13-5672-41C0-8934-A4311B913B34}" type="slidenum">
              <a:rPr lang="en-US" altLang="zh-CN" smtClean="0"/>
              <a:pPr>
                <a:defRPr/>
              </a:pPr>
              <a:t>7</a:t>
            </a:fld>
            <a:endParaRPr lang="en-US" altLang="zh-CN"/>
          </a:p>
        </p:txBody>
      </p:sp>
    </p:spTree>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8BC7A3A-4891-44F3-A043-7FF34B8E8543}"/>
              </a:ext>
            </a:extLst>
          </p:cNvPr>
          <p:cNvSpPr>
            <a:spLocks noGrp="1"/>
          </p:cNvSpPr>
          <p:nvPr>
            <p:ph type="title"/>
          </p:nvPr>
        </p:nvSpPr>
        <p:spPr/>
        <p:txBody>
          <a:bodyPr/>
          <a:lstStyle/>
          <a:p>
            <a:r>
              <a:rPr lang="zh-CN" altLang="en-US" dirty="0"/>
              <a:t>二维数组的列优先存放方式</a:t>
            </a:r>
          </a:p>
        </p:txBody>
      </p:sp>
      <p:graphicFrame>
        <p:nvGraphicFramePr>
          <p:cNvPr id="8199" name="Object 7">
            <a:extLst>
              <a:ext uri="{FF2B5EF4-FFF2-40B4-BE49-F238E27FC236}">
                <a16:creationId xmlns:a16="http://schemas.microsoft.com/office/drawing/2014/main" id="{C7669A0C-E8E8-EF20-C286-D6006E85886E}"/>
              </a:ext>
            </a:extLst>
          </p:cNvPr>
          <p:cNvGraphicFramePr>
            <a:graphicFrameLocks noChangeAspect="1"/>
          </p:cNvGraphicFramePr>
          <p:nvPr/>
        </p:nvGraphicFramePr>
        <p:xfrm>
          <a:off x="495300" y="1661064"/>
          <a:ext cx="8153400" cy="2895600"/>
        </p:xfrm>
        <a:graphic>
          <a:graphicData uri="http://schemas.openxmlformats.org/presentationml/2006/ole">
            <mc:AlternateContent xmlns:mc="http://schemas.openxmlformats.org/markup-compatibility/2006">
              <mc:Choice xmlns:v="urn:schemas-microsoft-com:vml" Requires="v">
                <p:oleObj name="公式" r:id="rId2" imgW="3149600" imgH="1143000" progId="Equation.3">
                  <p:embed/>
                </p:oleObj>
              </mc:Choice>
              <mc:Fallback>
                <p:oleObj name="公式" r:id="rId2" imgW="3149600" imgH="1143000" progId="Equation.3">
                  <p:embed/>
                  <p:pic>
                    <p:nvPicPr>
                      <p:cNvPr id="8199" name="Object 7">
                        <a:extLst>
                          <a:ext uri="{FF2B5EF4-FFF2-40B4-BE49-F238E27FC236}">
                            <a16:creationId xmlns:a16="http://schemas.microsoft.com/office/drawing/2014/main" id="{C7669A0C-E8E8-EF20-C286-D6006E8588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661064"/>
                        <a:ext cx="81534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内容占位符 3">
            <a:extLst>
              <a:ext uri="{FF2B5EF4-FFF2-40B4-BE49-F238E27FC236}">
                <a16:creationId xmlns:a16="http://schemas.microsoft.com/office/drawing/2014/main" id="{C312920C-38AA-499F-9981-91A3F7F23B11}"/>
              </a:ext>
            </a:extLst>
          </p:cNvPr>
          <p:cNvSpPr>
            <a:spLocks noGrp="1"/>
          </p:cNvSpPr>
          <p:nvPr>
            <p:ph idx="1"/>
          </p:nvPr>
        </p:nvSpPr>
        <p:spPr>
          <a:xfrm>
            <a:off x="628650" y="4797152"/>
            <a:ext cx="7886700" cy="1695723"/>
          </a:xfrm>
        </p:spPr>
        <p:txBody>
          <a:bodyPr>
            <a:normAutofit lnSpcReduction="10000"/>
          </a:bodyPr>
          <a:lstStyle/>
          <a:p>
            <a:r>
              <a:rPr lang="zh-CN" altLang="en-US" dirty="0"/>
              <a:t>设数组开始存放位置 </a:t>
            </a:r>
            <a:r>
              <a:rPr lang="en-US" altLang="zh-CN" dirty="0"/>
              <a:t>LOC( 0, 0 ) = a,  </a:t>
            </a:r>
            <a:r>
              <a:rPr lang="zh-CN" altLang="en-US" dirty="0"/>
              <a:t>每个元素占用 </a:t>
            </a:r>
            <a:r>
              <a:rPr lang="en-US" altLang="zh-CN" dirty="0"/>
              <a:t>e </a:t>
            </a:r>
            <a:r>
              <a:rPr lang="zh-CN" altLang="en-US" dirty="0"/>
              <a:t>个存储单元：</a:t>
            </a:r>
            <a:endParaRPr lang="en-US" altLang="zh-CN" dirty="0"/>
          </a:p>
          <a:p>
            <a:pPr lvl="1"/>
            <a:r>
              <a:rPr lang="en-US" altLang="zh-CN" dirty="0"/>
              <a:t>LOC ( j, k ) = a + ( k * n + j ) * e</a:t>
            </a:r>
          </a:p>
        </p:txBody>
      </p:sp>
      <p:sp>
        <p:nvSpPr>
          <p:cNvPr id="5" name="灯片编号占位符 4">
            <a:extLst>
              <a:ext uri="{FF2B5EF4-FFF2-40B4-BE49-F238E27FC236}">
                <a16:creationId xmlns:a16="http://schemas.microsoft.com/office/drawing/2014/main" id="{E5E6B525-7404-DB3E-EF83-11AD9CF5BC32}"/>
              </a:ext>
            </a:extLst>
          </p:cNvPr>
          <p:cNvSpPr>
            <a:spLocks noGrp="1"/>
          </p:cNvSpPr>
          <p:nvPr>
            <p:ph type="sldNum" sz="quarter" idx="12"/>
          </p:nvPr>
        </p:nvSpPr>
        <p:spPr/>
        <p:txBody>
          <a:bodyPr/>
          <a:lstStyle/>
          <a:p>
            <a:pPr>
              <a:defRPr/>
            </a:pPr>
            <a:fld id="{34C23A13-5672-41C0-8934-A4311B913B34}" type="slidenum">
              <a:rPr lang="en-US" altLang="zh-CN" smtClean="0"/>
              <a:pPr>
                <a:defRPr/>
              </a:pPr>
              <a:t>8</a:t>
            </a:fld>
            <a:endParaRPr lang="en-US" altLang="zh-CN"/>
          </a:p>
        </p:txBody>
      </p:sp>
    </p:spTree>
    <p:extLst>
      <p:ext uri="{BB962C8B-B14F-4D97-AF65-F5344CB8AC3E}">
        <p14:creationId xmlns:p14="http://schemas.microsoft.com/office/powerpoint/2010/main" val="2542878825"/>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Text Box 4">
            <a:extLst>
              <a:ext uri="{FF2B5EF4-FFF2-40B4-BE49-F238E27FC236}">
                <a16:creationId xmlns:a16="http://schemas.microsoft.com/office/drawing/2014/main" id="{4035764C-30D2-2EC3-0F78-FA3E4B75AD17}"/>
              </a:ext>
            </a:extLst>
          </p:cNvPr>
          <p:cNvSpPr txBox="1">
            <a:spLocks noChangeArrowheads="1"/>
          </p:cNvSpPr>
          <p:nvPr/>
        </p:nvSpPr>
        <p:spPr bwMode="auto">
          <a:xfrm>
            <a:off x="1315194" y="3251410"/>
            <a:ext cx="6683240" cy="1282082"/>
          </a:xfrm>
          <a:prstGeom prst="rect">
            <a:avLst/>
          </a:prstGeom>
          <a:noFill/>
          <a:ln w="9525">
            <a:noFill/>
            <a:miter lim="800000"/>
            <a:headEnd/>
            <a:tailEnd/>
          </a:ln>
        </p:spPr>
        <p:txBody>
          <a:bodyPr wrap="none">
            <a:spAutoFit/>
          </a:bodyPr>
          <a:lstStyle/>
          <a:p>
            <a:pPr eaLnBrk="1" fontAlgn="auto" hangingPunct="1">
              <a:lnSpc>
                <a:spcPct val="110000"/>
              </a:lnSpc>
              <a:spcBef>
                <a:spcPts val="0"/>
              </a:spcBef>
              <a:spcAft>
                <a:spcPts val="0"/>
              </a:spcAft>
              <a:defRPr/>
            </a:pPr>
            <a:r>
              <a:rPr lang="en-US" altLang="zh-CN" sz="3600" b="1" dirty="0">
                <a:latin typeface="+mn-lt"/>
                <a:ea typeface="+mn-ea"/>
              </a:rPr>
              <a:t>LOC ( </a:t>
            </a:r>
            <a:r>
              <a:rPr lang="en-US" altLang="zh-CN" sz="3600" b="1" i="1" dirty="0">
                <a:latin typeface="+mn-lt"/>
                <a:ea typeface="仿宋_GB2312" pitchFamily="49" charset="-122"/>
              </a:rPr>
              <a:t>i</a:t>
            </a:r>
            <a:r>
              <a:rPr lang="en-US" altLang="zh-CN" sz="3600" b="1" baseline="-25000" dirty="0">
                <a:latin typeface="+mn-lt"/>
                <a:ea typeface="仿宋_GB2312" pitchFamily="49" charset="-122"/>
              </a:rPr>
              <a:t>1</a:t>
            </a:r>
            <a:r>
              <a:rPr lang="en-US" altLang="zh-CN" sz="3600" b="1" i="1" dirty="0">
                <a:latin typeface="+mn-lt"/>
                <a:ea typeface="仿宋_GB2312" pitchFamily="49" charset="-122"/>
              </a:rPr>
              <a:t>, i</a:t>
            </a:r>
            <a:r>
              <a:rPr lang="en-US" altLang="zh-CN" sz="3600" b="1" baseline="-25000" dirty="0">
                <a:latin typeface="+mn-lt"/>
                <a:ea typeface="仿宋_GB2312" pitchFamily="49" charset="-122"/>
              </a:rPr>
              <a:t>2</a:t>
            </a:r>
            <a:r>
              <a:rPr lang="en-US" altLang="zh-CN" sz="3600" b="1" i="1" dirty="0">
                <a:latin typeface="+mn-lt"/>
                <a:ea typeface="仿宋_GB2312" pitchFamily="49" charset="-122"/>
              </a:rPr>
              <a:t>, i</a:t>
            </a:r>
            <a:r>
              <a:rPr lang="en-US" altLang="zh-CN" sz="3600" b="1" baseline="-25000" dirty="0">
                <a:latin typeface="+mn-lt"/>
                <a:ea typeface="仿宋_GB2312" pitchFamily="49" charset="-122"/>
              </a:rPr>
              <a:t>3</a:t>
            </a:r>
            <a:r>
              <a:rPr lang="en-US" altLang="zh-CN" sz="3600" b="1" dirty="0">
                <a:latin typeface="+mn-lt"/>
                <a:ea typeface="仿宋_GB2312" pitchFamily="49" charset="-122"/>
              </a:rPr>
              <a:t> ) = </a:t>
            </a:r>
            <a:r>
              <a:rPr lang="en-US" altLang="zh-CN" sz="3600" b="1" i="1" dirty="0">
                <a:latin typeface="+mn-lt"/>
                <a:ea typeface="仿宋_GB2312" pitchFamily="49" charset="-122"/>
              </a:rPr>
              <a:t>a</a:t>
            </a:r>
            <a:r>
              <a:rPr lang="en-US" altLang="zh-CN" sz="3600" b="1" dirty="0">
                <a:latin typeface="+mn-lt"/>
                <a:ea typeface="仿宋_GB2312" pitchFamily="49" charset="-122"/>
              </a:rPr>
              <a:t> + </a:t>
            </a:r>
          </a:p>
          <a:p>
            <a:pPr eaLnBrk="1" fontAlgn="auto" hangingPunct="1">
              <a:lnSpc>
                <a:spcPct val="110000"/>
              </a:lnSpc>
              <a:spcBef>
                <a:spcPts val="0"/>
              </a:spcBef>
              <a:spcAft>
                <a:spcPts val="0"/>
              </a:spcAft>
              <a:defRPr/>
            </a:pPr>
            <a:r>
              <a:rPr lang="en-US" altLang="zh-CN" sz="3600" b="1" dirty="0">
                <a:latin typeface="+mn-lt"/>
                <a:ea typeface="仿宋_GB2312" pitchFamily="49" charset="-122"/>
              </a:rPr>
              <a:t>  ( </a:t>
            </a:r>
            <a:r>
              <a:rPr lang="en-US" altLang="zh-CN" sz="3600" b="1" i="1" dirty="0">
                <a:latin typeface="+mn-lt"/>
                <a:ea typeface="仿宋_GB2312" pitchFamily="49" charset="-122"/>
              </a:rPr>
              <a:t>i</a:t>
            </a:r>
            <a:r>
              <a:rPr lang="en-US" altLang="zh-CN" sz="3600" b="1" baseline="-25000" dirty="0">
                <a:latin typeface="+mn-lt"/>
                <a:ea typeface="仿宋_GB2312" pitchFamily="49" charset="-122"/>
              </a:rPr>
              <a:t>1</a:t>
            </a:r>
            <a:r>
              <a:rPr lang="en-US" altLang="zh-CN" sz="3600" b="1" dirty="0">
                <a:latin typeface="+mn-lt"/>
                <a:ea typeface="仿宋_GB2312" pitchFamily="49" charset="-122"/>
              </a:rPr>
              <a:t>* </a:t>
            </a:r>
            <a:r>
              <a:rPr lang="en-US" altLang="zh-CN" sz="3600" b="1" i="1" dirty="0">
                <a:latin typeface="+mn-lt"/>
                <a:ea typeface="仿宋_GB2312" pitchFamily="49" charset="-122"/>
              </a:rPr>
              <a:t>m</a:t>
            </a:r>
            <a:r>
              <a:rPr lang="en-US" altLang="zh-CN" sz="3600" b="1" baseline="-25000" dirty="0">
                <a:latin typeface="+mn-lt"/>
                <a:ea typeface="仿宋_GB2312" pitchFamily="49" charset="-122"/>
              </a:rPr>
              <a:t>2 </a:t>
            </a:r>
            <a:r>
              <a:rPr lang="en-US" altLang="zh-CN" sz="3600" b="1" dirty="0">
                <a:latin typeface="+mn-lt"/>
                <a:ea typeface="仿宋_GB2312" pitchFamily="49" charset="-122"/>
              </a:rPr>
              <a:t>* </a:t>
            </a:r>
            <a:r>
              <a:rPr lang="en-US" altLang="zh-CN" sz="3600" b="1" i="1" dirty="0">
                <a:latin typeface="+mn-lt"/>
                <a:ea typeface="仿宋_GB2312" pitchFamily="49" charset="-122"/>
              </a:rPr>
              <a:t>m</a:t>
            </a:r>
            <a:r>
              <a:rPr lang="en-US" altLang="zh-CN" sz="3600" b="1" baseline="-25000" dirty="0">
                <a:latin typeface="+mn-lt"/>
                <a:ea typeface="仿宋_GB2312" pitchFamily="49" charset="-122"/>
              </a:rPr>
              <a:t>3 </a:t>
            </a:r>
            <a:r>
              <a:rPr lang="en-US" altLang="zh-CN" sz="3600" b="1" i="1" dirty="0">
                <a:latin typeface="+mn-lt"/>
                <a:ea typeface="仿宋_GB2312" pitchFamily="49" charset="-122"/>
              </a:rPr>
              <a:t>+ i</a:t>
            </a:r>
            <a:r>
              <a:rPr lang="en-US" altLang="zh-CN" sz="3600" b="1" baseline="-25000" dirty="0">
                <a:latin typeface="+mn-lt"/>
                <a:ea typeface="仿宋_GB2312" pitchFamily="49" charset="-122"/>
              </a:rPr>
              <a:t>2</a:t>
            </a:r>
            <a:r>
              <a:rPr lang="en-US" altLang="zh-CN" sz="3600" b="1" i="1" dirty="0">
                <a:latin typeface="+mn-lt"/>
                <a:ea typeface="仿宋_GB2312" pitchFamily="49" charset="-122"/>
              </a:rPr>
              <a:t>* m</a:t>
            </a:r>
            <a:r>
              <a:rPr lang="en-US" altLang="zh-CN" sz="3600" b="1" baseline="-25000" dirty="0">
                <a:latin typeface="+mn-lt"/>
                <a:ea typeface="仿宋_GB2312" pitchFamily="49" charset="-122"/>
              </a:rPr>
              <a:t>3 </a:t>
            </a:r>
            <a:r>
              <a:rPr lang="en-US" altLang="zh-CN" sz="3600" b="1" i="1" dirty="0">
                <a:latin typeface="+mn-lt"/>
                <a:ea typeface="仿宋_GB2312" pitchFamily="49" charset="-122"/>
              </a:rPr>
              <a:t>+ i</a:t>
            </a:r>
            <a:r>
              <a:rPr lang="en-US" altLang="zh-CN" sz="3600" b="1" baseline="-25000" dirty="0">
                <a:latin typeface="+mn-lt"/>
                <a:ea typeface="仿宋_GB2312" pitchFamily="49" charset="-122"/>
              </a:rPr>
              <a:t>3</a:t>
            </a:r>
            <a:r>
              <a:rPr lang="en-US" altLang="zh-CN" sz="3600" b="1" i="1" dirty="0">
                <a:latin typeface="+mn-lt"/>
                <a:ea typeface="仿宋_GB2312" pitchFamily="49" charset="-122"/>
              </a:rPr>
              <a:t> </a:t>
            </a:r>
            <a:r>
              <a:rPr lang="en-US" altLang="zh-CN" sz="3600" b="1" dirty="0">
                <a:latin typeface="+mn-lt"/>
                <a:ea typeface="仿宋_GB2312" pitchFamily="49" charset="-122"/>
              </a:rPr>
              <a:t>) *</a:t>
            </a:r>
            <a:r>
              <a:rPr lang="en-US" altLang="zh-CN" sz="3600" b="1" i="1" dirty="0">
                <a:latin typeface="+mn-lt"/>
                <a:ea typeface="仿宋_GB2312" pitchFamily="49" charset="-122"/>
              </a:rPr>
              <a:t> e </a:t>
            </a:r>
            <a:r>
              <a:rPr lang="en-US" altLang="zh-CN" sz="3200" b="1" dirty="0">
                <a:effectLst>
                  <a:outerShdw blurRad="38100" dist="38100" dir="2700000" algn="tl">
                    <a:srgbClr val="C0C0C0"/>
                  </a:outerShdw>
                </a:effectLst>
                <a:latin typeface="+mn-lt"/>
                <a:ea typeface="仿宋_GB2312" pitchFamily="49" charset="-122"/>
              </a:rPr>
              <a:t> </a:t>
            </a:r>
          </a:p>
        </p:txBody>
      </p:sp>
      <p:sp>
        <p:nvSpPr>
          <p:cNvPr id="10245" name="AutoShape 5">
            <a:extLst>
              <a:ext uri="{FF2B5EF4-FFF2-40B4-BE49-F238E27FC236}">
                <a16:creationId xmlns:a16="http://schemas.microsoft.com/office/drawing/2014/main" id="{BAD0D49E-D867-EA6C-1B8E-CDBB806F237F}"/>
              </a:ext>
            </a:extLst>
          </p:cNvPr>
          <p:cNvSpPr>
            <a:spLocks/>
          </p:cNvSpPr>
          <p:nvPr/>
        </p:nvSpPr>
        <p:spPr bwMode="auto">
          <a:xfrm rot="-5400000">
            <a:off x="2839194" y="3689560"/>
            <a:ext cx="228600" cy="1943100"/>
          </a:xfrm>
          <a:prstGeom prst="leftBrace">
            <a:avLst>
              <a:gd name="adj1" fmla="val 70833"/>
              <a:gd name="adj2" fmla="val 5000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0246" name="Text Box 6">
            <a:extLst>
              <a:ext uri="{FF2B5EF4-FFF2-40B4-BE49-F238E27FC236}">
                <a16:creationId xmlns:a16="http://schemas.microsoft.com/office/drawing/2014/main" id="{7C0A4EAC-6F35-CE8B-AD44-637B493C8B8A}"/>
              </a:ext>
            </a:extLst>
          </p:cNvPr>
          <p:cNvSpPr txBox="1">
            <a:spLocks noChangeArrowheads="1"/>
          </p:cNvSpPr>
          <p:nvPr/>
        </p:nvSpPr>
        <p:spPr bwMode="auto">
          <a:xfrm>
            <a:off x="2058144" y="4699210"/>
            <a:ext cx="1828800"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600" b="1" dirty="0">
                <a:latin typeface="Times New Roman" panose="02020603050405020304" pitchFamily="18" charset="0"/>
                <a:ea typeface="仿宋_GB2312" pitchFamily="49" charset="-122"/>
              </a:rPr>
              <a:t>前</a:t>
            </a:r>
            <a:r>
              <a:rPr kumimoji="1" lang="en-US" altLang="zh-CN" sz="3600" b="1" i="1" dirty="0">
                <a:latin typeface="Times New Roman" panose="02020603050405020304" pitchFamily="18" charset="0"/>
                <a:ea typeface="仿宋_GB2312" pitchFamily="49" charset="-122"/>
              </a:rPr>
              <a:t>i</a:t>
            </a:r>
            <a:r>
              <a:rPr kumimoji="1" lang="en-US" altLang="zh-CN" sz="3600" b="1" baseline="-25000" dirty="0">
                <a:latin typeface="Times New Roman" panose="02020603050405020304" pitchFamily="18" charset="0"/>
                <a:ea typeface="仿宋_GB2312" pitchFamily="49" charset="-122"/>
              </a:rPr>
              <a:t>1</a:t>
            </a:r>
            <a:r>
              <a:rPr kumimoji="1" lang="zh-CN" altLang="en-US" sz="3200" b="1" dirty="0">
                <a:latin typeface="Times New Roman" panose="02020603050405020304" pitchFamily="18" charset="0"/>
                <a:ea typeface="仿宋_GB2312" pitchFamily="49" charset="-122"/>
              </a:rPr>
              <a:t>页总</a:t>
            </a:r>
          </a:p>
          <a:p>
            <a:pPr eaLnBrk="1" hangingPunct="1"/>
            <a:r>
              <a:rPr kumimoji="1" lang="zh-CN" altLang="en-US" sz="3200" b="1" dirty="0">
                <a:latin typeface="Times New Roman" panose="02020603050405020304" pitchFamily="18" charset="0"/>
                <a:ea typeface="仿宋_GB2312" pitchFamily="49" charset="-122"/>
              </a:rPr>
              <a:t>元素个数</a:t>
            </a:r>
          </a:p>
        </p:txBody>
      </p:sp>
      <p:sp>
        <p:nvSpPr>
          <p:cNvPr id="10247" name="AutoShape 7">
            <a:extLst>
              <a:ext uri="{FF2B5EF4-FFF2-40B4-BE49-F238E27FC236}">
                <a16:creationId xmlns:a16="http://schemas.microsoft.com/office/drawing/2014/main" id="{D63C6300-1F2B-B89E-FFC4-55538B02D6DF}"/>
              </a:ext>
            </a:extLst>
          </p:cNvPr>
          <p:cNvSpPr>
            <a:spLocks/>
          </p:cNvSpPr>
          <p:nvPr/>
        </p:nvSpPr>
        <p:spPr bwMode="auto">
          <a:xfrm rot="-5400000">
            <a:off x="4896594" y="4108660"/>
            <a:ext cx="228600" cy="1104900"/>
          </a:xfrm>
          <a:prstGeom prst="leftBrace">
            <a:avLst>
              <a:gd name="adj1" fmla="val 40278"/>
              <a:gd name="adj2" fmla="val 5000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0248" name="Text Box 8">
            <a:extLst>
              <a:ext uri="{FF2B5EF4-FFF2-40B4-BE49-F238E27FC236}">
                <a16:creationId xmlns:a16="http://schemas.microsoft.com/office/drawing/2014/main" id="{486A7BD9-AD7C-88FC-E16A-9997E74316F0}"/>
              </a:ext>
            </a:extLst>
          </p:cNvPr>
          <p:cNvSpPr txBox="1">
            <a:spLocks noChangeArrowheads="1"/>
          </p:cNvSpPr>
          <p:nvPr/>
        </p:nvSpPr>
        <p:spPr bwMode="auto">
          <a:xfrm>
            <a:off x="4115544" y="4699210"/>
            <a:ext cx="1828800"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600" b="1" dirty="0">
                <a:latin typeface="Times New Roman" panose="02020603050405020304" pitchFamily="18" charset="0"/>
                <a:ea typeface="仿宋_GB2312" pitchFamily="49" charset="-122"/>
              </a:rPr>
              <a:t>第</a:t>
            </a:r>
            <a:r>
              <a:rPr kumimoji="1" lang="en-US" altLang="zh-CN" sz="3600" b="1" i="1" dirty="0">
                <a:latin typeface="Times New Roman" panose="02020603050405020304" pitchFamily="18" charset="0"/>
                <a:ea typeface="仿宋_GB2312" pitchFamily="49" charset="-122"/>
              </a:rPr>
              <a:t>i</a:t>
            </a:r>
            <a:r>
              <a:rPr kumimoji="1" lang="en-US" altLang="zh-CN" sz="3600" b="1" baseline="-25000" dirty="0">
                <a:latin typeface="Times New Roman" panose="02020603050405020304" pitchFamily="18" charset="0"/>
                <a:ea typeface="仿宋_GB2312" pitchFamily="49" charset="-122"/>
              </a:rPr>
              <a:t>1</a:t>
            </a:r>
            <a:r>
              <a:rPr kumimoji="1" lang="zh-CN" altLang="en-US" sz="3200" b="1" dirty="0">
                <a:latin typeface="Times New Roman" panose="02020603050405020304" pitchFamily="18" charset="0"/>
                <a:ea typeface="仿宋_GB2312" pitchFamily="49" charset="-122"/>
              </a:rPr>
              <a:t>页的</a:t>
            </a:r>
          </a:p>
          <a:p>
            <a:pPr eaLnBrk="1" hangingPunct="1"/>
            <a:r>
              <a:rPr kumimoji="1" lang="zh-CN" altLang="en-US" sz="3200" b="1" dirty="0">
                <a:latin typeface="Times New Roman" panose="02020603050405020304" pitchFamily="18" charset="0"/>
                <a:ea typeface="仿宋_GB2312" pitchFamily="49" charset="-122"/>
              </a:rPr>
              <a:t>前</a:t>
            </a:r>
            <a:r>
              <a:rPr kumimoji="1" lang="en-US" altLang="zh-CN" sz="3600" b="1" i="1" dirty="0">
                <a:latin typeface="Times New Roman" panose="02020603050405020304" pitchFamily="18" charset="0"/>
                <a:ea typeface="仿宋_GB2312" pitchFamily="49" charset="-122"/>
              </a:rPr>
              <a:t>i</a:t>
            </a:r>
            <a:r>
              <a:rPr kumimoji="1" lang="en-US" altLang="zh-CN" sz="3600" b="1" baseline="-25000" dirty="0">
                <a:latin typeface="Times New Roman" panose="02020603050405020304" pitchFamily="18" charset="0"/>
                <a:ea typeface="仿宋_GB2312" pitchFamily="49" charset="-122"/>
              </a:rPr>
              <a:t>2</a:t>
            </a:r>
            <a:r>
              <a:rPr kumimoji="1" lang="zh-CN" altLang="en-US" sz="3600" b="1" dirty="0">
                <a:latin typeface="Times New Roman" panose="02020603050405020304" pitchFamily="18" charset="0"/>
                <a:ea typeface="仿宋_GB2312" pitchFamily="49" charset="-122"/>
              </a:rPr>
              <a:t>行</a:t>
            </a:r>
            <a:r>
              <a:rPr kumimoji="1" lang="zh-CN" altLang="en-US" sz="3200" b="1" dirty="0">
                <a:latin typeface="Times New Roman" panose="02020603050405020304" pitchFamily="18" charset="0"/>
                <a:ea typeface="仿宋_GB2312" pitchFamily="49" charset="-122"/>
              </a:rPr>
              <a:t>总元素个数</a:t>
            </a:r>
          </a:p>
        </p:txBody>
      </p:sp>
      <p:sp>
        <p:nvSpPr>
          <p:cNvPr id="10249" name="Text Box 9">
            <a:extLst>
              <a:ext uri="{FF2B5EF4-FFF2-40B4-BE49-F238E27FC236}">
                <a16:creationId xmlns:a16="http://schemas.microsoft.com/office/drawing/2014/main" id="{814ECA0D-2791-E51F-11C1-0D3F3D15E56A}"/>
              </a:ext>
            </a:extLst>
          </p:cNvPr>
          <p:cNvSpPr txBox="1">
            <a:spLocks noChangeArrowheads="1"/>
          </p:cNvSpPr>
          <p:nvPr/>
        </p:nvSpPr>
        <p:spPr bwMode="auto">
          <a:xfrm>
            <a:off x="6096744" y="4727785"/>
            <a:ext cx="2133600"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600" b="1" dirty="0">
                <a:latin typeface="Times New Roman" panose="02020603050405020304" pitchFamily="18" charset="0"/>
                <a:ea typeface="仿宋_GB2312" pitchFamily="49" charset="-122"/>
              </a:rPr>
              <a:t>第 </a:t>
            </a:r>
            <a:r>
              <a:rPr kumimoji="1" lang="en-US" altLang="zh-CN" sz="3600" b="1" i="1" dirty="0">
                <a:latin typeface="Times New Roman" panose="02020603050405020304" pitchFamily="18" charset="0"/>
                <a:ea typeface="仿宋_GB2312" pitchFamily="49" charset="-122"/>
              </a:rPr>
              <a:t>i</a:t>
            </a:r>
            <a:r>
              <a:rPr kumimoji="1" lang="en-US" altLang="zh-CN" sz="3600" b="1" baseline="-25000" dirty="0">
                <a:latin typeface="Times New Roman" panose="02020603050405020304" pitchFamily="18" charset="0"/>
                <a:ea typeface="仿宋_GB2312" pitchFamily="49" charset="-122"/>
              </a:rPr>
              <a:t>2 </a:t>
            </a:r>
            <a:r>
              <a:rPr kumimoji="1" lang="zh-CN" altLang="en-US" sz="3200" b="1" dirty="0">
                <a:latin typeface="Times New Roman" panose="02020603050405020304" pitchFamily="18" charset="0"/>
                <a:ea typeface="仿宋_GB2312" pitchFamily="49" charset="-122"/>
              </a:rPr>
              <a:t>行前 </a:t>
            </a:r>
            <a:r>
              <a:rPr kumimoji="1" lang="en-US" altLang="zh-CN" sz="3600" b="1" i="1" dirty="0">
                <a:latin typeface="Times New Roman" panose="02020603050405020304" pitchFamily="18" charset="0"/>
                <a:ea typeface="仿宋_GB2312" pitchFamily="49" charset="-122"/>
              </a:rPr>
              <a:t>i</a:t>
            </a:r>
            <a:r>
              <a:rPr kumimoji="1" lang="en-US" altLang="zh-CN" sz="3600" b="1" baseline="-25000" dirty="0">
                <a:latin typeface="Times New Roman" panose="02020603050405020304" pitchFamily="18" charset="0"/>
                <a:ea typeface="仿宋_GB2312" pitchFamily="49" charset="-122"/>
              </a:rPr>
              <a:t>3 </a:t>
            </a:r>
            <a:r>
              <a:rPr kumimoji="1" lang="zh-CN" altLang="en-US" sz="3600" b="1" dirty="0">
                <a:latin typeface="Times New Roman" panose="02020603050405020304" pitchFamily="18" charset="0"/>
                <a:ea typeface="仿宋_GB2312" pitchFamily="49" charset="-122"/>
              </a:rPr>
              <a:t>列</a:t>
            </a:r>
            <a:r>
              <a:rPr kumimoji="1" lang="zh-CN" altLang="en-US" sz="3200" b="1" dirty="0">
                <a:latin typeface="Times New Roman" panose="02020603050405020304" pitchFamily="18" charset="0"/>
                <a:ea typeface="仿宋_GB2312" pitchFamily="49" charset="-122"/>
              </a:rPr>
              <a:t>元素个数</a:t>
            </a:r>
          </a:p>
        </p:txBody>
      </p:sp>
      <p:sp>
        <p:nvSpPr>
          <p:cNvPr id="2" name="标题 1">
            <a:extLst>
              <a:ext uri="{FF2B5EF4-FFF2-40B4-BE49-F238E27FC236}">
                <a16:creationId xmlns:a16="http://schemas.microsoft.com/office/drawing/2014/main" id="{D83AEB22-8902-4394-A1F7-124EBFAB5899}"/>
              </a:ext>
            </a:extLst>
          </p:cNvPr>
          <p:cNvSpPr>
            <a:spLocks noGrp="1"/>
          </p:cNvSpPr>
          <p:nvPr>
            <p:ph type="title"/>
          </p:nvPr>
        </p:nvSpPr>
        <p:spPr/>
        <p:txBody>
          <a:bodyPr/>
          <a:lstStyle/>
          <a:p>
            <a:r>
              <a:rPr lang="zh-CN" altLang="en-US" dirty="0"/>
              <a:t> 三维数组</a:t>
            </a:r>
          </a:p>
        </p:txBody>
      </p:sp>
      <p:sp>
        <p:nvSpPr>
          <p:cNvPr id="3" name="内容占位符 2">
            <a:extLst>
              <a:ext uri="{FF2B5EF4-FFF2-40B4-BE49-F238E27FC236}">
                <a16:creationId xmlns:a16="http://schemas.microsoft.com/office/drawing/2014/main" id="{E3B9985B-2228-4C90-AC6B-93C59A545C78}"/>
              </a:ext>
            </a:extLst>
          </p:cNvPr>
          <p:cNvSpPr>
            <a:spLocks noGrp="1"/>
          </p:cNvSpPr>
          <p:nvPr>
            <p:ph idx="1"/>
          </p:nvPr>
        </p:nvSpPr>
        <p:spPr>
          <a:xfrm>
            <a:off x="628650" y="1825625"/>
            <a:ext cx="7886700" cy="1301750"/>
          </a:xfrm>
        </p:spPr>
        <p:txBody>
          <a:bodyPr>
            <a:normAutofit fontScale="77500" lnSpcReduction="20000"/>
          </a:bodyPr>
          <a:lstStyle/>
          <a:p>
            <a:r>
              <a:rPr lang="zh-CN" altLang="en-US" dirty="0"/>
              <a:t>各维元素个数为：</a:t>
            </a:r>
            <a:r>
              <a:rPr lang="en-US" altLang="zh-CN" dirty="0"/>
              <a:t>m</a:t>
            </a:r>
            <a:r>
              <a:rPr lang="en-US" altLang="zh-CN" baseline="-25000" dirty="0"/>
              <a:t>1</a:t>
            </a:r>
            <a:r>
              <a:rPr lang="en-US" altLang="zh-CN" dirty="0"/>
              <a:t>, m</a:t>
            </a:r>
            <a:r>
              <a:rPr lang="en-US" altLang="zh-CN" baseline="-25000" dirty="0"/>
              <a:t>2</a:t>
            </a:r>
            <a:r>
              <a:rPr lang="en-US" altLang="zh-CN" dirty="0"/>
              <a:t>, m</a:t>
            </a:r>
            <a:r>
              <a:rPr lang="en-US" altLang="zh-CN" baseline="-25000" dirty="0"/>
              <a:t>3</a:t>
            </a:r>
            <a:endParaRPr lang="zh-CN" altLang="en-US" dirty="0"/>
          </a:p>
          <a:p>
            <a:pPr lvl="1">
              <a:lnSpc>
                <a:spcPct val="120000"/>
              </a:lnSpc>
            </a:pPr>
            <a:r>
              <a:rPr lang="zh-CN" altLang="en-US" dirty="0"/>
              <a:t>下标为 </a:t>
            </a:r>
            <a:r>
              <a:rPr lang="en-US" altLang="zh-CN" dirty="0"/>
              <a:t>i</a:t>
            </a:r>
            <a:r>
              <a:rPr lang="en-US" altLang="zh-CN" baseline="-25000" dirty="0"/>
              <a:t>1</a:t>
            </a:r>
            <a:r>
              <a:rPr lang="en-US" altLang="zh-CN" dirty="0"/>
              <a:t>, i</a:t>
            </a:r>
            <a:r>
              <a:rPr lang="en-US" altLang="zh-CN" baseline="-25000" dirty="0"/>
              <a:t>2</a:t>
            </a:r>
            <a:r>
              <a:rPr lang="en-US" altLang="zh-CN" dirty="0"/>
              <a:t>, i</a:t>
            </a:r>
            <a:r>
              <a:rPr lang="en-US" altLang="zh-CN" baseline="-25000" dirty="0"/>
              <a:t>3</a:t>
            </a:r>
            <a:r>
              <a:rPr lang="zh-CN" altLang="en-US" dirty="0"/>
              <a:t>的数组元素的存储地址：（按页</a:t>
            </a:r>
            <a:r>
              <a:rPr lang="en-US" altLang="zh-CN" dirty="0"/>
              <a:t>/</a:t>
            </a:r>
            <a:r>
              <a:rPr lang="zh-CN" altLang="en-US" dirty="0"/>
              <a:t>行</a:t>
            </a:r>
            <a:r>
              <a:rPr lang="en-US" altLang="zh-CN" dirty="0"/>
              <a:t>/</a:t>
            </a:r>
            <a:r>
              <a:rPr lang="zh-CN" altLang="en-US" dirty="0"/>
              <a:t>列存放，有时也简称按行优先存放） 。</a:t>
            </a:r>
          </a:p>
        </p:txBody>
      </p:sp>
      <p:sp>
        <p:nvSpPr>
          <p:cNvPr id="5" name="灯片编号占位符 4">
            <a:extLst>
              <a:ext uri="{FF2B5EF4-FFF2-40B4-BE49-F238E27FC236}">
                <a16:creationId xmlns:a16="http://schemas.microsoft.com/office/drawing/2014/main" id="{C3613C99-321D-FE2B-582F-3649D495BDE7}"/>
              </a:ext>
            </a:extLst>
          </p:cNvPr>
          <p:cNvSpPr>
            <a:spLocks noGrp="1"/>
          </p:cNvSpPr>
          <p:nvPr>
            <p:ph type="sldNum" sz="quarter" idx="12"/>
          </p:nvPr>
        </p:nvSpPr>
        <p:spPr/>
        <p:txBody>
          <a:bodyPr/>
          <a:lstStyle/>
          <a:p>
            <a:pPr>
              <a:defRPr/>
            </a:pPr>
            <a:fld id="{34C23A13-5672-41C0-8934-A4311B913B34}" type="slidenum">
              <a:rPr lang="en-US" altLang="zh-CN" smtClean="0"/>
              <a:pPr>
                <a:defRPr/>
              </a:pPr>
              <a:t>9</a:t>
            </a:fld>
            <a:endParaRPr lang="en-US" altLang="zh-CN"/>
          </a:p>
        </p:txBody>
      </p:sp>
      <p:cxnSp>
        <p:nvCxnSpPr>
          <p:cNvPr id="8" name="直接箭头连接符 7">
            <a:extLst>
              <a:ext uri="{FF2B5EF4-FFF2-40B4-BE49-F238E27FC236}">
                <a16:creationId xmlns:a16="http://schemas.microsoft.com/office/drawing/2014/main" id="{B71E192F-09E1-C9D2-6675-CEF6357BFE06}"/>
              </a:ext>
            </a:extLst>
          </p:cNvPr>
          <p:cNvCxnSpPr/>
          <p:nvPr/>
        </p:nvCxnSpPr>
        <p:spPr>
          <a:xfrm>
            <a:off x="6457950" y="4546810"/>
            <a:ext cx="490314" cy="2286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8" name="Object 4">
            <a:extLst>
              <a:ext uri="{FF2B5EF4-FFF2-40B4-BE49-F238E27FC236}">
                <a16:creationId xmlns:a16="http://schemas.microsoft.com/office/drawing/2014/main" id="{D6D6DE06-0297-4371-2D1D-00F44A810342}"/>
              </a:ext>
            </a:extLst>
          </p:cNvPr>
          <p:cNvGraphicFramePr>
            <a:graphicFrameLocks noChangeAspect="1"/>
          </p:cNvGraphicFramePr>
          <p:nvPr/>
        </p:nvGraphicFramePr>
        <p:xfrm>
          <a:off x="855662" y="5313363"/>
          <a:ext cx="5259388" cy="1443037"/>
        </p:xfrm>
        <a:graphic>
          <a:graphicData uri="http://schemas.openxmlformats.org/presentationml/2006/ole">
            <mc:AlternateContent xmlns:mc="http://schemas.openxmlformats.org/markup-compatibility/2006">
              <mc:Choice xmlns:v="urn:schemas-microsoft-com:vml" Requires="v">
                <p:oleObj name="公式" r:id="rId2" imgW="1714500" imgH="508000" progId="Equation.3">
                  <p:embed/>
                </p:oleObj>
              </mc:Choice>
              <mc:Fallback>
                <p:oleObj name="公式" r:id="rId2" imgW="1714500" imgH="508000" progId="Equation.3">
                  <p:embed/>
                  <p:pic>
                    <p:nvPicPr>
                      <p:cNvPr id="11268" name="Object 4">
                        <a:extLst>
                          <a:ext uri="{FF2B5EF4-FFF2-40B4-BE49-F238E27FC236}">
                            <a16:creationId xmlns:a16="http://schemas.microsoft.com/office/drawing/2014/main" id="{D6D6DE06-0297-4371-2D1D-00F44A810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662" y="5313363"/>
                        <a:ext cx="5259388" cy="144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 name="Text Box 5">
            <a:extLst>
              <a:ext uri="{FF2B5EF4-FFF2-40B4-BE49-F238E27FC236}">
                <a16:creationId xmlns:a16="http://schemas.microsoft.com/office/drawing/2014/main" id="{4AE17A36-BB6D-53F1-F53B-C997036BF719}"/>
              </a:ext>
            </a:extLst>
          </p:cNvPr>
          <p:cNvSpPr txBox="1">
            <a:spLocks noChangeArrowheads="1"/>
          </p:cNvSpPr>
          <p:nvPr/>
        </p:nvSpPr>
        <p:spPr bwMode="auto">
          <a:xfrm>
            <a:off x="971600" y="3479369"/>
            <a:ext cx="8030716" cy="1891480"/>
          </a:xfrm>
          <a:prstGeom prst="rect">
            <a:avLst/>
          </a:prstGeom>
          <a:noFill/>
          <a:ln w="9525">
            <a:noFill/>
            <a:miter lim="800000"/>
            <a:headEnd/>
            <a:tailEnd/>
          </a:ln>
        </p:spPr>
        <p:txBody>
          <a:bodyPr wrap="square">
            <a:spAutoFit/>
          </a:bodyPr>
          <a:lstStyle/>
          <a:p>
            <a:pPr eaLnBrk="1" fontAlgn="auto" hangingPunct="1">
              <a:lnSpc>
                <a:spcPct val="110000"/>
              </a:lnSpc>
              <a:spcBef>
                <a:spcPts val="0"/>
              </a:spcBef>
              <a:spcAft>
                <a:spcPts val="0"/>
              </a:spcAft>
              <a:defRPr/>
            </a:pPr>
            <a:r>
              <a:rPr lang="en-US" altLang="zh-CN" sz="3600" b="1" dirty="0">
                <a:latin typeface="+mn-lt"/>
                <a:ea typeface="+mn-ea"/>
              </a:rPr>
              <a:t>LOC ( </a:t>
            </a:r>
            <a:r>
              <a:rPr lang="en-US" altLang="zh-CN" sz="3600" b="1" i="1" dirty="0">
                <a:latin typeface="+mn-lt"/>
                <a:ea typeface="仿宋_GB2312" pitchFamily="49" charset="-122"/>
              </a:rPr>
              <a:t>i</a:t>
            </a:r>
            <a:r>
              <a:rPr lang="en-US" altLang="zh-CN" sz="3600" b="1" baseline="-25000" dirty="0">
                <a:latin typeface="+mn-lt"/>
                <a:ea typeface="仿宋_GB2312" pitchFamily="49" charset="-122"/>
              </a:rPr>
              <a:t>1</a:t>
            </a:r>
            <a:r>
              <a:rPr lang="en-US" altLang="zh-CN" sz="3600" b="1" i="1" dirty="0">
                <a:latin typeface="+mn-lt"/>
                <a:ea typeface="仿宋_GB2312" pitchFamily="49" charset="-122"/>
              </a:rPr>
              <a:t>, i</a:t>
            </a:r>
            <a:r>
              <a:rPr lang="en-US" altLang="zh-CN" sz="3600" b="1" baseline="-25000" dirty="0">
                <a:latin typeface="+mn-lt"/>
                <a:ea typeface="仿宋_GB2312" pitchFamily="49" charset="-122"/>
              </a:rPr>
              <a:t>2</a:t>
            </a:r>
            <a:r>
              <a:rPr lang="en-US" altLang="zh-CN" sz="3600" b="1" i="1" dirty="0">
                <a:latin typeface="+mn-lt"/>
                <a:ea typeface="仿宋_GB2312" pitchFamily="49" charset="-122"/>
              </a:rPr>
              <a:t>, …, i</a:t>
            </a:r>
            <a:r>
              <a:rPr lang="en-US" altLang="zh-CN" sz="3600" b="1" i="1" baseline="-25000" dirty="0">
                <a:latin typeface="+mn-lt"/>
                <a:ea typeface="仿宋_GB2312" pitchFamily="49" charset="-122"/>
              </a:rPr>
              <a:t>n</a:t>
            </a:r>
            <a:r>
              <a:rPr lang="en-US" altLang="zh-CN" sz="3600" b="1" dirty="0">
                <a:latin typeface="+mn-lt"/>
                <a:ea typeface="仿宋_GB2312" pitchFamily="49" charset="-122"/>
              </a:rPr>
              <a:t> ) = </a:t>
            </a:r>
            <a:r>
              <a:rPr lang="en-US" altLang="zh-CN" sz="3600" b="1" i="1" dirty="0">
                <a:latin typeface="+mn-lt"/>
                <a:ea typeface="仿宋_GB2312" pitchFamily="49" charset="-122"/>
              </a:rPr>
              <a:t>a</a:t>
            </a:r>
            <a:r>
              <a:rPr lang="en-US" altLang="zh-CN" sz="3600" b="1" dirty="0">
                <a:latin typeface="+mn-lt"/>
                <a:ea typeface="仿宋_GB2312" pitchFamily="49" charset="-122"/>
              </a:rPr>
              <a:t> + </a:t>
            </a:r>
          </a:p>
          <a:p>
            <a:pPr eaLnBrk="1" fontAlgn="auto" hangingPunct="1">
              <a:lnSpc>
                <a:spcPct val="110000"/>
              </a:lnSpc>
              <a:spcBef>
                <a:spcPts val="0"/>
              </a:spcBef>
              <a:spcAft>
                <a:spcPts val="0"/>
              </a:spcAft>
              <a:defRPr/>
            </a:pPr>
            <a:r>
              <a:rPr lang="en-US" altLang="zh-CN" sz="3600" b="1" dirty="0">
                <a:latin typeface="+mn-lt"/>
                <a:ea typeface="仿宋_GB2312" pitchFamily="49" charset="-122"/>
              </a:rPr>
              <a:t>  ( </a:t>
            </a:r>
            <a:r>
              <a:rPr lang="en-US" altLang="zh-CN" sz="3600" b="1" i="1" dirty="0">
                <a:latin typeface="+mn-lt"/>
                <a:ea typeface="仿宋_GB2312" pitchFamily="49" charset="-122"/>
              </a:rPr>
              <a:t>i</a:t>
            </a:r>
            <a:r>
              <a:rPr lang="en-US" altLang="zh-CN" sz="3600" b="1" baseline="-25000" dirty="0">
                <a:latin typeface="+mn-lt"/>
                <a:ea typeface="仿宋_GB2312" pitchFamily="49" charset="-122"/>
              </a:rPr>
              <a:t>1</a:t>
            </a:r>
            <a:r>
              <a:rPr lang="en-US" altLang="zh-CN" sz="3600" b="1" dirty="0">
                <a:latin typeface="+mn-lt"/>
                <a:ea typeface="仿宋_GB2312" pitchFamily="49" charset="-122"/>
              </a:rPr>
              <a:t>*</a:t>
            </a:r>
            <a:r>
              <a:rPr lang="en-US" altLang="zh-CN" sz="3600" b="1" i="1" dirty="0">
                <a:latin typeface="+mn-lt"/>
                <a:ea typeface="仿宋_GB2312" pitchFamily="49" charset="-122"/>
              </a:rPr>
              <a:t>m</a:t>
            </a:r>
            <a:r>
              <a:rPr lang="en-US" altLang="zh-CN" sz="3600" b="1" baseline="-25000" dirty="0">
                <a:latin typeface="+mn-lt"/>
                <a:ea typeface="仿宋_GB2312" pitchFamily="49" charset="-122"/>
              </a:rPr>
              <a:t>2</a:t>
            </a:r>
            <a:r>
              <a:rPr lang="en-US" altLang="zh-CN" sz="3600" b="1" dirty="0">
                <a:latin typeface="+mn-lt"/>
                <a:ea typeface="仿宋_GB2312" pitchFamily="49" charset="-122"/>
              </a:rPr>
              <a:t>*</a:t>
            </a:r>
            <a:r>
              <a:rPr lang="en-US" altLang="zh-CN" sz="3600" b="1" i="1" dirty="0">
                <a:latin typeface="+mn-lt"/>
                <a:ea typeface="仿宋_GB2312" pitchFamily="49" charset="-122"/>
              </a:rPr>
              <a:t>m</a:t>
            </a:r>
            <a:r>
              <a:rPr lang="en-US" altLang="zh-CN" sz="3600" b="1" baseline="-25000" dirty="0">
                <a:latin typeface="+mn-lt"/>
                <a:ea typeface="仿宋_GB2312" pitchFamily="49" charset="-122"/>
              </a:rPr>
              <a:t>3</a:t>
            </a:r>
            <a:r>
              <a:rPr lang="en-US" altLang="zh-CN" sz="3600" b="1" dirty="0">
                <a:latin typeface="+mn-lt"/>
                <a:ea typeface="仿宋_GB2312" pitchFamily="49" charset="-122"/>
              </a:rPr>
              <a:t>*</a:t>
            </a:r>
            <a:r>
              <a:rPr lang="en-US" altLang="zh-CN" sz="3600" b="1" i="1" dirty="0">
                <a:latin typeface="+mn-lt"/>
                <a:ea typeface="仿宋_GB2312" pitchFamily="49" charset="-122"/>
              </a:rPr>
              <a:t>…*</a:t>
            </a:r>
            <a:r>
              <a:rPr lang="en-US" altLang="zh-CN" sz="3600" b="1" i="1" dirty="0" err="1">
                <a:latin typeface="+mn-lt"/>
                <a:ea typeface="仿宋_GB2312" pitchFamily="49" charset="-122"/>
              </a:rPr>
              <a:t>m</a:t>
            </a:r>
            <a:r>
              <a:rPr lang="en-US" altLang="zh-CN" sz="3600" b="1" i="1" baseline="-25000" dirty="0" err="1">
                <a:latin typeface="+mn-lt"/>
                <a:ea typeface="仿宋_GB2312" pitchFamily="49" charset="-122"/>
              </a:rPr>
              <a:t>n</a:t>
            </a:r>
            <a:r>
              <a:rPr lang="en-US" altLang="zh-CN" sz="3600" b="1" i="1" dirty="0">
                <a:latin typeface="+mn-lt"/>
                <a:ea typeface="仿宋_GB2312" pitchFamily="49" charset="-122"/>
              </a:rPr>
              <a:t> + i</a:t>
            </a:r>
            <a:r>
              <a:rPr lang="en-US" altLang="zh-CN" sz="3600" b="1" baseline="-25000" dirty="0">
                <a:latin typeface="+mn-lt"/>
                <a:ea typeface="仿宋_GB2312" pitchFamily="49" charset="-122"/>
              </a:rPr>
              <a:t>2</a:t>
            </a:r>
            <a:r>
              <a:rPr lang="en-US" altLang="zh-CN" sz="3600" b="1" i="1" dirty="0">
                <a:latin typeface="+mn-lt"/>
                <a:ea typeface="仿宋_GB2312" pitchFamily="49" charset="-122"/>
              </a:rPr>
              <a:t>*m</a:t>
            </a:r>
            <a:r>
              <a:rPr lang="en-US" altLang="zh-CN" sz="3600" b="1" baseline="-25000" dirty="0">
                <a:latin typeface="+mn-lt"/>
                <a:ea typeface="仿宋_GB2312" pitchFamily="49" charset="-122"/>
              </a:rPr>
              <a:t>3</a:t>
            </a:r>
            <a:r>
              <a:rPr lang="en-US" altLang="zh-CN" sz="3600" b="1" i="1" dirty="0">
                <a:latin typeface="+mn-lt"/>
                <a:ea typeface="仿宋_GB2312" pitchFamily="49" charset="-122"/>
              </a:rPr>
              <a:t>*m</a:t>
            </a:r>
            <a:r>
              <a:rPr lang="en-US" altLang="zh-CN" sz="3600" b="1" baseline="-25000" dirty="0">
                <a:latin typeface="+mn-lt"/>
                <a:ea typeface="仿宋_GB2312" pitchFamily="49" charset="-122"/>
              </a:rPr>
              <a:t>4</a:t>
            </a:r>
            <a:r>
              <a:rPr lang="en-US" altLang="zh-CN" sz="3600" b="1" dirty="0">
                <a:latin typeface="+mn-lt"/>
                <a:ea typeface="仿宋_GB2312" pitchFamily="49" charset="-122"/>
              </a:rPr>
              <a:t>*</a:t>
            </a:r>
            <a:r>
              <a:rPr lang="en-US" altLang="zh-CN" sz="3600" b="1" i="1" dirty="0">
                <a:latin typeface="+mn-lt"/>
                <a:ea typeface="仿宋_GB2312" pitchFamily="49" charset="-122"/>
              </a:rPr>
              <a:t>…*</a:t>
            </a:r>
            <a:r>
              <a:rPr lang="en-US" altLang="zh-CN" sz="3600" b="1" i="1" dirty="0" err="1">
                <a:latin typeface="+mn-lt"/>
                <a:ea typeface="仿宋_GB2312" pitchFamily="49" charset="-122"/>
              </a:rPr>
              <a:t>m</a:t>
            </a:r>
            <a:r>
              <a:rPr lang="en-US" altLang="zh-CN" sz="3600" b="1" i="1" baseline="-25000" dirty="0" err="1">
                <a:latin typeface="+mn-lt"/>
                <a:ea typeface="仿宋_GB2312" pitchFamily="49" charset="-122"/>
              </a:rPr>
              <a:t>n</a:t>
            </a:r>
            <a:r>
              <a:rPr lang="en-US" altLang="zh-CN" sz="3600" b="1" i="1" dirty="0">
                <a:latin typeface="+mn-lt"/>
                <a:ea typeface="仿宋_GB2312" pitchFamily="49" charset="-122"/>
              </a:rPr>
              <a:t>+</a:t>
            </a:r>
          </a:p>
          <a:p>
            <a:pPr eaLnBrk="1" fontAlgn="auto" hangingPunct="1">
              <a:lnSpc>
                <a:spcPct val="110000"/>
              </a:lnSpc>
              <a:spcBef>
                <a:spcPts val="0"/>
              </a:spcBef>
              <a:spcAft>
                <a:spcPts val="0"/>
              </a:spcAft>
              <a:defRPr/>
            </a:pPr>
            <a:r>
              <a:rPr lang="en-US" altLang="zh-CN" sz="3600" b="1" i="1" dirty="0">
                <a:latin typeface="+mn-lt"/>
                <a:ea typeface="仿宋_GB2312" pitchFamily="49" charset="-122"/>
              </a:rPr>
              <a:t>  + ……+ i</a:t>
            </a:r>
            <a:r>
              <a:rPr lang="en-US" altLang="zh-CN" sz="3600" b="1" i="1" baseline="-25000" dirty="0">
                <a:latin typeface="+mn-lt"/>
                <a:ea typeface="仿宋_GB2312" pitchFamily="49" charset="-122"/>
              </a:rPr>
              <a:t>n</a:t>
            </a:r>
            <a:r>
              <a:rPr lang="en-US" altLang="zh-CN" sz="3600" b="1" baseline="-25000" dirty="0">
                <a:latin typeface="+mn-lt"/>
                <a:ea typeface="仿宋_GB2312" pitchFamily="49" charset="-122"/>
              </a:rPr>
              <a:t>-1</a:t>
            </a:r>
            <a:r>
              <a:rPr lang="en-US" altLang="zh-CN" sz="3600" b="1" i="1" dirty="0">
                <a:latin typeface="+mn-lt"/>
                <a:ea typeface="仿宋_GB2312" pitchFamily="49" charset="-122"/>
              </a:rPr>
              <a:t>*</a:t>
            </a:r>
            <a:r>
              <a:rPr lang="en-US" altLang="zh-CN" sz="3600" b="1" i="1" dirty="0" err="1">
                <a:latin typeface="+mn-lt"/>
                <a:ea typeface="仿宋_GB2312" pitchFamily="49" charset="-122"/>
              </a:rPr>
              <a:t>m</a:t>
            </a:r>
            <a:r>
              <a:rPr lang="en-US" altLang="zh-CN" sz="3600" b="1" i="1" baseline="-25000" dirty="0" err="1">
                <a:latin typeface="+mn-lt"/>
                <a:ea typeface="仿宋_GB2312" pitchFamily="49" charset="-122"/>
              </a:rPr>
              <a:t>n</a:t>
            </a:r>
            <a:r>
              <a:rPr lang="en-US" altLang="zh-CN" sz="3600" b="1" i="1" dirty="0">
                <a:latin typeface="+mn-lt"/>
                <a:ea typeface="仿宋_GB2312" pitchFamily="49" charset="-122"/>
              </a:rPr>
              <a:t> + i</a:t>
            </a:r>
            <a:r>
              <a:rPr lang="en-US" altLang="zh-CN" sz="3600" b="1" i="1" baseline="-25000" dirty="0">
                <a:latin typeface="+mn-lt"/>
                <a:ea typeface="仿宋_GB2312" pitchFamily="49" charset="-122"/>
              </a:rPr>
              <a:t>n</a:t>
            </a:r>
            <a:r>
              <a:rPr lang="en-US" altLang="zh-CN" sz="3600" b="1" i="1" dirty="0">
                <a:latin typeface="+mn-lt"/>
                <a:ea typeface="仿宋_GB2312" pitchFamily="49" charset="-122"/>
              </a:rPr>
              <a:t> </a:t>
            </a:r>
            <a:r>
              <a:rPr lang="en-US" altLang="zh-CN" sz="3600" b="1" dirty="0">
                <a:latin typeface="+mn-lt"/>
                <a:ea typeface="仿宋_GB2312" pitchFamily="49" charset="-122"/>
              </a:rPr>
              <a:t>) *</a:t>
            </a:r>
            <a:r>
              <a:rPr lang="en-US" altLang="zh-CN" sz="3600" b="1" i="1" dirty="0">
                <a:latin typeface="+mn-lt"/>
                <a:ea typeface="仿宋_GB2312" pitchFamily="49" charset="-122"/>
              </a:rPr>
              <a:t> e </a:t>
            </a:r>
            <a:r>
              <a:rPr lang="en-US" altLang="zh-CN" sz="3200" b="1" dirty="0">
                <a:effectLst>
                  <a:outerShdw blurRad="38100" dist="38100" dir="2700000" algn="tl">
                    <a:srgbClr val="C0C0C0"/>
                  </a:outerShdw>
                </a:effectLst>
                <a:latin typeface="+mn-lt"/>
                <a:ea typeface="仿宋_GB2312" pitchFamily="49" charset="-122"/>
              </a:rPr>
              <a:t> </a:t>
            </a:r>
          </a:p>
        </p:txBody>
      </p:sp>
      <p:sp>
        <p:nvSpPr>
          <p:cNvPr id="2" name="标题 1">
            <a:extLst>
              <a:ext uri="{FF2B5EF4-FFF2-40B4-BE49-F238E27FC236}">
                <a16:creationId xmlns:a16="http://schemas.microsoft.com/office/drawing/2014/main" id="{63629D88-0211-49DB-A7F8-51D553AF1A4B}"/>
              </a:ext>
            </a:extLst>
          </p:cNvPr>
          <p:cNvSpPr>
            <a:spLocks noGrp="1"/>
          </p:cNvSpPr>
          <p:nvPr>
            <p:ph type="title"/>
          </p:nvPr>
        </p:nvSpPr>
        <p:spPr/>
        <p:txBody>
          <a:bodyPr/>
          <a:lstStyle/>
          <a:p>
            <a:r>
              <a:rPr lang="zh-CN" altLang="en-US" dirty="0"/>
              <a:t> </a:t>
            </a:r>
            <a:r>
              <a:rPr lang="en-US" altLang="zh-CN" dirty="0"/>
              <a:t>n </a:t>
            </a:r>
            <a:r>
              <a:rPr lang="zh-CN" altLang="en-US" dirty="0"/>
              <a:t>维数组</a:t>
            </a:r>
          </a:p>
        </p:txBody>
      </p:sp>
      <p:sp>
        <p:nvSpPr>
          <p:cNvPr id="3" name="内容占位符 2">
            <a:extLst>
              <a:ext uri="{FF2B5EF4-FFF2-40B4-BE49-F238E27FC236}">
                <a16:creationId xmlns:a16="http://schemas.microsoft.com/office/drawing/2014/main" id="{EE890455-D05E-43B9-94BF-19DF8E326AF9}"/>
              </a:ext>
            </a:extLst>
          </p:cNvPr>
          <p:cNvSpPr>
            <a:spLocks noGrp="1"/>
          </p:cNvSpPr>
          <p:nvPr>
            <p:ph idx="1"/>
          </p:nvPr>
        </p:nvSpPr>
        <p:spPr>
          <a:xfrm>
            <a:off x="628650" y="1825625"/>
            <a:ext cx="7886700" cy="1603375"/>
          </a:xfrm>
        </p:spPr>
        <p:txBody>
          <a:bodyPr>
            <a:normAutofit fontScale="92500" lnSpcReduction="10000"/>
          </a:bodyPr>
          <a:lstStyle/>
          <a:p>
            <a:r>
              <a:rPr lang="zh-CN" altLang="en-US" dirty="0"/>
              <a:t>各维元素个数为：</a:t>
            </a:r>
            <a:r>
              <a:rPr lang="en-US" altLang="zh-CN" dirty="0"/>
              <a:t>m</a:t>
            </a:r>
            <a:r>
              <a:rPr lang="en-US" altLang="zh-CN" baseline="-25000" dirty="0"/>
              <a:t>1</a:t>
            </a:r>
            <a:r>
              <a:rPr lang="en-US" altLang="zh-CN" dirty="0"/>
              <a:t>, m</a:t>
            </a:r>
            <a:r>
              <a:rPr lang="en-US" altLang="zh-CN" baseline="-25000" dirty="0"/>
              <a:t>2</a:t>
            </a:r>
            <a:r>
              <a:rPr lang="en-US" altLang="zh-CN" dirty="0"/>
              <a:t>, m</a:t>
            </a:r>
            <a:r>
              <a:rPr lang="en-US" altLang="zh-CN" baseline="-25000" dirty="0"/>
              <a:t>3</a:t>
            </a:r>
            <a:r>
              <a:rPr lang="en-US" altLang="zh-CN" dirty="0"/>
              <a:t>, …, </a:t>
            </a:r>
            <a:r>
              <a:rPr lang="en-US" altLang="zh-CN" dirty="0" err="1"/>
              <a:t>m</a:t>
            </a:r>
            <a:r>
              <a:rPr lang="en-US" altLang="zh-CN" baseline="-25000" dirty="0" err="1"/>
              <a:t>n</a:t>
            </a:r>
            <a:endParaRPr lang="zh-CN" altLang="en-US" dirty="0"/>
          </a:p>
          <a:p>
            <a:r>
              <a:rPr lang="zh-CN" altLang="en-US" dirty="0"/>
              <a:t>下标为 </a:t>
            </a:r>
            <a:r>
              <a:rPr lang="en-US" altLang="zh-CN" dirty="0"/>
              <a:t>i</a:t>
            </a:r>
            <a:r>
              <a:rPr lang="en-US" altLang="zh-CN" baseline="-25000" dirty="0"/>
              <a:t>1</a:t>
            </a:r>
            <a:r>
              <a:rPr lang="en-US" altLang="zh-CN" dirty="0"/>
              <a:t>, i</a:t>
            </a:r>
            <a:r>
              <a:rPr lang="en-US" altLang="zh-CN" baseline="-25000" dirty="0"/>
              <a:t>2</a:t>
            </a:r>
            <a:r>
              <a:rPr lang="en-US" altLang="zh-CN" dirty="0"/>
              <a:t>, i</a:t>
            </a:r>
            <a:r>
              <a:rPr lang="en-US" altLang="zh-CN" baseline="-25000" dirty="0"/>
              <a:t>3</a:t>
            </a:r>
            <a:r>
              <a:rPr lang="en-US" altLang="zh-CN" dirty="0"/>
              <a:t>, …, i</a:t>
            </a:r>
            <a:r>
              <a:rPr lang="en-US" altLang="zh-CN" baseline="-25000" dirty="0"/>
              <a:t>n</a:t>
            </a:r>
            <a:r>
              <a:rPr lang="zh-CN" altLang="en-US" dirty="0"/>
              <a:t>的数组元素的存储地址， 按行优先存放： </a:t>
            </a:r>
          </a:p>
        </p:txBody>
      </p:sp>
      <p:sp>
        <p:nvSpPr>
          <p:cNvPr id="5" name="灯片编号占位符 4">
            <a:extLst>
              <a:ext uri="{FF2B5EF4-FFF2-40B4-BE49-F238E27FC236}">
                <a16:creationId xmlns:a16="http://schemas.microsoft.com/office/drawing/2014/main" id="{A7D6793B-A3C4-0450-1157-05BCA93B08FE}"/>
              </a:ext>
            </a:extLst>
          </p:cNvPr>
          <p:cNvSpPr>
            <a:spLocks noGrp="1"/>
          </p:cNvSpPr>
          <p:nvPr>
            <p:ph type="sldNum" sz="quarter" idx="12"/>
          </p:nvPr>
        </p:nvSpPr>
        <p:spPr/>
        <p:txBody>
          <a:bodyPr/>
          <a:lstStyle/>
          <a:p>
            <a:pPr>
              <a:defRPr/>
            </a:pPr>
            <a:fld id="{34C23A13-5672-41C0-8934-A4311B913B34}" type="slidenum">
              <a:rPr lang="en-US" altLang="zh-CN" smtClean="0"/>
              <a:pPr>
                <a:defRPr/>
              </a:pPr>
              <a:t>10</a:t>
            </a:fld>
            <a:endParaRPr lang="en-US" altLang="zh-CN"/>
          </a:p>
        </p:txBody>
      </p:sp>
    </p:spTree>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A0154E-8CCF-46A4-87ED-42ECCBDD1FB2}"/>
              </a:ext>
            </a:extLst>
          </p:cNvPr>
          <p:cNvSpPr>
            <a:spLocks noGrp="1"/>
          </p:cNvSpPr>
          <p:nvPr>
            <p:ph type="title"/>
          </p:nvPr>
        </p:nvSpPr>
        <p:spPr/>
        <p:txBody>
          <a:bodyPr/>
          <a:lstStyle/>
          <a:p>
            <a:r>
              <a:rPr lang="en-US" altLang="zh-CN" dirty="0"/>
              <a:t>4.2 </a:t>
            </a:r>
            <a:r>
              <a:rPr lang="zh-CN" altLang="en-US" dirty="0"/>
              <a:t>特殊矩阵</a:t>
            </a:r>
          </a:p>
        </p:txBody>
      </p:sp>
      <p:sp>
        <p:nvSpPr>
          <p:cNvPr id="3" name="内容占位符 2">
            <a:extLst>
              <a:ext uri="{FF2B5EF4-FFF2-40B4-BE49-F238E27FC236}">
                <a16:creationId xmlns:a16="http://schemas.microsoft.com/office/drawing/2014/main" id="{2269B20B-5F68-442F-B548-0CC69BBD421D}"/>
              </a:ext>
            </a:extLst>
          </p:cNvPr>
          <p:cNvSpPr>
            <a:spLocks noGrp="1"/>
          </p:cNvSpPr>
          <p:nvPr>
            <p:ph idx="1"/>
          </p:nvPr>
        </p:nvSpPr>
        <p:spPr/>
        <p:txBody>
          <a:bodyPr>
            <a:normAutofit/>
          </a:bodyPr>
          <a:lstStyle/>
          <a:p>
            <a:r>
              <a:rPr lang="zh-CN" altLang="en-US" dirty="0"/>
              <a:t>特殊矩阵是指非零元素或零元素的分布有一定规律的矩阵。</a:t>
            </a:r>
          </a:p>
          <a:p>
            <a:pPr lvl="2"/>
            <a:r>
              <a:rPr lang="zh-CN" altLang="en-US" dirty="0"/>
              <a:t>对称矩阵、三角矩阵、对角矩阵、</a:t>
            </a:r>
            <a:r>
              <a:rPr lang="en-US" altLang="zh-CN" dirty="0"/>
              <a:t>…</a:t>
            </a:r>
          </a:p>
          <a:p>
            <a:pPr lvl="3"/>
            <a:r>
              <a:rPr lang="zh-CN" altLang="en-US" dirty="0"/>
              <a:t>对角矩阵又称带状矩阵</a:t>
            </a:r>
          </a:p>
          <a:p>
            <a:r>
              <a:rPr lang="zh-CN" altLang="en-US" dirty="0"/>
              <a:t>特殊矩阵的压缩存储主要是针对阶数很高的特殊矩阵。</a:t>
            </a:r>
            <a:endParaRPr lang="en-US" altLang="zh-CN" dirty="0"/>
          </a:p>
          <a:p>
            <a:pPr lvl="1"/>
            <a:r>
              <a:rPr lang="zh-CN" altLang="en-US" dirty="0"/>
              <a:t>为节省存储空间，对可以不存储的元素，如零元素或对称元素，不再存储。</a:t>
            </a:r>
          </a:p>
        </p:txBody>
      </p:sp>
      <p:sp>
        <p:nvSpPr>
          <p:cNvPr id="5" name="灯片编号占位符 4">
            <a:extLst>
              <a:ext uri="{FF2B5EF4-FFF2-40B4-BE49-F238E27FC236}">
                <a16:creationId xmlns:a16="http://schemas.microsoft.com/office/drawing/2014/main" id="{EFB40A8A-49B8-F0B8-16FD-262F6DF09638}"/>
              </a:ext>
            </a:extLst>
          </p:cNvPr>
          <p:cNvSpPr>
            <a:spLocks noGrp="1"/>
          </p:cNvSpPr>
          <p:nvPr>
            <p:ph type="sldNum" sz="quarter" idx="12"/>
          </p:nvPr>
        </p:nvSpPr>
        <p:spPr/>
        <p:txBody>
          <a:bodyPr/>
          <a:lstStyle/>
          <a:p>
            <a:pPr>
              <a:defRPr/>
            </a:pPr>
            <a:fld id="{34C23A13-5672-41C0-8934-A4311B913B34}" type="slidenum">
              <a:rPr lang="en-US" altLang="zh-CN" smtClean="0"/>
              <a:pPr>
                <a:defRPr/>
              </a:pPr>
              <a:t>11</a:t>
            </a:fld>
            <a:endParaRPr lang="en-US" altLang="zh-CN"/>
          </a:p>
        </p:txBody>
      </p:sp>
    </p:spTree>
  </p:cSld>
  <p:clrMapOvr>
    <a:masterClrMapping/>
  </p:clrMapOvr>
  <p:transition>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6" name="Object 4">
            <a:extLst>
              <a:ext uri="{FF2B5EF4-FFF2-40B4-BE49-F238E27FC236}">
                <a16:creationId xmlns:a16="http://schemas.microsoft.com/office/drawing/2014/main" id="{2EB4B1DE-E76F-1E06-1DEF-0C105701D87B}"/>
              </a:ext>
            </a:extLst>
          </p:cNvPr>
          <p:cNvGraphicFramePr>
            <a:graphicFrameLocks noChangeAspect="1"/>
          </p:cNvGraphicFramePr>
          <p:nvPr>
            <p:extLst>
              <p:ext uri="{D42A27DB-BD31-4B8C-83A1-F6EECF244321}">
                <p14:modId xmlns:p14="http://schemas.microsoft.com/office/powerpoint/2010/main" val="2823122707"/>
              </p:ext>
            </p:extLst>
          </p:nvPr>
        </p:nvGraphicFramePr>
        <p:xfrm>
          <a:off x="1257300" y="2593492"/>
          <a:ext cx="6629400" cy="3048000"/>
        </p:xfrm>
        <a:graphic>
          <a:graphicData uri="http://schemas.openxmlformats.org/presentationml/2006/ole">
            <mc:AlternateContent xmlns:mc="http://schemas.openxmlformats.org/markup-compatibility/2006">
              <mc:Choice xmlns:v="urn:schemas-microsoft-com:vml" Requires="v">
                <p:oleObj name="公式" r:id="rId2" imgW="2159000" imgH="914400" progId="Equation.3">
                  <p:embed/>
                </p:oleObj>
              </mc:Choice>
              <mc:Fallback>
                <p:oleObj name="公式" r:id="rId2" imgW="2159000" imgH="9144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00" y="2593492"/>
                        <a:ext cx="6629400"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 name="Line 5">
            <a:extLst>
              <a:ext uri="{FF2B5EF4-FFF2-40B4-BE49-F238E27FC236}">
                <a16:creationId xmlns:a16="http://schemas.microsoft.com/office/drawing/2014/main" id="{A7EADB19-F9E0-1EAD-FB3E-1F0607BBD1A2}"/>
              </a:ext>
            </a:extLst>
          </p:cNvPr>
          <p:cNvSpPr>
            <a:spLocks noChangeShapeType="1"/>
          </p:cNvSpPr>
          <p:nvPr/>
        </p:nvSpPr>
        <p:spPr bwMode="auto">
          <a:xfrm>
            <a:off x="2400300" y="2822092"/>
            <a:ext cx="4876800" cy="25908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4" name="Text Box 6">
            <a:extLst>
              <a:ext uri="{FF2B5EF4-FFF2-40B4-BE49-F238E27FC236}">
                <a16:creationId xmlns:a16="http://schemas.microsoft.com/office/drawing/2014/main" id="{D01E085B-0085-B90A-992D-2376C8FCFC57}"/>
              </a:ext>
            </a:extLst>
          </p:cNvPr>
          <p:cNvSpPr txBox="1">
            <a:spLocks noChangeArrowheads="1"/>
          </p:cNvSpPr>
          <p:nvPr/>
        </p:nvSpPr>
        <p:spPr bwMode="auto">
          <a:xfrm>
            <a:off x="1165225" y="5793892"/>
            <a:ext cx="4664075" cy="1066800"/>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zh-CN" altLang="en-US" sz="3600" b="1">
                <a:solidFill>
                  <a:srgbClr val="0000CC"/>
                </a:solidFill>
                <a:effectLst>
                  <a:outerShdw blurRad="38100" dist="38100" dir="2700000" algn="tl">
                    <a:srgbClr val="C0C0C0"/>
                  </a:outerShdw>
                </a:effectLst>
                <a:latin typeface="+mn-lt"/>
                <a:ea typeface="仿宋_GB2312" pitchFamily="49" charset="-122"/>
              </a:rPr>
              <a:t>在矩阵中</a:t>
            </a:r>
            <a:r>
              <a:rPr lang="zh-CN" altLang="en-US" sz="3600" b="1">
                <a:solidFill>
                  <a:srgbClr val="0000CC"/>
                </a:solidFill>
                <a:latin typeface="+mn-lt"/>
                <a:ea typeface="+mn-ea"/>
              </a:rPr>
              <a:t>，</a:t>
            </a:r>
            <a:r>
              <a:rPr lang="en-US" altLang="zh-CN" sz="4000" b="1" i="1">
                <a:solidFill>
                  <a:srgbClr val="0000CC"/>
                </a:solidFill>
                <a:latin typeface="+mn-lt"/>
                <a:ea typeface="+mn-ea"/>
              </a:rPr>
              <a:t>a</a:t>
            </a:r>
            <a:r>
              <a:rPr lang="en-US" altLang="zh-CN" sz="4000" b="1" i="1" baseline="-25000">
                <a:solidFill>
                  <a:srgbClr val="0000CC"/>
                </a:solidFill>
                <a:latin typeface="+mn-lt"/>
                <a:ea typeface="+mn-ea"/>
              </a:rPr>
              <a:t>ij</a:t>
            </a:r>
            <a:r>
              <a:rPr lang="en-US" altLang="zh-CN" sz="4000" b="1" i="1">
                <a:solidFill>
                  <a:srgbClr val="0000CC"/>
                </a:solidFill>
                <a:latin typeface="+mn-lt"/>
                <a:ea typeface="+mn-ea"/>
              </a:rPr>
              <a:t> </a:t>
            </a:r>
            <a:r>
              <a:rPr lang="en-US" altLang="zh-CN" sz="4000" b="1">
                <a:solidFill>
                  <a:srgbClr val="0000CC"/>
                </a:solidFill>
                <a:latin typeface="+mn-lt"/>
                <a:ea typeface="+mn-ea"/>
              </a:rPr>
              <a:t>= </a:t>
            </a:r>
            <a:r>
              <a:rPr lang="en-US" altLang="zh-CN" sz="4000" b="1" i="1">
                <a:solidFill>
                  <a:srgbClr val="0000CC"/>
                </a:solidFill>
                <a:latin typeface="+mn-lt"/>
                <a:ea typeface="+mn-ea"/>
              </a:rPr>
              <a:t>a</a:t>
            </a:r>
            <a:r>
              <a:rPr lang="en-US" altLang="zh-CN" sz="4000" b="1" i="1" baseline="-25000">
                <a:solidFill>
                  <a:srgbClr val="0000CC"/>
                </a:solidFill>
                <a:latin typeface="+mn-lt"/>
                <a:ea typeface="+mn-ea"/>
              </a:rPr>
              <a:t>ji</a:t>
            </a:r>
          </a:p>
          <a:p>
            <a:pPr eaLnBrk="1" fontAlgn="auto" hangingPunct="1">
              <a:spcBef>
                <a:spcPts val="0"/>
              </a:spcBef>
              <a:spcAft>
                <a:spcPts val="0"/>
              </a:spcAft>
              <a:defRPr/>
            </a:pPr>
            <a:endParaRPr lang="en-US" altLang="zh-CN" i="1">
              <a:latin typeface="+mn-lt"/>
              <a:ea typeface="+mn-ea"/>
            </a:endParaRPr>
          </a:p>
        </p:txBody>
      </p:sp>
      <p:sp>
        <p:nvSpPr>
          <p:cNvPr id="2" name="标题 1">
            <a:extLst>
              <a:ext uri="{FF2B5EF4-FFF2-40B4-BE49-F238E27FC236}">
                <a16:creationId xmlns:a16="http://schemas.microsoft.com/office/drawing/2014/main" id="{221C7A04-0884-4F6D-A18D-10C24FD84FD8}"/>
              </a:ext>
            </a:extLst>
          </p:cNvPr>
          <p:cNvSpPr>
            <a:spLocks noGrp="1"/>
          </p:cNvSpPr>
          <p:nvPr>
            <p:ph type="title"/>
          </p:nvPr>
        </p:nvSpPr>
        <p:spPr/>
        <p:txBody>
          <a:bodyPr/>
          <a:lstStyle/>
          <a:p>
            <a:r>
              <a:rPr lang="zh-CN" altLang="en-US" dirty="0"/>
              <a:t>对称矩阵</a:t>
            </a:r>
          </a:p>
        </p:txBody>
      </p:sp>
      <p:sp>
        <p:nvSpPr>
          <p:cNvPr id="3" name="内容占位符 2">
            <a:extLst>
              <a:ext uri="{FF2B5EF4-FFF2-40B4-BE49-F238E27FC236}">
                <a16:creationId xmlns:a16="http://schemas.microsoft.com/office/drawing/2014/main" id="{9BFD4002-76E8-4DA7-A857-D254C8DE3364}"/>
              </a:ext>
            </a:extLst>
          </p:cNvPr>
          <p:cNvSpPr>
            <a:spLocks noGrp="1"/>
          </p:cNvSpPr>
          <p:nvPr>
            <p:ph idx="1"/>
          </p:nvPr>
        </p:nvSpPr>
        <p:spPr>
          <a:xfrm>
            <a:off x="628650" y="1825625"/>
            <a:ext cx="7886700" cy="811287"/>
          </a:xfrm>
        </p:spPr>
        <p:txBody>
          <a:bodyPr>
            <a:normAutofit/>
          </a:bodyPr>
          <a:lstStyle/>
          <a:p>
            <a:r>
              <a:rPr lang="zh-CN" altLang="en-US" dirty="0"/>
              <a:t>设有一个 </a:t>
            </a:r>
            <a:r>
              <a:rPr lang="en-US" altLang="zh-CN" dirty="0"/>
              <a:t>n*n </a:t>
            </a:r>
            <a:r>
              <a:rPr lang="zh-CN" altLang="en-US" dirty="0"/>
              <a:t>的对称矩阵 </a:t>
            </a:r>
            <a:r>
              <a:rPr lang="en-US" altLang="zh-CN" dirty="0"/>
              <a:t>A</a:t>
            </a:r>
            <a:r>
              <a:rPr lang="zh-CN" altLang="en-US" dirty="0"/>
              <a:t>。</a:t>
            </a:r>
          </a:p>
        </p:txBody>
      </p:sp>
      <p:sp>
        <p:nvSpPr>
          <p:cNvPr id="5" name="灯片编号占位符 4">
            <a:extLst>
              <a:ext uri="{FF2B5EF4-FFF2-40B4-BE49-F238E27FC236}">
                <a16:creationId xmlns:a16="http://schemas.microsoft.com/office/drawing/2014/main" id="{154F0A99-567D-7FB3-BF54-384744863C87}"/>
              </a:ext>
            </a:extLst>
          </p:cNvPr>
          <p:cNvSpPr>
            <a:spLocks noGrp="1"/>
          </p:cNvSpPr>
          <p:nvPr>
            <p:ph type="sldNum" sz="quarter" idx="12"/>
          </p:nvPr>
        </p:nvSpPr>
        <p:spPr/>
        <p:txBody>
          <a:bodyPr/>
          <a:lstStyle/>
          <a:p>
            <a:pPr>
              <a:defRPr/>
            </a:pPr>
            <a:fld id="{34C23A13-5672-41C0-8934-A4311B913B34}" type="slidenum">
              <a:rPr lang="en-US" altLang="zh-CN" smtClean="0"/>
              <a:pPr>
                <a:defRPr/>
              </a:pPr>
              <a:t>12</a:t>
            </a:fld>
            <a:endParaRPr lang="en-US" altLang="zh-CN"/>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BAC227-761F-412F-8E09-292BABE2A322}"/>
              </a:ext>
            </a:extLst>
          </p:cNvPr>
          <p:cNvSpPr>
            <a:spLocks noGrp="1"/>
          </p:cNvSpPr>
          <p:nvPr>
            <p:ph type="title"/>
          </p:nvPr>
        </p:nvSpPr>
        <p:spPr/>
        <p:txBody>
          <a:bodyPr/>
          <a:lstStyle/>
          <a:p>
            <a:r>
              <a:rPr lang="zh-CN" altLang="en-US" dirty="0"/>
              <a:t>对称矩阵的压缩存储</a:t>
            </a:r>
          </a:p>
        </p:txBody>
      </p:sp>
      <p:sp>
        <p:nvSpPr>
          <p:cNvPr id="3" name="内容占位符 2">
            <a:extLst>
              <a:ext uri="{FF2B5EF4-FFF2-40B4-BE49-F238E27FC236}">
                <a16:creationId xmlns:a16="http://schemas.microsoft.com/office/drawing/2014/main" id="{40F96A66-CA4A-498D-8EAA-4F12D4DCCA8B}"/>
              </a:ext>
            </a:extLst>
          </p:cNvPr>
          <p:cNvSpPr>
            <a:spLocks noGrp="1"/>
          </p:cNvSpPr>
          <p:nvPr>
            <p:ph idx="1"/>
          </p:nvPr>
        </p:nvSpPr>
        <p:spPr/>
        <p:txBody>
          <a:bodyPr>
            <a:normAutofit fontScale="92500" lnSpcReduction="10000"/>
          </a:bodyPr>
          <a:lstStyle/>
          <a:p>
            <a:r>
              <a:rPr lang="zh-CN" altLang="en-US" dirty="0"/>
              <a:t>用一个一维数组存放对称矩阵中的元素，可以有两种压缩存储方式。</a:t>
            </a:r>
          </a:p>
          <a:p>
            <a:pPr lvl="1"/>
            <a:r>
              <a:rPr lang="zh-CN" altLang="en-US" dirty="0"/>
              <a:t>上三角矩阵：只存对角线及对角线以上的元素。</a:t>
            </a:r>
            <a:endParaRPr lang="en-US" altLang="zh-CN" dirty="0"/>
          </a:p>
          <a:p>
            <a:pPr lvl="2"/>
            <a:r>
              <a:rPr lang="zh-CN" altLang="en-US" dirty="0"/>
              <a:t>一维数组中需要存放的元素总数为：</a:t>
            </a:r>
            <a:r>
              <a:rPr lang="en-US" altLang="zh-CN" dirty="0"/>
              <a:t>n + ( n - 1 ) + … + 1 =  n*(n+1)/2 </a:t>
            </a:r>
            <a:r>
              <a:rPr lang="zh-CN" altLang="en-US" dirty="0"/>
              <a:t>。</a:t>
            </a:r>
            <a:endParaRPr lang="en-US" altLang="zh-CN" dirty="0"/>
          </a:p>
          <a:p>
            <a:pPr lvl="1"/>
            <a:r>
              <a:rPr lang="zh-CN" altLang="en-US" dirty="0"/>
              <a:t>下三角矩阵：只存对角线及对角线以下的元素。</a:t>
            </a:r>
            <a:endParaRPr lang="en-US" altLang="zh-CN" dirty="0"/>
          </a:p>
          <a:p>
            <a:pPr lvl="2"/>
            <a:r>
              <a:rPr lang="zh-CN" altLang="en-US" dirty="0"/>
              <a:t>一维数组中需要存放的元素总数为：</a:t>
            </a:r>
            <a:r>
              <a:rPr lang="en-US" altLang="zh-CN" dirty="0"/>
              <a:t>1 + … + ( n - 1 ) + n =  n*(n+1)/2 </a:t>
            </a:r>
            <a:r>
              <a:rPr lang="zh-CN" altLang="en-US" dirty="0"/>
              <a:t>。</a:t>
            </a:r>
            <a:endParaRPr lang="en-US" altLang="zh-CN" dirty="0"/>
          </a:p>
          <a:p>
            <a:endParaRPr lang="zh-CN" altLang="en-US" dirty="0"/>
          </a:p>
          <a:p>
            <a:pPr lvl="1"/>
            <a:endParaRPr lang="zh-CN" altLang="en-US" dirty="0"/>
          </a:p>
          <a:p>
            <a:endParaRPr lang="zh-CN" altLang="en-US" dirty="0"/>
          </a:p>
        </p:txBody>
      </p:sp>
      <p:sp>
        <p:nvSpPr>
          <p:cNvPr id="4" name="灯片编号占位符 3">
            <a:extLst>
              <a:ext uri="{FF2B5EF4-FFF2-40B4-BE49-F238E27FC236}">
                <a16:creationId xmlns:a16="http://schemas.microsoft.com/office/drawing/2014/main" id="{F28608DB-CC7A-5245-2402-0859AB7CD750}"/>
              </a:ext>
            </a:extLst>
          </p:cNvPr>
          <p:cNvSpPr>
            <a:spLocks noGrp="1"/>
          </p:cNvSpPr>
          <p:nvPr>
            <p:ph type="sldNum" sz="quarter" idx="12"/>
          </p:nvPr>
        </p:nvSpPr>
        <p:spPr/>
        <p:txBody>
          <a:bodyPr/>
          <a:lstStyle/>
          <a:p>
            <a:pPr>
              <a:defRPr/>
            </a:pPr>
            <a:fld id="{34C23A13-5672-41C0-8934-A4311B913B34}" type="slidenum">
              <a:rPr lang="en-US" altLang="zh-CN" smtClean="0"/>
              <a:pPr>
                <a:defRPr/>
              </a:pPr>
              <a:t>13</a:t>
            </a:fld>
            <a:endParaRPr lang="en-US" altLang="zh-CN"/>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E7E2477-61AD-EAC2-8B94-BB1FED7E98AB}"/>
              </a:ext>
            </a:extLst>
          </p:cNvPr>
          <p:cNvSpPr>
            <a:spLocks noChangeArrowheads="1"/>
          </p:cNvSpPr>
          <p:nvPr/>
        </p:nvSpPr>
        <p:spPr bwMode="auto">
          <a:xfrm>
            <a:off x="1219250" y="257611"/>
            <a:ext cx="1219200" cy="609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5363" name="Rectangle 3">
            <a:extLst>
              <a:ext uri="{FF2B5EF4-FFF2-40B4-BE49-F238E27FC236}">
                <a16:creationId xmlns:a16="http://schemas.microsoft.com/office/drawing/2014/main" id="{42D670A5-2967-2BC3-7A99-AAF05060A3A4}"/>
              </a:ext>
            </a:extLst>
          </p:cNvPr>
          <p:cNvSpPr>
            <a:spLocks noChangeArrowheads="1"/>
          </p:cNvSpPr>
          <p:nvPr/>
        </p:nvSpPr>
        <p:spPr bwMode="auto">
          <a:xfrm>
            <a:off x="2286050" y="257611"/>
            <a:ext cx="990600" cy="12954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5364" name="Rectangle 4">
            <a:extLst>
              <a:ext uri="{FF2B5EF4-FFF2-40B4-BE49-F238E27FC236}">
                <a16:creationId xmlns:a16="http://schemas.microsoft.com/office/drawing/2014/main" id="{EE91C775-5CC5-88BC-2BB4-EB26FE6A3630}"/>
              </a:ext>
            </a:extLst>
          </p:cNvPr>
          <p:cNvSpPr>
            <a:spLocks noChangeArrowheads="1"/>
          </p:cNvSpPr>
          <p:nvPr/>
        </p:nvSpPr>
        <p:spPr bwMode="auto">
          <a:xfrm>
            <a:off x="3276650" y="257611"/>
            <a:ext cx="1143000" cy="19050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5365" name="Rectangle 5">
            <a:extLst>
              <a:ext uri="{FF2B5EF4-FFF2-40B4-BE49-F238E27FC236}">
                <a16:creationId xmlns:a16="http://schemas.microsoft.com/office/drawing/2014/main" id="{B851EB2C-61D5-C453-B987-1D424C59760C}"/>
              </a:ext>
            </a:extLst>
          </p:cNvPr>
          <p:cNvSpPr>
            <a:spLocks noChangeArrowheads="1"/>
          </p:cNvSpPr>
          <p:nvPr/>
        </p:nvSpPr>
        <p:spPr bwMode="auto">
          <a:xfrm>
            <a:off x="4419650" y="257611"/>
            <a:ext cx="914400" cy="22860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5366" name="Rectangle 6">
            <a:extLst>
              <a:ext uri="{FF2B5EF4-FFF2-40B4-BE49-F238E27FC236}">
                <a16:creationId xmlns:a16="http://schemas.microsoft.com/office/drawing/2014/main" id="{ABCA5686-7FCB-BC24-512E-6C97C1E37A31}"/>
              </a:ext>
            </a:extLst>
          </p:cNvPr>
          <p:cNvSpPr>
            <a:spLocks noChangeArrowheads="1"/>
          </p:cNvSpPr>
          <p:nvPr/>
        </p:nvSpPr>
        <p:spPr bwMode="auto">
          <a:xfrm>
            <a:off x="5334050" y="257611"/>
            <a:ext cx="1143000" cy="2971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aphicFrame>
        <p:nvGraphicFramePr>
          <p:cNvPr id="15367" name="Object 7">
            <a:extLst>
              <a:ext uri="{FF2B5EF4-FFF2-40B4-BE49-F238E27FC236}">
                <a16:creationId xmlns:a16="http://schemas.microsoft.com/office/drawing/2014/main" id="{A6231F41-9D40-78C8-C2A8-EA879A29ACD0}"/>
              </a:ext>
            </a:extLst>
          </p:cNvPr>
          <p:cNvGraphicFramePr>
            <a:graphicFrameLocks noChangeAspect="1"/>
          </p:cNvGraphicFramePr>
          <p:nvPr/>
        </p:nvGraphicFramePr>
        <p:xfrm>
          <a:off x="971600" y="105211"/>
          <a:ext cx="5810250" cy="3200400"/>
        </p:xfrm>
        <a:graphic>
          <a:graphicData uri="http://schemas.openxmlformats.org/presentationml/2006/ole">
            <mc:AlternateContent xmlns:mc="http://schemas.openxmlformats.org/markup-compatibility/2006">
              <mc:Choice xmlns:v="urn:schemas-microsoft-com:vml" Requires="v">
                <p:oleObj name="公式" r:id="rId2" imgW="1892300" imgH="914400" progId="Equation.3">
                  <p:embed/>
                </p:oleObj>
              </mc:Choice>
              <mc:Fallback>
                <p:oleObj name="公式" r:id="rId2" imgW="1892300" imgH="914400" progId="Equation.3">
                  <p:embed/>
                  <p:pic>
                    <p:nvPicPr>
                      <p:cNvPr id="15367" name="Object 7">
                        <a:extLst>
                          <a:ext uri="{FF2B5EF4-FFF2-40B4-BE49-F238E27FC236}">
                            <a16:creationId xmlns:a16="http://schemas.microsoft.com/office/drawing/2014/main" id="{A6231F41-9D40-78C8-C2A8-EA879A29AC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05211"/>
                        <a:ext cx="5810250" cy="3200400"/>
                      </a:xfrm>
                      <a:prstGeom prst="rect">
                        <a:avLst/>
                      </a:prstGeom>
                      <a:noFill/>
                      <a:ln>
                        <a:noFill/>
                      </a:ln>
                      <a:effectLst/>
                    </p:spPr>
                  </p:pic>
                </p:oleObj>
              </mc:Fallback>
            </mc:AlternateContent>
          </a:graphicData>
        </a:graphic>
      </p:graphicFrame>
      <p:sp>
        <p:nvSpPr>
          <p:cNvPr id="15368" name="Text Box 8">
            <a:extLst>
              <a:ext uri="{FF2B5EF4-FFF2-40B4-BE49-F238E27FC236}">
                <a16:creationId xmlns:a16="http://schemas.microsoft.com/office/drawing/2014/main" id="{CEDD5300-B6F6-7248-64B4-16B5EA4B9532}"/>
              </a:ext>
            </a:extLst>
          </p:cNvPr>
          <p:cNvSpPr txBox="1">
            <a:spLocks noChangeArrowheads="1"/>
          </p:cNvSpPr>
          <p:nvPr/>
        </p:nvSpPr>
        <p:spPr bwMode="auto">
          <a:xfrm>
            <a:off x="7007377" y="440967"/>
            <a:ext cx="701675"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80000"/>
              </a:lnSpc>
            </a:pPr>
            <a:r>
              <a:rPr kumimoji="1" lang="zh-CN" altLang="en-US" sz="4000" dirty="0">
                <a:solidFill>
                  <a:srgbClr val="0000CC"/>
                </a:solidFill>
                <a:latin typeface="Times New Roman" panose="02020603050405020304" pitchFamily="18" charset="0"/>
                <a:ea typeface="隶书" panose="02010509060101010101" pitchFamily="49" charset="-122"/>
              </a:rPr>
              <a:t>上三角矩阵</a:t>
            </a:r>
            <a:endParaRPr kumimoji="1" lang="zh-CN" altLang="en-US" sz="2400" dirty="0">
              <a:latin typeface="Times New Roman" panose="02020603050405020304" pitchFamily="18" charset="0"/>
              <a:ea typeface="宋体" panose="02010600030101010101" pitchFamily="2" charset="-122"/>
            </a:endParaRPr>
          </a:p>
        </p:txBody>
      </p:sp>
      <p:sp>
        <p:nvSpPr>
          <p:cNvPr id="4" name="灯片编号占位符 3">
            <a:extLst>
              <a:ext uri="{FF2B5EF4-FFF2-40B4-BE49-F238E27FC236}">
                <a16:creationId xmlns:a16="http://schemas.microsoft.com/office/drawing/2014/main" id="{37D97196-9633-0DB7-EE55-DACCE0128E5F}"/>
              </a:ext>
            </a:extLst>
          </p:cNvPr>
          <p:cNvSpPr>
            <a:spLocks noGrp="1"/>
          </p:cNvSpPr>
          <p:nvPr>
            <p:ph type="sldNum" sz="quarter" idx="12"/>
          </p:nvPr>
        </p:nvSpPr>
        <p:spPr/>
        <p:txBody>
          <a:bodyPr/>
          <a:lstStyle/>
          <a:p>
            <a:pPr>
              <a:defRPr/>
            </a:pPr>
            <a:fld id="{34C23A13-5672-41C0-8934-A4311B913B34}" type="slidenum">
              <a:rPr lang="en-US" altLang="zh-CN" smtClean="0"/>
              <a:pPr>
                <a:defRPr/>
              </a:pPr>
              <a:t>14</a:t>
            </a:fld>
            <a:endParaRPr lang="en-US" altLang="zh-CN"/>
          </a:p>
        </p:txBody>
      </p:sp>
      <p:sp>
        <p:nvSpPr>
          <p:cNvPr id="11" name="Rectangle 2">
            <a:extLst>
              <a:ext uri="{FF2B5EF4-FFF2-40B4-BE49-F238E27FC236}">
                <a16:creationId xmlns:a16="http://schemas.microsoft.com/office/drawing/2014/main" id="{1751DE29-6B4B-42E8-A887-A664E8252FB1}"/>
              </a:ext>
            </a:extLst>
          </p:cNvPr>
          <p:cNvSpPr>
            <a:spLocks noChangeArrowheads="1"/>
          </p:cNvSpPr>
          <p:nvPr/>
        </p:nvSpPr>
        <p:spPr bwMode="auto">
          <a:xfrm>
            <a:off x="5315000" y="6035675"/>
            <a:ext cx="1219200" cy="609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2" name="Rectangle 3">
            <a:extLst>
              <a:ext uri="{FF2B5EF4-FFF2-40B4-BE49-F238E27FC236}">
                <a16:creationId xmlns:a16="http://schemas.microsoft.com/office/drawing/2014/main" id="{09D26A54-26B1-48FF-95FF-8DA645911631}"/>
              </a:ext>
            </a:extLst>
          </p:cNvPr>
          <p:cNvSpPr>
            <a:spLocks noChangeArrowheads="1"/>
          </p:cNvSpPr>
          <p:nvPr/>
        </p:nvSpPr>
        <p:spPr bwMode="auto">
          <a:xfrm>
            <a:off x="4476800" y="5578475"/>
            <a:ext cx="838200" cy="1066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3" name="Rectangle 4">
            <a:extLst>
              <a:ext uri="{FF2B5EF4-FFF2-40B4-BE49-F238E27FC236}">
                <a16:creationId xmlns:a16="http://schemas.microsoft.com/office/drawing/2014/main" id="{D655DD73-084A-4AF5-A399-A8DA3B029E6E}"/>
              </a:ext>
            </a:extLst>
          </p:cNvPr>
          <p:cNvSpPr>
            <a:spLocks noChangeArrowheads="1"/>
          </p:cNvSpPr>
          <p:nvPr/>
        </p:nvSpPr>
        <p:spPr bwMode="auto">
          <a:xfrm>
            <a:off x="3333800" y="4968875"/>
            <a:ext cx="1143000" cy="16764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4" name="Rectangle 5">
            <a:extLst>
              <a:ext uri="{FF2B5EF4-FFF2-40B4-BE49-F238E27FC236}">
                <a16:creationId xmlns:a16="http://schemas.microsoft.com/office/drawing/2014/main" id="{014E68F9-D5D3-42F9-BEC6-D8DA0E796E08}"/>
              </a:ext>
            </a:extLst>
          </p:cNvPr>
          <p:cNvSpPr>
            <a:spLocks noChangeArrowheads="1"/>
          </p:cNvSpPr>
          <p:nvPr/>
        </p:nvSpPr>
        <p:spPr bwMode="auto">
          <a:xfrm>
            <a:off x="2190800" y="4359275"/>
            <a:ext cx="1143000" cy="22860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5" name="Rectangle 6">
            <a:extLst>
              <a:ext uri="{FF2B5EF4-FFF2-40B4-BE49-F238E27FC236}">
                <a16:creationId xmlns:a16="http://schemas.microsoft.com/office/drawing/2014/main" id="{04080C01-F2B2-43EC-A61E-65C13EA50411}"/>
              </a:ext>
            </a:extLst>
          </p:cNvPr>
          <p:cNvSpPr>
            <a:spLocks noChangeArrowheads="1"/>
          </p:cNvSpPr>
          <p:nvPr/>
        </p:nvSpPr>
        <p:spPr bwMode="auto">
          <a:xfrm>
            <a:off x="1200200" y="3673475"/>
            <a:ext cx="990600" cy="2971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aphicFrame>
        <p:nvGraphicFramePr>
          <p:cNvPr id="16" name="Object 8">
            <a:extLst>
              <a:ext uri="{FF2B5EF4-FFF2-40B4-BE49-F238E27FC236}">
                <a16:creationId xmlns:a16="http://schemas.microsoft.com/office/drawing/2014/main" id="{E7B48407-4EA3-4299-BDD4-D4975AC75808}"/>
              </a:ext>
            </a:extLst>
          </p:cNvPr>
          <p:cNvGraphicFramePr>
            <a:graphicFrameLocks noChangeAspect="1"/>
          </p:cNvGraphicFramePr>
          <p:nvPr/>
        </p:nvGraphicFramePr>
        <p:xfrm>
          <a:off x="971600" y="3521075"/>
          <a:ext cx="5810250" cy="3200400"/>
        </p:xfrm>
        <a:graphic>
          <a:graphicData uri="http://schemas.openxmlformats.org/presentationml/2006/ole">
            <mc:AlternateContent xmlns:mc="http://schemas.openxmlformats.org/markup-compatibility/2006">
              <mc:Choice xmlns:v="urn:schemas-microsoft-com:vml" Requires="v">
                <p:oleObj name="Equation" r:id="rId2" imgW="1892300" imgH="914400" progId="Equation.3">
                  <p:embed/>
                </p:oleObj>
              </mc:Choice>
              <mc:Fallback>
                <p:oleObj name="Equation" r:id="rId2" imgW="1892300" imgH="914400" progId="Equation.3">
                  <p:embed/>
                  <p:pic>
                    <p:nvPicPr>
                      <p:cNvPr id="16" name="Object 8">
                        <a:extLst>
                          <a:ext uri="{FF2B5EF4-FFF2-40B4-BE49-F238E27FC236}">
                            <a16:creationId xmlns:a16="http://schemas.microsoft.com/office/drawing/2014/main" id="{E7B48407-4EA3-4299-BDD4-D4975AC75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521075"/>
                        <a:ext cx="5810250" cy="3200400"/>
                      </a:xfrm>
                      <a:prstGeom prst="rect">
                        <a:avLst/>
                      </a:prstGeom>
                      <a:noFill/>
                      <a:ln>
                        <a:noFill/>
                      </a:ln>
                      <a:effectLst/>
                    </p:spPr>
                  </p:pic>
                </p:oleObj>
              </mc:Fallback>
            </mc:AlternateContent>
          </a:graphicData>
        </a:graphic>
      </p:graphicFrame>
      <p:sp>
        <p:nvSpPr>
          <p:cNvPr id="17" name="Text Box 9">
            <a:extLst>
              <a:ext uri="{FF2B5EF4-FFF2-40B4-BE49-F238E27FC236}">
                <a16:creationId xmlns:a16="http://schemas.microsoft.com/office/drawing/2014/main" id="{DD7BBC78-F545-4A9F-B2E2-4DD32834F8AC}"/>
              </a:ext>
            </a:extLst>
          </p:cNvPr>
          <p:cNvSpPr txBox="1">
            <a:spLocks noChangeArrowheads="1"/>
          </p:cNvSpPr>
          <p:nvPr/>
        </p:nvSpPr>
        <p:spPr bwMode="auto">
          <a:xfrm>
            <a:off x="7040612" y="3986350"/>
            <a:ext cx="701675"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80000"/>
              </a:lnSpc>
            </a:pPr>
            <a:r>
              <a:rPr kumimoji="1" lang="zh-CN" altLang="en-US" sz="4000" dirty="0">
                <a:solidFill>
                  <a:srgbClr val="0000CC"/>
                </a:solidFill>
                <a:latin typeface="Times New Roman" panose="02020603050405020304" pitchFamily="18" charset="0"/>
                <a:ea typeface="隶书" panose="02010509060101010101" pitchFamily="49" charset="-122"/>
              </a:rPr>
              <a:t>下三角矩阵</a:t>
            </a:r>
            <a:endParaRPr kumimoji="1" lang="zh-CN" altLang="en-US" sz="2400" dirty="0">
              <a:latin typeface="Times New Roman" panose="02020603050405020304" pitchFamily="18" charset="0"/>
              <a:ea typeface="宋体" panose="02010600030101010101" pitchFamily="2" charset="-122"/>
            </a:endParaRPr>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D16794C-2BA4-FD2F-EB83-CFBBFCFAAB0B}"/>
              </a:ext>
            </a:extLst>
          </p:cNvPr>
          <p:cNvSpPr>
            <a:spLocks noChangeArrowheads="1"/>
          </p:cNvSpPr>
          <p:nvPr/>
        </p:nvSpPr>
        <p:spPr bwMode="auto">
          <a:xfrm>
            <a:off x="5562600" y="2895600"/>
            <a:ext cx="1219200"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6387" name="Rectangle 3">
            <a:extLst>
              <a:ext uri="{FF2B5EF4-FFF2-40B4-BE49-F238E27FC236}">
                <a16:creationId xmlns:a16="http://schemas.microsoft.com/office/drawing/2014/main" id="{0F85B089-9AAD-E83F-A409-A3184669D20F}"/>
              </a:ext>
            </a:extLst>
          </p:cNvPr>
          <p:cNvSpPr>
            <a:spLocks noChangeArrowheads="1"/>
          </p:cNvSpPr>
          <p:nvPr/>
        </p:nvSpPr>
        <p:spPr bwMode="auto">
          <a:xfrm>
            <a:off x="4800600" y="2438400"/>
            <a:ext cx="838200" cy="9144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6388" name="Rectangle 4">
            <a:extLst>
              <a:ext uri="{FF2B5EF4-FFF2-40B4-BE49-F238E27FC236}">
                <a16:creationId xmlns:a16="http://schemas.microsoft.com/office/drawing/2014/main" id="{392E5A98-49C5-1B4C-1C4D-1548706E7561}"/>
              </a:ext>
            </a:extLst>
          </p:cNvPr>
          <p:cNvSpPr>
            <a:spLocks noChangeArrowheads="1"/>
          </p:cNvSpPr>
          <p:nvPr/>
        </p:nvSpPr>
        <p:spPr bwMode="auto">
          <a:xfrm>
            <a:off x="3657600" y="1828800"/>
            <a:ext cx="1143000" cy="15240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6389" name="Rectangle 5">
            <a:extLst>
              <a:ext uri="{FF2B5EF4-FFF2-40B4-BE49-F238E27FC236}">
                <a16:creationId xmlns:a16="http://schemas.microsoft.com/office/drawing/2014/main" id="{832F7B54-A386-0A32-A9CB-A88CF9511311}"/>
              </a:ext>
            </a:extLst>
          </p:cNvPr>
          <p:cNvSpPr>
            <a:spLocks noChangeArrowheads="1"/>
          </p:cNvSpPr>
          <p:nvPr/>
        </p:nvSpPr>
        <p:spPr bwMode="auto">
          <a:xfrm>
            <a:off x="2590800" y="1219200"/>
            <a:ext cx="1143000" cy="2133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6390" name="Rectangle 6">
            <a:extLst>
              <a:ext uri="{FF2B5EF4-FFF2-40B4-BE49-F238E27FC236}">
                <a16:creationId xmlns:a16="http://schemas.microsoft.com/office/drawing/2014/main" id="{16275C3B-F254-A9FA-D6DA-0ED592BA1AFE}"/>
              </a:ext>
            </a:extLst>
          </p:cNvPr>
          <p:cNvSpPr>
            <a:spLocks noChangeArrowheads="1"/>
          </p:cNvSpPr>
          <p:nvPr/>
        </p:nvSpPr>
        <p:spPr bwMode="auto">
          <a:xfrm>
            <a:off x="1676400" y="533400"/>
            <a:ext cx="990600" cy="28194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aphicFrame>
        <p:nvGraphicFramePr>
          <p:cNvPr id="16391" name="Object 7">
            <a:extLst>
              <a:ext uri="{FF2B5EF4-FFF2-40B4-BE49-F238E27FC236}">
                <a16:creationId xmlns:a16="http://schemas.microsoft.com/office/drawing/2014/main" id="{FD0DC6C1-63E7-DE1A-19A4-D6F9A8E4E024}"/>
              </a:ext>
            </a:extLst>
          </p:cNvPr>
          <p:cNvGraphicFramePr>
            <a:graphicFrameLocks noChangeAspect="1"/>
          </p:cNvGraphicFramePr>
          <p:nvPr/>
        </p:nvGraphicFramePr>
        <p:xfrm>
          <a:off x="1447800" y="381000"/>
          <a:ext cx="5581650" cy="3048000"/>
        </p:xfrm>
        <a:graphic>
          <a:graphicData uri="http://schemas.openxmlformats.org/presentationml/2006/ole">
            <mc:AlternateContent xmlns:mc="http://schemas.openxmlformats.org/markup-compatibility/2006">
              <mc:Choice xmlns:v="urn:schemas-microsoft-com:vml" Requires="v">
                <p:oleObj name="公式" r:id="rId2" imgW="1892300" imgH="914400" progId="Equation.3">
                  <p:embed/>
                </p:oleObj>
              </mc:Choice>
              <mc:Fallback>
                <p:oleObj name="公式" r:id="rId2" imgW="1892300" imgH="9144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81000"/>
                        <a:ext cx="5581650"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2" name="Text Box 8">
            <a:extLst>
              <a:ext uri="{FF2B5EF4-FFF2-40B4-BE49-F238E27FC236}">
                <a16:creationId xmlns:a16="http://schemas.microsoft.com/office/drawing/2014/main" id="{61F128AD-8F41-D51F-4BC9-99EFE81AEA3A}"/>
              </a:ext>
            </a:extLst>
          </p:cNvPr>
          <p:cNvSpPr txBox="1">
            <a:spLocks noChangeArrowheads="1"/>
          </p:cNvSpPr>
          <p:nvPr/>
        </p:nvSpPr>
        <p:spPr bwMode="auto">
          <a:xfrm>
            <a:off x="7391400" y="381000"/>
            <a:ext cx="701675"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80000"/>
              </a:lnSpc>
            </a:pPr>
            <a:r>
              <a:rPr kumimoji="1" lang="zh-CN" altLang="en-US" sz="4000">
                <a:solidFill>
                  <a:srgbClr val="0000CC"/>
                </a:solidFill>
                <a:latin typeface="Times New Roman" panose="02020603050405020304" pitchFamily="18" charset="0"/>
                <a:ea typeface="隶书" panose="02010509060101010101" pitchFamily="49" charset="-122"/>
              </a:rPr>
              <a:t>下三角矩阵</a:t>
            </a:r>
            <a:endParaRPr kumimoji="1" lang="zh-CN" altLang="en-US" sz="2400">
              <a:latin typeface="Times New Roman" panose="02020603050405020304" pitchFamily="18" charset="0"/>
              <a:ea typeface="宋体" panose="02010600030101010101" pitchFamily="2" charset="-122"/>
            </a:endParaRPr>
          </a:p>
        </p:txBody>
      </p:sp>
      <p:sp>
        <p:nvSpPr>
          <p:cNvPr id="16393" name="Rectangle 9">
            <a:extLst>
              <a:ext uri="{FF2B5EF4-FFF2-40B4-BE49-F238E27FC236}">
                <a16:creationId xmlns:a16="http://schemas.microsoft.com/office/drawing/2014/main" id="{3CCC8F53-9B5D-33D1-4D08-4A847C0887EF}"/>
              </a:ext>
            </a:extLst>
          </p:cNvPr>
          <p:cNvSpPr>
            <a:spLocks noChangeArrowheads="1"/>
          </p:cNvSpPr>
          <p:nvPr/>
        </p:nvSpPr>
        <p:spPr bwMode="auto">
          <a:xfrm>
            <a:off x="1143000" y="3886200"/>
            <a:ext cx="7391400" cy="609600"/>
          </a:xfrm>
          <a:prstGeom prst="rect">
            <a:avLst/>
          </a:prstGeom>
          <a:solidFill>
            <a:schemeClr val="accent1"/>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16394" name="Text Box 10">
            <a:extLst>
              <a:ext uri="{FF2B5EF4-FFF2-40B4-BE49-F238E27FC236}">
                <a16:creationId xmlns:a16="http://schemas.microsoft.com/office/drawing/2014/main" id="{6E5DE56C-5A75-77E2-2A48-C3C0F1DD4859}"/>
              </a:ext>
            </a:extLst>
          </p:cNvPr>
          <p:cNvSpPr txBox="1">
            <a:spLocks noChangeArrowheads="1"/>
          </p:cNvSpPr>
          <p:nvPr/>
        </p:nvSpPr>
        <p:spPr bwMode="auto">
          <a:xfrm>
            <a:off x="700088" y="3840163"/>
            <a:ext cx="8026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B</a:t>
            </a:r>
            <a:r>
              <a:rPr kumimoji="1" lang="en-US" altLang="zh-CN" sz="3200" b="1" i="1">
                <a:solidFill>
                  <a:srgbClr val="000099"/>
                </a:solidFill>
                <a:latin typeface="Times New Roman" panose="02020603050405020304" pitchFamily="18" charset="0"/>
                <a:ea typeface="宋体" panose="02010600030101010101" pitchFamily="2" charset="-122"/>
              </a:rPr>
              <a:t>  a</a:t>
            </a:r>
            <a:r>
              <a:rPr kumimoji="1" lang="en-US" altLang="zh-CN" sz="3200" b="1" baseline="-25000">
                <a:solidFill>
                  <a:srgbClr val="000099"/>
                </a:solidFill>
                <a:latin typeface="Times New Roman" panose="02020603050405020304" pitchFamily="18" charset="0"/>
                <a:ea typeface="宋体" panose="02010600030101010101" pitchFamily="2" charset="-122"/>
              </a:rPr>
              <a:t>00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10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11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20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21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22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30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31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32   ……</a:t>
            </a:r>
            <a:r>
              <a:rPr kumimoji="1" lang="en-US" altLang="zh-CN" sz="3200" b="1" baseline="-25000">
                <a:solidFill>
                  <a:srgbClr val="000099"/>
                </a:solidFill>
                <a:latin typeface="宋体" panose="02010600030101010101" pitchFamily="2" charset="-122"/>
                <a:ea typeface="宋体" panose="02010600030101010101" pitchFamily="2" charset="-122"/>
              </a:rPr>
              <a:t>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n-1n-1</a:t>
            </a:r>
            <a:r>
              <a:rPr kumimoji="1" lang="en-US" altLang="zh-CN" sz="3200" b="1" baseline="-25000">
                <a:solidFill>
                  <a:srgbClr val="000099"/>
                </a:solidFill>
                <a:latin typeface="宋体" panose="02010600030101010101" pitchFamily="2" charset="-122"/>
                <a:ea typeface="宋体" panose="02010600030101010101" pitchFamily="2" charset="-122"/>
              </a:rPr>
              <a:t> </a:t>
            </a:r>
          </a:p>
        </p:txBody>
      </p:sp>
      <p:sp>
        <p:nvSpPr>
          <p:cNvPr id="16395" name="Line 11">
            <a:extLst>
              <a:ext uri="{FF2B5EF4-FFF2-40B4-BE49-F238E27FC236}">
                <a16:creationId xmlns:a16="http://schemas.microsoft.com/office/drawing/2014/main" id="{81E8BA60-4827-60C3-0798-730C779F18C4}"/>
              </a:ext>
            </a:extLst>
          </p:cNvPr>
          <p:cNvSpPr>
            <a:spLocks noChangeShapeType="1"/>
          </p:cNvSpPr>
          <p:nvPr/>
        </p:nvSpPr>
        <p:spPr bwMode="auto">
          <a:xfrm>
            <a:off x="17526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6" name="Line 12">
            <a:extLst>
              <a:ext uri="{FF2B5EF4-FFF2-40B4-BE49-F238E27FC236}">
                <a16:creationId xmlns:a16="http://schemas.microsoft.com/office/drawing/2014/main" id="{0EA79E7A-530A-EF3B-2502-048D18C7D59C}"/>
              </a:ext>
            </a:extLst>
          </p:cNvPr>
          <p:cNvSpPr>
            <a:spLocks noChangeShapeType="1"/>
          </p:cNvSpPr>
          <p:nvPr/>
        </p:nvSpPr>
        <p:spPr bwMode="auto">
          <a:xfrm>
            <a:off x="23622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7" name="Line 13">
            <a:extLst>
              <a:ext uri="{FF2B5EF4-FFF2-40B4-BE49-F238E27FC236}">
                <a16:creationId xmlns:a16="http://schemas.microsoft.com/office/drawing/2014/main" id="{EB2242B6-2FE2-3BE3-7755-AC9E08EDEBF5}"/>
              </a:ext>
            </a:extLst>
          </p:cNvPr>
          <p:cNvSpPr>
            <a:spLocks noChangeShapeType="1"/>
          </p:cNvSpPr>
          <p:nvPr/>
        </p:nvSpPr>
        <p:spPr bwMode="auto">
          <a:xfrm>
            <a:off x="29718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8" name="Line 14">
            <a:extLst>
              <a:ext uri="{FF2B5EF4-FFF2-40B4-BE49-F238E27FC236}">
                <a16:creationId xmlns:a16="http://schemas.microsoft.com/office/drawing/2014/main" id="{8B13FFD4-69D3-6BA3-ACFF-D025B127AFF2}"/>
              </a:ext>
            </a:extLst>
          </p:cNvPr>
          <p:cNvSpPr>
            <a:spLocks noChangeShapeType="1"/>
          </p:cNvSpPr>
          <p:nvPr/>
        </p:nvSpPr>
        <p:spPr bwMode="auto">
          <a:xfrm>
            <a:off x="35814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9" name="Line 15">
            <a:extLst>
              <a:ext uri="{FF2B5EF4-FFF2-40B4-BE49-F238E27FC236}">
                <a16:creationId xmlns:a16="http://schemas.microsoft.com/office/drawing/2014/main" id="{AE7F3A0A-A58A-3811-5C83-C466573FC587}"/>
              </a:ext>
            </a:extLst>
          </p:cNvPr>
          <p:cNvSpPr>
            <a:spLocks noChangeShapeType="1"/>
          </p:cNvSpPr>
          <p:nvPr/>
        </p:nvSpPr>
        <p:spPr bwMode="auto">
          <a:xfrm>
            <a:off x="41910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0" name="Line 16">
            <a:extLst>
              <a:ext uri="{FF2B5EF4-FFF2-40B4-BE49-F238E27FC236}">
                <a16:creationId xmlns:a16="http://schemas.microsoft.com/office/drawing/2014/main" id="{E69B5336-6504-261B-5AC1-FAD57645DFD1}"/>
              </a:ext>
            </a:extLst>
          </p:cNvPr>
          <p:cNvSpPr>
            <a:spLocks noChangeShapeType="1"/>
          </p:cNvSpPr>
          <p:nvPr/>
        </p:nvSpPr>
        <p:spPr bwMode="auto">
          <a:xfrm>
            <a:off x="48006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1" name="Line 17">
            <a:extLst>
              <a:ext uri="{FF2B5EF4-FFF2-40B4-BE49-F238E27FC236}">
                <a16:creationId xmlns:a16="http://schemas.microsoft.com/office/drawing/2014/main" id="{E926AFBF-C963-344E-3C0B-6B72AE8DAE72}"/>
              </a:ext>
            </a:extLst>
          </p:cNvPr>
          <p:cNvSpPr>
            <a:spLocks noChangeShapeType="1"/>
          </p:cNvSpPr>
          <p:nvPr/>
        </p:nvSpPr>
        <p:spPr bwMode="auto">
          <a:xfrm>
            <a:off x="54102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2" name="Line 18">
            <a:extLst>
              <a:ext uri="{FF2B5EF4-FFF2-40B4-BE49-F238E27FC236}">
                <a16:creationId xmlns:a16="http://schemas.microsoft.com/office/drawing/2014/main" id="{94FA0FC1-B769-E5CB-661E-BED98B11DD92}"/>
              </a:ext>
            </a:extLst>
          </p:cNvPr>
          <p:cNvSpPr>
            <a:spLocks noChangeShapeType="1"/>
          </p:cNvSpPr>
          <p:nvPr/>
        </p:nvSpPr>
        <p:spPr bwMode="auto">
          <a:xfrm>
            <a:off x="60198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3" name="Line 19">
            <a:extLst>
              <a:ext uri="{FF2B5EF4-FFF2-40B4-BE49-F238E27FC236}">
                <a16:creationId xmlns:a16="http://schemas.microsoft.com/office/drawing/2014/main" id="{04537A3A-DAD7-F9D9-D901-B24952A87DCF}"/>
              </a:ext>
            </a:extLst>
          </p:cNvPr>
          <p:cNvSpPr>
            <a:spLocks noChangeShapeType="1"/>
          </p:cNvSpPr>
          <p:nvPr/>
        </p:nvSpPr>
        <p:spPr bwMode="auto">
          <a:xfrm>
            <a:off x="66294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4" name="Line 20">
            <a:extLst>
              <a:ext uri="{FF2B5EF4-FFF2-40B4-BE49-F238E27FC236}">
                <a16:creationId xmlns:a16="http://schemas.microsoft.com/office/drawing/2014/main" id="{3C90B0A4-6C29-8250-860B-83F0007A3FB0}"/>
              </a:ext>
            </a:extLst>
          </p:cNvPr>
          <p:cNvSpPr>
            <a:spLocks noChangeShapeType="1"/>
          </p:cNvSpPr>
          <p:nvPr/>
        </p:nvSpPr>
        <p:spPr bwMode="auto">
          <a:xfrm>
            <a:off x="7391400" y="3886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5" name="Text Box 21">
            <a:extLst>
              <a:ext uri="{FF2B5EF4-FFF2-40B4-BE49-F238E27FC236}">
                <a16:creationId xmlns:a16="http://schemas.microsoft.com/office/drawing/2014/main" id="{55CAD5D2-DF11-2B46-D812-B655B9458474}"/>
              </a:ext>
            </a:extLst>
          </p:cNvPr>
          <p:cNvSpPr txBox="1">
            <a:spLocks noChangeArrowheads="1"/>
          </p:cNvSpPr>
          <p:nvPr/>
        </p:nvSpPr>
        <p:spPr bwMode="auto">
          <a:xfrm>
            <a:off x="1203325" y="3470275"/>
            <a:ext cx="7526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a:latin typeface="Times New Roman" panose="02020603050405020304" pitchFamily="18" charset="0"/>
                <a:ea typeface="宋体" panose="02010600030101010101" pitchFamily="2" charset="-122"/>
              </a:rPr>
              <a:t>0     1      2      3      4      5      6      7      8              n(n+1)/2-1</a:t>
            </a:r>
          </a:p>
        </p:txBody>
      </p:sp>
      <p:sp>
        <p:nvSpPr>
          <p:cNvPr id="16406" name="Text Box 22">
            <a:extLst>
              <a:ext uri="{FF2B5EF4-FFF2-40B4-BE49-F238E27FC236}">
                <a16:creationId xmlns:a16="http://schemas.microsoft.com/office/drawing/2014/main" id="{DC1A7EAF-BA48-70B6-C573-E3A891534F78}"/>
              </a:ext>
            </a:extLst>
          </p:cNvPr>
          <p:cNvSpPr txBox="1">
            <a:spLocks noChangeArrowheads="1"/>
          </p:cNvSpPr>
          <p:nvPr/>
        </p:nvSpPr>
        <p:spPr bwMode="auto">
          <a:xfrm>
            <a:off x="1279525" y="4973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zh-CN" sz="2400">
              <a:latin typeface="Times New Roman" panose="02020603050405020304" pitchFamily="18" charset="0"/>
              <a:ea typeface="宋体" panose="02010600030101010101" pitchFamily="2" charset="-122"/>
            </a:endParaRPr>
          </a:p>
        </p:txBody>
      </p:sp>
      <p:sp>
        <p:nvSpPr>
          <p:cNvPr id="25623" name="Text Box 23">
            <a:extLst>
              <a:ext uri="{FF2B5EF4-FFF2-40B4-BE49-F238E27FC236}">
                <a16:creationId xmlns:a16="http://schemas.microsoft.com/office/drawing/2014/main" id="{8EE5C9A8-CCC8-8DBD-74D1-0A50A3794D8F}"/>
              </a:ext>
            </a:extLst>
          </p:cNvPr>
          <p:cNvSpPr txBox="1">
            <a:spLocks noChangeArrowheads="1"/>
          </p:cNvSpPr>
          <p:nvPr/>
        </p:nvSpPr>
        <p:spPr bwMode="auto">
          <a:xfrm>
            <a:off x="457200" y="4724400"/>
            <a:ext cx="8382000" cy="1066800"/>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zh-CN" altLang="en-US" sz="3200" b="1" dirty="0">
                <a:solidFill>
                  <a:srgbClr val="000099"/>
                </a:solidFill>
                <a:effectLst>
                  <a:outerShdw blurRad="38100" dist="38100" dir="2700000" algn="tl">
                    <a:srgbClr val="C0C0C0"/>
                  </a:outerShdw>
                </a:effectLst>
                <a:latin typeface="+mn-lt"/>
                <a:ea typeface="仿宋_GB2312" pitchFamily="49" charset="-122"/>
              </a:rPr>
              <a:t>若</a:t>
            </a:r>
            <a:r>
              <a:rPr lang="zh-CN" altLang="en-US" sz="3200" b="1" i="1" dirty="0">
                <a:solidFill>
                  <a:srgbClr val="000099"/>
                </a:solidFill>
                <a:effectLst>
                  <a:outerShdw blurRad="38100" dist="38100" dir="2700000" algn="tl">
                    <a:srgbClr val="C0C0C0"/>
                  </a:outerShdw>
                </a:effectLst>
                <a:latin typeface="+mn-lt"/>
                <a:ea typeface="仿宋_GB2312" pitchFamily="49" charset="-122"/>
              </a:rPr>
              <a:t> </a:t>
            </a:r>
            <a:r>
              <a:rPr lang="en-US" altLang="zh-CN" sz="3200" b="1" i="1" dirty="0" err="1">
                <a:effectLst>
                  <a:outerShdw blurRad="38100" dist="38100" dir="2700000" algn="tl">
                    <a:srgbClr val="C0C0C0"/>
                  </a:outerShdw>
                </a:effectLst>
                <a:latin typeface="+mn-lt"/>
                <a:ea typeface="仿宋_GB2312" pitchFamily="49" charset="-122"/>
              </a:rPr>
              <a:t>i</a:t>
            </a:r>
            <a:r>
              <a:rPr lang="en-US" altLang="zh-CN" sz="3200" b="1" i="1" dirty="0">
                <a:effectLst>
                  <a:outerShdw blurRad="38100" dist="38100" dir="2700000" algn="tl">
                    <a:srgbClr val="C0C0C0"/>
                  </a:outerShdw>
                </a:effectLst>
                <a:latin typeface="+mn-lt"/>
                <a:ea typeface="仿宋_GB2312" pitchFamily="49" charset="-122"/>
              </a:rPr>
              <a:t> </a:t>
            </a:r>
            <a:r>
              <a:rPr lang="en-US" altLang="zh-CN" sz="3200" b="1" dirty="0">
                <a:effectLst>
                  <a:outerShdw blurRad="38100" dist="38100" dir="2700000" algn="tl">
                    <a:srgbClr val="C0C0C0"/>
                  </a:outerShdw>
                </a:effectLst>
                <a:latin typeface="+mn-lt"/>
                <a:ea typeface="仿宋_GB2312" pitchFamily="49" charset="-122"/>
                <a:sym typeface="Symbol" pitchFamily="18" charset="2"/>
              </a:rPr>
              <a:t></a:t>
            </a:r>
            <a:r>
              <a:rPr lang="en-US" altLang="zh-CN" sz="3200" b="1" dirty="0">
                <a:effectLst>
                  <a:outerShdw blurRad="38100" dist="38100" dir="2700000" algn="tl">
                    <a:srgbClr val="C0C0C0"/>
                  </a:outerShdw>
                </a:effectLst>
                <a:latin typeface="+mn-lt"/>
                <a:ea typeface="仿宋_GB2312" pitchFamily="49" charset="-122"/>
              </a:rPr>
              <a:t> </a:t>
            </a:r>
            <a:r>
              <a:rPr lang="en-US" altLang="zh-CN" sz="3200" b="1" i="1" dirty="0">
                <a:effectLst>
                  <a:outerShdw blurRad="38100" dist="38100" dir="2700000" algn="tl">
                    <a:srgbClr val="C0C0C0"/>
                  </a:outerShdw>
                </a:effectLst>
                <a:latin typeface="+mn-lt"/>
                <a:ea typeface="仿宋_GB2312" pitchFamily="49" charset="-122"/>
              </a:rPr>
              <a:t>j</a:t>
            </a:r>
            <a:r>
              <a:rPr lang="en-US" altLang="zh-CN" sz="3200" b="1" dirty="0">
                <a:effectLst>
                  <a:outerShdw blurRad="38100" dist="38100" dir="2700000" algn="tl">
                    <a:srgbClr val="C0C0C0"/>
                  </a:outerShdw>
                </a:effectLst>
                <a:latin typeface="+mn-lt"/>
                <a:ea typeface="仿宋_GB2312" pitchFamily="49" charset="-122"/>
              </a:rPr>
              <a:t>, </a:t>
            </a:r>
            <a:r>
              <a:rPr lang="zh-CN" altLang="en-US" sz="3200" b="1" dirty="0">
                <a:solidFill>
                  <a:srgbClr val="000099"/>
                </a:solidFill>
                <a:effectLst>
                  <a:outerShdw blurRad="38100" dist="38100" dir="2700000" algn="tl">
                    <a:srgbClr val="C0C0C0"/>
                  </a:outerShdw>
                </a:effectLst>
                <a:latin typeface="+mn-lt"/>
                <a:ea typeface="仿宋_GB2312" pitchFamily="49" charset="-122"/>
              </a:rPr>
              <a:t>数组元素</a:t>
            </a:r>
            <a:r>
              <a:rPr lang="en-US" altLang="zh-CN" sz="3200" b="1" dirty="0">
                <a:solidFill>
                  <a:srgbClr val="000099"/>
                </a:solidFill>
                <a:effectLst>
                  <a:outerShdw blurRad="38100" dist="38100" dir="2700000" algn="tl">
                    <a:srgbClr val="C0C0C0"/>
                  </a:outerShdw>
                </a:effectLst>
                <a:latin typeface="+mn-lt"/>
                <a:ea typeface="仿宋_GB2312" pitchFamily="49" charset="-122"/>
              </a:rPr>
              <a:t>A[</a:t>
            </a:r>
            <a:r>
              <a:rPr lang="en-US" altLang="zh-CN" sz="3200" b="1" i="1" dirty="0" err="1">
                <a:solidFill>
                  <a:srgbClr val="000099"/>
                </a:solidFill>
                <a:effectLst>
                  <a:outerShdw blurRad="38100" dist="38100" dir="2700000" algn="tl">
                    <a:srgbClr val="C0C0C0"/>
                  </a:outerShdw>
                </a:effectLst>
                <a:latin typeface="+mn-lt"/>
                <a:ea typeface="仿宋_GB2312" pitchFamily="49" charset="-122"/>
              </a:rPr>
              <a:t>i</a:t>
            </a:r>
            <a:r>
              <a:rPr lang="en-US" altLang="zh-CN" sz="3200" b="1" dirty="0">
                <a:solidFill>
                  <a:srgbClr val="000099"/>
                </a:solidFill>
                <a:effectLst>
                  <a:outerShdw blurRad="38100" dist="38100" dir="2700000" algn="tl">
                    <a:srgbClr val="C0C0C0"/>
                  </a:outerShdw>
                </a:effectLst>
                <a:latin typeface="+mn-lt"/>
                <a:ea typeface="仿宋_GB2312" pitchFamily="49" charset="-122"/>
              </a:rPr>
              <a:t>][</a:t>
            </a:r>
            <a:r>
              <a:rPr lang="en-US" altLang="zh-CN" sz="3200" b="1" i="1" dirty="0">
                <a:solidFill>
                  <a:srgbClr val="000099"/>
                </a:solidFill>
                <a:effectLst>
                  <a:outerShdw blurRad="38100" dist="38100" dir="2700000" algn="tl">
                    <a:srgbClr val="C0C0C0"/>
                  </a:outerShdw>
                </a:effectLst>
                <a:latin typeface="+mn-lt"/>
                <a:ea typeface="仿宋_GB2312" pitchFamily="49" charset="-122"/>
              </a:rPr>
              <a:t>j</a:t>
            </a:r>
            <a:r>
              <a:rPr lang="en-US" altLang="zh-CN" sz="3200" b="1" dirty="0">
                <a:solidFill>
                  <a:srgbClr val="000099"/>
                </a:solidFill>
                <a:effectLst>
                  <a:outerShdw blurRad="38100" dist="38100" dir="2700000" algn="tl">
                    <a:srgbClr val="C0C0C0"/>
                  </a:outerShdw>
                </a:effectLst>
                <a:latin typeface="+mn-lt"/>
                <a:ea typeface="仿宋_GB2312" pitchFamily="49" charset="-122"/>
              </a:rPr>
              <a:t>]</a:t>
            </a:r>
            <a:r>
              <a:rPr lang="zh-CN" altLang="en-US" sz="3200" b="1" dirty="0">
                <a:solidFill>
                  <a:srgbClr val="000099"/>
                </a:solidFill>
                <a:effectLst>
                  <a:outerShdw blurRad="38100" dist="38100" dir="2700000" algn="tl">
                    <a:srgbClr val="C0C0C0"/>
                  </a:outerShdw>
                </a:effectLst>
                <a:latin typeface="+mn-lt"/>
                <a:ea typeface="仿宋_GB2312" pitchFamily="49" charset="-122"/>
              </a:rPr>
              <a:t>在数组</a:t>
            </a:r>
            <a:r>
              <a:rPr lang="en-US" altLang="zh-CN" sz="3200" b="1" dirty="0">
                <a:solidFill>
                  <a:srgbClr val="000099"/>
                </a:solidFill>
                <a:effectLst>
                  <a:outerShdw blurRad="38100" dist="38100" dir="2700000" algn="tl">
                    <a:srgbClr val="C0C0C0"/>
                  </a:outerShdw>
                </a:effectLst>
                <a:latin typeface="+mn-lt"/>
                <a:ea typeface="仿宋_GB2312" pitchFamily="49" charset="-122"/>
              </a:rPr>
              <a:t>B</a:t>
            </a:r>
            <a:r>
              <a:rPr lang="zh-CN" altLang="en-US" sz="3200" b="1" dirty="0">
                <a:solidFill>
                  <a:srgbClr val="000099"/>
                </a:solidFill>
                <a:effectLst>
                  <a:outerShdw blurRad="38100" dist="38100" dir="2700000" algn="tl">
                    <a:srgbClr val="C0C0C0"/>
                  </a:outerShdw>
                </a:effectLst>
                <a:latin typeface="+mn-lt"/>
                <a:ea typeface="仿宋_GB2312" pitchFamily="49" charset="-122"/>
              </a:rPr>
              <a:t>中的存放位置为 </a:t>
            </a:r>
            <a:r>
              <a:rPr lang="en-US" altLang="zh-CN" sz="3200" b="1" dirty="0">
                <a:effectLst>
                  <a:outerShdw blurRad="38100" dist="38100" dir="2700000" algn="tl">
                    <a:srgbClr val="C0C0C0"/>
                  </a:outerShdw>
                </a:effectLst>
                <a:latin typeface="+mn-lt"/>
                <a:ea typeface="仿宋_GB2312" pitchFamily="49" charset="-122"/>
              </a:rPr>
              <a:t>1 + 2 + </a:t>
            </a:r>
            <a:r>
              <a:rPr lang="en-US" altLang="zh-CN" sz="3200" b="1" dirty="0">
                <a:effectLst>
                  <a:outerShdw blurRad="38100" dist="38100" dir="2700000" algn="tl">
                    <a:srgbClr val="C0C0C0"/>
                  </a:outerShdw>
                </a:effectLst>
                <a:latin typeface="+mn-lt"/>
                <a:ea typeface="仿宋_GB2312" pitchFamily="49" charset="-122"/>
                <a:sym typeface="Wingdings" pitchFamily="2" charset="2"/>
              </a:rPr>
              <a:t></a:t>
            </a:r>
            <a:r>
              <a:rPr lang="en-US" altLang="zh-CN" sz="3200" b="1" dirty="0">
                <a:effectLst>
                  <a:outerShdw blurRad="38100" dist="38100" dir="2700000" algn="tl">
                    <a:srgbClr val="C0C0C0"/>
                  </a:outerShdw>
                </a:effectLst>
                <a:latin typeface="+mn-lt"/>
                <a:ea typeface="仿宋_GB2312" pitchFamily="49" charset="-122"/>
              </a:rPr>
              <a:t> + </a:t>
            </a:r>
            <a:r>
              <a:rPr lang="en-US" altLang="zh-CN" sz="3200" b="1" i="1" dirty="0" err="1">
                <a:effectLst>
                  <a:outerShdw blurRad="38100" dist="38100" dir="2700000" algn="tl">
                    <a:srgbClr val="C0C0C0"/>
                  </a:outerShdw>
                </a:effectLst>
                <a:latin typeface="+mn-lt"/>
                <a:ea typeface="仿宋_GB2312" pitchFamily="49" charset="-122"/>
              </a:rPr>
              <a:t>i</a:t>
            </a:r>
            <a:r>
              <a:rPr lang="en-US" altLang="zh-CN" sz="3200" b="1" i="1" dirty="0">
                <a:effectLst>
                  <a:outerShdw blurRad="38100" dist="38100" dir="2700000" algn="tl">
                    <a:srgbClr val="C0C0C0"/>
                  </a:outerShdw>
                </a:effectLst>
                <a:latin typeface="+mn-lt"/>
                <a:ea typeface="仿宋_GB2312" pitchFamily="49" charset="-122"/>
              </a:rPr>
              <a:t> </a:t>
            </a:r>
            <a:r>
              <a:rPr lang="en-US" altLang="zh-CN" sz="3200" b="1" dirty="0">
                <a:effectLst>
                  <a:outerShdw blurRad="38100" dist="38100" dir="2700000" algn="tl">
                    <a:srgbClr val="C0C0C0"/>
                  </a:outerShdw>
                </a:effectLst>
                <a:latin typeface="+mn-lt"/>
                <a:ea typeface="仿宋_GB2312" pitchFamily="49" charset="-122"/>
              </a:rPr>
              <a:t>+ </a:t>
            </a:r>
            <a:r>
              <a:rPr lang="en-US" altLang="zh-CN" sz="3200" b="1" i="1" dirty="0">
                <a:effectLst>
                  <a:outerShdw blurRad="38100" dist="38100" dir="2700000" algn="tl">
                    <a:srgbClr val="C0C0C0"/>
                  </a:outerShdw>
                </a:effectLst>
                <a:latin typeface="+mn-lt"/>
                <a:ea typeface="仿宋_GB2312" pitchFamily="49" charset="-122"/>
              </a:rPr>
              <a:t>j</a:t>
            </a:r>
            <a:r>
              <a:rPr lang="en-US" altLang="zh-CN" sz="3200" b="1" dirty="0">
                <a:effectLst>
                  <a:outerShdw blurRad="38100" dist="38100" dir="2700000" algn="tl">
                    <a:srgbClr val="C0C0C0"/>
                  </a:outerShdw>
                </a:effectLst>
                <a:latin typeface="+mn-lt"/>
                <a:ea typeface="仿宋_GB2312" pitchFamily="49" charset="-122"/>
              </a:rPr>
              <a:t> = (</a:t>
            </a:r>
            <a:r>
              <a:rPr lang="en-US" altLang="zh-CN" sz="3200" b="1" i="1" dirty="0" err="1">
                <a:effectLst>
                  <a:outerShdw blurRad="38100" dist="38100" dir="2700000" algn="tl">
                    <a:srgbClr val="C0C0C0"/>
                  </a:outerShdw>
                </a:effectLst>
                <a:latin typeface="+mn-lt"/>
                <a:ea typeface="仿宋_GB2312" pitchFamily="49" charset="-122"/>
              </a:rPr>
              <a:t>i</a:t>
            </a:r>
            <a:r>
              <a:rPr lang="en-US" altLang="zh-CN" sz="3200" b="1" i="1" dirty="0">
                <a:effectLst>
                  <a:outerShdw blurRad="38100" dist="38100" dir="2700000" algn="tl">
                    <a:srgbClr val="C0C0C0"/>
                  </a:outerShdw>
                </a:effectLst>
                <a:latin typeface="+mn-lt"/>
                <a:ea typeface="仿宋_GB2312" pitchFamily="49" charset="-122"/>
              </a:rPr>
              <a:t> </a:t>
            </a:r>
            <a:r>
              <a:rPr lang="en-US" altLang="zh-CN" sz="3200" b="1" dirty="0">
                <a:effectLst>
                  <a:outerShdw blurRad="38100" dist="38100" dir="2700000" algn="tl">
                    <a:srgbClr val="C0C0C0"/>
                  </a:outerShdw>
                </a:effectLst>
                <a:latin typeface="+mn-lt"/>
                <a:ea typeface="楷体_GB2312" pitchFamily="49" charset="-122"/>
              </a:rPr>
              <a:t>+ </a:t>
            </a:r>
            <a:r>
              <a:rPr lang="en-US" altLang="zh-CN" sz="3200" b="1" dirty="0">
                <a:effectLst>
                  <a:outerShdw blurRad="38100" dist="38100" dir="2700000" algn="tl">
                    <a:srgbClr val="C0C0C0"/>
                  </a:outerShdw>
                </a:effectLst>
                <a:latin typeface="+mn-lt"/>
                <a:ea typeface="仿宋_GB2312" pitchFamily="49" charset="-122"/>
              </a:rPr>
              <a:t>1)* </a:t>
            </a:r>
            <a:r>
              <a:rPr lang="en-US" altLang="zh-CN" sz="3200" b="1" i="1" dirty="0" err="1">
                <a:effectLst>
                  <a:outerShdw blurRad="38100" dist="38100" dir="2700000" algn="tl">
                    <a:srgbClr val="C0C0C0"/>
                  </a:outerShdw>
                </a:effectLst>
                <a:latin typeface="+mn-lt"/>
                <a:ea typeface="仿宋_GB2312" pitchFamily="49" charset="-122"/>
              </a:rPr>
              <a:t>i</a:t>
            </a:r>
            <a:r>
              <a:rPr lang="en-US" altLang="zh-CN" sz="3200" b="1" i="1" dirty="0">
                <a:effectLst>
                  <a:outerShdw blurRad="38100" dist="38100" dir="2700000" algn="tl">
                    <a:srgbClr val="C0C0C0"/>
                  </a:outerShdw>
                </a:effectLst>
                <a:latin typeface="+mn-lt"/>
                <a:ea typeface="仿宋_GB2312" pitchFamily="49" charset="-122"/>
              </a:rPr>
              <a:t> </a:t>
            </a:r>
            <a:r>
              <a:rPr lang="en-US" altLang="zh-CN" sz="3200" b="1" dirty="0">
                <a:effectLst>
                  <a:outerShdw blurRad="38100" dist="38100" dir="2700000" algn="tl">
                    <a:srgbClr val="C0C0C0"/>
                  </a:outerShdw>
                </a:effectLst>
                <a:latin typeface="+mn-lt"/>
                <a:ea typeface="仿宋_GB2312" pitchFamily="49" charset="-122"/>
              </a:rPr>
              <a:t>/ 2 + </a:t>
            </a:r>
            <a:r>
              <a:rPr lang="en-US" altLang="zh-CN" sz="3200" b="1" i="1" dirty="0">
                <a:effectLst>
                  <a:outerShdw blurRad="38100" dist="38100" dir="2700000" algn="tl">
                    <a:srgbClr val="C0C0C0"/>
                  </a:outerShdw>
                </a:effectLst>
                <a:latin typeface="+mn-lt"/>
                <a:ea typeface="仿宋_GB2312" pitchFamily="49" charset="-122"/>
              </a:rPr>
              <a:t>j</a:t>
            </a:r>
            <a:endParaRPr lang="en-US" altLang="zh-CN" dirty="0">
              <a:latin typeface="楷体_GB2312" pitchFamily="49" charset="-122"/>
              <a:ea typeface="楷体_GB2312" pitchFamily="49" charset="-122"/>
            </a:endParaRPr>
          </a:p>
        </p:txBody>
      </p:sp>
      <p:sp>
        <p:nvSpPr>
          <p:cNvPr id="16408" name="AutoShape 24">
            <a:extLst>
              <a:ext uri="{FF2B5EF4-FFF2-40B4-BE49-F238E27FC236}">
                <a16:creationId xmlns:a16="http://schemas.microsoft.com/office/drawing/2014/main" id="{2AB82A36-F876-88AF-E0D1-918D576207D6}"/>
              </a:ext>
            </a:extLst>
          </p:cNvPr>
          <p:cNvSpPr>
            <a:spLocks/>
          </p:cNvSpPr>
          <p:nvPr/>
        </p:nvSpPr>
        <p:spPr bwMode="auto">
          <a:xfrm rot="-5400000">
            <a:off x="2262981" y="4625182"/>
            <a:ext cx="122237" cy="2514600"/>
          </a:xfrm>
          <a:prstGeom prst="leftBrace">
            <a:avLst>
              <a:gd name="adj1" fmla="val 241667"/>
              <a:gd name="adj2" fmla="val 50000"/>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000099"/>
              </a:solidFill>
              <a:latin typeface="Times New Roman" panose="02020603050405020304" pitchFamily="18" charset="0"/>
              <a:ea typeface="宋体" panose="02010600030101010101" pitchFamily="2" charset="-122"/>
            </a:endParaRPr>
          </a:p>
        </p:txBody>
      </p:sp>
      <p:sp>
        <p:nvSpPr>
          <p:cNvPr id="16409" name="Text Box 25">
            <a:extLst>
              <a:ext uri="{FF2B5EF4-FFF2-40B4-BE49-F238E27FC236}">
                <a16:creationId xmlns:a16="http://schemas.microsoft.com/office/drawing/2014/main" id="{7446EA00-51AB-DB6D-35B7-FBB3901203FE}"/>
              </a:ext>
            </a:extLst>
          </p:cNvPr>
          <p:cNvSpPr txBox="1">
            <a:spLocks noChangeArrowheads="1"/>
          </p:cNvSpPr>
          <p:nvPr/>
        </p:nvSpPr>
        <p:spPr bwMode="auto">
          <a:xfrm>
            <a:off x="1431925" y="60404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zh-CN" sz="2400">
              <a:latin typeface="Times New Roman" panose="02020603050405020304" pitchFamily="18" charset="0"/>
              <a:ea typeface="宋体" panose="02010600030101010101" pitchFamily="2" charset="-122"/>
            </a:endParaRPr>
          </a:p>
        </p:txBody>
      </p:sp>
      <p:sp>
        <p:nvSpPr>
          <p:cNvPr id="16410" name="Text Box 26">
            <a:extLst>
              <a:ext uri="{FF2B5EF4-FFF2-40B4-BE49-F238E27FC236}">
                <a16:creationId xmlns:a16="http://schemas.microsoft.com/office/drawing/2014/main" id="{8E6ACF60-7402-1AD0-0D88-F9497AF82A28}"/>
              </a:ext>
            </a:extLst>
          </p:cNvPr>
          <p:cNvSpPr txBox="1">
            <a:spLocks noChangeArrowheads="1"/>
          </p:cNvSpPr>
          <p:nvPr/>
        </p:nvSpPr>
        <p:spPr bwMode="auto">
          <a:xfrm>
            <a:off x="609600" y="5897563"/>
            <a:ext cx="79127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dirty="0">
                <a:latin typeface="Times New Roman" panose="02020603050405020304" pitchFamily="18" charset="0"/>
                <a:ea typeface="隶书" panose="02010509060101010101" pitchFamily="49" charset="-122"/>
              </a:rPr>
              <a:t>前</a:t>
            </a:r>
            <a:r>
              <a:rPr kumimoji="1" lang="en-US" altLang="zh-CN" sz="3200" b="1" i="1" dirty="0" err="1">
                <a:latin typeface="Times New Roman" panose="02020603050405020304" pitchFamily="18" charset="0"/>
                <a:ea typeface="隶书" panose="02010509060101010101" pitchFamily="49" charset="-122"/>
              </a:rPr>
              <a:t>i</a:t>
            </a:r>
            <a:r>
              <a:rPr kumimoji="1" lang="zh-CN" altLang="en-US" sz="3200" dirty="0">
                <a:latin typeface="Times New Roman" panose="02020603050405020304" pitchFamily="18" charset="0"/>
                <a:ea typeface="隶书" panose="02010509060101010101" pitchFamily="49" charset="-122"/>
              </a:rPr>
              <a:t>行元素总数    第</a:t>
            </a:r>
            <a:r>
              <a:rPr kumimoji="1" lang="en-US" altLang="zh-CN" sz="3200" b="1" i="1" dirty="0" err="1">
                <a:latin typeface="Times New Roman" panose="02020603050405020304" pitchFamily="18" charset="0"/>
                <a:ea typeface="隶书" panose="02010509060101010101" pitchFamily="49" charset="-122"/>
              </a:rPr>
              <a:t>i</a:t>
            </a:r>
            <a:r>
              <a:rPr kumimoji="1" lang="zh-CN" altLang="en-US" sz="3200" dirty="0">
                <a:latin typeface="Times New Roman" panose="02020603050405020304" pitchFamily="18" charset="0"/>
                <a:ea typeface="隶书" panose="02010509060101010101" pitchFamily="49" charset="-122"/>
              </a:rPr>
              <a:t>行第</a:t>
            </a:r>
            <a:r>
              <a:rPr kumimoji="1" lang="en-US" altLang="zh-CN" sz="3200" b="1" i="1" dirty="0">
                <a:latin typeface="Times New Roman" panose="02020603050405020304" pitchFamily="18" charset="0"/>
                <a:ea typeface="隶书" panose="02010509060101010101" pitchFamily="49" charset="-122"/>
              </a:rPr>
              <a:t>j</a:t>
            </a:r>
            <a:r>
              <a:rPr kumimoji="1" lang="zh-CN" altLang="en-US" sz="3200" dirty="0">
                <a:latin typeface="Times New Roman" panose="02020603050405020304" pitchFamily="18" charset="0"/>
                <a:ea typeface="隶书" panose="02010509060101010101" pitchFamily="49" charset="-122"/>
              </a:rPr>
              <a:t>个元素前元素个数</a:t>
            </a:r>
            <a:endParaRPr kumimoji="1" lang="zh-CN" altLang="en-US" sz="2400" dirty="0">
              <a:latin typeface="Times New Roman" panose="02020603050405020304" pitchFamily="18" charset="0"/>
              <a:ea typeface="宋体" panose="02010600030101010101" pitchFamily="2" charset="-122"/>
            </a:endParaRPr>
          </a:p>
        </p:txBody>
      </p:sp>
      <p:sp>
        <p:nvSpPr>
          <p:cNvPr id="16411" name="AutoShape 27">
            <a:extLst>
              <a:ext uri="{FF2B5EF4-FFF2-40B4-BE49-F238E27FC236}">
                <a16:creationId xmlns:a16="http://schemas.microsoft.com/office/drawing/2014/main" id="{56362A55-1018-E8FC-C3F4-903084CB41BB}"/>
              </a:ext>
            </a:extLst>
          </p:cNvPr>
          <p:cNvSpPr>
            <a:spLocks/>
          </p:cNvSpPr>
          <p:nvPr/>
        </p:nvSpPr>
        <p:spPr bwMode="auto">
          <a:xfrm rot="-5400000">
            <a:off x="3982811" y="5676900"/>
            <a:ext cx="76200" cy="457200"/>
          </a:xfrm>
          <a:prstGeom prst="leftBrace">
            <a:avLst>
              <a:gd name="adj1" fmla="val 50000"/>
              <a:gd name="adj2" fmla="val 50000"/>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000099"/>
              </a:solidFill>
              <a:latin typeface="Times New Roman" panose="02020603050405020304" pitchFamily="18" charset="0"/>
              <a:ea typeface="宋体" panose="02010600030101010101" pitchFamily="2" charset="-122"/>
            </a:endParaRPr>
          </a:p>
        </p:txBody>
      </p:sp>
      <p:sp>
        <p:nvSpPr>
          <p:cNvPr id="16412" name="AutoShape 28">
            <a:extLst>
              <a:ext uri="{FF2B5EF4-FFF2-40B4-BE49-F238E27FC236}">
                <a16:creationId xmlns:a16="http://schemas.microsoft.com/office/drawing/2014/main" id="{8CA35B49-D335-BA7F-D92E-36E45A770BF3}"/>
              </a:ext>
            </a:extLst>
          </p:cNvPr>
          <p:cNvSpPr>
            <a:spLocks noChangeArrowheads="1"/>
          </p:cNvSpPr>
          <p:nvPr/>
        </p:nvSpPr>
        <p:spPr bwMode="auto">
          <a:xfrm>
            <a:off x="6248400" y="4419600"/>
            <a:ext cx="219075" cy="381000"/>
          </a:xfrm>
          <a:prstGeom prst="triangle">
            <a:avLst>
              <a:gd name="adj" fmla="val 50000"/>
            </a:avLst>
          </a:prstGeom>
          <a:solidFill>
            <a:schemeClr val="tx2"/>
          </a:solidFill>
          <a:ln w="9525">
            <a:solidFill>
              <a:srgbClr val="FF3300"/>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3" name="灯片编号占位符 2">
            <a:extLst>
              <a:ext uri="{FF2B5EF4-FFF2-40B4-BE49-F238E27FC236}">
                <a16:creationId xmlns:a16="http://schemas.microsoft.com/office/drawing/2014/main" id="{C5722F63-32ED-24DF-F495-A0C59EF73E53}"/>
              </a:ext>
            </a:extLst>
          </p:cNvPr>
          <p:cNvSpPr>
            <a:spLocks noGrp="1"/>
          </p:cNvSpPr>
          <p:nvPr>
            <p:ph type="sldNum" sz="quarter" idx="12"/>
          </p:nvPr>
        </p:nvSpPr>
        <p:spPr/>
        <p:txBody>
          <a:bodyPr/>
          <a:lstStyle/>
          <a:p>
            <a:pPr>
              <a:defRPr/>
            </a:pPr>
            <a:fld id="{34C23A13-5672-41C0-8934-A4311B913B34}" type="slidenum">
              <a:rPr lang="en-US" altLang="zh-CN" smtClean="0"/>
              <a:pPr>
                <a:defRPr/>
              </a:pPr>
              <a:t>15</a:t>
            </a:fld>
            <a:endParaRPr lang="en-US" altLang="zh-CN"/>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0C54B49-45E9-4703-B861-297F26F7897A}"/>
              </a:ext>
            </a:extLst>
          </p:cNvPr>
          <p:cNvSpPr>
            <a:spLocks noGrp="1"/>
          </p:cNvSpPr>
          <p:nvPr>
            <p:ph idx="1"/>
          </p:nvPr>
        </p:nvSpPr>
        <p:spPr>
          <a:xfrm>
            <a:off x="628650" y="476672"/>
            <a:ext cx="7886700" cy="5700291"/>
          </a:xfrm>
        </p:spPr>
        <p:txBody>
          <a:bodyPr>
            <a:normAutofit fontScale="92500" lnSpcReduction="20000"/>
          </a:bodyPr>
          <a:lstStyle/>
          <a:p>
            <a:r>
              <a:rPr lang="zh-CN" altLang="en-US" dirty="0"/>
              <a:t>若 </a:t>
            </a:r>
            <a:r>
              <a:rPr lang="en-US" altLang="zh-CN" dirty="0" err="1"/>
              <a:t>i</a:t>
            </a:r>
            <a:r>
              <a:rPr lang="en-US" altLang="zh-CN" dirty="0"/>
              <a:t> &lt; j</a:t>
            </a:r>
            <a:r>
              <a:rPr lang="zh-CN" altLang="en-US" dirty="0"/>
              <a:t>，</a:t>
            </a:r>
            <a:r>
              <a:rPr lang="en-US" altLang="zh-CN" dirty="0"/>
              <a:t>A[</a:t>
            </a:r>
            <a:r>
              <a:rPr lang="en-US" altLang="zh-CN" dirty="0" err="1"/>
              <a:t>i</a:t>
            </a:r>
            <a:r>
              <a:rPr lang="en-US" altLang="zh-CN" dirty="0"/>
              <a:t>][j] </a:t>
            </a:r>
            <a:r>
              <a:rPr lang="zh-CN" altLang="en-US" dirty="0"/>
              <a:t>在矩阵的上三角部分</a:t>
            </a:r>
            <a:r>
              <a:rPr lang="en-US" altLang="zh-CN" dirty="0"/>
              <a:t>,  </a:t>
            </a:r>
            <a:r>
              <a:rPr lang="zh-CN" altLang="en-US" dirty="0"/>
              <a:t>在数组 </a:t>
            </a:r>
            <a:r>
              <a:rPr lang="en-US" altLang="zh-CN" dirty="0"/>
              <a:t>B </a:t>
            </a:r>
            <a:r>
              <a:rPr lang="zh-CN" altLang="en-US" dirty="0"/>
              <a:t>中没有存放，可以找它的对称元素</a:t>
            </a:r>
            <a:r>
              <a:rPr lang="en-US" altLang="zh-CN" dirty="0"/>
              <a:t>A[j][</a:t>
            </a:r>
            <a:r>
              <a:rPr lang="en-US" altLang="zh-CN" dirty="0" err="1"/>
              <a:t>i</a:t>
            </a:r>
            <a:r>
              <a:rPr lang="en-US" altLang="zh-CN" dirty="0"/>
              <a:t>]</a:t>
            </a:r>
            <a:r>
              <a:rPr lang="zh-CN" altLang="en-US" dirty="0"/>
              <a:t>，存放位置为：</a:t>
            </a:r>
            <a:r>
              <a:rPr lang="en-US" altLang="zh-CN" dirty="0"/>
              <a:t>j *(j +1) / 2 + </a:t>
            </a:r>
            <a:r>
              <a:rPr lang="en-US" altLang="zh-CN" dirty="0" err="1"/>
              <a:t>i</a:t>
            </a:r>
            <a:r>
              <a:rPr lang="en-US" altLang="zh-CN" dirty="0"/>
              <a:t> </a:t>
            </a:r>
          </a:p>
          <a:p>
            <a:r>
              <a:rPr lang="zh-CN" altLang="en-US" dirty="0"/>
              <a:t>若已知某矩阵元素位于数组 </a:t>
            </a:r>
            <a:r>
              <a:rPr lang="en-US" altLang="zh-CN" dirty="0"/>
              <a:t>B </a:t>
            </a:r>
            <a:r>
              <a:rPr lang="zh-CN" altLang="en-US" dirty="0"/>
              <a:t>的第 </a:t>
            </a:r>
            <a:r>
              <a:rPr lang="en-US" altLang="zh-CN" dirty="0"/>
              <a:t>k</a:t>
            </a:r>
            <a:r>
              <a:rPr lang="zh-CN" altLang="en-US" dirty="0"/>
              <a:t>个位置，可寻找满足以下条件的的 </a:t>
            </a:r>
            <a:r>
              <a:rPr lang="en-US" altLang="zh-CN" dirty="0" err="1"/>
              <a:t>i</a:t>
            </a:r>
            <a:r>
              <a:rPr lang="en-US" altLang="zh-CN" dirty="0"/>
              <a:t>, </a:t>
            </a:r>
            <a:r>
              <a:rPr lang="zh-CN" altLang="en-US" dirty="0"/>
              <a:t>此即为该元素的行号。</a:t>
            </a:r>
            <a:endParaRPr lang="en-US" altLang="zh-CN" dirty="0"/>
          </a:p>
          <a:p>
            <a:pPr lvl="1"/>
            <a:r>
              <a:rPr lang="en-US" altLang="zh-CN" dirty="0" err="1"/>
              <a:t>i</a:t>
            </a:r>
            <a:r>
              <a:rPr lang="en-US" altLang="zh-CN" dirty="0"/>
              <a:t> *(</a:t>
            </a:r>
            <a:r>
              <a:rPr lang="en-US" altLang="zh-CN" dirty="0" err="1"/>
              <a:t>i</a:t>
            </a:r>
            <a:r>
              <a:rPr lang="en-US" altLang="zh-CN" dirty="0"/>
              <a:t> + 1) / 2 ≤ k&lt; (</a:t>
            </a:r>
            <a:r>
              <a:rPr lang="en-US" altLang="zh-CN" dirty="0" err="1"/>
              <a:t>i</a:t>
            </a:r>
            <a:r>
              <a:rPr lang="en-US" altLang="zh-CN" dirty="0"/>
              <a:t> + 1)*(</a:t>
            </a:r>
            <a:r>
              <a:rPr lang="en-US" altLang="zh-CN" dirty="0" err="1"/>
              <a:t>i</a:t>
            </a:r>
            <a:r>
              <a:rPr lang="en-US" altLang="zh-CN" dirty="0"/>
              <a:t> + 2) / 2</a:t>
            </a:r>
          </a:p>
          <a:p>
            <a:r>
              <a:rPr lang="zh-CN" altLang="en-US" dirty="0"/>
              <a:t>进而算出该元素的列号</a:t>
            </a:r>
            <a:r>
              <a:rPr lang="en-US" altLang="zh-CN" dirty="0"/>
              <a:t>j</a:t>
            </a:r>
          </a:p>
          <a:p>
            <a:pPr lvl="1"/>
            <a:r>
              <a:rPr lang="en-US" altLang="zh-CN" dirty="0"/>
              <a:t>j = k - </a:t>
            </a:r>
            <a:r>
              <a:rPr lang="en-US" altLang="zh-CN" dirty="0" err="1"/>
              <a:t>i</a:t>
            </a:r>
            <a:r>
              <a:rPr lang="en-US" altLang="zh-CN" dirty="0"/>
              <a:t> * (</a:t>
            </a:r>
            <a:r>
              <a:rPr lang="en-US" altLang="zh-CN" dirty="0" err="1"/>
              <a:t>i</a:t>
            </a:r>
            <a:r>
              <a:rPr lang="en-US" altLang="zh-CN" dirty="0"/>
              <a:t> + 1) / 2</a:t>
            </a:r>
          </a:p>
          <a:p>
            <a:r>
              <a:rPr lang="zh-CN" altLang="en-US" dirty="0"/>
              <a:t>例：</a:t>
            </a:r>
            <a:endParaRPr lang="en-US" altLang="zh-CN" dirty="0"/>
          </a:p>
          <a:p>
            <a:pPr lvl="1"/>
            <a:r>
              <a:rPr lang="zh-CN" altLang="en-US" dirty="0"/>
              <a:t>当 </a:t>
            </a:r>
            <a:r>
              <a:rPr lang="en-US" altLang="zh-CN" dirty="0"/>
              <a:t>k = 8,   3*4 / 2 = 6≤ k &lt; 4*5 / 2 =10,</a:t>
            </a:r>
          </a:p>
          <a:p>
            <a:pPr lvl="1"/>
            <a:r>
              <a:rPr lang="zh-CN" altLang="en-US" dirty="0"/>
              <a:t>取 </a:t>
            </a:r>
            <a:r>
              <a:rPr lang="en-US" altLang="zh-CN" dirty="0" err="1"/>
              <a:t>i</a:t>
            </a:r>
            <a:r>
              <a:rPr lang="en-US" altLang="zh-CN" dirty="0"/>
              <a:t> = 3</a:t>
            </a:r>
            <a:r>
              <a:rPr lang="zh-CN" altLang="en-US" dirty="0"/>
              <a:t>，则 </a:t>
            </a:r>
            <a:r>
              <a:rPr lang="en-US" altLang="zh-CN" dirty="0"/>
              <a:t>j = 8 - 3*4 / 2 = 2</a:t>
            </a:r>
            <a:r>
              <a:rPr lang="zh-CN" altLang="en-US" dirty="0"/>
              <a:t>。 </a:t>
            </a:r>
          </a:p>
        </p:txBody>
      </p:sp>
      <p:sp>
        <p:nvSpPr>
          <p:cNvPr id="2" name="灯片编号占位符 1">
            <a:extLst>
              <a:ext uri="{FF2B5EF4-FFF2-40B4-BE49-F238E27FC236}">
                <a16:creationId xmlns:a16="http://schemas.microsoft.com/office/drawing/2014/main" id="{0530352D-5997-8F3D-1FBC-A4E817B3C556}"/>
              </a:ext>
            </a:extLst>
          </p:cNvPr>
          <p:cNvSpPr>
            <a:spLocks noGrp="1"/>
          </p:cNvSpPr>
          <p:nvPr>
            <p:ph type="sldNum" sz="quarter" idx="12"/>
          </p:nvPr>
        </p:nvSpPr>
        <p:spPr/>
        <p:txBody>
          <a:bodyPr/>
          <a:lstStyle/>
          <a:p>
            <a:pPr>
              <a:defRPr/>
            </a:pPr>
            <a:fld id="{34C23A13-5672-41C0-8934-A4311B913B34}" type="slidenum">
              <a:rPr lang="en-US" altLang="zh-CN" smtClean="0"/>
              <a:pPr>
                <a:defRPr/>
              </a:pPr>
              <a:t>16</a:t>
            </a:fld>
            <a:endParaRPr lang="en-US" altLang="zh-CN"/>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35510DB-1D05-45E5-D189-48982DEBBC08}"/>
              </a:ext>
            </a:extLst>
          </p:cNvPr>
          <p:cNvSpPr>
            <a:spLocks noChangeArrowheads="1"/>
          </p:cNvSpPr>
          <p:nvPr/>
        </p:nvSpPr>
        <p:spPr bwMode="auto">
          <a:xfrm>
            <a:off x="2438400" y="533400"/>
            <a:ext cx="914400" cy="609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435" name="Rectangle 3">
            <a:extLst>
              <a:ext uri="{FF2B5EF4-FFF2-40B4-BE49-F238E27FC236}">
                <a16:creationId xmlns:a16="http://schemas.microsoft.com/office/drawing/2014/main" id="{DBA7DCE9-3939-1242-372B-868715FDC311}"/>
              </a:ext>
            </a:extLst>
          </p:cNvPr>
          <p:cNvSpPr>
            <a:spLocks noChangeArrowheads="1"/>
          </p:cNvSpPr>
          <p:nvPr/>
        </p:nvSpPr>
        <p:spPr bwMode="auto">
          <a:xfrm>
            <a:off x="3352800" y="533400"/>
            <a:ext cx="914400" cy="12954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436" name="Rectangle 4">
            <a:extLst>
              <a:ext uri="{FF2B5EF4-FFF2-40B4-BE49-F238E27FC236}">
                <a16:creationId xmlns:a16="http://schemas.microsoft.com/office/drawing/2014/main" id="{140B65A0-BC3F-5A9B-322A-C135A9833B2F}"/>
              </a:ext>
            </a:extLst>
          </p:cNvPr>
          <p:cNvSpPr>
            <a:spLocks noChangeArrowheads="1"/>
          </p:cNvSpPr>
          <p:nvPr/>
        </p:nvSpPr>
        <p:spPr bwMode="auto">
          <a:xfrm>
            <a:off x="4267200" y="533400"/>
            <a:ext cx="914400" cy="1828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437" name="Rectangle 5">
            <a:extLst>
              <a:ext uri="{FF2B5EF4-FFF2-40B4-BE49-F238E27FC236}">
                <a16:creationId xmlns:a16="http://schemas.microsoft.com/office/drawing/2014/main" id="{C1BE9E16-35F8-DB83-E175-6C90AD40A15C}"/>
              </a:ext>
            </a:extLst>
          </p:cNvPr>
          <p:cNvSpPr>
            <a:spLocks noChangeArrowheads="1"/>
          </p:cNvSpPr>
          <p:nvPr/>
        </p:nvSpPr>
        <p:spPr bwMode="auto">
          <a:xfrm>
            <a:off x="5181600" y="533400"/>
            <a:ext cx="838200" cy="2362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aphicFrame>
        <p:nvGraphicFramePr>
          <p:cNvPr id="18438" name="Object 6">
            <a:extLst>
              <a:ext uri="{FF2B5EF4-FFF2-40B4-BE49-F238E27FC236}">
                <a16:creationId xmlns:a16="http://schemas.microsoft.com/office/drawing/2014/main" id="{23947147-7C77-2DE4-6D22-2A227BACC755}"/>
              </a:ext>
            </a:extLst>
          </p:cNvPr>
          <p:cNvGraphicFramePr>
            <a:graphicFrameLocks noChangeAspect="1"/>
          </p:cNvGraphicFramePr>
          <p:nvPr/>
        </p:nvGraphicFramePr>
        <p:xfrm>
          <a:off x="2286000" y="358775"/>
          <a:ext cx="3962400" cy="2689225"/>
        </p:xfrm>
        <a:graphic>
          <a:graphicData uri="http://schemas.openxmlformats.org/presentationml/2006/ole">
            <mc:AlternateContent xmlns:mc="http://schemas.openxmlformats.org/markup-compatibility/2006">
              <mc:Choice xmlns:v="urn:schemas-microsoft-com:vml" Requires="v">
                <p:oleObj name="公式" r:id="rId2" imgW="1193800" imgH="787400" progId="Equation.3">
                  <p:embed/>
                </p:oleObj>
              </mc:Choice>
              <mc:Fallback>
                <p:oleObj name="公式" r:id="rId2" imgW="1193800" imgH="7874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58775"/>
                        <a:ext cx="3962400" cy="2689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9" name="Text Box 7">
            <a:extLst>
              <a:ext uri="{FF2B5EF4-FFF2-40B4-BE49-F238E27FC236}">
                <a16:creationId xmlns:a16="http://schemas.microsoft.com/office/drawing/2014/main" id="{A8A3D520-0392-825A-5526-3C112489DC6F}"/>
              </a:ext>
            </a:extLst>
          </p:cNvPr>
          <p:cNvSpPr txBox="1">
            <a:spLocks noChangeArrowheads="1"/>
          </p:cNvSpPr>
          <p:nvPr/>
        </p:nvSpPr>
        <p:spPr bwMode="auto">
          <a:xfrm>
            <a:off x="7467600" y="519113"/>
            <a:ext cx="701675"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80000"/>
              </a:lnSpc>
            </a:pPr>
            <a:r>
              <a:rPr kumimoji="1" lang="zh-CN" altLang="en-US" sz="4000">
                <a:solidFill>
                  <a:srgbClr val="0000CC"/>
                </a:solidFill>
                <a:latin typeface="Times New Roman" panose="02020603050405020304" pitchFamily="18" charset="0"/>
                <a:ea typeface="隶书" panose="02010509060101010101" pitchFamily="49" charset="-122"/>
              </a:rPr>
              <a:t>上三角矩阵</a:t>
            </a:r>
            <a:endParaRPr kumimoji="1" lang="zh-CN" altLang="en-US" sz="2400">
              <a:latin typeface="Times New Roman" panose="02020603050405020304" pitchFamily="18" charset="0"/>
              <a:ea typeface="宋体" panose="02010600030101010101" pitchFamily="2" charset="-122"/>
            </a:endParaRPr>
          </a:p>
        </p:txBody>
      </p:sp>
      <p:sp>
        <p:nvSpPr>
          <p:cNvPr id="18440" name="Rectangle 8">
            <a:extLst>
              <a:ext uri="{FF2B5EF4-FFF2-40B4-BE49-F238E27FC236}">
                <a16:creationId xmlns:a16="http://schemas.microsoft.com/office/drawing/2014/main" id="{DFA9FCEE-B526-99AC-F773-6157FB8CF62A}"/>
              </a:ext>
            </a:extLst>
          </p:cNvPr>
          <p:cNvSpPr>
            <a:spLocks noChangeArrowheads="1"/>
          </p:cNvSpPr>
          <p:nvPr/>
        </p:nvSpPr>
        <p:spPr bwMode="auto">
          <a:xfrm>
            <a:off x="1052513" y="3505200"/>
            <a:ext cx="6262687" cy="609600"/>
          </a:xfrm>
          <a:prstGeom prst="rect">
            <a:avLst/>
          </a:prstGeom>
          <a:solidFill>
            <a:schemeClr val="accent1"/>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18441" name="Text Box 9">
            <a:extLst>
              <a:ext uri="{FF2B5EF4-FFF2-40B4-BE49-F238E27FC236}">
                <a16:creationId xmlns:a16="http://schemas.microsoft.com/office/drawing/2014/main" id="{49ABD42E-BDBE-2D38-951F-768232163FF5}"/>
              </a:ext>
            </a:extLst>
          </p:cNvPr>
          <p:cNvSpPr txBox="1">
            <a:spLocks noChangeArrowheads="1"/>
          </p:cNvSpPr>
          <p:nvPr/>
        </p:nvSpPr>
        <p:spPr bwMode="auto">
          <a:xfrm>
            <a:off x="609600" y="3459163"/>
            <a:ext cx="68310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B</a:t>
            </a:r>
            <a:r>
              <a:rPr kumimoji="1" lang="en-US" altLang="zh-CN" sz="3200" b="1" i="1">
                <a:solidFill>
                  <a:srgbClr val="000099"/>
                </a:solidFill>
                <a:latin typeface="Times New Roman" panose="02020603050405020304" pitchFamily="18" charset="0"/>
                <a:ea typeface="宋体" panose="02010600030101010101" pitchFamily="2" charset="-122"/>
              </a:rPr>
              <a:t>  a</a:t>
            </a:r>
            <a:r>
              <a:rPr kumimoji="1" lang="en-US" altLang="zh-CN" sz="3200" b="1" baseline="-25000">
                <a:solidFill>
                  <a:srgbClr val="000099"/>
                </a:solidFill>
                <a:latin typeface="Times New Roman" panose="02020603050405020304" pitchFamily="18" charset="0"/>
                <a:ea typeface="宋体" panose="02010600030101010101" pitchFamily="2" charset="-122"/>
              </a:rPr>
              <a:t>00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01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02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03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11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12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13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22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23</a:t>
            </a:r>
            <a:r>
              <a:rPr kumimoji="1" lang="en-US" altLang="zh-CN" sz="3200" b="1">
                <a:solidFill>
                  <a:srgbClr val="000099"/>
                </a:solidFill>
                <a:latin typeface="Times New Roman" panose="02020603050405020304" pitchFamily="18" charset="0"/>
                <a:ea typeface="宋体" panose="02010600030101010101" pitchFamily="2" charset="-122"/>
              </a:rPr>
              <a:t>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33</a:t>
            </a:r>
            <a:r>
              <a:rPr kumimoji="1" lang="en-US" altLang="zh-CN" sz="3200" b="1">
                <a:solidFill>
                  <a:srgbClr val="000099"/>
                </a:solidFill>
                <a:latin typeface="Times New Roman" panose="02020603050405020304" pitchFamily="18" charset="0"/>
                <a:ea typeface="宋体" panose="02010600030101010101" pitchFamily="2" charset="-122"/>
              </a:rPr>
              <a:t>  </a:t>
            </a:r>
            <a:endParaRPr kumimoji="1" lang="en-US" altLang="zh-CN" sz="3200" b="1">
              <a:solidFill>
                <a:srgbClr val="000099"/>
              </a:solidFill>
              <a:latin typeface="宋体" panose="02010600030101010101" pitchFamily="2" charset="-122"/>
              <a:ea typeface="宋体" panose="02010600030101010101" pitchFamily="2" charset="-122"/>
            </a:endParaRPr>
          </a:p>
        </p:txBody>
      </p:sp>
      <p:sp>
        <p:nvSpPr>
          <p:cNvPr id="18442" name="Line 10">
            <a:extLst>
              <a:ext uri="{FF2B5EF4-FFF2-40B4-BE49-F238E27FC236}">
                <a16:creationId xmlns:a16="http://schemas.microsoft.com/office/drawing/2014/main" id="{F893C303-9094-44FC-59FF-2366B8DDF916}"/>
              </a:ext>
            </a:extLst>
          </p:cNvPr>
          <p:cNvSpPr>
            <a:spLocks noChangeShapeType="1"/>
          </p:cNvSpPr>
          <p:nvPr/>
        </p:nvSpPr>
        <p:spPr bwMode="auto">
          <a:xfrm>
            <a:off x="16621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3" name="Line 11">
            <a:extLst>
              <a:ext uri="{FF2B5EF4-FFF2-40B4-BE49-F238E27FC236}">
                <a16:creationId xmlns:a16="http://schemas.microsoft.com/office/drawing/2014/main" id="{73BD3C04-B32E-CD00-F4E2-4A3275E5889E}"/>
              </a:ext>
            </a:extLst>
          </p:cNvPr>
          <p:cNvSpPr>
            <a:spLocks noChangeShapeType="1"/>
          </p:cNvSpPr>
          <p:nvPr/>
        </p:nvSpPr>
        <p:spPr bwMode="auto">
          <a:xfrm>
            <a:off x="22717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4" name="Line 12">
            <a:extLst>
              <a:ext uri="{FF2B5EF4-FFF2-40B4-BE49-F238E27FC236}">
                <a16:creationId xmlns:a16="http://schemas.microsoft.com/office/drawing/2014/main" id="{A8D4E0AA-4597-E257-EE81-8CDD0B6F0576}"/>
              </a:ext>
            </a:extLst>
          </p:cNvPr>
          <p:cNvSpPr>
            <a:spLocks noChangeShapeType="1"/>
          </p:cNvSpPr>
          <p:nvPr/>
        </p:nvSpPr>
        <p:spPr bwMode="auto">
          <a:xfrm>
            <a:off x="28813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5" name="Line 13">
            <a:extLst>
              <a:ext uri="{FF2B5EF4-FFF2-40B4-BE49-F238E27FC236}">
                <a16:creationId xmlns:a16="http://schemas.microsoft.com/office/drawing/2014/main" id="{AAF98CED-F6AC-2F1E-BEFC-2E97D549706D}"/>
              </a:ext>
            </a:extLst>
          </p:cNvPr>
          <p:cNvSpPr>
            <a:spLocks noChangeShapeType="1"/>
          </p:cNvSpPr>
          <p:nvPr/>
        </p:nvSpPr>
        <p:spPr bwMode="auto">
          <a:xfrm>
            <a:off x="34909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6" name="Line 14">
            <a:extLst>
              <a:ext uri="{FF2B5EF4-FFF2-40B4-BE49-F238E27FC236}">
                <a16:creationId xmlns:a16="http://schemas.microsoft.com/office/drawing/2014/main" id="{582C99C6-6877-825E-AD07-7130BE044405}"/>
              </a:ext>
            </a:extLst>
          </p:cNvPr>
          <p:cNvSpPr>
            <a:spLocks noChangeShapeType="1"/>
          </p:cNvSpPr>
          <p:nvPr/>
        </p:nvSpPr>
        <p:spPr bwMode="auto">
          <a:xfrm>
            <a:off x="41005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7" name="Line 15">
            <a:extLst>
              <a:ext uri="{FF2B5EF4-FFF2-40B4-BE49-F238E27FC236}">
                <a16:creationId xmlns:a16="http://schemas.microsoft.com/office/drawing/2014/main" id="{EA33E91B-145B-C7D2-5164-FDC53DB76C16}"/>
              </a:ext>
            </a:extLst>
          </p:cNvPr>
          <p:cNvSpPr>
            <a:spLocks noChangeShapeType="1"/>
          </p:cNvSpPr>
          <p:nvPr/>
        </p:nvSpPr>
        <p:spPr bwMode="auto">
          <a:xfrm>
            <a:off x="47101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8" name="Line 16">
            <a:extLst>
              <a:ext uri="{FF2B5EF4-FFF2-40B4-BE49-F238E27FC236}">
                <a16:creationId xmlns:a16="http://schemas.microsoft.com/office/drawing/2014/main" id="{A72E4AAB-AE74-D33C-7B8C-61FC3B754ED7}"/>
              </a:ext>
            </a:extLst>
          </p:cNvPr>
          <p:cNvSpPr>
            <a:spLocks noChangeShapeType="1"/>
          </p:cNvSpPr>
          <p:nvPr/>
        </p:nvSpPr>
        <p:spPr bwMode="auto">
          <a:xfrm>
            <a:off x="53197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9" name="Line 17">
            <a:extLst>
              <a:ext uri="{FF2B5EF4-FFF2-40B4-BE49-F238E27FC236}">
                <a16:creationId xmlns:a16="http://schemas.microsoft.com/office/drawing/2014/main" id="{4C0C86D5-E948-985E-BE05-37087FB24A53}"/>
              </a:ext>
            </a:extLst>
          </p:cNvPr>
          <p:cNvSpPr>
            <a:spLocks noChangeShapeType="1"/>
          </p:cNvSpPr>
          <p:nvPr/>
        </p:nvSpPr>
        <p:spPr bwMode="auto">
          <a:xfrm>
            <a:off x="59293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0" name="Line 18">
            <a:extLst>
              <a:ext uri="{FF2B5EF4-FFF2-40B4-BE49-F238E27FC236}">
                <a16:creationId xmlns:a16="http://schemas.microsoft.com/office/drawing/2014/main" id="{F5673E5F-99A3-3799-62D3-293C4DE5486E}"/>
              </a:ext>
            </a:extLst>
          </p:cNvPr>
          <p:cNvSpPr>
            <a:spLocks noChangeShapeType="1"/>
          </p:cNvSpPr>
          <p:nvPr/>
        </p:nvSpPr>
        <p:spPr bwMode="auto">
          <a:xfrm>
            <a:off x="65389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1" name="Line 19">
            <a:extLst>
              <a:ext uri="{FF2B5EF4-FFF2-40B4-BE49-F238E27FC236}">
                <a16:creationId xmlns:a16="http://schemas.microsoft.com/office/drawing/2014/main" id="{8DB43F34-481D-A600-DD7E-558BCDE458CE}"/>
              </a:ext>
            </a:extLst>
          </p:cNvPr>
          <p:cNvSpPr>
            <a:spLocks noChangeShapeType="1"/>
          </p:cNvSpPr>
          <p:nvPr/>
        </p:nvSpPr>
        <p:spPr bwMode="auto">
          <a:xfrm>
            <a:off x="7300913" y="3505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2" name="Text Box 20">
            <a:extLst>
              <a:ext uri="{FF2B5EF4-FFF2-40B4-BE49-F238E27FC236}">
                <a16:creationId xmlns:a16="http://schemas.microsoft.com/office/drawing/2014/main" id="{1E28B54C-46FC-E226-E175-84C9E73C503E}"/>
              </a:ext>
            </a:extLst>
          </p:cNvPr>
          <p:cNvSpPr txBox="1">
            <a:spLocks noChangeArrowheads="1"/>
          </p:cNvSpPr>
          <p:nvPr/>
        </p:nvSpPr>
        <p:spPr bwMode="auto">
          <a:xfrm>
            <a:off x="1112838" y="3089275"/>
            <a:ext cx="5746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a:latin typeface="Times New Roman" panose="02020603050405020304" pitchFamily="18" charset="0"/>
                <a:ea typeface="宋体" panose="02010600030101010101" pitchFamily="2" charset="-122"/>
              </a:rPr>
              <a:t>0     1      2      3      4      5      6      7      8      9</a:t>
            </a:r>
          </a:p>
        </p:txBody>
      </p:sp>
      <p:sp>
        <p:nvSpPr>
          <p:cNvPr id="18453" name="Text Box 21">
            <a:extLst>
              <a:ext uri="{FF2B5EF4-FFF2-40B4-BE49-F238E27FC236}">
                <a16:creationId xmlns:a16="http://schemas.microsoft.com/office/drawing/2014/main" id="{0B1C792C-41CB-F017-2D70-D5A7ABD8E67D}"/>
              </a:ext>
            </a:extLst>
          </p:cNvPr>
          <p:cNvSpPr txBox="1">
            <a:spLocks noChangeArrowheads="1"/>
          </p:cNvSpPr>
          <p:nvPr/>
        </p:nvSpPr>
        <p:spPr bwMode="auto">
          <a:xfrm>
            <a:off x="609600" y="4416425"/>
            <a:ext cx="81534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05000"/>
              </a:lnSpc>
            </a:pPr>
            <a:r>
              <a:rPr kumimoji="1" lang="zh-CN" altLang="en-US" sz="3200" b="1" dirty="0">
                <a:solidFill>
                  <a:srgbClr val="000099"/>
                </a:solidFill>
                <a:latin typeface="Times New Roman" panose="02020603050405020304" pitchFamily="18" charset="0"/>
                <a:ea typeface="仿宋_GB2312" pitchFamily="49" charset="-122"/>
              </a:rPr>
              <a:t>若</a:t>
            </a:r>
            <a:r>
              <a:rPr kumimoji="1" lang="en-US" altLang="zh-CN" sz="3200" b="1" i="1" dirty="0" err="1">
                <a:latin typeface="Times New Roman" panose="02020603050405020304" pitchFamily="18" charset="0"/>
                <a:ea typeface="仿宋_GB2312" pitchFamily="49" charset="-122"/>
              </a:rPr>
              <a:t>i</a:t>
            </a:r>
            <a:r>
              <a:rPr kumimoji="1" lang="en-US" altLang="zh-CN" sz="3200" b="1" dirty="0">
                <a:latin typeface="Times New Roman" panose="02020603050405020304" pitchFamily="18" charset="0"/>
                <a:ea typeface="仿宋_GB2312" pitchFamily="49" charset="-122"/>
              </a:rPr>
              <a:t> </a:t>
            </a:r>
            <a:r>
              <a:rPr kumimoji="1" lang="en-US" altLang="zh-CN" sz="3200" b="1" dirty="0">
                <a:latin typeface="Times New Roman" panose="02020603050405020304" pitchFamily="18" charset="0"/>
                <a:ea typeface="仿宋_GB2312" pitchFamily="49" charset="-122"/>
                <a:sym typeface="Symbol" panose="05050102010706020507" pitchFamily="18" charset="2"/>
              </a:rPr>
              <a:t>≤</a:t>
            </a:r>
            <a:r>
              <a:rPr kumimoji="1" lang="en-US" altLang="zh-CN" sz="3200" b="1" dirty="0">
                <a:latin typeface="Times New Roman" panose="02020603050405020304" pitchFamily="18" charset="0"/>
                <a:ea typeface="仿宋_GB2312" pitchFamily="49" charset="-122"/>
              </a:rPr>
              <a:t> </a:t>
            </a:r>
            <a:r>
              <a:rPr kumimoji="1" lang="en-US" altLang="zh-CN" sz="3200" b="1" i="1" dirty="0">
                <a:latin typeface="Times New Roman" panose="02020603050405020304" pitchFamily="18" charset="0"/>
                <a:ea typeface="仿宋_GB2312" pitchFamily="49" charset="-122"/>
              </a:rPr>
              <a:t>j</a:t>
            </a:r>
            <a:r>
              <a:rPr kumimoji="1" lang="zh-CN" altLang="en-US" sz="3200" b="1" dirty="0">
                <a:solidFill>
                  <a:srgbClr val="000099"/>
                </a:solidFill>
                <a:latin typeface="Times New Roman" panose="02020603050405020304" pitchFamily="18" charset="0"/>
                <a:ea typeface="仿宋_GB2312" pitchFamily="49" charset="-122"/>
              </a:rPr>
              <a:t>，数组元素</a:t>
            </a:r>
            <a:r>
              <a:rPr kumimoji="1" lang="en-US" altLang="zh-CN" sz="3200" b="1" dirty="0">
                <a:solidFill>
                  <a:srgbClr val="000099"/>
                </a:solidFill>
                <a:latin typeface="Times New Roman" panose="02020603050405020304" pitchFamily="18" charset="0"/>
                <a:ea typeface="仿宋_GB2312" pitchFamily="49" charset="-122"/>
              </a:rPr>
              <a:t>A[</a:t>
            </a:r>
            <a:r>
              <a:rPr kumimoji="1" lang="en-US" altLang="zh-CN" sz="3200" b="1" i="1" dirty="0" err="1">
                <a:solidFill>
                  <a:srgbClr val="000099"/>
                </a:solidFill>
                <a:latin typeface="Times New Roman" panose="02020603050405020304" pitchFamily="18" charset="0"/>
                <a:ea typeface="仿宋_GB2312" pitchFamily="49" charset="-122"/>
              </a:rPr>
              <a:t>i</a:t>
            </a:r>
            <a:r>
              <a:rPr kumimoji="1" lang="en-US" altLang="zh-CN" sz="3200" b="1" dirty="0">
                <a:solidFill>
                  <a:srgbClr val="000099"/>
                </a:solidFill>
                <a:latin typeface="Times New Roman" panose="02020603050405020304" pitchFamily="18" charset="0"/>
                <a:ea typeface="仿宋_GB2312" pitchFamily="49" charset="-122"/>
              </a:rPr>
              <a:t>][</a:t>
            </a:r>
            <a:r>
              <a:rPr kumimoji="1" lang="en-US" altLang="zh-CN" sz="3200" b="1" i="1" dirty="0">
                <a:solidFill>
                  <a:srgbClr val="000099"/>
                </a:solidFill>
                <a:latin typeface="Times New Roman" panose="02020603050405020304" pitchFamily="18" charset="0"/>
                <a:ea typeface="仿宋_GB2312" pitchFamily="49" charset="-122"/>
              </a:rPr>
              <a:t>j</a:t>
            </a:r>
            <a:r>
              <a:rPr kumimoji="1" lang="en-US" altLang="zh-CN" sz="3200" b="1" dirty="0">
                <a:solidFill>
                  <a:srgbClr val="000099"/>
                </a:solidFill>
                <a:latin typeface="Times New Roman" panose="02020603050405020304" pitchFamily="18" charset="0"/>
                <a:ea typeface="仿宋_GB2312" pitchFamily="49" charset="-122"/>
              </a:rPr>
              <a:t>]</a:t>
            </a:r>
            <a:r>
              <a:rPr kumimoji="1" lang="zh-CN" altLang="en-US" sz="3200" b="1" dirty="0">
                <a:solidFill>
                  <a:srgbClr val="000099"/>
                </a:solidFill>
                <a:latin typeface="Times New Roman" panose="02020603050405020304" pitchFamily="18" charset="0"/>
                <a:ea typeface="仿宋_GB2312" pitchFamily="49" charset="-122"/>
              </a:rPr>
              <a:t>在数组</a:t>
            </a:r>
            <a:r>
              <a:rPr kumimoji="1" lang="en-US" altLang="zh-CN" sz="3200" b="1" dirty="0">
                <a:solidFill>
                  <a:srgbClr val="000099"/>
                </a:solidFill>
                <a:latin typeface="Times New Roman" panose="02020603050405020304" pitchFamily="18" charset="0"/>
                <a:ea typeface="仿宋_GB2312" pitchFamily="49" charset="-122"/>
              </a:rPr>
              <a:t>B</a:t>
            </a:r>
            <a:r>
              <a:rPr kumimoji="1" lang="zh-CN" altLang="en-US" sz="3200" b="1" dirty="0">
                <a:solidFill>
                  <a:srgbClr val="000099"/>
                </a:solidFill>
                <a:latin typeface="Times New Roman" panose="02020603050405020304" pitchFamily="18" charset="0"/>
                <a:ea typeface="仿宋_GB2312" pitchFamily="49" charset="-122"/>
              </a:rPr>
              <a:t>中的存放位置为</a:t>
            </a:r>
            <a:r>
              <a:rPr kumimoji="1" lang="zh-CN" altLang="en-US" sz="3200" b="1" dirty="0">
                <a:latin typeface="Times New Roman" panose="02020603050405020304" pitchFamily="18" charset="0"/>
                <a:ea typeface="仿宋_GB2312" pitchFamily="49" charset="-122"/>
              </a:rPr>
              <a:t>	</a:t>
            </a:r>
            <a:r>
              <a:rPr kumimoji="1" lang="en-US" altLang="zh-CN" sz="3200" b="1" i="1" dirty="0">
                <a:latin typeface="Times New Roman" panose="02020603050405020304" pitchFamily="18" charset="0"/>
                <a:ea typeface="仿宋_GB2312" pitchFamily="49" charset="-122"/>
              </a:rPr>
              <a:t>n</a:t>
            </a:r>
            <a:r>
              <a:rPr kumimoji="1" lang="en-US" altLang="zh-CN" sz="3200" b="1" dirty="0">
                <a:latin typeface="Times New Roman" panose="02020603050405020304" pitchFamily="18" charset="0"/>
                <a:ea typeface="仿宋_GB2312" pitchFamily="49" charset="-122"/>
              </a:rPr>
              <a:t> + (</a:t>
            </a:r>
            <a:r>
              <a:rPr kumimoji="1" lang="en-US" altLang="zh-CN" sz="3200" b="1" i="1" dirty="0">
                <a:latin typeface="Times New Roman" panose="02020603050405020304" pitchFamily="18" charset="0"/>
                <a:ea typeface="仿宋_GB2312" pitchFamily="49" charset="-122"/>
              </a:rPr>
              <a:t>n</a:t>
            </a:r>
            <a:r>
              <a:rPr kumimoji="1" lang="en-US" altLang="zh-CN" sz="3200" b="1" dirty="0">
                <a:latin typeface="楷体_GB2312" pitchFamily="49" charset="-122"/>
                <a:ea typeface="楷体_GB2312" pitchFamily="49" charset="-122"/>
              </a:rPr>
              <a:t>-</a:t>
            </a:r>
            <a:r>
              <a:rPr kumimoji="1" lang="en-US" altLang="zh-CN" sz="3200" b="1" dirty="0">
                <a:latin typeface="Times New Roman" panose="02020603050405020304" pitchFamily="18" charset="0"/>
                <a:ea typeface="仿宋_GB2312" pitchFamily="49" charset="-122"/>
              </a:rPr>
              <a:t>1) + (</a:t>
            </a:r>
            <a:r>
              <a:rPr kumimoji="1" lang="en-US" altLang="zh-CN" sz="3200" b="1" i="1" dirty="0">
                <a:latin typeface="Times New Roman" panose="02020603050405020304" pitchFamily="18" charset="0"/>
                <a:ea typeface="仿宋_GB2312" pitchFamily="49" charset="-122"/>
              </a:rPr>
              <a:t>n</a:t>
            </a:r>
            <a:r>
              <a:rPr kumimoji="1" lang="en-US" altLang="zh-CN" sz="3200" b="1" dirty="0">
                <a:latin typeface="楷体_GB2312" pitchFamily="49" charset="-122"/>
                <a:ea typeface="楷体_GB2312" pitchFamily="49" charset="-122"/>
              </a:rPr>
              <a:t>-</a:t>
            </a:r>
            <a:r>
              <a:rPr kumimoji="1" lang="en-US" altLang="zh-CN" sz="3200" b="1" dirty="0">
                <a:latin typeface="Times New Roman" panose="02020603050405020304" pitchFamily="18" charset="0"/>
                <a:ea typeface="仿宋_GB2312" pitchFamily="49" charset="-122"/>
              </a:rPr>
              <a:t>2) + </a:t>
            </a:r>
            <a:r>
              <a:rPr kumimoji="1" lang="en-US" altLang="zh-CN" sz="3200" b="1" dirty="0">
                <a:latin typeface="Times New Roman" panose="02020603050405020304" pitchFamily="18" charset="0"/>
                <a:ea typeface="仿宋_GB2312" pitchFamily="49" charset="-122"/>
                <a:sym typeface="Wingdings" panose="05000000000000000000" pitchFamily="2" charset="2"/>
              </a:rPr>
              <a:t></a:t>
            </a:r>
            <a:r>
              <a:rPr kumimoji="1" lang="en-US" altLang="zh-CN" sz="3200" b="1" dirty="0">
                <a:latin typeface="Times New Roman" panose="02020603050405020304" pitchFamily="18" charset="0"/>
                <a:ea typeface="仿宋_GB2312" pitchFamily="49" charset="-122"/>
              </a:rPr>
              <a:t> + (</a:t>
            </a:r>
            <a:r>
              <a:rPr kumimoji="1" lang="en-US" altLang="zh-CN" sz="3200" b="1" i="1" dirty="0">
                <a:latin typeface="Times New Roman" panose="02020603050405020304" pitchFamily="18" charset="0"/>
                <a:ea typeface="仿宋_GB2312" pitchFamily="49" charset="-122"/>
              </a:rPr>
              <a:t>n</a:t>
            </a:r>
            <a:r>
              <a:rPr kumimoji="1" lang="en-US" altLang="zh-CN" sz="3200" b="1" dirty="0">
                <a:latin typeface="楷体_GB2312" pitchFamily="49" charset="-122"/>
                <a:ea typeface="楷体_GB2312" pitchFamily="49" charset="-122"/>
              </a:rPr>
              <a:t>-</a:t>
            </a:r>
            <a:r>
              <a:rPr kumimoji="1" lang="en-US" altLang="zh-CN" sz="3200" b="1" i="1" dirty="0">
                <a:latin typeface="Times New Roman" panose="02020603050405020304" pitchFamily="18" charset="0"/>
                <a:ea typeface="仿宋_GB2312" pitchFamily="49" charset="-122"/>
              </a:rPr>
              <a:t>i</a:t>
            </a:r>
            <a:r>
              <a:rPr kumimoji="1" lang="en-US" altLang="zh-CN" sz="3200" b="1" dirty="0">
                <a:latin typeface="Times New Roman" panose="02020603050405020304" pitchFamily="18" charset="0"/>
                <a:ea typeface="仿宋_GB2312" pitchFamily="49" charset="-122"/>
              </a:rPr>
              <a:t>+1) + </a:t>
            </a:r>
            <a:r>
              <a:rPr kumimoji="1" lang="en-US" altLang="zh-CN" sz="3200" b="1" i="1" dirty="0">
                <a:latin typeface="Times New Roman" panose="02020603050405020304" pitchFamily="18" charset="0"/>
                <a:ea typeface="仿宋_GB2312" pitchFamily="49" charset="-122"/>
              </a:rPr>
              <a:t>j</a:t>
            </a:r>
            <a:r>
              <a:rPr kumimoji="1" lang="en-US" altLang="zh-CN" sz="3200" b="1" dirty="0">
                <a:latin typeface="楷体_GB2312" pitchFamily="49" charset="-122"/>
                <a:ea typeface="楷体_GB2312" pitchFamily="49" charset="-122"/>
              </a:rPr>
              <a:t>-</a:t>
            </a:r>
            <a:r>
              <a:rPr kumimoji="1" lang="en-US" altLang="zh-CN" sz="3200" b="1" i="1" dirty="0" err="1">
                <a:latin typeface="Times New Roman" panose="02020603050405020304" pitchFamily="18" charset="0"/>
                <a:ea typeface="仿宋_GB2312" pitchFamily="49" charset="-122"/>
              </a:rPr>
              <a:t>i</a:t>
            </a:r>
            <a:endParaRPr kumimoji="1" lang="en-US" altLang="zh-CN" sz="3200" b="1" dirty="0">
              <a:latin typeface="Times New Roman" panose="02020603050405020304" pitchFamily="18" charset="0"/>
              <a:ea typeface="仿宋_GB2312" pitchFamily="49" charset="-122"/>
            </a:endParaRPr>
          </a:p>
        </p:txBody>
      </p:sp>
      <p:sp>
        <p:nvSpPr>
          <p:cNvPr id="18454" name="AutoShape 22">
            <a:extLst>
              <a:ext uri="{FF2B5EF4-FFF2-40B4-BE49-F238E27FC236}">
                <a16:creationId xmlns:a16="http://schemas.microsoft.com/office/drawing/2014/main" id="{1ED617C7-C7D6-2E28-3F2A-9FC5CC1FB6CB}"/>
              </a:ext>
            </a:extLst>
          </p:cNvPr>
          <p:cNvSpPr>
            <a:spLocks/>
          </p:cNvSpPr>
          <p:nvPr/>
        </p:nvSpPr>
        <p:spPr bwMode="auto">
          <a:xfrm rot="-5400000">
            <a:off x="4305300" y="2933700"/>
            <a:ext cx="76200" cy="5334000"/>
          </a:xfrm>
          <a:prstGeom prst="leftBrace">
            <a:avLst>
              <a:gd name="adj1" fmla="val 583333"/>
              <a:gd name="adj2" fmla="val 50000"/>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000099"/>
              </a:solidFill>
              <a:latin typeface="Times New Roman" panose="02020603050405020304" pitchFamily="18" charset="0"/>
              <a:ea typeface="宋体" panose="02010600030101010101" pitchFamily="2" charset="-122"/>
            </a:endParaRPr>
          </a:p>
        </p:txBody>
      </p:sp>
      <p:sp>
        <p:nvSpPr>
          <p:cNvPr id="18455" name="Text Box 23">
            <a:extLst>
              <a:ext uri="{FF2B5EF4-FFF2-40B4-BE49-F238E27FC236}">
                <a16:creationId xmlns:a16="http://schemas.microsoft.com/office/drawing/2014/main" id="{70BFFA32-E82D-C07C-9D33-13212F73A8A1}"/>
              </a:ext>
            </a:extLst>
          </p:cNvPr>
          <p:cNvSpPr txBox="1">
            <a:spLocks noChangeArrowheads="1"/>
          </p:cNvSpPr>
          <p:nvPr/>
        </p:nvSpPr>
        <p:spPr bwMode="auto">
          <a:xfrm>
            <a:off x="2963054" y="5589807"/>
            <a:ext cx="27606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dirty="0">
                <a:latin typeface="Times New Roman" panose="02020603050405020304" pitchFamily="18" charset="0"/>
                <a:ea typeface="隶书" panose="02010509060101010101" pitchFamily="49" charset="-122"/>
              </a:rPr>
              <a:t>前</a:t>
            </a:r>
            <a:r>
              <a:rPr kumimoji="1" lang="en-US" altLang="zh-CN" sz="3200" b="1" i="1" dirty="0" err="1">
                <a:latin typeface="Times New Roman" panose="02020603050405020304" pitchFamily="18" charset="0"/>
                <a:ea typeface="隶书" panose="02010509060101010101" pitchFamily="49" charset="-122"/>
              </a:rPr>
              <a:t>i</a:t>
            </a:r>
            <a:r>
              <a:rPr kumimoji="1" lang="zh-CN" altLang="en-US" sz="3200" dirty="0">
                <a:latin typeface="Times New Roman" panose="02020603050405020304" pitchFamily="18" charset="0"/>
                <a:ea typeface="隶书" panose="02010509060101010101" pitchFamily="49" charset="-122"/>
              </a:rPr>
              <a:t>行元素总数</a:t>
            </a:r>
            <a:endParaRPr kumimoji="1" lang="zh-CN" altLang="en-US" sz="2400" dirty="0">
              <a:latin typeface="Times New Roman" panose="02020603050405020304" pitchFamily="18" charset="0"/>
              <a:ea typeface="宋体" panose="02010600030101010101" pitchFamily="2" charset="-122"/>
            </a:endParaRPr>
          </a:p>
        </p:txBody>
      </p:sp>
      <p:sp>
        <p:nvSpPr>
          <p:cNvPr id="18456" name="AutoShape 24">
            <a:extLst>
              <a:ext uri="{FF2B5EF4-FFF2-40B4-BE49-F238E27FC236}">
                <a16:creationId xmlns:a16="http://schemas.microsoft.com/office/drawing/2014/main" id="{C9CEC70C-AC9E-D22C-F191-F2C68A8D848B}"/>
              </a:ext>
            </a:extLst>
          </p:cNvPr>
          <p:cNvSpPr>
            <a:spLocks/>
          </p:cNvSpPr>
          <p:nvPr/>
        </p:nvSpPr>
        <p:spPr bwMode="auto">
          <a:xfrm rot="-5400000">
            <a:off x="7558477" y="5295900"/>
            <a:ext cx="76200" cy="609600"/>
          </a:xfrm>
          <a:prstGeom prst="leftBrace">
            <a:avLst>
              <a:gd name="adj1" fmla="val 66667"/>
              <a:gd name="adj2" fmla="val 50000"/>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000099"/>
              </a:solidFill>
              <a:latin typeface="Times New Roman" panose="02020603050405020304" pitchFamily="18" charset="0"/>
              <a:ea typeface="宋体" panose="02010600030101010101" pitchFamily="2" charset="-122"/>
            </a:endParaRPr>
          </a:p>
        </p:txBody>
      </p:sp>
      <p:sp>
        <p:nvSpPr>
          <p:cNvPr id="18457" name="AutoShape 25">
            <a:extLst>
              <a:ext uri="{FF2B5EF4-FFF2-40B4-BE49-F238E27FC236}">
                <a16:creationId xmlns:a16="http://schemas.microsoft.com/office/drawing/2014/main" id="{6926686C-470C-3F91-EC6D-F957EF205FC2}"/>
              </a:ext>
            </a:extLst>
          </p:cNvPr>
          <p:cNvSpPr>
            <a:spLocks noChangeArrowheads="1"/>
          </p:cNvSpPr>
          <p:nvPr/>
        </p:nvSpPr>
        <p:spPr bwMode="auto">
          <a:xfrm>
            <a:off x="6105525" y="4038600"/>
            <a:ext cx="219075" cy="381000"/>
          </a:xfrm>
          <a:prstGeom prst="triangle">
            <a:avLst>
              <a:gd name="adj" fmla="val 50000"/>
            </a:avLst>
          </a:prstGeom>
          <a:solidFill>
            <a:schemeClr val="tx2"/>
          </a:solidFill>
          <a:ln w="9525">
            <a:solidFill>
              <a:srgbClr val="FF3300"/>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8458" name="Text Box 26">
            <a:extLst>
              <a:ext uri="{FF2B5EF4-FFF2-40B4-BE49-F238E27FC236}">
                <a16:creationId xmlns:a16="http://schemas.microsoft.com/office/drawing/2014/main" id="{0CD66581-A271-C161-04CB-32DBCFBBEB11}"/>
              </a:ext>
            </a:extLst>
          </p:cNvPr>
          <p:cNvSpPr txBox="1">
            <a:spLocks noChangeArrowheads="1"/>
          </p:cNvSpPr>
          <p:nvPr/>
        </p:nvSpPr>
        <p:spPr bwMode="auto">
          <a:xfrm>
            <a:off x="914400" y="2286000"/>
            <a:ext cx="1155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i="1">
                <a:latin typeface="Times New Roman" panose="02020603050405020304" pitchFamily="18" charset="0"/>
                <a:ea typeface="宋体" panose="02010600030101010101" pitchFamily="2" charset="-122"/>
              </a:rPr>
              <a:t>n</a:t>
            </a:r>
            <a:r>
              <a:rPr kumimoji="1" lang="en-US" altLang="zh-CN" sz="3600" b="1">
                <a:latin typeface="Times New Roman" panose="02020603050405020304" pitchFamily="18" charset="0"/>
                <a:ea typeface="宋体" panose="02010600030101010101" pitchFamily="2" charset="-122"/>
              </a:rPr>
              <a:t> = 4</a:t>
            </a:r>
            <a:endParaRPr kumimoji="1" lang="en-US" altLang="zh-CN" sz="2400">
              <a:latin typeface="Times New Roman" panose="02020603050405020304" pitchFamily="18" charset="0"/>
              <a:ea typeface="宋体" panose="02010600030101010101" pitchFamily="2" charset="-122"/>
            </a:endParaRPr>
          </a:p>
        </p:txBody>
      </p:sp>
      <p:sp>
        <p:nvSpPr>
          <p:cNvPr id="3" name="灯片编号占位符 2">
            <a:extLst>
              <a:ext uri="{FF2B5EF4-FFF2-40B4-BE49-F238E27FC236}">
                <a16:creationId xmlns:a16="http://schemas.microsoft.com/office/drawing/2014/main" id="{8718E34A-ABD2-082E-8427-D3EA2F019ACD}"/>
              </a:ext>
            </a:extLst>
          </p:cNvPr>
          <p:cNvSpPr>
            <a:spLocks noGrp="1"/>
          </p:cNvSpPr>
          <p:nvPr>
            <p:ph type="sldNum" sz="quarter" idx="12"/>
          </p:nvPr>
        </p:nvSpPr>
        <p:spPr/>
        <p:txBody>
          <a:bodyPr/>
          <a:lstStyle/>
          <a:p>
            <a:pPr>
              <a:defRPr/>
            </a:pPr>
            <a:fld id="{C268C1A0-320C-49BD-A39F-8B87144325CB}" type="slidenum">
              <a:rPr lang="en-US" altLang="zh-CN" smtClean="0"/>
              <a:pPr>
                <a:defRPr/>
              </a:pPr>
              <a:t>17</a:t>
            </a:fld>
            <a:endParaRPr lang="en-US" altLang="zh-CN"/>
          </a:p>
        </p:txBody>
      </p:sp>
      <p:sp>
        <p:nvSpPr>
          <p:cNvPr id="2" name="Text Box 23">
            <a:extLst>
              <a:ext uri="{FF2B5EF4-FFF2-40B4-BE49-F238E27FC236}">
                <a16:creationId xmlns:a16="http://schemas.microsoft.com/office/drawing/2014/main" id="{42383CF4-F1DE-0EE9-977C-C77A3BE54D8E}"/>
              </a:ext>
            </a:extLst>
          </p:cNvPr>
          <p:cNvSpPr txBox="1">
            <a:spLocks noChangeArrowheads="1"/>
          </p:cNvSpPr>
          <p:nvPr/>
        </p:nvSpPr>
        <p:spPr bwMode="auto">
          <a:xfrm>
            <a:off x="3260571" y="6046499"/>
            <a:ext cx="492634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zh-CN" altLang="en-US" sz="3200" dirty="0">
                <a:latin typeface="Times New Roman" panose="02020603050405020304" pitchFamily="18" charset="0"/>
                <a:ea typeface="隶书" panose="02010509060101010101" pitchFamily="49" charset="-122"/>
              </a:rPr>
              <a:t>第</a:t>
            </a:r>
            <a:r>
              <a:rPr kumimoji="1" lang="en-US" altLang="zh-CN" sz="3200" b="1" i="1" dirty="0" err="1">
                <a:latin typeface="Times New Roman" panose="02020603050405020304" pitchFamily="18" charset="0"/>
                <a:ea typeface="隶书" panose="02010509060101010101" pitchFamily="49" charset="-122"/>
              </a:rPr>
              <a:t>i</a:t>
            </a:r>
            <a:r>
              <a:rPr kumimoji="1" lang="zh-CN" altLang="en-US" sz="3200" dirty="0">
                <a:latin typeface="Times New Roman" panose="02020603050405020304" pitchFamily="18" charset="0"/>
                <a:ea typeface="隶书" panose="02010509060101010101" pitchFamily="49" charset="-122"/>
              </a:rPr>
              <a:t>行第</a:t>
            </a:r>
            <a:r>
              <a:rPr kumimoji="1" lang="en-US" altLang="zh-CN" sz="3200" b="1" i="1" dirty="0">
                <a:latin typeface="Times New Roman" panose="02020603050405020304" pitchFamily="18" charset="0"/>
                <a:ea typeface="隶书" panose="02010509060101010101" pitchFamily="49" charset="-122"/>
              </a:rPr>
              <a:t>j</a:t>
            </a:r>
            <a:r>
              <a:rPr kumimoji="1" lang="zh-CN" altLang="en-US" sz="3200" dirty="0">
                <a:latin typeface="Times New Roman" panose="02020603050405020304" pitchFamily="18" charset="0"/>
                <a:ea typeface="隶书" panose="02010509060101010101" pitchFamily="49" charset="-122"/>
              </a:rPr>
              <a:t>个元素前元素个数</a:t>
            </a:r>
            <a:endParaRPr kumimoji="1" lang="zh-CN" altLang="en-US" sz="2400" dirty="0">
              <a:latin typeface="Times New Roman" panose="02020603050405020304" pitchFamily="18" charset="0"/>
              <a:ea typeface="宋体" panose="02010600030101010101" pitchFamily="2" charset="-122"/>
            </a:endParaRPr>
          </a:p>
        </p:txBody>
      </p:sp>
      <p:cxnSp>
        <p:nvCxnSpPr>
          <p:cNvPr id="5" name="直接箭头连接符 4">
            <a:extLst>
              <a:ext uri="{FF2B5EF4-FFF2-40B4-BE49-F238E27FC236}">
                <a16:creationId xmlns:a16="http://schemas.microsoft.com/office/drawing/2014/main" id="{8194B733-E3E1-1275-1019-611F55B386B2}"/>
              </a:ext>
            </a:extLst>
          </p:cNvPr>
          <p:cNvCxnSpPr>
            <a:stCxn id="18456" idx="1"/>
          </p:cNvCxnSpPr>
          <p:nvPr/>
        </p:nvCxnSpPr>
        <p:spPr>
          <a:xfrm flipH="1">
            <a:off x="7092280" y="5638800"/>
            <a:ext cx="504297" cy="3824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6D7CB6D-2012-4EE7-AB8E-9C753B7B7320}"/>
              </a:ext>
            </a:extLst>
          </p:cNvPr>
          <p:cNvSpPr>
            <a:spLocks noGrp="1"/>
          </p:cNvSpPr>
          <p:nvPr>
            <p:ph idx="1"/>
          </p:nvPr>
        </p:nvSpPr>
        <p:spPr>
          <a:xfrm>
            <a:off x="628650" y="764704"/>
            <a:ext cx="7886700" cy="5412259"/>
          </a:xfrm>
        </p:spPr>
        <p:txBody>
          <a:bodyPr>
            <a:normAutofit fontScale="92500" lnSpcReduction="10000"/>
          </a:bodyPr>
          <a:lstStyle/>
          <a:p>
            <a:pPr marL="0" indent="0">
              <a:buNone/>
            </a:pPr>
            <a:r>
              <a:rPr lang="en-US" altLang="zh-CN" dirty="0"/>
              <a:t>n + (n-1) + (n-2) + … + (n-i+1) + j-</a:t>
            </a:r>
            <a:r>
              <a:rPr lang="en-US" altLang="zh-CN" dirty="0" err="1"/>
              <a:t>i</a:t>
            </a:r>
            <a:r>
              <a:rPr lang="en-US" altLang="zh-CN" dirty="0"/>
              <a:t> </a:t>
            </a:r>
          </a:p>
          <a:p>
            <a:pPr marL="0" indent="0">
              <a:buNone/>
            </a:pPr>
            <a:r>
              <a:rPr lang="en-US" altLang="zh-CN" dirty="0"/>
              <a:t>= …</a:t>
            </a:r>
          </a:p>
          <a:p>
            <a:pPr marL="0" indent="0">
              <a:buNone/>
            </a:pPr>
            <a:r>
              <a:rPr lang="en-US" altLang="zh-CN" dirty="0"/>
              <a:t>= (2*n-i+1) * </a:t>
            </a:r>
            <a:r>
              <a:rPr lang="en-US" altLang="zh-CN" dirty="0" err="1"/>
              <a:t>i</a:t>
            </a:r>
            <a:r>
              <a:rPr lang="en-US" altLang="zh-CN" dirty="0"/>
              <a:t> / 2 + j-</a:t>
            </a:r>
            <a:r>
              <a:rPr lang="en-US" altLang="zh-CN" dirty="0" err="1"/>
              <a:t>i</a:t>
            </a:r>
            <a:endParaRPr lang="en-US" altLang="zh-CN" dirty="0"/>
          </a:p>
          <a:p>
            <a:pPr marL="0" indent="0">
              <a:buNone/>
            </a:pPr>
            <a:r>
              <a:rPr lang="en-US" altLang="zh-CN" dirty="0"/>
              <a:t>= (2*n-i-1) * </a:t>
            </a:r>
            <a:r>
              <a:rPr lang="en-US" altLang="zh-CN" dirty="0" err="1"/>
              <a:t>i</a:t>
            </a:r>
            <a:r>
              <a:rPr lang="en-US" altLang="zh-CN" dirty="0"/>
              <a:t> / 2 + j</a:t>
            </a:r>
          </a:p>
          <a:p>
            <a:endParaRPr lang="en-US" altLang="zh-CN" dirty="0"/>
          </a:p>
          <a:p>
            <a:endParaRPr lang="en-US" altLang="zh-CN" dirty="0"/>
          </a:p>
          <a:p>
            <a:r>
              <a:rPr lang="zh-CN" altLang="en-US" dirty="0"/>
              <a:t>若</a:t>
            </a:r>
            <a:r>
              <a:rPr lang="en-US" altLang="zh-CN" dirty="0" err="1"/>
              <a:t>i</a:t>
            </a:r>
            <a:r>
              <a:rPr lang="en-US" altLang="zh-CN" dirty="0"/>
              <a:t> &gt; j</a:t>
            </a:r>
            <a:r>
              <a:rPr lang="zh-CN" altLang="en-US" dirty="0"/>
              <a:t>，数组元素</a:t>
            </a:r>
            <a:r>
              <a:rPr lang="en-US" altLang="zh-CN" dirty="0"/>
              <a:t>A[</a:t>
            </a:r>
            <a:r>
              <a:rPr lang="en-US" altLang="zh-CN" dirty="0" err="1"/>
              <a:t>i</a:t>
            </a:r>
            <a:r>
              <a:rPr lang="en-US" altLang="zh-CN" dirty="0"/>
              <a:t>][j]</a:t>
            </a:r>
            <a:r>
              <a:rPr lang="zh-CN" altLang="en-US" dirty="0"/>
              <a:t>在矩阵的下三角部分，在数组 </a:t>
            </a:r>
            <a:r>
              <a:rPr lang="en-US" altLang="zh-CN" dirty="0"/>
              <a:t>B </a:t>
            </a:r>
            <a:r>
              <a:rPr lang="zh-CN" altLang="en-US" dirty="0"/>
              <a:t>中没有存放。因此，找它的对称元素</a:t>
            </a:r>
            <a:r>
              <a:rPr lang="en-US" altLang="zh-CN" dirty="0"/>
              <a:t>A[j][</a:t>
            </a:r>
            <a:r>
              <a:rPr lang="en-US" altLang="zh-CN" dirty="0" err="1"/>
              <a:t>i</a:t>
            </a:r>
            <a:r>
              <a:rPr lang="en-US" altLang="zh-CN" dirty="0"/>
              <a:t>]</a:t>
            </a:r>
            <a:r>
              <a:rPr lang="zh-CN" altLang="en-US" dirty="0"/>
              <a:t>。 </a:t>
            </a:r>
          </a:p>
          <a:p>
            <a:pPr lvl="1"/>
            <a:r>
              <a:rPr lang="en-US" altLang="zh-CN" dirty="0"/>
              <a:t>A[j][</a:t>
            </a:r>
            <a:r>
              <a:rPr lang="en-US" altLang="zh-CN" dirty="0" err="1"/>
              <a:t>i</a:t>
            </a:r>
            <a:r>
              <a:rPr lang="en-US" altLang="zh-CN" dirty="0"/>
              <a:t>]</a:t>
            </a:r>
            <a:r>
              <a:rPr lang="zh-CN" altLang="en-US" dirty="0"/>
              <a:t>在</a:t>
            </a:r>
            <a:r>
              <a:rPr lang="en-US" altLang="zh-CN" dirty="0"/>
              <a:t>B </a:t>
            </a:r>
            <a:r>
              <a:rPr lang="zh-CN" altLang="en-US" dirty="0"/>
              <a:t>的第 </a:t>
            </a:r>
            <a:r>
              <a:rPr lang="en-US" altLang="zh-CN" dirty="0"/>
              <a:t>(2*n-j-1) * j / 2 + </a:t>
            </a:r>
            <a:r>
              <a:rPr lang="en-US" altLang="zh-CN" dirty="0" err="1"/>
              <a:t>i</a:t>
            </a:r>
            <a:r>
              <a:rPr lang="en-US" altLang="zh-CN" dirty="0"/>
              <a:t> </a:t>
            </a:r>
            <a:r>
              <a:rPr lang="zh-CN" altLang="en-US" dirty="0"/>
              <a:t>的位置。</a:t>
            </a:r>
          </a:p>
        </p:txBody>
      </p:sp>
      <p:sp>
        <p:nvSpPr>
          <p:cNvPr id="4" name="灯片编号占位符 3">
            <a:extLst>
              <a:ext uri="{FF2B5EF4-FFF2-40B4-BE49-F238E27FC236}">
                <a16:creationId xmlns:a16="http://schemas.microsoft.com/office/drawing/2014/main" id="{8ABBEFA7-9620-6ACA-21D6-5D47578AE194}"/>
              </a:ext>
            </a:extLst>
          </p:cNvPr>
          <p:cNvSpPr>
            <a:spLocks noGrp="1"/>
          </p:cNvSpPr>
          <p:nvPr>
            <p:ph type="sldNum" sz="quarter" idx="12"/>
          </p:nvPr>
        </p:nvSpPr>
        <p:spPr/>
        <p:txBody>
          <a:bodyPr/>
          <a:lstStyle/>
          <a:p>
            <a:pPr>
              <a:defRPr/>
            </a:pPr>
            <a:fld id="{34C23A13-5672-41C0-8934-A4311B913B34}" type="slidenum">
              <a:rPr lang="en-US" altLang="zh-CN" smtClean="0"/>
              <a:pPr>
                <a:defRPr/>
              </a:pPr>
              <a:t>18</a:t>
            </a:fld>
            <a:endParaRPr lang="en-US" altLang="zh-CN"/>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4" name="Object 4">
            <a:extLst>
              <a:ext uri="{FF2B5EF4-FFF2-40B4-BE49-F238E27FC236}">
                <a16:creationId xmlns:a16="http://schemas.microsoft.com/office/drawing/2014/main" id="{55C707D9-8AA1-A1D4-2EEE-20CFB16D9963}"/>
              </a:ext>
            </a:extLst>
          </p:cNvPr>
          <p:cNvGraphicFramePr>
            <a:graphicFrameLocks noChangeAspect="1"/>
          </p:cNvGraphicFramePr>
          <p:nvPr>
            <p:extLst>
              <p:ext uri="{D42A27DB-BD31-4B8C-83A1-F6EECF244321}">
                <p14:modId xmlns:p14="http://schemas.microsoft.com/office/powerpoint/2010/main" val="1493822116"/>
              </p:ext>
            </p:extLst>
          </p:nvPr>
        </p:nvGraphicFramePr>
        <p:xfrm>
          <a:off x="971600" y="1638300"/>
          <a:ext cx="6553200" cy="3581400"/>
        </p:xfrm>
        <a:graphic>
          <a:graphicData uri="http://schemas.openxmlformats.org/presentationml/2006/ole">
            <mc:AlternateContent xmlns:mc="http://schemas.openxmlformats.org/markup-compatibility/2006">
              <mc:Choice xmlns:v="urn:schemas-microsoft-com:vml" Requires="v">
                <p:oleObj name="公式" r:id="rId2" imgW="2641600" imgH="1117600" progId="Equation.3">
                  <p:embed/>
                </p:oleObj>
              </mc:Choice>
              <mc:Fallback>
                <p:oleObj name="公式" r:id="rId2" imgW="2641600" imgH="1117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638300"/>
                        <a:ext cx="6553200" cy="358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 name="Rectangle 5">
            <a:extLst>
              <a:ext uri="{FF2B5EF4-FFF2-40B4-BE49-F238E27FC236}">
                <a16:creationId xmlns:a16="http://schemas.microsoft.com/office/drawing/2014/main" id="{963F288D-320E-B6C3-4DDA-8F59B5AD6585}"/>
              </a:ext>
            </a:extLst>
          </p:cNvPr>
          <p:cNvSpPr>
            <a:spLocks noChangeArrowheads="1"/>
          </p:cNvSpPr>
          <p:nvPr/>
        </p:nvSpPr>
        <p:spPr bwMode="auto">
          <a:xfrm>
            <a:off x="881113" y="5788025"/>
            <a:ext cx="7710487" cy="609600"/>
          </a:xfrm>
          <a:prstGeom prst="rect">
            <a:avLst/>
          </a:prstGeom>
          <a:solidFill>
            <a:schemeClr val="accent1"/>
          </a:solid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0486" name="Text Box 6">
            <a:extLst>
              <a:ext uri="{FF2B5EF4-FFF2-40B4-BE49-F238E27FC236}">
                <a16:creationId xmlns:a16="http://schemas.microsoft.com/office/drawing/2014/main" id="{17D78FB8-4CE3-8020-6938-E2D8DC0C7AEF}"/>
              </a:ext>
            </a:extLst>
          </p:cNvPr>
          <p:cNvSpPr txBox="1">
            <a:spLocks noChangeArrowheads="1"/>
          </p:cNvSpPr>
          <p:nvPr/>
        </p:nvSpPr>
        <p:spPr bwMode="auto">
          <a:xfrm>
            <a:off x="438200" y="5741988"/>
            <a:ext cx="83835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000099"/>
                </a:solidFill>
                <a:latin typeface="Times New Roman" panose="02020603050405020304" pitchFamily="18" charset="0"/>
                <a:ea typeface="宋体" panose="02010600030101010101" pitchFamily="2" charset="-122"/>
              </a:rPr>
              <a:t>B</a:t>
            </a:r>
            <a:r>
              <a:rPr kumimoji="1" lang="en-US" altLang="zh-CN" sz="3200" b="1" i="1">
                <a:solidFill>
                  <a:srgbClr val="000099"/>
                </a:solidFill>
                <a:latin typeface="Times New Roman" panose="02020603050405020304" pitchFamily="18" charset="0"/>
                <a:ea typeface="宋体" panose="02010600030101010101" pitchFamily="2" charset="-122"/>
              </a:rPr>
              <a:t>  a</a:t>
            </a:r>
            <a:r>
              <a:rPr kumimoji="1" lang="en-US" altLang="zh-CN" sz="3200" b="1" baseline="-25000">
                <a:solidFill>
                  <a:srgbClr val="000099"/>
                </a:solidFill>
                <a:latin typeface="Times New Roman" panose="02020603050405020304" pitchFamily="18" charset="0"/>
                <a:ea typeface="宋体" panose="02010600030101010101" pitchFamily="2" charset="-122"/>
              </a:rPr>
              <a:t>00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01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10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11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12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21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22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baseline="-25000">
                <a:solidFill>
                  <a:srgbClr val="000099"/>
                </a:solidFill>
                <a:latin typeface="Times New Roman" panose="02020603050405020304" pitchFamily="18" charset="0"/>
                <a:ea typeface="宋体" panose="02010600030101010101" pitchFamily="2" charset="-122"/>
              </a:rPr>
              <a:t>23   </a:t>
            </a:r>
            <a:r>
              <a:rPr kumimoji="1" lang="en-US" altLang="zh-CN" sz="3200" b="1" i="1">
                <a:solidFill>
                  <a:srgbClr val="000099"/>
                </a:solidFill>
                <a:latin typeface="Times New Roman" panose="02020603050405020304" pitchFamily="18" charset="0"/>
                <a:ea typeface="宋体" panose="02010600030101010101" pitchFamily="2" charset="-122"/>
              </a:rPr>
              <a:t>…</a:t>
            </a:r>
            <a:r>
              <a:rPr kumimoji="1" lang="en-US" altLang="zh-CN" sz="3200" b="1">
                <a:solidFill>
                  <a:srgbClr val="000099"/>
                </a:solidFill>
                <a:latin typeface="Times New Roman" panose="02020603050405020304" pitchFamily="18" charset="0"/>
                <a:ea typeface="宋体" panose="02010600030101010101" pitchFamily="2" charset="-122"/>
              </a:rPr>
              <a:t>  </a:t>
            </a:r>
            <a:r>
              <a:rPr kumimoji="1" lang="en-US" altLang="zh-CN" sz="3200" b="1" i="1">
                <a:solidFill>
                  <a:srgbClr val="000099"/>
                </a:solidFill>
                <a:latin typeface="Times New Roman" panose="02020603050405020304" pitchFamily="18" charset="0"/>
                <a:ea typeface="宋体" panose="02010600030101010101" pitchFamily="2" charset="-122"/>
              </a:rPr>
              <a:t>a</a:t>
            </a:r>
            <a:r>
              <a:rPr kumimoji="1" lang="en-US" altLang="zh-CN" sz="3200" b="1" i="1" baseline="-25000">
                <a:solidFill>
                  <a:srgbClr val="000099"/>
                </a:solidFill>
                <a:latin typeface="Times New Roman" panose="02020603050405020304" pitchFamily="18" charset="0"/>
                <a:ea typeface="宋体" panose="02010600030101010101" pitchFamily="2" charset="-122"/>
              </a:rPr>
              <a:t>n</a:t>
            </a:r>
            <a:r>
              <a:rPr kumimoji="1" lang="en-US" altLang="zh-CN" sz="3200" b="1" baseline="-25000">
                <a:solidFill>
                  <a:srgbClr val="000099"/>
                </a:solidFill>
                <a:latin typeface="Times New Roman" panose="02020603050405020304" pitchFamily="18" charset="0"/>
                <a:ea typeface="宋体" panose="02010600030101010101" pitchFamily="2" charset="-122"/>
              </a:rPr>
              <a:t>-1</a:t>
            </a:r>
            <a:r>
              <a:rPr kumimoji="1" lang="en-US" altLang="zh-CN" sz="3200" b="1" i="1" baseline="-25000">
                <a:solidFill>
                  <a:srgbClr val="000099"/>
                </a:solidFill>
                <a:latin typeface="Times New Roman" panose="02020603050405020304" pitchFamily="18" charset="0"/>
                <a:ea typeface="宋体" panose="02010600030101010101" pitchFamily="2" charset="-122"/>
              </a:rPr>
              <a:t>n</a:t>
            </a:r>
            <a:r>
              <a:rPr kumimoji="1" lang="en-US" altLang="zh-CN" sz="3200" b="1" baseline="-25000">
                <a:solidFill>
                  <a:srgbClr val="000099"/>
                </a:solidFill>
                <a:latin typeface="Times New Roman" panose="02020603050405020304" pitchFamily="18" charset="0"/>
                <a:ea typeface="宋体" panose="02010600030101010101" pitchFamily="2" charset="-122"/>
              </a:rPr>
              <a:t>-2  </a:t>
            </a:r>
            <a:r>
              <a:rPr kumimoji="1" lang="en-US" altLang="zh-CN" sz="3200" i="1">
                <a:solidFill>
                  <a:srgbClr val="000099"/>
                </a:solidFill>
                <a:latin typeface="Times New Roman" panose="02020603050405020304" pitchFamily="18" charset="0"/>
                <a:ea typeface="宋体" panose="02010600030101010101" pitchFamily="2" charset="-122"/>
              </a:rPr>
              <a:t>a</a:t>
            </a:r>
            <a:r>
              <a:rPr kumimoji="1" lang="en-US" altLang="zh-CN" sz="3200" b="1" i="1" baseline="-25000">
                <a:solidFill>
                  <a:srgbClr val="000099"/>
                </a:solidFill>
                <a:latin typeface="Times New Roman" panose="02020603050405020304" pitchFamily="18" charset="0"/>
                <a:ea typeface="宋体" panose="02010600030101010101" pitchFamily="2" charset="-122"/>
              </a:rPr>
              <a:t>n</a:t>
            </a:r>
            <a:r>
              <a:rPr kumimoji="1" lang="en-US" altLang="zh-CN" sz="3200" b="1" baseline="-25000">
                <a:solidFill>
                  <a:srgbClr val="000099"/>
                </a:solidFill>
                <a:latin typeface="Times New Roman" panose="02020603050405020304" pitchFamily="18" charset="0"/>
                <a:ea typeface="宋体" panose="02010600030101010101" pitchFamily="2" charset="-122"/>
              </a:rPr>
              <a:t>-1</a:t>
            </a:r>
            <a:r>
              <a:rPr kumimoji="1" lang="en-US" altLang="zh-CN" sz="3200" b="1" i="1" baseline="-25000">
                <a:solidFill>
                  <a:srgbClr val="000099"/>
                </a:solidFill>
                <a:latin typeface="Times New Roman" panose="02020603050405020304" pitchFamily="18" charset="0"/>
                <a:ea typeface="宋体" panose="02010600030101010101" pitchFamily="2" charset="-122"/>
              </a:rPr>
              <a:t>n</a:t>
            </a:r>
            <a:r>
              <a:rPr kumimoji="1" lang="en-US" altLang="zh-CN" sz="3200" b="1" baseline="-25000">
                <a:solidFill>
                  <a:srgbClr val="000099"/>
                </a:solidFill>
                <a:latin typeface="Times New Roman" panose="02020603050405020304" pitchFamily="18" charset="0"/>
                <a:ea typeface="宋体" panose="02010600030101010101" pitchFamily="2" charset="-122"/>
              </a:rPr>
              <a:t>-1</a:t>
            </a:r>
            <a:r>
              <a:rPr kumimoji="1" lang="en-US" altLang="zh-CN" sz="3200" b="1">
                <a:solidFill>
                  <a:srgbClr val="000099"/>
                </a:solidFill>
                <a:latin typeface="Times New Roman" panose="02020603050405020304" pitchFamily="18" charset="0"/>
                <a:ea typeface="宋体" panose="02010600030101010101" pitchFamily="2" charset="-122"/>
              </a:rPr>
              <a:t>  </a:t>
            </a:r>
            <a:endParaRPr kumimoji="1" lang="en-US" altLang="zh-CN" sz="3200" b="1">
              <a:solidFill>
                <a:srgbClr val="000099"/>
              </a:solidFill>
              <a:latin typeface="宋体" panose="02010600030101010101" pitchFamily="2" charset="-122"/>
              <a:ea typeface="宋体" panose="02010600030101010101" pitchFamily="2" charset="-122"/>
            </a:endParaRPr>
          </a:p>
        </p:txBody>
      </p:sp>
      <p:sp>
        <p:nvSpPr>
          <p:cNvPr id="20487" name="Line 7">
            <a:extLst>
              <a:ext uri="{FF2B5EF4-FFF2-40B4-BE49-F238E27FC236}">
                <a16:creationId xmlns:a16="http://schemas.microsoft.com/office/drawing/2014/main" id="{AE910559-7279-D397-91AF-5E4ADE41B92E}"/>
              </a:ext>
            </a:extLst>
          </p:cNvPr>
          <p:cNvSpPr>
            <a:spLocks noChangeShapeType="1"/>
          </p:cNvSpPr>
          <p:nvPr/>
        </p:nvSpPr>
        <p:spPr bwMode="auto">
          <a:xfrm>
            <a:off x="14907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8" name="Line 8">
            <a:extLst>
              <a:ext uri="{FF2B5EF4-FFF2-40B4-BE49-F238E27FC236}">
                <a16:creationId xmlns:a16="http://schemas.microsoft.com/office/drawing/2014/main" id="{F034A475-3C85-7B2B-F353-D0B0D1070F7D}"/>
              </a:ext>
            </a:extLst>
          </p:cNvPr>
          <p:cNvSpPr>
            <a:spLocks noChangeShapeType="1"/>
          </p:cNvSpPr>
          <p:nvPr/>
        </p:nvSpPr>
        <p:spPr bwMode="auto">
          <a:xfrm>
            <a:off x="21003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9" name="Line 9">
            <a:extLst>
              <a:ext uri="{FF2B5EF4-FFF2-40B4-BE49-F238E27FC236}">
                <a16:creationId xmlns:a16="http://schemas.microsoft.com/office/drawing/2014/main" id="{4E1845D3-8A47-BEA3-A6AC-FD705FAAEF62}"/>
              </a:ext>
            </a:extLst>
          </p:cNvPr>
          <p:cNvSpPr>
            <a:spLocks noChangeShapeType="1"/>
          </p:cNvSpPr>
          <p:nvPr/>
        </p:nvSpPr>
        <p:spPr bwMode="auto">
          <a:xfrm>
            <a:off x="27099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0" name="Line 10">
            <a:extLst>
              <a:ext uri="{FF2B5EF4-FFF2-40B4-BE49-F238E27FC236}">
                <a16:creationId xmlns:a16="http://schemas.microsoft.com/office/drawing/2014/main" id="{8008A6A2-BFAA-31E6-A948-7CB42F65C9A5}"/>
              </a:ext>
            </a:extLst>
          </p:cNvPr>
          <p:cNvSpPr>
            <a:spLocks noChangeShapeType="1"/>
          </p:cNvSpPr>
          <p:nvPr/>
        </p:nvSpPr>
        <p:spPr bwMode="auto">
          <a:xfrm>
            <a:off x="33195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1" name="Line 11">
            <a:extLst>
              <a:ext uri="{FF2B5EF4-FFF2-40B4-BE49-F238E27FC236}">
                <a16:creationId xmlns:a16="http://schemas.microsoft.com/office/drawing/2014/main" id="{7F4D5853-4EBC-B4FD-B900-64DA6E89A745}"/>
              </a:ext>
            </a:extLst>
          </p:cNvPr>
          <p:cNvSpPr>
            <a:spLocks noChangeShapeType="1"/>
          </p:cNvSpPr>
          <p:nvPr/>
        </p:nvSpPr>
        <p:spPr bwMode="auto">
          <a:xfrm>
            <a:off x="39291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2" name="Line 12">
            <a:extLst>
              <a:ext uri="{FF2B5EF4-FFF2-40B4-BE49-F238E27FC236}">
                <a16:creationId xmlns:a16="http://schemas.microsoft.com/office/drawing/2014/main" id="{FD78C3E0-D304-DBE4-6146-E539E8385815}"/>
              </a:ext>
            </a:extLst>
          </p:cNvPr>
          <p:cNvSpPr>
            <a:spLocks noChangeShapeType="1"/>
          </p:cNvSpPr>
          <p:nvPr/>
        </p:nvSpPr>
        <p:spPr bwMode="auto">
          <a:xfrm>
            <a:off x="45387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3" name="Line 13">
            <a:extLst>
              <a:ext uri="{FF2B5EF4-FFF2-40B4-BE49-F238E27FC236}">
                <a16:creationId xmlns:a16="http://schemas.microsoft.com/office/drawing/2014/main" id="{EF311060-A6F2-88FD-BC9C-8877539EFD5A}"/>
              </a:ext>
            </a:extLst>
          </p:cNvPr>
          <p:cNvSpPr>
            <a:spLocks noChangeShapeType="1"/>
          </p:cNvSpPr>
          <p:nvPr/>
        </p:nvSpPr>
        <p:spPr bwMode="auto">
          <a:xfrm>
            <a:off x="51483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4" name="Line 14">
            <a:extLst>
              <a:ext uri="{FF2B5EF4-FFF2-40B4-BE49-F238E27FC236}">
                <a16:creationId xmlns:a16="http://schemas.microsoft.com/office/drawing/2014/main" id="{F3A94AB4-01FF-B91F-D55F-7EE9855BB326}"/>
              </a:ext>
            </a:extLst>
          </p:cNvPr>
          <p:cNvSpPr>
            <a:spLocks noChangeShapeType="1"/>
          </p:cNvSpPr>
          <p:nvPr/>
        </p:nvSpPr>
        <p:spPr bwMode="auto">
          <a:xfrm>
            <a:off x="57579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5" name="Line 15">
            <a:extLst>
              <a:ext uri="{FF2B5EF4-FFF2-40B4-BE49-F238E27FC236}">
                <a16:creationId xmlns:a16="http://schemas.microsoft.com/office/drawing/2014/main" id="{E185D43A-D122-D572-F976-11733C138FEC}"/>
              </a:ext>
            </a:extLst>
          </p:cNvPr>
          <p:cNvSpPr>
            <a:spLocks noChangeShapeType="1"/>
          </p:cNvSpPr>
          <p:nvPr/>
        </p:nvSpPr>
        <p:spPr bwMode="auto">
          <a:xfrm>
            <a:off x="6367513"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6" name="Text Box 16">
            <a:extLst>
              <a:ext uri="{FF2B5EF4-FFF2-40B4-BE49-F238E27FC236}">
                <a16:creationId xmlns:a16="http://schemas.microsoft.com/office/drawing/2014/main" id="{CFA88D84-F957-49C2-A71F-25314A922522}"/>
              </a:ext>
            </a:extLst>
          </p:cNvPr>
          <p:cNvSpPr txBox="1">
            <a:spLocks noChangeArrowheads="1"/>
          </p:cNvSpPr>
          <p:nvPr/>
        </p:nvSpPr>
        <p:spPr bwMode="auto">
          <a:xfrm>
            <a:off x="941438" y="5372100"/>
            <a:ext cx="711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400">
                <a:latin typeface="Times New Roman" panose="02020603050405020304" pitchFamily="18" charset="0"/>
                <a:ea typeface="宋体" panose="02010600030101010101" pitchFamily="2" charset="-122"/>
              </a:rPr>
              <a:t>0     1      2      3      4      5      6      7      8       9             10</a:t>
            </a:r>
          </a:p>
        </p:txBody>
      </p:sp>
      <p:sp>
        <p:nvSpPr>
          <p:cNvPr id="20497" name="Line 17">
            <a:extLst>
              <a:ext uri="{FF2B5EF4-FFF2-40B4-BE49-F238E27FC236}">
                <a16:creationId xmlns:a16="http://schemas.microsoft.com/office/drawing/2014/main" id="{07E2673E-2673-CF0F-FA13-8EF7D80A7B6D}"/>
              </a:ext>
            </a:extLst>
          </p:cNvPr>
          <p:cNvSpPr>
            <a:spLocks noChangeShapeType="1"/>
          </p:cNvSpPr>
          <p:nvPr/>
        </p:nvSpPr>
        <p:spPr bwMode="auto">
          <a:xfrm>
            <a:off x="7524800" y="57880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8" name="AutoShape 18">
            <a:extLst>
              <a:ext uri="{FF2B5EF4-FFF2-40B4-BE49-F238E27FC236}">
                <a16:creationId xmlns:a16="http://schemas.microsoft.com/office/drawing/2014/main" id="{A1DEF5E0-6499-FA72-140B-5D35BBB9ABCF}"/>
              </a:ext>
            </a:extLst>
          </p:cNvPr>
          <p:cNvSpPr>
            <a:spLocks/>
          </p:cNvSpPr>
          <p:nvPr/>
        </p:nvSpPr>
        <p:spPr bwMode="auto">
          <a:xfrm rot="16200000">
            <a:off x="1428800" y="6092825"/>
            <a:ext cx="152400" cy="1066800"/>
          </a:xfrm>
          <a:prstGeom prst="leftBrace">
            <a:avLst>
              <a:gd name="adj1" fmla="val 58333"/>
              <a:gd name="adj2" fmla="val 52528"/>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000099"/>
              </a:solidFill>
              <a:latin typeface="Times New Roman" panose="02020603050405020304" pitchFamily="18" charset="0"/>
              <a:ea typeface="宋体" panose="02010600030101010101" pitchFamily="2" charset="-122"/>
            </a:endParaRPr>
          </a:p>
        </p:txBody>
      </p:sp>
      <p:sp>
        <p:nvSpPr>
          <p:cNvPr id="20499" name="AutoShape 19">
            <a:extLst>
              <a:ext uri="{FF2B5EF4-FFF2-40B4-BE49-F238E27FC236}">
                <a16:creationId xmlns:a16="http://schemas.microsoft.com/office/drawing/2014/main" id="{C75B543F-DE93-5491-CFEB-B94EC6DD7374}"/>
              </a:ext>
            </a:extLst>
          </p:cNvPr>
          <p:cNvSpPr>
            <a:spLocks/>
          </p:cNvSpPr>
          <p:nvPr/>
        </p:nvSpPr>
        <p:spPr bwMode="auto">
          <a:xfrm rot="16200000">
            <a:off x="2952800" y="5788025"/>
            <a:ext cx="152400" cy="1676400"/>
          </a:xfrm>
          <a:prstGeom prst="leftBrace">
            <a:avLst>
              <a:gd name="adj1" fmla="val 91667"/>
              <a:gd name="adj2" fmla="val 52528"/>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000099"/>
              </a:solidFill>
              <a:latin typeface="Times New Roman" panose="02020603050405020304" pitchFamily="18" charset="0"/>
              <a:ea typeface="宋体" panose="02010600030101010101" pitchFamily="2" charset="-122"/>
            </a:endParaRPr>
          </a:p>
        </p:txBody>
      </p:sp>
      <p:sp>
        <p:nvSpPr>
          <p:cNvPr id="20500" name="AutoShape 20">
            <a:extLst>
              <a:ext uri="{FF2B5EF4-FFF2-40B4-BE49-F238E27FC236}">
                <a16:creationId xmlns:a16="http://schemas.microsoft.com/office/drawing/2014/main" id="{9DDFF825-F7DA-DD2C-6AE2-B27B28DA08EE}"/>
              </a:ext>
            </a:extLst>
          </p:cNvPr>
          <p:cNvSpPr>
            <a:spLocks/>
          </p:cNvSpPr>
          <p:nvPr/>
        </p:nvSpPr>
        <p:spPr bwMode="auto">
          <a:xfrm rot="16200000">
            <a:off x="4781600" y="5788025"/>
            <a:ext cx="152400" cy="1676400"/>
          </a:xfrm>
          <a:prstGeom prst="leftBrace">
            <a:avLst>
              <a:gd name="adj1" fmla="val 91667"/>
              <a:gd name="adj2" fmla="val 52528"/>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000099"/>
              </a:solidFill>
              <a:latin typeface="Times New Roman" panose="02020603050405020304" pitchFamily="18" charset="0"/>
              <a:ea typeface="宋体" panose="02010600030101010101" pitchFamily="2" charset="-122"/>
            </a:endParaRPr>
          </a:p>
        </p:txBody>
      </p:sp>
      <p:sp>
        <p:nvSpPr>
          <p:cNvPr id="20501" name="AutoShape 21">
            <a:extLst>
              <a:ext uri="{FF2B5EF4-FFF2-40B4-BE49-F238E27FC236}">
                <a16:creationId xmlns:a16="http://schemas.microsoft.com/office/drawing/2014/main" id="{70FECB22-F189-0DCA-8D0E-A714E3F82D9A}"/>
              </a:ext>
            </a:extLst>
          </p:cNvPr>
          <p:cNvSpPr>
            <a:spLocks/>
          </p:cNvSpPr>
          <p:nvPr/>
        </p:nvSpPr>
        <p:spPr bwMode="auto">
          <a:xfrm rot="16200000">
            <a:off x="7410500" y="5597525"/>
            <a:ext cx="152400" cy="2057400"/>
          </a:xfrm>
          <a:prstGeom prst="leftBrace">
            <a:avLst>
              <a:gd name="adj1" fmla="val 112500"/>
              <a:gd name="adj2" fmla="val 52528"/>
            </a:avLst>
          </a:prstGeom>
          <a:noFill/>
          <a:ln w="28575">
            <a:solidFill>
              <a:srgbClr val="800080"/>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solidFill>
                <a:srgbClr val="000099"/>
              </a:solidFill>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3DA22B2D-9F5D-4AA8-BA60-6E42404505C9}"/>
              </a:ext>
            </a:extLst>
          </p:cNvPr>
          <p:cNvSpPr>
            <a:spLocks noGrp="1"/>
          </p:cNvSpPr>
          <p:nvPr>
            <p:ph type="title"/>
          </p:nvPr>
        </p:nvSpPr>
        <p:spPr/>
        <p:txBody>
          <a:bodyPr/>
          <a:lstStyle/>
          <a:p>
            <a:r>
              <a:rPr lang="zh-CN" altLang="en-US" dirty="0"/>
              <a:t>三对角矩阵</a:t>
            </a:r>
          </a:p>
        </p:txBody>
      </p:sp>
      <p:sp>
        <p:nvSpPr>
          <p:cNvPr id="4" name="灯片编号占位符 3">
            <a:extLst>
              <a:ext uri="{FF2B5EF4-FFF2-40B4-BE49-F238E27FC236}">
                <a16:creationId xmlns:a16="http://schemas.microsoft.com/office/drawing/2014/main" id="{5D211B6B-2705-1028-7679-E4678CB15B43}"/>
              </a:ext>
            </a:extLst>
          </p:cNvPr>
          <p:cNvSpPr>
            <a:spLocks noGrp="1"/>
          </p:cNvSpPr>
          <p:nvPr>
            <p:ph type="sldNum" sz="quarter" idx="12"/>
          </p:nvPr>
        </p:nvSpPr>
        <p:spPr/>
        <p:txBody>
          <a:bodyPr/>
          <a:lstStyle/>
          <a:p>
            <a:pPr>
              <a:defRPr/>
            </a:pPr>
            <a:fld id="{75DB822A-0CFA-4B70-89C2-4987E9BB9761}" type="slidenum">
              <a:rPr lang="en-US" altLang="zh-CN" smtClean="0"/>
              <a:pPr>
                <a:defRPr/>
              </a:pPr>
              <a:t>19</a:t>
            </a:fld>
            <a:endParaRPr lang="en-US" altLang="zh-CN"/>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A06F7207-D196-46EB-B90C-9269CC3D59FE}"/>
              </a:ext>
            </a:extLst>
          </p:cNvPr>
          <p:cNvSpPr>
            <a:spLocks noGrp="1"/>
          </p:cNvSpPr>
          <p:nvPr>
            <p:ph idx="1"/>
          </p:nvPr>
        </p:nvSpPr>
        <p:spPr>
          <a:xfrm>
            <a:off x="628650" y="620688"/>
            <a:ext cx="7886700" cy="5556275"/>
          </a:xfrm>
        </p:spPr>
        <p:txBody>
          <a:bodyPr>
            <a:normAutofit fontScale="77500" lnSpcReduction="20000"/>
          </a:bodyPr>
          <a:lstStyle/>
          <a:p>
            <a:pPr>
              <a:lnSpc>
                <a:spcPct val="120000"/>
              </a:lnSpc>
            </a:pPr>
            <a:r>
              <a:rPr lang="zh-CN" altLang="en-US" dirty="0"/>
              <a:t>三对角矩阵中除主对角线及在主对角线上、下最临近的两条对角线上的元素外，所有其它元素均为</a:t>
            </a:r>
            <a:r>
              <a:rPr lang="en-US" altLang="zh-CN" dirty="0"/>
              <a:t>0</a:t>
            </a:r>
            <a:r>
              <a:rPr lang="zh-CN" altLang="en-US" dirty="0"/>
              <a:t>。总共有</a:t>
            </a:r>
            <a:r>
              <a:rPr lang="en-US" altLang="zh-CN" dirty="0"/>
              <a:t>3n-2</a:t>
            </a:r>
            <a:r>
              <a:rPr lang="zh-CN" altLang="en-US" dirty="0"/>
              <a:t>个非零元素。</a:t>
            </a:r>
            <a:endParaRPr lang="en-US" altLang="zh-CN" dirty="0"/>
          </a:p>
          <a:p>
            <a:pPr lvl="1">
              <a:lnSpc>
                <a:spcPct val="120000"/>
              </a:lnSpc>
            </a:pPr>
            <a:r>
              <a:rPr lang="zh-CN" altLang="en-US" dirty="0"/>
              <a:t>又称带状矩阵，除</a:t>
            </a:r>
            <a:r>
              <a:rPr lang="en-US" altLang="zh-CN" dirty="0"/>
              <a:t>3</a:t>
            </a:r>
            <a:r>
              <a:rPr lang="zh-CN" altLang="en-US" dirty="0"/>
              <a:t>对角外，还有</a:t>
            </a:r>
            <a:r>
              <a:rPr lang="en-US" altLang="zh-CN" dirty="0"/>
              <a:t>5</a:t>
            </a:r>
            <a:r>
              <a:rPr lang="zh-CN" altLang="en-US" dirty="0"/>
              <a:t>对角、</a:t>
            </a:r>
            <a:r>
              <a:rPr lang="en-US" altLang="zh-CN" dirty="0"/>
              <a:t>7</a:t>
            </a:r>
            <a:r>
              <a:rPr lang="zh-CN" altLang="en-US" dirty="0"/>
              <a:t>对角等。</a:t>
            </a:r>
          </a:p>
          <a:p>
            <a:pPr>
              <a:lnSpc>
                <a:spcPct val="120000"/>
              </a:lnSpc>
            </a:pPr>
            <a:r>
              <a:rPr lang="zh-CN" altLang="en-US" dirty="0"/>
              <a:t>将三对角矩阵</a:t>
            </a:r>
            <a:r>
              <a:rPr lang="en-US" altLang="zh-CN" dirty="0"/>
              <a:t>A</a:t>
            </a:r>
            <a:r>
              <a:rPr lang="zh-CN" altLang="en-US" dirty="0"/>
              <a:t>中三条对角线上的元素按行存放在一维数组 </a:t>
            </a:r>
            <a:r>
              <a:rPr lang="en-US" altLang="zh-CN" dirty="0"/>
              <a:t>B </a:t>
            </a:r>
            <a:r>
              <a:rPr lang="zh-CN" altLang="en-US" dirty="0"/>
              <a:t>中，且</a:t>
            </a:r>
            <a:r>
              <a:rPr lang="en-US" altLang="zh-CN" dirty="0"/>
              <a:t>a</a:t>
            </a:r>
            <a:r>
              <a:rPr lang="en-US" altLang="zh-CN" baseline="-25000" dirty="0"/>
              <a:t>00</a:t>
            </a:r>
            <a:r>
              <a:rPr lang="zh-CN" altLang="en-US" dirty="0"/>
              <a:t>存放于</a:t>
            </a:r>
            <a:r>
              <a:rPr lang="en-US" altLang="zh-CN" dirty="0"/>
              <a:t>B[0]</a:t>
            </a:r>
            <a:r>
              <a:rPr lang="zh-CN" altLang="en-US" dirty="0"/>
              <a:t>。</a:t>
            </a:r>
          </a:p>
          <a:p>
            <a:pPr>
              <a:lnSpc>
                <a:spcPct val="120000"/>
              </a:lnSpc>
            </a:pPr>
            <a:r>
              <a:rPr lang="zh-CN" altLang="en-US" dirty="0"/>
              <a:t>在三条对角线上的元素</a:t>
            </a:r>
            <a:r>
              <a:rPr lang="en-US" altLang="zh-CN" dirty="0" err="1"/>
              <a:t>a</a:t>
            </a:r>
            <a:r>
              <a:rPr lang="en-US" altLang="zh-CN" baseline="-25000" dirty="0" err="1"/>
              <a:t>ij</a:t>
            </a:r>
            <a:r>
              <a:rPr lang="en-US" altLang="zh-CN" dirty="0"/>
              <a:t> </a:t>
            </a:r>
            <a:r>
              <a:rPr lang="zh-CN" altLang="en-US" dirty="0"/>
              <a:t>满足 ：</a:t>
            </a:r>
            <a:r>
              <a:rPr lang="en-US" altLang="zh-CN" dirty="0"/>
              <a:t>0 ≤ </a:t>
            </a:r>
            <a:r>
              <a:rPr lang="en-US" altLang="zh-CN" dirty="0" err="1"/>
              <a:t>i</a:t>
            </a:r>
            <a:r>
              <a:rPr lang="en-US" altLang="zh-CN" dirty="0"/>
              <a:t> ≤ n-1, i-1 ≤ j ≤ i+1</a:t>
            </a:r>
          </a:p>
          <a:p>
            <a:pPr>
              <a:lnSpc>
                <a:spcPct val="120000"/>
              </a:lnSpc>
            </a:pPr>
            <a:r>
              <a:rPr lang="en-US" altLang="zh-CN" dirty="0"/>
              <a:t>A[</a:t>
            </a:r>
            <a:r>
              <a:rPr lang="en-US" altLang="zh-CN" dirty="0" err="1"/>
              <a:t>i</a:t>
            </a:r>
            <a:r>
              <a:rPr lang="en-US" altLang="zh-CN" dirty="0"/>
              <a:t>][j] </a:t>
            </a:r>
            <a:r>
              <a:rPr lang="zh-CN" altLang="en-US" dirty="0"/>
              <a:t>在第 </a:t>
            </a:r>
            <a:r>
              <a:rPr lang="en-US" altLang="zh-CN" dirty="0" err="1"/>
              <a:t>i</a:t>
            </a:r>
            <a:r>
              <a:rPr lang="en-US" altLang="zh-CN" dirty="0"/>
              <a:t> </a:t>
            </a:r>
            <a:r>
              <a:rPr lang="zh-CN" altLang="en-US" dirty="0"/>
              <a:t>行，它前面有 </a:t>
            </a:r>
            <a:r>
              <a:rPr lang="en-US" altLang="zh-CN" dirty="0"/>
              <a:t>3*i-1 </a:t>
            </a:r>
            <a:r>
              <a:rPr lang="zh-CN" altLang="en-US" dirty="0"/>
              <a:t>个非零元素</a:t>
            </a:r>
            <a:r>
              <a:rPr lang="en-US" altLang="zh-CN" dirty="0"/>
              <a:t>, </a:t>
            </a:r>
            <a:r>
              <a:rPr lang="zh-CN" altLang="en-US" dirty="0"/>
              <a:t>在本行中第 </a:t>
            </a:r>
            <a:r>
              <a:rPr lang="en-US" altLang="zh-CN" dirty="0"/>
              <a:t>j </a:t>
            </a:r>
            <a:r>
              <a:rPr lang="zh-CN" altLang="en-US" dirty="0"/>
              <a:t>列前面有 </a:t>
            </a:r>
            <a:r>
              <a:rPr lang="en-US" altLang="zh-CN" dirty="0"/>
              <a:t>j-i+1 </a:t>
            </a:r>
            <a:r>
              <a:rPr lang="zh-CN" altLang="en-US" dirty="0"/>
              <a:t>个，所以元素 </a:t>
            </a:r>
            <a:r>
              <a:rPr lang="en-US" altLang="zh-CN" dirty="0"/>
              <a:t>A[</a:t>
            </a:r>
            <a:r>
              <a:rPr lang="en-US" altLang="zh-CN" dirty="0" err="1"/>
              <a:t>i</a:t>
            </a:r>
            <a:r>
              <a:rPr lang="en-US" altLang="zh-CN" dirty="0"/>
              <a:t>][j] </a:t>
            </a:r>
            <a:r>
              <a:rPr lang="zh-CN" altLang="en-US" dirty="0"/>
              <a:t>在一维数组 </a:t>
            </a:r>
            <a:r>
              <a:rPr lang="en-US" altLang="zh-CN" dirty="0"/>
              <a:t>B </a:t>
            </a:r>
            <a:r>
              <a:rPr lang="zh-CN" altLang="en-US" dirty="0"/>
              <a:t>中位置为 </a:t>
            </a:r>
            <a:r>
              <a:rPr lang="en-US" altLang="zh-CN" dirty="0"/>
              <a:t>k = 2*</a:t>
            </a:r>
            <a:r>
              <a:rPr lang="en-US" altLang="zh-CN" dirty="0" err="1"/>
              <a:t>i</a:t>
            </a:r>
            <a:r>
              <a:rPr lang="en-US" altLang="zh-CN" dirty="0"/>
              <a:t> + j</a:t>
            </a:r>
            <a:r>
              <a:rPr lang="zh-CN" altLang="en-US" dirty="0"/>
              <a:t>。</a:t>
            </a:r>
          </a:p>
        </p:txBody>
      </p:sp>
      <p:sp>
        <p:nvSpPr>
          <p:cNvPr id="3" name="灯片编号占位符 2">
            <a:extLst>
              <a:ext uri="{FF2B5EF4-FFF2-40B4-BE49-F238E27FC236}">
                <a16:creationId xmlns:a16="http://schemas.microsoft.com/office/drawing/2014/main" id="{557B1585-A45A-40CD-88C0-D3D464E94936}"/>
              </a:ext>
            </a:extLst>
          </p:cNvPr>
          <p:cNvSpPr>
            <a:spLocks noGrp="1"/>
          </p:cNvSpPr>
          <p:nvPr>
            <p:ph type="sldNum" sz="quarter" idx="12"/>
          </p:nvPr>
        </p:nvSpPr>
        <p:spPr/>
        <p:txBody>
          <a:bodyPr/>
          <a:lstStyle/>
          <a:p>
            <a:pPr>
              <a:defRPr/>
            </a:pPr>
            <a:fld id="{75DB822A-0CFA-4B70-89C2-4987E9BB9761}" type="slidenum">
              <a:rPr lang="en-US" altLang="zh-CN" smtClean="0"/>
              <a:pPr>
                <a:defRPr/>
              </a:pPr>
              <a:t>20</a:t>
            </a:fld>
            <a:endParaRPr lang="en-US" altLang="zh-CN"/>
          </a:p>
        </p:txBody>
      </p:sp>
    </p:spTree>
    <p:extLst>
      <p:ext uri="{BB962C8B-B14F-4D97-AF65-F5344CB8AC3E}">
        <p14:creationId xmlns:p14="http://schemas.microsoft.com/office/powerpoint/2010/main" val="2940631174"/>
      </p:ext>
    </p:extLst>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FA435E7-ACE3-468E-9EC3-C02E4E6C53B8}"/>
              </a:ext>
            </a:extLst>
          </p:cNvPr>
          <p:cNvSpPr>
            <a:spLocks noGrp="1"/>
          </p:cNvSpPr>
          <p:nvPr>
            <p:ph idx="1"/>
          </p:nvPr>
        </p:nvSpPr>
        <p:spPr>
          <a:xfrm>
            <a:off x="628650" y="620688"/>
            <a:ext cx="7886700" cy="5556275"/>
          </a:xfrm>
        </p:spPr>
        <p:txBody>
          <a:bodyPr>
            <a:normAutofit fontScale="92500" lnSpcReduction="20000"/>
          </a:bodyPr>
          <a:lstStyle/>
          <a:p>
            <a:pPr>
              <a:lnSpc>
                <a:spcPct val="120000"/>
              </a:lnSpc>
            </a:pPr>
            <a:r>
              <a:rPr lang="zh-CN" altLang="en-US" dirty="0"/>
              <a:t>若已知三对角矩阵中某元素 </a:t>
            </a:r>
            <a:r>
              <a:rPr lang="en-US" altLang="zh-CN" dirty="0"/>
              <a:t>A[</a:t>
            </a:r>
            <a:r>
              <a:rPr lang="en-US" altLang="zh-CN" dirty="0" err="1"/>
              <a:t>i</a:t>
            </a:r>
            <a:r>
              <a:rPr lang="en-US" altLang="zh-CN" dirty="0"/>
              <a:t>][j] </a:t>
            </a:r>
            <a:r>
              <a:rPr lang="zh-CN" altLang="en-US" dirty="0"/>
              <a:t>在数组 </a:t>
            </a:r>
            <a:r>
              <a:rPr lang="en-US" altLang="zh-CN" dirty="0"/>
              <a:t>B</a:t>
            </a:r>
            <a:r>
              <a:rPr lang="zh-CN" altLang="en-US" dirty="0"/>
              <a:t>中存放于第 </a:t>
            </a:r>
            <a:r>
              <a:rPr lang="en-US" altLang="zh-CN" dirty="0"/>
              <a:t>k </a:t>
            </a:r>
            <a:r>
              <a:rPr lang="zh-CN" altLang="en-US" dirty="0"/>
              <a:t>个位置，则有</a:t>
            </a:r>
          </a:p>
          <a:p>
            <a:pPr lvl="1">
              <a:lnSpc>
                <a:spcPct val="120000"/>
              </a:lnSpc>
            </a:pPr>
            <a:r>
              <a:rPr lang="en-US" altLang="zh-CN" dirty="0" err="1"/>
              <a:t>i</a:t>
            </a:r>
            <a:r>
              <a:rPr lang="en-US" altLang="zh-CN" dirty="0"/>
              <a:t> = </a:t>
            </a:r>
            <a:r>
              <a:rPr lang="en-US" altLang="zh-CN" dirty="0">
                <a:sym typeface="Symbol" panose="05050102010706020507" pitchFamily="18" charset="2"/>
              </a:rPr>
              <a:t></a:t>
            </a:r>
            <a:r>
              <a:rPr lang="en-US" altLang="zh-CN" dirty="0"/>
              <a:t> (k + 1) / 3 </a:t>
            </a:r>
            <a:r>
              <a:rPr lang="en-US" altLang="zh-CN" dirty="0">
                <a:sym typeface="Symbol" panose="05050102010706020507" pitchFamily="18" charset="2"/>
              </a:rPr>
              <a:t></a:t>
            </a:r>
            <a:endParaRPr lang="en-US" altLang="zh-CN" dirty="0"/>
          </a:p>
          <a:p>
            <a:pPr lvl="2">
              <a:lnSpc>
                <a:spcPct val="120000"/>
              </a:lnSpc>
            </a:pPr>
            <a:r>
              <a:rPr lang="zh-CN" altLang="en-US" dirty="0"/>
              <a:t>因为：</a:t>
            </a:r>
            <a:r>
              <a:rPr lang="en-US" altLang="zh-CN" dirty="0"/>
              <a:t>3* (</a:t>
            </a:r>
            <a:r>
              <a:rPr lang="en-US" altLang="zh-CN" dirty="0" err="1"/>
              <a:t>i</a:t>
            </a:r>
            <a:r>
              <a:rPr lang="en-US" altLang="zh-CN" dirty="0"/>
              <a:t> + 1) -1 &gt; k&gt;=3* </a:t>
            </a:r>
            <a:r>
              <a:rPr lang="en-US" altLang="zh-CN" dirty="0" err="1"/>
              <a:t>i</a:t>
            </a:r>
            <a:r>
              <a:rPr lang="en-US" altLang="zh-CN" dirty="0"/>
              <a:t> -1 </a:t>
            </a:r>
          </a:p>
          <a:p>
            <a:pPr lvl="1">
              <a:lnSpc>
                <a:spcPct val="120000"/>
              </a:lnSpc>
            </a:pPr>
            <a:r>
              <a:rPr lang="en-US" altLang="zh-CN" dirty="0"/>
              <a:t>j = k - 2 * </a:t>
            </a:r>
            <a:r>
              <a:rPr lang="en-US" altLang="zh-CN" dirty="0" err="1"/>
              <a:t>i</a:t>
            </a:r>
            <a:endParaRPr lang="en-US" altLang="zh-CN" dirty="0"/>
          </a:p>
          <a:p>
            <a:pPr lvl="2">
              <a:lnSpc>
                <a:spcPct val="120000"/>
              </a:lnSpc>
            </a:pPr>
            <a:r>
              <a:rPr lang="zh-CN" altLang="en-US" dirty="0"/>
              <a:t>因为</a:t>
            </a:r>
            <a:r>
              <a:rPr lang="en-US" altLang="zh-CN" dirty="0"/>
              <a:t>k = 2*</a:t>
            </a:r>
            <a:r>
              <a:rPr lang="en-US" altLang="zh-CN" dirty="0" err="1"/>
              <a:t>i</a:t>
            </a:r>
            <a:r>
              <a:rPr lang="en-US" altLang="zh-CN" dirty="0"/>
              <a:t> + j</a:t>
            </a:r>
          </a:p>
          <a:p>
            <a:r>
              <a:rPr lang="zh-CN" altLang="en-US" dirty="0"/>
              <a:t>例如</a:t>
            </a:r>
            <a:endParaRPr lang="en-US" altLang="zh-CN" dirty="0"/>
          </a:p>
          <a:p>
            <a:pPr lvl="1"/>
            <a:r>
              <a:rPr lang="zh-CN" altLang="en-US" dirty="0"/>
              <a:t>当 </a:t>
            </a:r>
            <a:r>
              <a:rPr lang="en-US" altLang="zh-CN" dirty="0"/>
              <a:t>k = 8 </a:t>
            </a:r>
            <a:r>
              <a:rPr lang="zh-CN" altLang="en-US" dirty="0"/>
              <a:t>时，</a:t>
            </a:r>
          </a:p>
          <a:p>
            <a:pPr lvl="2"/>
            <a:r>
              <a:rPr lang="en-US" altLang="zh-CN" dirty="0" err="1"/>
              <a:t>i</a:t>
            </a:r>
            <a:r>
              <a:rPr lang="en-US" altLang="zh-CN" dirty="0"/>
              <a:t> = </a:t>
            </a:r>
            <a:r>
              <a:rPr lang="en-US" altLang="zh-CN" dirty="0">
                <a:sym typeface="Symbol" panose="05050102010706020507" pitchFamily="18" charset="2"/>
              </a:rPr>
              <a:t> </a:t>
            </a:r>
            <a:r>
              <a:rPr lang="en-US" altLang="zh-CN" dirty="0"/>
              <a:t>(8+1) / 3</a:t>
            </a:r>
            <a:r>
              <a:rPr lang="en-US" altLang="zh-CN" dirty="0">
                <a:sym typeface="Symbol" panose="05050102010706020507" pitchFamily="18" charset="2"/>
              </a:rPr>
              <a:t>  </a:t>
            </a:r>
            <a:r>
              <a:rPr lang="en-US" altLang="zh-CN" dirty="0"/>
              <a:t> = 3,  j = 8 - 2*3 = 2</a:t>
            </a:r>
          </a:p>
          <a:p>
            <a:pPr lvl="1"/>
            <a:r>
              <a:rPr lang="zh-CN" altLang="en-US" dirty="0"/>
              <a:t>当 </a:t>
            </a:r>
            <a:r>
              <a:rPr lang="en-US" altLang="zh-CN" dirty="0"/>
              <a:t>k = 10 </a:t>
            </a:r>
            <a:r>
              <a:rPr lang="zh-CN" altLang="en-US" dirty="0"/>
              <a:t>时，</a:t>
            </a:r>
          </a:p>
          <a:p>
            <a:pPr lvl="2"/>
            <a:r>
              <a:rPr lang="en-US" altLang="zh-CN" dirty="0" err="1"/>
              <a:t>i</a:t>
            </a:r>
            <a:r>
              <a:rPr lang="en-US" altLang="zh-CN" dirty="0"/>
              <a:t> = </a:t>
            </a:r>
            <a:r>
              <a:rPr lang="en-US" altLang="zh-CN" dirty="0">
                <a:sym typeface="Symbol" panose="05050102010706020507" pitchFamily="18" charset="2"/>
              </a:rPr>
              <a:t> </a:t>
            </a:r>
            <a:r>
              <a:rPr lang="en-US" altLang="zh-CN" dirty="0"/>
              <a:t>(10+1) / 3</a:t>
            </a:r>
            <a:r>
              <a:rPr lang="en-US" altLang="zh-CN" dirty="0">
                <a:sym typeface="Symbol" panose="05050102010706020507" pitchFamily="18" charset="2"/>
              </a:rPr>
              <a:t>  </a:t>
            </a:r>
            <a:r>
              <a:rPr lang="en-US" altLang="zh-CN" dirty="0"/>
              <a:t> = 3,  j = 10 - 2*3 = 4</a:t>
            </a:r>
          </a:p>
        </p:txBody>
      </p:sp>
      <p:sp>
        <p:nvSpPr>
          <p:cNvPr id="4" name="灯片编号占位符 3">
            <a:extLst>
              <a:ext uri="{FF2B5EF4-FFF2-40B4-BE49-F238E27FC236}">
                <a16:creationId xmlns:a16="http://schemas.microsoft.com/office/drawing/2014/main" id="{43241924-FD00-4653-A1B0-00ED0447EEC5}"/>
              </a:ext>
            </a:extLst>
          </p:cNvPr>
          <p:cNvSpPr>
            <a:spLocks noGrp="1"/>
          </p:cNvSpPr>
          <p:nvPr>
            <p:ph type="sldNum" sz="quarter" idx="12"/>
          </p:nvPr>
        </p:nvSpPr>
        <p:spPr/>
        <p:txBody>
          <a:bodyPr/>
          <a:lstStyle/>
          <a:p>
            <a:pPr>
              <a:defRPr/>
            </a:pPr>
            <a:fld id="{34C23A13-5672-41C0-8934-A4311B913B34}" type="slidenum">
              <a:rPr lang="en-US" altLang="zh-CN" smtClean="0"/>
              <a:pPr>
                <a:defRPr/>
              </a:pPr>
              <a:t>21</a:t>
            </a:fld>
            <a:endParaRPr lang="en-US" altLang="zh-CN"/>
          </a:p>
        </p:txBody>
      </p:sp>
    </p:spTree>
    <p:extLst>
      <p:ext uri="{BB962C8B-B14F-4D97-AF65-F5344CB8AC3E}">
        <p14:creationId xmlns:p14="http://schemas.microsoft.com/office/powerpoint/2010/main" val="2081706861"/>
      </p:ext>
    </p:extLst>
  </p:cSld>
  <p:clrMapOvr>
    <a:masterClrMapping/>
  </p:clrMapOvr>
  <p:transition>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78" name="Object 2">
            <a:extLst>
              <a:ext uri="{FF2B5EF4-FFF2-40B4-BE49-F238E27FC236}">
                <a16:creationId xmlns:a16="http://schemas.microsoft.com/office/drawing/2014/main" id="{913A237A-FC55-03C2-FC6F-25B20AB756FD}"/>
              </a:ext>
            </a:extLst>
          </p:cNvPr>
          <p:cNvGraphicFramePr>
            <a:graphicFrameLocks noChangeAspect="1"/>
          </p:cNvGraphicFramePr>
          <p:nvPr>
            <p:extLst>
              <p:ext uri="{D42A27DB-BD31-4B8C-83A1-F6EECF244321}">
                <p14:modId xmlns:p14="http://schemas.microsoft.com/office/powerpoint/2010/main" val="273582682"/>
              </p:ext>
            </p:extLst>
          </p:nvPr>
        </p:nvGraphicFramePr>
        <p:xfrm>
          <a:off x="1115616" y="2060848"/>
          <a:ext cx="6400800" cy="3733800"/>
        </p:xfrm>
        <a:graphic>
          <a:graphicData uri="http://schemas.openxmlformats.org/presentationml/2006/ole">
            <mc:AlternateContent xmlns:mc="http://schemas.openxmlformats.org/markup-compatibility/2006">
              <mc:Choice xmlns:v="urn:schemas-microsoft-com:vml" Requires="v">
                <p:oleObj name="公式" r:id="rId2" imgW="2501900" imgH="1371600" progId="Equation.3">
                  <p:embed/>
                </p:oleObj>
              </mc:Choice>
              <mc:Fallback>
                <p:oleObj name="公式" r:id="rId2" imgW="2501900" imgH="1371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2060848"/>
                        <a:ext cx="64008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2" name="Rectangle 4">
            <a:extLst>
              <a:ext uri="{FF2B5EF4-FFF2-40B4-BE49-F238E27FC236}">
                <a16:creationId xmlns:a16="http://schemas.microsoft.com/office/drawing/2014/main" id="{05F49C6B-F48D-3134-F43C-01D623FF7AED}"/>
              </a:ext>
            </a:extLst>
          </p:cNvPr>
          <p:cNvSpPr>
            <a:spLocks noChangeArrowheads="1"/>
          </p:cNvSpPr>
          <p:nvPr/>
        </p:nvSpPr>
        <p:spPr bwMode="auto">
          <a:xfrm>
            <a:off x="880666" y="5918473"/>
            <a:ext cx="7550150" cy="641350"/>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lang="zh-CN" altLang="en-US" sz="3600" b="1" dirty="0">
                <a:effectLst>
                  <a:outerShdw blurRad="38100" dist="38100" dir="2700000" algn="tl">
                    <a:srgbClr val="C0C0C0"/>
                  </a:outerShdw>
                </a:effectLst>
                <a:latin typeface="+mn-lt"/>
                <a:ea typeface="仿宋_GB2312" pitchFamily="49" charset="-122"/>
              </a:rPr>
              <a:t>非零元素个数</a:t>
            </a:r>
            <a:r>
              <a:rPr lang="zh-CN" altLang="zh-CN" sz="3600" b="1" dirty="0">
                <a:effectLst>
                  <a:outerShdw blurRad="38100" dist="38100" dir="2700000" algn="tl">
                    <a:srgbClr val="C0C0C0"/>
                  </a:outerShdw>
                </a:effectLst>
                <a:latin typeface="+mn-lt"/>
                <a:ea typeface="仿宋_GB2312" pitchFamily="49" charset="-122"/>
              </a:rPr>
              <a:t>远远少于矩阵元素个数</a:t>
            </a:r>
            <a:endParaRPr lang="zh-CN" altLang="en-US" sz="3600" dirty="0">
              <a:latin typeface="+mn-lt"/>
              <a:ea typeface="+mn-ea"/>
            </a:endParaRPr>
          </a:p>
        </p:txBody>
      </p:sp>
      <p:sp>
        <p:nvSpPr>
          <p:cNvPr id="2" name="标题 1">
            <a:extLst>
              <a:ext uri="{FF2B5EF4-FFF2-40B4-BE49-F238E27FC236}">
                <a16:creationId xmlns:a16="http://schemas.microsoft.com/office/drawing/2014/main" id="{E7003928-B39F-4D01-91A1-F3DD9E026556}"/>
              </a:ext>
            </a:extLst>
          </p:cNvPr>
          <p:cNvSpPr>
            <a:spLocks noGrp="1"/>
          </p:cNvSpPr>
          <p:nvPr>
            <p:ph type="title"/>
          </p:nvPr>
        </p:nvSpPr>
        <p:spPr/>
        <p:txBody>
          <a:bodyPr/>
          <a:lstStyle/>
          <a:p>
            <a:r>
              <a:rPr lang="en-US" altLang="zh-CN" dirty="0"/>
              <a:t>4.3 </a:t>
            </a:r>
            <a:r>
              <a:rPr lang="zh-CN" altLang="en-US" dirty="0"/>
              <a:t>稀疏矩阵 </a:t>
            </a:r>
            <a:r>
              <a:rPr lang="en-US" altLang="zh-CN" dirty="0"/>
              <a:t>(Sparse Matrix)</a:t>
            </a:r>
            <a:endParaRPr lang="zh-CN" altLang="en-US" dirty="0"/>
          </a:p>
        </p:txBody>
      </p:sp>
      <p:sp>
        <p:nvSpPr>
          <p:cNvPr id="4" name="灯片编号占位符 3">
            <a:extLst>
              <a:ext uri="{FF2B5EF4-FFF2-40B4-BE49-F238E27FC236}">
                <a16:creationId xmlns:a16="http://schemas.microsoft.com/office/drawing/2014/main" id="{FE7AE3C5-7A4E-B83F-CF34-99425F54D260}"/>
              </a:ext>
            </a:extLst>
          </p:cNvPr>
          <p:cNvSpPr>
            <a:spLocks noGrp="1"/>
          </p:cNvSpPr>
          <p:nvPr>
            <p:ph type="sldNum" sz="quarter" idx="12"/>
          </p:nvPr>
        </p:nvSpPr>
        <p:spPr/>
        <p:txBody>
          <a:bodyPr/>
          <a:lstStyle/>
          <a:p>
            <a:pPr>
              <a:defRPr/>
            </a:pPr>
            <a:fld id="{75DB822A-0CFA-4B70-89C2-4987E9BB9761}" type="slidenum">
              <a:rPr lang="en-US" altLang="zh-CN" smtClean="0"/>
              <a:pPr>
                <a:defRPr/>
              </a:pPr>
              <a:t>22</a:t>
            </a:fld>
            <a:endParaRPr lang="en-US" altLang="zh-CN"/>
          </a:p>
        </p:txBody>
      </p:sp>
    </p:spTree>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F3CC49D-76C6-4AB7-8C86-FFCEF8A85D91}"/>
              </a:ext>
            </a:extLst>
          </p:cNvPr>
          <p:cNvSpPr>
            <a:spLocks noGrp="1"/>
          </p:cNvSpPr>
          <p:nvPr>
            <p:ph type="title"/>
          </p:nvPr>
        </p:nvSpPr>
        <p:spPr/>
        <p:txBody>
          <a:bodyPr/>
          <a:lstStyle/>
          <a:p>
            <a:r>
              <a:rPr lang="zh-CN" altLang="en-US" dirty="0"/>
              <a:t>稀疏矩阵的定义</a:t>
            </a:r>
          </a:p>
        </p:txBody>
      </p:sp>
      <p:sp>
        <p:nvSpPr>
          <p:cNvPr id="5" name="内容占位符 4">
            <a:extLst>
              <a:ext uri="{FF2B5EF4-FFF2-40B4-BE49-F238E27FC236}">
                <a16:creationId xmlns:a16="http://schemas.microsoft.com/office/drawing/2014/main" id="{1AC318D0-CB5A-49DF-8578-3328D1227852}"/>
              </a:ext>
            </a:extLst>
          </p:cNvPr>
          <p:cNvSpPr>
            <a:spLocks noGrp="1"/>
          </p:cNvSpPr>
          <p:nvPr>
            <p:ph idx="1"/>
          </p:nvPr>
        </p:nvSpPr>
        <p:spPr/>
        <p:txBody>
          <a:bodyPr>
            <a:normAutofit fontScale="85000" lnSpcReduction="20000"/>
          </a:bodyPr>
          <a:lstStyle/>
          <a:p>
            <a:pPr>
              <a:lnSpc>
                <a:spcPct val="110000"/>
              </a:lnSpc>
            </a:pPr>
            <a:r>
              <a:rPr lang="zh-CN" altLang="en-US" dirty="0"/>
              <a:t>设矩阵 </a:t>
            </a:r>
            <a:r>
              <a:rPr lang="en-US" altLang="zh-CN" dirty="0"/>
              <a:t>A</a:t>
            </a:r>
            <a:r>
              <a:rPr lang="en-US" altLang="zh-CN" baseline="-25000" dirty="0"/>
              <a:t>m</a:t>
            </a:r>
            <a:r>
              <a:rPr lang="zh-CN" altLang="en-US" baseline="-25000" dirty="0"/>
              <a:t>*</a:t>
            </a:r>
            <a:r>
              <a:rPr lang="en-US" altLang="zh-CN" baseline="-25000" dirty="0"/>
              <a:t>n </a:t>
            </a:r>
            <a:r>
              <a:rPr lang="zh-CN" altLang="en-US" dirty="0"/>
              <a:t>中有 </a:t>
            </a:r>
            <a:r>
              <a:rPr lang="en-US" altLang="zh-CN" dirty="0"/>
              <a:t>t </a:t>
            </a:r>
            <a:r>
              <a:rPr lang="zh-CN" altLang="en-US" dirty="0"/>
              <a:t>个非零元素，若 </a:t>
            </a:r>
            <a:r>
              <a:rPr lang="en-US" altLang="zh-CN" dirty="0"/>
              <a:t>t </a:t>
            </a:r>
            <a:r>
              <a:rPr lang="zh-CN" altLang="en-US" dirty="0"/>
              <a:t>远远小于矩阵元素的总数 </a:t>
            </a:r>
            <a:r>
              <a:rPr lang="en-US" altLang="zh-CN" dirty="0"/>
              <a:t>m</a:t>
            </a:r>
            <a:r>
              <a:rPr lang="zh-CN" altLang="en-US" dirty="0"/>
              <a:t>*</a:t>
            </a:r>
            <a:r>
              <a:rPr lang="en-US" altLang="zh-CN" dirty="0"/>
              <a:t>n</a:t>
            </a:r>
            <a:r>
              <a:rPr lang="zh-CN" altLang="en-US" dirty="0"/>
              <a:t>，则称矩阵</a:t>
            </a:r>
            <a:r>
              <a:rPr lang="en-US" altLang="zh-CN" dirty="0"/>
              <a:t>A </a:t>
            </a:r>
            <a:r>
              <a:rPr lang="zh-CN" altLang="en-US" dirty="0"/>
              <a:t>为稀疏矩阵。</a:t>
            </a:r>
          </a:p>
          <a:p>
            <a:pPr>
              <a:lnSpc>
                <a:spcPct val="110000"/>
              </a:lnSpc>
            </a:pPr>
            <a:r>
              <a:rPr lang="zh-CN" altLang="en-US" dirty="0"/>
              <a:t>为节省存储空间，应只存储非零元素。</a:t>
            </a:r>
          </a:p>
          <a:p>
            <a:pPr>
              <a:lnSpc>
                <a:spcPct val="110000"/>
              </a:lnSpc>
            </a:pPr>
            <a:r>
              <a:rPr lang="zh-CN" altLang="en-US" dirty="0"/>
              <a:t>非零元素的分布一般没有规律，应在存储非零元素时，同时存储该非零元素的行下标 </a:t>
            </a:r>
            <a:r>
              <a:rPr lang="en-US" altLang="zh-CN" dirty="0"/>
              <a:t>row</a:t>
            </a:r>
            <a:r>
              <a:rPr lang="zh-CN" altLang="en-US" dirty="0"/>
              <a:t>、列下标 </a:t>
            </a:r>
            <a:r>
              <a:rPr lang="en-US" altLang="zh-CN" dirty="0"/>
              <a:t>col</a:t>
            </a:r>
            <a:r>
              <a:rPr lang="zh-CN" altLang="en-US" dirty="0"/>
              <a:t>、值 </a:t>
            </a:r>
            <a:r>
              <a:rPr lang="en-US" altLang="zh-CN" dirty="0"/>
              <a:t>value</a:t>
            </a:r>
            <a:r>
              <a:rPr lang="zh-CN" altLang="en-US" dirty="0"/>
              <a:t>。</a:t>
            </a:r>
          </a:p>
          <a:p>
            <a:pPr>
              <a:lnSpc>
                <a:spcPct val="110000"/>
              </a:lnSpc>
            </a:pPr>
            <a:r>
              <a:rPr lang="zh-CN" altLang="en-US" dirty="0"/>
              <a:t>每一个非零元素由一个三元组唯一确定： </a:t>
            </a:r>
            <a:r>
              <a:rPr lang="en-US" altLang="zh-CN" dirty="0"/>
              <a:t>( </a:t>
            </a:r>
            <a:r>
              <a:rPr lang="zh-CN" altLang="en-US" dirty="0"/>
              <a:t>行号 </a:t>
            </a:r>
            <a:r>
              <a:rPr lang="en-US" altLang="zh-CN" dirty="0"/>
              <a:t>row, </a:t>
            </a:r>
            <a:r>
              <a:rPr lang="zh-CN" altLang="en-US" dirty="0"/>
              <a:t>列号 </a:t>
            </a:r>
            <a:r>
              <a:rPr lang="en-US" altLang="zh-CN" dirty="0"/>
              <a:t>col, </a:t>
            </a:r>
            <a:r>
              <a:rPr lang="zh-CN" altLang="en-US" dirty="0"/>
              <a:t>值 </a:t>
            </a:r>
            <a:r>
              <a:rPr lang="en-US" altLang="zh-CN" dirty="0"/>
              <a:t>value )</a:t>
            </a:r>
          </a:p>
        </p:txBody>
      </p:sp>
      <p:sp>
        <p:nvSpPr>
          <p:cNvPr id="3" name="灯片编号占位符 2">
            <a:extLst>
              <a:ext uri="{FF2B5EF4-FFF2-40B4-BE49-F238E27FC236}">
                <a16:creationId xmlns:a16="http://schemas.microsoft.com/office/drawing/2014/main" id="{57E7CEE2-9F2F-4883-A5DA-13EE310F2E6F}"/>
              </a:ext>
            </a:extLst>
          </p:cNvPr>
          <p:cNvSpPr>
            <a:spLocks noGrp="1"/>
          </p:cNvSpPr>
          <p:nvPr>
            <p:ph type="sldNum" sz="quarter" idx="12"/>
          </p:nvPr>
        </p:nvSpPr>
        <p:spPr/>
        <p:txBody>
          <a:bodyPr/>
          <a:lstStyle/>
          <a:p>
            <a:pPr>
              <a:defRPr/>
            </a:pPr>
            <a:fld id="{75DB822A-0CFA-4B70-89C2-4987E9BB9761}" type="slidenum">
              <a:rPr lang="en-US" altLang="zh-CN" smtClean="0"/>
              <a:pPr>
                <a:defRPr/>
              </a:pPr>
              <a:t>23</a:t>
            </a:fld>
            <a:endParaRPr lang="en-US" altLang="zh-CN"/>
          </a:p>
        </p:txBody>
      </p:sp>
    </p:spTree>
    <p:extLst>
      <p:ext uri="{BB962C8B-B14F-4D97-AF65-F5344CB8AC3E}">
        <p14:creationId xmlns:p14="http://schemas.microsoft.com/office/powerpoint/2010/main" val="1433167701"/>
      </p:ext>
    </p:extLst>
  </p:cSld>
  <p:clrMapOvr>
    <a:masterClrMapping/>
  </p:clrMapOvr>
  <p:transition>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B1747A-15D0-45E8-A4C4-86DB8E7DB749}"/>
              </a:ext>
            </a:extLst>
          </p:cNvPr>
          <p:cNvSpPr>
            <a:spLocks noGrp="1"/>
          </p:cNvSpPr>
          <p:nvPr>
            <p:ph type="title"/>
          </p:nvPr>
        </p:nvSpPr>
        <p:spPr/>
        <p:txBody>
          <a:bodyPr/>
          <a:lstStyle/>
          <a:p>
            <a:r>
              <a:rPr lang="zh-CN" altLang="en-US" dirty="0"/>
              <a:t>稀疏矩阵的三元组表的类定义</a:t>
            </a:r>
          </a:p>
        </p:txBody>
      </p:sp>
      <p:sp>
        <p:nvSpPr>
          <p:cNvPr id="3" name="内容占位符 2">
            <a:extLst>
              <a:ext uri="{FF2B5EF4-FFF2-40B4-BE49-F238E27FC236}">
                <a16:creationId xmlns:a16="http://schemas.microsoft.com/office/drawing/2014/main" id="{E437CA48-ADCF-4275-AE60-BE14F7F42D49}"/>
              </a:ext>
            </a:extLst>
          </p:cNvPr>
          <p:cNvSpPr>
            <a:spLocks noGrp="1"/>
          </p:cNvSpPr>
          <p:nvPr>
            <p:ph idx="1"/>
          </p:nvPr>
        </p:nvSpPr>
        <p:spPr/>
        <p:txBody>
          <a:bodyPr>
            <a:normAutofit fontScale="70000" lnSpcReduction="20000"/>
          </a:bodyPr>
          <a:lstStyle/>
          <a:p>
            <a:pPr marL="0" indent="0">
              <a:buNone/>
            </a:pPr>
            <a:r>
              <a:rPr lang="en-US" altLang="zh-CN" dirty="0"/>
              <a:t>template&lt;class T&gt; </a:t>
            </a:r>
          </a:p>
          <a:p>
            <a:pPr marL="0" indent="0">
              <a:buNone/>
            </a:pPr>
            <a:r>
              <a:rPr lang="en-US" altLang="zh-CN" dirty="0"/>
              <a:t>struct </a:t>
            </a:r>
            <a:r>
              <a:rPr lang="en-US" altLang="zh-CN" dirty="0" err="1"/>
              <a:t>Trituple</a:t>
            </a:r>
            <a:r>
              <a:rPr lang="en-US" altLang="zh-CN" dirty="0"/>
              <a:t> {	 //</a:t>
            </a:r>
            <a:r>
              <a:rPr lang="zh-CN" altLang="en-US" dirty="0"/>
              <a:t>三元组</a:t>
            </a:r>
          </a:p>
          <a:p>
            <a:pPr marL="0" indent="0">
              <a:buNone/>
            </a:pPr>
            <a:r>
              <a:rPr lang="zh-CN" altLang="en-US" dirty="0"/>
              <a:t>    </a:t>
            </a:r>
            <a:r>
              <a:rPr lang="en-US" altLang="zh-CN" dirty="0"/>
              <a:t>int row, col;	         //</a:t>
            </a:r>
            <a:r>
              <a:rPr lang="zh-CN" altLang="en-US" dirty="0"/>
              <a:t>非零元素行号</a:t>
            </a:r>
            <a:r>
              <a:rPr lang="en-US" altLang="zh-CN" dirty="0"/>
              <a:t>/</a:t>
            </a:r>
            <a:r>
              <a:rPr lang="zh-CN" altLang="en-US" dirty="0"/>
              <a:t>列号</a:t>
            </a:r>
          </a:p>
          <a:p>
            <a:pPr marL="0" indent="0">
              <a:buNone/>
            </a:pPr>
            <a:r>
              <a:rPr lang="zh-CN" altLang="en-US" dirty="0"/>
              <a:t>    </a:t>
            </a:r>
            <a:r>
              <a:rPr lang="en-US" altLang="zh-CN" dirty="0"/>
              <a:t>T value;                 //</a:t>
            </a:r>
            <a:r>
              <a:rPr lang="zh-CN" altLang="en-US" dirty="0"/>
              <a:t>非零元素的值</a:t>
            </a:r>
          </a:p>
          <a:p>
            <a:pPr marL="0" indent="0">
              <a:buNone/>
            </a:pPr>
            <a:r>
              <a:rPr lang="zh-CN" altLang="en-US" dirty="0"/>
              <a:t>    </a:t>
            </a:r>
            <a:r>
              <a:rPr lang="en-US" altLang="zh-CN" dirty="0" err="1"/>
              <a:t>Trituple</a:t>
            </a:r>
            <a:r>
              <a:rPr lang="en-US" altLang="zh-CN" dirty="0"/>
              <a:t>&lt;T&gt;&amp; operator = (</a:t>
            </a:r>
            <a:r>
              <a:rPr lang="en-US" altLang="zh-CN" dirty="0" err="1"/>
              <a:t>Trituple</a:t>
            </a:r>
            <a:r>
              <a:rPr lang="en-US" altLang="zh-CN" dirty="0"/>
              <a:t>&lt;T&gt;&amp; x)</a:t>
            </a:r>
          </a:p>
          <a:p>
            <a:pPr marL="0" indent="0">
              <a:buNone/>
            </a:pPr>
            <a:r>
              <a:rPr lang="en-US" altLang="zh-CN" dirty="0"/>
              <a:t>    {</a:t>
            </a:r>
          </a:p>
          <a:p>
            <a:pPr marL="0" indent="0">
              <a:buNone/>
            </a:pPr>
            <a:r>
              <a:rPr lang="en-US" altLang="zh-CN" dirty="0"/>
              <a:t>         row = </a:t>
            </a:r>
            <a:r>
              <a:rPr lang="en-US" altLang="zh-CN" dirty="0" err="1"/>
              <a:t>x.row</a:t>
            </a:r>
            <a:r>
              <a:rPr lang="en-US" altLang="zh-CN" dirty="0"/>
              <a:t>; col = </a:t>
            </a:r>
            <a:r>
              <a:rPr lang="en-US" altLang="zh-CN" dirty="0" err="1"/>
              <a:t>x.col</a:t>
            </a:r>
            <a:r>
              <a:rPr lang="en-US" altLang="zh-CN" dirty="0"/>
              <a:t>; value = </a:t>
            </a:r>
            <a:r>
              <a:rPr lang="en-US" altLang="zh-CN" dirty="0" err="1"/>
              <a:t>x.value</a:t>
            </a:r>
            <a:r>
              <a:rPr lang="en-US" altLang="zh-CN" dirty="0"/>
              <a:t>;</a:t>
            </a:r>
          </a:p>
          <a:p>
            <a:pPr marL="0" indent="0">
              <a:buNone/>
            </a:pPr>
            <a:r>
              <a:rPr lang="en-US" altLang="zh-CN" dirty="0"/>
              <a:t>         return *this;</a:t>
            </a:r>
          </a:p>
          <a:p>
            <a:pPr marL="0" indent="0">
              <a:buNone/>
            </a:pPr>
            <a:r>
              <a:rPr lang="en-US" altLang="zh-CN" dirty="0"/>
              <a:t>    }</a:t>
            </a:r>
          </a:p>
          <a:p>
            <a:pPr marL="0" indent="0">
              <a:buNone/>
            </a:pPr>
            <a:r>
              <a:rPr lang="en-US" altLang="zh-CN" dirty="0"/>
              <a:t>}</a:t>
            </a:r>
          </a:p>
        </p:txBody>
      </p:sp>
      <p:sp>
        <p:nvSpPr>
          <p:cNvPr id="5" name="灯片编号占位符 4">
            <a:extLst>
              <a:ext uri="{FF2B5EF4-FFF2-40B4-BE49-F238E27FC236}">
                <a16:creationId xmlns:a16="http://schemas.microsoft.com/office/drawing/2014/main" id="{110D9AD8-7269-315F-3D53-43A68782AA4E}"/>
              </a:ext>
            </a:extLst>
          </p:cNvPr>
          <p:cNvSpPr>
            <a:spLocks noGrp="1"/>
          </p:cNvSpPr>
          <p:nvPr>
            <p:ph type="sldNum" sz="quarter" idx="12"/>
          </p:nvPr>
        </p:nvSpPr>
        <p:spPr/>
        <p:txBody>
          <a:bodyPr/>
          <a:lstStyle/>
          <a:p>
            <a:pPr>
              <a:defRPr/>
            </a:pPr>
            <a:fld id="{34C23A13-5672-41C0-8934-A4311B913B34}" type="slidenum">
              <a:rPr lang="en-US" altLang="zh-CN" smtClean="0"/>
              <a:pPr>
                <a:defRPr/>
              </a:pPr>
              <a:t>24</a:t>
            </a:fld>
            <a:endParaRPr lang="en-US" altLang="zh-CN"/>
          </a:p>
        </p:txBody>
      </p:sp>
    </p:spTree>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2C4F7A8-0D91-4942-98BD-92CD8B1421DB}"/>
              </a:ext>
            </a:extLst>
          </p:cNvPr>
          <p:cNvSpPr>
            <a:spLocks noGrp="1"/>
          </p:cNvSpPr>
          <p:nvPr>
            <p:ph idx="1"/>
          </p:nvPr>
        </p:nvSpPr>
        <p:spPr>
          <a:xfrm>
            <a:off x="107504" y="136525"/>
            <a:ext cx="8856984" cy="6604843"/>
          </a:xfrm>
        </p:spPr>
        <p:txBody>
          <a:bodyPr>
            <a:normAutofit fontScale="55000" lnSpcReduction="20000"/>
          </a:bodyPr>
          <a:lstStyle/>
          <a:p>
            <a:pPr marL="0" indent="0">
              <a:buNone/>
            </a:pPr>
            <a:r>
              <a:rPr lang="en-US" altLang="zh-CN" dirty="0"/>
              <a:t>template&lt;class T&gt; </a:t>
            </a:r>
          </a:p>
          <a:p>
            <a:pPr marL="0" indent="0">
              <a:buNone/>
            </a:pPr>
            <a:r>
              <a:rPr lang="en-US" altLang="zh-CN" dirty="0"/>
              <a:t>class </a:t>
            </a:r>
            <a:r>
              <a:rPr lang="en-US" altLang="zh-CN" dirty="0" err="1"/>
              <a:t>SparseMatrix</a:t>
            </a:r>
            <a:r>
              <a:rPr lang="en-US" altLang="zh-CN" dirty="0"/>
              <a:t> {	</a:t>
            </a:r>
          </a:p>
          <a:p>
            <a:pPr marL="0" indent="0">
              <a:buNone/>
            </a:pPr>
            <a:r>
              <a:rPr lang="en-US" altLang="zh-CN" dirty="0"/>
              <a:t>   friend </a:t>
            </a:r>
            <a:r>
              <a:rPr lang="en-US" altLang="zh-CN" dirty="0" err="1"/>
              <a:t>ostream</a:t>
            </a:r>
            <a:r>
              <a:rPr lang="en-US" altLang="zh-CN" dirty="0"/>
              <a:t>&amp; operator&lt;&lt;(</a:t>
            </a:r>
            <a:r>
              <a:rPr lang="en-US" altLang="zh-CN" dirty="0" err="1"/>
              <a:t>ostream</a:t>
            </a:r>
            <a:r>
              <a:rPr lang="en-US" altLang="zh-CN" dirty="0"/>
              <a:t>&amp; out, </a:t>
            </a:r>
            <a:r>
              <a:rPr lang="en-US" altLang="zh-CN" dirty="0" err="1"/>
              <a:t>SparseMatrix</a:t>
            </a:r>
            <a:r>
              <a:rPr lang="en-US" altLang="zh-CN" dirty="0"/>
              <a:t>&lt;T&gt;&amp; M);</a:t>
            </a:r>
          </a:p>
          <a:p>
            <a:pPr marL="0" indent="0">
              <a:buNone/>
            </a:pPr>
            <a:r>
              <a:rPr lang="en-US" altLang="zh-CN" dirty="0"/>
              <a:t>            //</a:t>
            </a:r>
            <a:r>
              <a:rPr lang="zh-CN" altLang="en-US" dirty="0"/>
              <a:t>具体代码见备注</a:t>
            </a:r>
            <a:endParaRPr lang="en-US" altLang="zh-CN" dirty="0"/>
          </a:p>
          <a:p>
            <a:pPr marL="0" indent="0">
              <a:buNone/>
            </a:pPr>
            <a:r>
              <a:rPr lang="en-US" altLang="zh-CN" dirty="0"/>
              <a:t>   friend </a:t>
            </a:r>
            <a:r>
              <a:rPr lang="en-US" altLang="zh-CN" dirty="0" err="1"/>
              <a:t>istream</a:t>
            </a:r>
            <a:r>
              <a:rPr lang="en-US" altLang="zh-CN" dirty="0"/>
              <a:t>&amp; operator&gt;&gt;(</a:t>
            </a:r>
            <a:r>
              <a:rPr lang="en-US" altLang="zh-CN" dirty="0" err="1"/>
              <a:t>istream</a:t>
            </a:r>
            <a:r>
              <a:rPr lang="en-US" altLang="zh-CN" dirty="0"/>
              <a:t>&amp; in, </a:t>
            </a:r>
            <a:r>
              <a:rPr lang="en-US" altLang="zh-CN" dirty="0" err="1"/>
              <a:t>SparseMatrix</a:t>
            </a:r>
            <a:r>
              <a:rPr lang="en-US" altLang="zh-CN" dirty="0"/>
              <a:t>&lt;T&gt;&amp; M);	</a:t>
            </a:r>
          </a:p>
          <a:p>
            <a:pPr marL="0" indent="0">
              <a:buNone/>
            </a:pPr>
            <a:r>
              <a:rPr lang="en-US" altLang="zh-CN" dirty="0"/>
              <a:t>            //</a:t>
            </a:r>
            <a:r>
              <a:rPr lang="zh-CN" altLang="en-US" dirty="0"/>
              <a:t>具体代码见备注</a:t>
            </a:r>
            <a:endParaRPr lang="en-US" altLang="zh-CN" dirty="0"/>
          </a:p>
          <a:p>
            <a:pPr marL="0" indent="0">
              <a:buNone/>
            </a:pPr>
            <a:r>
              <a:rPr lang="en-US" altLang="zh-CN" dirty="0"/>
              <a:t>private:    </a:t>
            </a:r>
          </a:p>
          <a:p>
            <a:pPr marL="0" indent="0">
              <a:buNone/>
            </a:pPr>
            <a:r>
              <a:rPr lang="en-US" altLang="zh-CN" dirty="0"/>
              <a:t>    int Rows, Cols, Terms;  //</a:t>
            </a:r>
            <a:r>
              <a:rPr lang="zh-CN" altLang="en-US" dirty="0"/>
              <a:t>行</a:t>
            </a:r>
            <a:r>
              <a:rPr lang="en-US" altLang="zh-CN" dirty="0"/>
              <a:t>/</a:t>
            </a:r>
            <a:r>
              <a:rPr lang="zh-CN" altLang="en-US" dirty="0"/>
              <a:t>列</a:t>
            </a:r>
            <a:r>
              <a:rPr lang="en-US" altLang="zh-CN" dirty="0"/>
              <a:t>/</a:t>
            </a:r>
            <a:r>
              <a:rPr lang="zh-CN" altLang="en-US" dirty="0"/>
              <a:t>非零元素数</a:t>
            </a:r>
          </a:p>
          <a:p>
            <a:pPr marL="0" indent="0">
              <a:buNone/>
            </a:pPr>
            <a:r>
              <a:rPr lang="zh-CN" altLang="en-US" dirty="0"/>
              <a:t>    </a:t>
            </a:r>
            <a:r>
              <a:rPr lang="en-US" altLang="zh-CN" dirty="0" err="1"/>
              <a:t>Trituple</a:t>
            </a:r>
            <a:r>
              <a:rPr lang="en-US" altLang="zh-CN" dirty="0"/>
              <a:t>&lt;T&gt; *</a:t>
            </a:r>
            <a:r>
              <a:rPr lang="en-US" altLang="zh-CN" dirty="0" err="1"/>
              <a:t>smArray</a:t>
            </a:r>
            <a:r>
              <a:rPr lang="en-US" altLang="zh-CN" dirty="0"/>
              <a:t>;</a:t>
            </a:r>
          </a:p>
          <a:p>
            <a:pPr marL="0" indent="0">
              <a:buNone/>
            </a:pPr>
            <a:r>
              <a:rPr lang="en-US" altLang="zh-CN" dirty="0"/>
              <a:t>    int </a:t>
            </a:r>
            <a:r>
              <a:rPr lang="en-US" altLang="zh-CN" dirty="0" err="1"/>
              <a:t>maxTerms</a:t>
            </a:r>
            <a:r>
              <a:rPr lang="en-US" altLang="zh-CN" dirty="0"/>
              <a:t>; </a:t>
            </a:r>
          </a:p>
          <a:p>
            <a:pPr marL="0" indent="0">
              <a:buNone/>
            </a:pPr>
            <a:r>
              <a:rPr lang="en-US" altLang="zh-CN" dirty="0"/>
              <a:t>public:                                //</a:t>
            </a:r>
            <a:r>
              <a:rPr lang="zh-CN" altLang="en-US" dirty="0"/>
              <a:t>三元组表</a:t>
            </a:r>
          </a:p>
          <a:p>
            <a:pPr marL="0" indent="0">
              <a:buNone/>
            </a:pPr>
            <a:r>
              <a:rPr lang="zh-CN" altLang="en-US" dirty="0"/>
              <a:t>    </a:t>
            </a:r>
            <a:r>
              <a:rPr lang="en-US" altLang="zh-CN" dirty="0" err="1"/>
              <a:t>SparseMatrix</a:t>
            </a:r>
            <a:r>
              <a:rPr lang="en-US" altLang="zh-CN" dirty="0"/>
              <a:t> (int </a:t>
            </a:r>
            <a:r>
              <a:rPr lang="en-US" altLang="zh-CN" dirty="0" err="1"/>
              <a:t>maxSz</a:t>
            </a:r>
            <a:r>
              <a:rPr lang="en-US" altLang="zh-CN" dirty="0"/>
              <a:t> = </a:t>
            </a:r>
            <a:r>
              <a:rPr lang="en-US" altLang="zh-CN" dirty="0" err="1"/>
              <a:t>DefaultSize</a:t>
            </a:r>
            <a:r>
              <a:rPr lang="en-US" altLang="zh-CN" dirty="0"/>
              <a:t>); </a:t>
            </a:r>
          </a:p>
          <a:p>
            <a:pPr marL="0" indent="0">
              <a:buNone/>
            </a:pPr>
            <a:r>
              <a:rPr lang="en-US" altLang="zh-CN" dirty="0"/>
              <a:t>    </a:t>
            </a:r>
            <a:r>
              <a:rPr lang="en-US" altLang="zh-CN" dirty="0" err="1"/>
              <a:t>SparseMatrix</a:t>
            </a:r>
            <a:r>
              <a:rPr lang="en-US" altLang="zh-CN" dirty="0"/>
              <a:t> (</a:t>
            </a:r>
            <a:r>
              <a:rPr lang="en-US" altLang="zh-CN" dirty="0" err="1"/>
              <a:t>SparseMatrix</a:t>
            </a:r>
            <a:r>
              <a:rPr lang="en-US" altLang="zh-CN" dirty="0"/>
              <a:t> &lt;T&gt;&amp; x);</a:t>
            </a:r>
          </a:p>
          <a:p>
            <a:pPr marL="0" indent="0">
              <a:buNone/>
            </a:pPr>
            <a:r>
              <a:rPr lang="en-US" altLang="zh-CN" dirty="0"/>
              <a:t>    ~</a:t>
            </a:r>
            <a:r>
              <a:rPr lang="en-US" altLang="zh-CN" dirty="0" err="1"/>
              <a:t>SparseMatrix</a:t>
            </a:r>
            <a:r>
              <a:rPr lang="en-US" altLang="zh-CN" dirty="0"/>
              <a:t> ( ) {delete [] </a:t>
            </a:r>
            <a:r>
              <a:rPr lang="en-US" altLang="zh-CN" dirty="0" err="1"/>
              <a:t>smArray</a:t>
            </a:r>
            <a:r>
              <a:rPr lang="en-US" altLang="zh-CN" dirty="0"/>
              <a:t>; };</a:t>
            </a:r>
          </a:p>
          <a:p>
            <a:pPr marL="0" indent="0">
              <a:buNone/>
            </a:pPr>
            <a:r>
              <a:rPr lang="en-US" altLang="zh-CN" dirty="0"/>
              <a:t>    </a:t>
            </a:r>
            <a:r>
              <a:rPr lang="en-US" altLang="zh-CN" dirty="0" err="1"/>
              <a:t>SparseMatrix</a:t>
            </a:r>
            <a:r>
              <a:rPr lang="en-US" altLang="zh-CN" dirty="0"/>
              <a:t>&lt;T&gt;&amp; operator = (</a:t>
            </a:r>
            <a:r>
              <a:rPr lang="en-US" altLang="zh-CN" dirty="0" err="1"/>
              <a:t>SparseMatrix</a:t>
            </a:r>
            <a:r>
              <a:rPr lang="en-US" altLang="zh-CN" dirty="0"/>
              <a:t>&lt;T&gt;&amp; x);</a:t>
            </a:r>
          </a:p>
          <a:p>
            <a:pPr marL="0" indent="0">
              <a:buNone/>
            </a:pPr>
            <a:r>
              <a:rPr lang="en-US" altLang="zh-CN" dirty="0"/>
              <a:t>    void Transpose(</a:t>
            </a:r>
            <a:r>
              <a:rPr lang="en-US" altLang="zh-CN" dirty="0" err="1"/>
              <a:t>SparseMatrix</a:t>
            </a:r>
            <a:r>
              <a:rPr lang="en-US" altLang="zh-CN" dirty="0"/>
              <a:t>&lt;T&gt; &amp;b);   //</a:t>
            </a:r>
            <a:r>
              <a:rPr lang="zh-CN" altLang="en-US" dirty="0"/>
              <a:t>转置</a:t>
            </a:r>
          </a:p>
          <a:p>
            <a:pPr marL="0" indent="0">
              <a:buNone/>
            </a:pPr>
            <a:r>
              <a:rPr lang="zh-CN" altLang="en-US" dirty="0"/>
              <a:t>    </a:t>
            </a:r>
            <a:r>
              <a:rPr lang="en-US" altLang="zh-CN" dirty="0" err="1"/>
              <a:t>SparseMatrix</a:t>
            </a:r>
            <a:r>
              <a:rPr lang="en-US" altLang="zh-CN" dirty="0"/>
              <a:t>&lt;T&gt; Add (</a:t>
            </a:r>
            <a:r>
              <a:rPr lang="en-US" altLang="zh-CN" dirty="0" err="1"/>
              <a:t>SparseMatrix</a:t>
            </a:r>
            <a:r>
              <a:rPr lang="en-US" altLang="zh-CN" dirty="0"/>
              <a:t>&lt;T&gt;&amp; b);  //</a:t>
            </a:r>
            <a:r>
              <a:rPr lang="zh-CN" altLang="en-US" dirty="0"/>
              <a:t>相加</a:t>
            </a:r>
          </a:p>
          <a:p>
            <a:pPr marL="0" indent="0">
              <a:buNone/>
            </a:pPr>
            <a:r>
              <a:rPr lang="zh-CN" altLang="en-US" dirty="0"/>
              <a:t>    </a:t>
            </a:r>
            <a:r>
              <a:rPr lang="en-US" altLang="zh-CN" dirty="0" err="1"/>
              <a:t>SparseMatrix</a:t>
            </a:r>
            <a:r>
              <a:rPr lang="en-US" altLang="zh-CN" dirty="0"/>
              <a:t>&lt;T&gt; Multiply(</a:t>
            </a:r>
            <a:r>
              <a:rPr lang="en-US" altLang="zh-CN" dirty="0" err="1"/>
              <a:t>SparseMatrix</a:t>
            </a:r>
            <a:r>
              <a:rPr lang="en-US" altLang="zh-CN" dirty="0"/>
              <a:t>  &lt;T&gt; &amp;b);  //</a:t>
            </a:r>
            <a:r>
              <a:rPr lang="zh-CN" altLang="en-US" dirty="0"/>
              <a:t>相乘</a:t>
            </a:r>
          </a:p>
          <a:p>
            <a:pPr marL="0" indent="0">
              <a:buNone/>
            </a:pPr>
            <a:r>
              <a:rPr lang="en-US" altLang="zh-CN" dirty="0"/>
              <a:t>} </a:t>
            </a:r>
            <a:endParaRPr lang="zh-CN" altLang="en-US" dirty="0"/>
          </a:p>
        </p:txBody>
      </p:sp>
      <p:sp>
        <p:nvSpPr>
          <p:cNvPr id="4" name="灯片编号占位符 3">
            <a:extLst>
              <a:ext uri="{FF2B5EF4-FFF2-40B4-BE49-F238E27FC236}">
                <a16:creationId xmlns:a16="http://schemas.microsoft.com/office/drawing/2014/main" id="{9C13267D-E27B-5187-A4F6-C18DF18A72C6}"/>
              </a:ext>
            </a:extLst>
          </p:cNvPr>
          <p:cNvSpPr>
            <a:spLocks noGrp="1"/>
          </p:cNvSpPr>
          <p:nvPr>
            <p:ph type="sldNum" sz="quarter" idx="12"/>
          </p:nvPr>
        </p:nvSpPr>
        <p:spPr/>
        <p:txBody>
          <a:bodyPr/>
          <a:lstStyle/>
          <a:p>
            <a:pPr>
              <a:defRPr/>
            </a:pPr>
            <a:fld id="{34C23A13-5672-41C0-8934-A4311B913B34}" type="slidenum">
              <a:rPr lang="en-US" altLang="zh-CN" smtClean="0"/>
              <a:pPr>
                <a:defRPr/>
              </a:pPr>
              <a:t>25</a:t>
            </a:fld>
            <a:endParaRPr lang="en-US" altLang="zh-CN"/>
          </a:p>
        </p:txBody>
      </p:sp>
    </p:spTree>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5D39B-0766-4471-B263-A0E455702976}"/>
              </a:ext>
            </a:extLst>
          </p:cNvPr>
          <p:cNvSpPr>
            <a:spLocks noGrp="1"/>
          </p:cNvSpPr>
          <p:nvPr>
            <p:ph type="title"/>
          </p:nvPr>
        </p:nvSpPr>
        <p:spPr/>
        <p:txBody>
          <a:bodyPr/>
          <a:lstStyle/>
          <a:p>
            <a:r>
              <a:rPr lang="zh-CN" altLang="en-US" dirty="0"/>
              <a:t>稀疏矩阵的转置</a:t>
            </a:r>
          </a:p>
        </p:txBody>
      </p:sp>
      <p:sp>
        <p:nvSpPr>
          <p:cNvPr id="3" name="内容占位符 2">
            <a:extLst>
              <a:ext uri="{FF2B5EF4-FFF2-40B4-BE49-F238E27FC236}">
                <a16:creationId xmlns:a16="http://schemas.microsoft.com/office/drawing/2014/main" id="{6FEFD42D-5884-416D-BAE9-FB53C3CA3C8C}"/>
              </a:ext>
            </a:extLst>
          </p:cNvPr>
          <p:cNvSpPr>
            <a:spLocks noGrp="1"/>
          </p:cNvSpPr>
          <p:nvPr>
            <p:ph idx="1"/>
          </p:nvPr>
        </p:nvSpPr>
        <p:spPr/>
        <p:txBody>
          <a:bodyPr>
            <a:normAutofit fontScale="92500" lnSpcReduction="20000"/>
          </a:bodyPr>
          <a:lstStyle/>
          <a:p>
            <a:r>
              <a:rPr lang="zh-CN" altLang="en-US" dirty="0"/>
              <a:t>一个 </a:t>
            </a:r>
            <a:r>
              <a:rPr lang="en-US" altLang="zh-CN" dirty="0"/>
              <a:t>m*n </a:t>
            </a:r>
            <a:r>
              <a:rPr lang="zh-CN" altLang="en-US" dirty="0"/>
              <a:t>的矩阵 </a:t>
            </a:r>
            <a:r>
              <a:rPr lang="en-US" altLang="zh-CN" dirty="0"/>
              <a:t>A</a:t>
            </a:r>
            <a:r>
              <a:rPr lang="zh-CN" altLang="en-US" dirty="0"/>
              <a:t>，它的转置矩阵 </a:t>
            </a:r>
            <a:r>
              <a:rPr lang="en-US" altLang="zh-CN" dirty="0"/>
              <a:t>B </a:t>
            </a:r>
            <a:r>
              <a:rPr lang="zh-CN" altLang="en-US" dirty="0"/>
              <a:t>是一个 </a:t>
            </a:r>
            <a:r>
              <a:rPr lang="en-US" altLang="zh-CN" dirty="0"/>
              <a:t>n*m </a:t>
            </a:r>
            <a:r>
              <a:rPr lang="zh-CN" altLang="en-US" dirty="0"/>
              <a:t>的矩阵，且 </a:t>
            </a:r>
            <a:r>
              <a:rPr lang="en-US" altLang="zh-CN" dirty="0"/>
              <a:t>A[</a:t>
            </a:r>
            <a:r>
              <a:rPr lang="en-US" altLang="zh-CN" dirty="0" err="1"/>
              <a:t>i</a:t>
            </a:r>
            <a:r>
              <a:rPr lang="en-US" altLang="zh-CN" dirty="0"/>
              <a:t>][j] = B[j][</a:t>
            </a:r>
            <a:r>
              <a:rPr lang="en-US" altLang="zh-CN" dirty="0" err="1"/>
              <a:t>i</a:t>
            </a:r>
            <a:r>
              <a:rPr lang="en-US" altLang="zh-CN" dirty="0"/>
              <a:t>]</a:t>
            </a:r>
            <a:r>
              <a:rPr lang="zh-CN" altLang="en-US" dirty="0"/>
              <a:t>。即矩阵 </a:t>
            </a:r>
            <a:r>
              <a:rPr lang="en-US" altLang="zh-CN" dirty="0"/>
              <a:t>A </a:t>
            </a:r>
            <a:r>
              <a:rPr lang="zh-CN" altLang="en-US" dirty="0"/>
              <a:t>的行成为矩阵 </a:t>
            </a:r>
            <a:r>
              <a:rPr lang="en-US" altLang="zh-CN" dirty="0"/>
              <a:t>B </a:t>
            </a:r>
            <a:r>
              <a:rPr lang="zh-CN" altLang="en-US" dirty="0"/>
              <a:t>的列，矩阵 </a:t>
            </a:r>
            <a:r>
              <a:rPr lang="en-US" altLang="zh-CN" dirty="0"/>
              <a:t>A </a:t>
            </a:r>
            <a:r>
              <a:rPr lang="zh-CN" altLang="en-US" dirty="0"/>
              <a:t>的列成为矩阵 </a:t>
            </a:r>
            <a:r>
              <a:rPr lang="en-US" altLang="zh-CN" dirty="0"/>
              <a:t>B </a:t>
            </a:r>
            <a:r>
              <a:rPr lang="zh-CN" altLang="en-US" dirty="0"/>
              <a:t>的行。</a:t>
            </a:r>
          </a:p>
          <a:p>
            <a:r>
              <a:rPr lang="zh-CN" altLang="en-US" dirty="0"/>
              <a:t>在稀疏矩阵的三元组表中，非零矩阵元素按行存放。当行号相同时，按列号递增的顺序存放。</a:t>
            </a:r>
          </a:p>
          <a:p>
            <a:r>
              <a:rPr lang="zh-CN" altLang="en-US" dirty="0"/>
              <a:t>稀疏矩阵的转置运算要转化为对应三元组表的转置。</a:t>
            </a:r>
          </a:p>
        </p:txBody>
      </p:sp>
      <p:sp>
        <p:nvSpPr>
          <p:cNvPr id="5" name="灯片编号占位符 4">
            <a:extLst>
              <a:ext uri="{FF2B5EF4-FFF2-40B4-BE49-F238E27FC236}">
                <a16:creationId xmlns:a16="http://schemas.microsoft.com/office/drawing/2014/main" id="{55412FE1-7246-8B4A-C2F7-0622FBCB3017}"/>
              </a:ext>
            </a:extLst>
          </p:cNvPr>
          <p:cNvSpPr>
            <a:spLocks noGrp="1"/>
          </p:cNvSpPr>
          <p:nvPr>
            <p:ph type="sldNum" sz="quarter" idx="12"/>
          </p:nvPr>
        </p:nvSpPr>
        <p:spPr/>
        <p:txBody>
          <a:bodyPr/>
          <a:lstStyle/>
          <a:p>
            <a:pPr>
              <a:defRPr/>
            </a:pPr>
            <a:fld id="{34C23A13-5672-41C0-8934-A4311B913B34}" type="slidenum">
              <a:rPr lang="en-US" altLang="zh-CN" smtClean="0"/>
              <a:pPr>
                <a:defRPr/>
              </a:pPr>
              <a:t>26</a:t>
            </a:fld>
            <a:endParaRPr lang="en-US" altLang="zh-CN"/>
          </a:p>
        </p:txBody>
      </p:sp>
    </p:spTree>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E0A825B0-556D-79B5-77FE-E085ABA13707}"/>
              </a:ext>
            </a:extLst>
          </p:cNvPr>
          <p:cNvSpPr txBox="1">
            <a:spLocks noChangeArrowheads="1"/>
          </p:cNvSpPr>
          <p:nvPr/>
        </p:nvSpPr>
        <p:spPr bwMode="auto">
          <a:xfrm>
            <a:off x="-138113" y="249238"/>
            <a:ext cx="27622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zh-CN" sz="2400">
              <a:latin typeface="Times New Roman" panose="02020603050405020304" pitchFamily="18" charset="0"/>
              <a:ea typeface="宋体" panose="02010600030101010101" pitchFamily="2" charset="-122"/>
            </a:endParaRPr>
          </a:p>
        </p:txBody>
      </p:sp>
      <p:graphicFrame>
        <p:nvGraphicFramePr>
          <p:cNvPr id="30723" name="Object 3">
            <a:extLst>
              <a:ext uri="{FF2B5EF4-FFF2-40B4-BE49-F238E27FC236}">
                <a16:creationId xmlns:a16="http://schemas.microsoft.com/office/drawing/2014/main" id="{9A504FCC-A5E9-607D-96FF-2A35BBFF4884}"/>
              </a:ext>
            </a:extLst>
          </p:cNvPr>
          <p:cNvGraphicFramePr>
            <a:graphicFrameLocks noChangeAspect="1"/>
          </p:cNvGraphicFramePr>
          <p:nvPr/>
        </p:nvGraphicFramePr>
        <p:xfrm>
          <a:off x="611188" y="1905000"/>
          <a:ext cx="4951412" cy="3810000"/>
        </p:xfrm>
        <a:graphic>
          <a:graphicData uri="http://schemas.openxmlformats.org/presentationml/2006/ole">
            <mc:AlternateContent xmlns:mc="http://schemas.openxmlformats.org/markup-compatibility/2006">
              <mc:Choice xmlns:v="urn:schemas-microsoft-com:vml" Requires="v">
                <p:oleObj name="公式" r:id="rId2" imgW="2451100" imgH="1371600" progId="Equation.3">
                  <p:embed/>
                </p:oleObj>
              </mc:Choice>
              <mc:Fallback>
                <p:oleObj name="公式" r:id="rId2" imgW="2451100" imgH="1371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905000"/>
                        <a:ext cx="4951412"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5" name="Object 5">
            <a:extLst>
              <a:ext uri="{FF2B5EF4-FFF2-40B4-BE49-F238E27FC236}">
                <a16:creationId xmlns:a16="http://schemas.microsoft.com/office/drawing/2014/main" id="{68A5FC19-F251-CE67-5FC0-85249E85DA65}"/>
              </a:ext>
            </a:extLst>
          </p:cNvPr>
          <p:cNvGraphicFramePr>
            <a:graphicFrameLocks noChangeAspect="1"/>
          </p:cNvGraphicFramePr>
          <p:nvPr/>
        </p:nvGraphicFramePr>
        <p:xfrm>
          <a:off x="4797425" y="1066800"/>
          <a:ext cx="4233863" cy="4876800"/>
        </p:xfrm>
        <a:graphic>
          <a:graphicData uri="http://schemas.openxmlformats.org/presentationml/2006/ole">
            <mc:AlternateContent xmlns:mc="http://schemas.openxmlformats.org/markup-compatibility/2006">
              <mc:Choice xmlns:v="urn:schemas-microsoft-com:vml" Requires="v">
                <p:oleObj name="Document" r:id="rId4" imgW="5209032" imgH="5823204" progId="Word.Document.8">
                  <p:embed/>
                </p:oleObj>
              </mc:Choice>
              <mc:Fallback>
                <p:oleObj name="Document" r:id="rId4" imgW="5209032" imgH="5823204" progId="Word.Documen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7425" y="1066800"/>
                        <a:ext cx="4233863"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a:extLst>
              <a:ext uri="{FF2B5EF4-FFF2-40B4-BE49-F238E27FC236}">
                <a16:creationId xmlns:a16="http://schemas.microsoft.com/office/drawing/2014/main" id="{729DF0CF-2B60-44D2-B9B5-E44EE9C1F08E}"/>
              </a:ext>
            </a:extLst>
          </p:cNvPr>
          <p:cNvSpPr>
            <a:spLocks noGrp="1"/>
          </p:cNvSpPr>
          <p:nvPr>
            <p:ph type="title"/>
          </p:nvPr>
        </p:nvSpPr>
        <p:spPr/>
        <p:txBody>
          <a:bodyPr/>
          <a:lstStyle/>
          <a:p>
            <a:r>
              <a:rPr lang="zh-CN" altLang="en-US" dirty="0"/>
              <a:t>稀疏矩阵</a:t>
            </a:r>
          </a:p>
        </p:txBody>
      </p:sp>
      <p:sp>
        <p:nvSpPr>
          <p:cNvPr id="4" name="灯片编号占位符 3">
            <a:extLst>
              <a:ext uri="{FF2B5EF4-FFF2-40B4-BE49-F238E27FC236}">
                <a16:creationId xmlns:a16="http://schemas.microsoft.com/office/drawing/2014/main" id="{CFA1E382-4EB2-DDAB-5FB5-9857A6DD1821}"/>
              </a:ext>
            </a:extLst>
          </p:cNvPr>
          <p:cNvSpPr>
            <a:spLocks noGrp="1"/>
          </p:cNvSpPr>
          <p:nvPr>
            <p:ph type="sldNum" sz="quarter" idx="12"/>
          </p:nvPr>
        </p:nvSpPr>
        <p:spPr/>
        <p:txBody>
          <a:bodyPr/>
          <a:lstStyle/>
          <a:p>
            <a:pPr>
              <a:defRPr/>
            </a:pPr>
            <a:fld id="{75DB822A-0CFA-4B70-89C2-4987E9BB9761}" type="slidenum">
              <a:rPr lang="en-US" altLang="zh-CN" smtClean="0"/>
              <a:pPr>
                <a:defRPr/>
              </a:pPr>
              <a:t>27</a:t>
            </a:fld>
            <a:endParaRPr lang="en-US" altLang="zh-CN"/>
          </a:p>
        </p:txBody>
      </p:sp>
    </p:spTree>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a:extLst>
              <a:ext uri="{FF2B5EF4-FFF2-40B4-BE49-F238E27FC236}">
                <a16:creationId xmlns:a16="http://schemas.microsoft.com/office/drawing/2014/main" id="{A79B438A-F67F-18DC-029E-0C4608E68A95}"/>
              </a:ext>
            </a:extLst>
          </p:cNvPr>
          <p:cNvSpPr txBox="1">
            <a:spLocks noChangeArrowheads="1"/>
          </p:cNvSpPr>
          <p:nvPr/>
        </p:nvSpPr>
        <p:spPr bwMode="auto">
          <a:xfrm>
            <a:off x="-138113" y="249238"/>
            <a:ext cx="27622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zh-CN" sz="2400">
              <a:latin typeface="Times New Roman" panose="02020603050405020304" pitchFamily="18" charset="0"/>
              <a:ea typeface="宋体" panose="02010600030101010101" pitchFamily="2" charset="-122"/>
            </a:endParaRPr>
          </a:p>
        </p:txBody>
      </p:sp>
      <p:graphicFrame>
        <p:nvGraphicFramePr>
          <p:cNvPr id="31747" name="Object 3">
            <a:extLst>
              <a:ext uri="{FF2B5EF4-FFF2-40B4-BE49-F238E27FC236}">
                <a16:creationId xmlns:a16="http://schemas.microsoft.com/office/drawing/2014/main" id="{4A1B2DB8-884C-C7AC-CF8E-392E375C1747}"/>
              </a:ext>
            </a:extLst>
          </p:cNvPr>
          <p:cNvGraphicFramePr>
            <a:graphicFrameLocks noChangeAspect="1"/>
          </p:cNvGraphicFramePr>
          <p:nvPr/>
        </p:nvGraphicFramePr>
        <p:xfrm>
          <a:off x="685800" y="1066800"/>
          <a:ext cx="3886200" cy="4800600"/>
        </p:xfrm>
        <a:graphic>
          <a:graphicData uri="http://schemas.openxmlformats.org/presentationml/2006/ole">
            <mc:AlternateContent xmlns:mc="http://schemas.openxmlformats.org/markup-compatibility/2006">
              <mc:Choice xmlns:v="urn:schemas-microsoft-com:vml" Requires="v">
                <p:oleObj name="公式" r:id="rId2" imgW="1841500" imgH="1803400" progId="Equation.3">
                  <p:embed/>
                </p:oleObj>
              </mc:Choice>
              <mc:Fallback>
                <p:oleObj name="公式" r:id="rId2" imgW="1841500" imgH="18034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066800"/>
                        <a:ext cx="38862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9" name="Object 5">
            <a:extLst>
              <a:ext uri="{FF2B5EF4-FFF2-40B4-BE49-F238E27FC236}">
                <a16:creationId xmlns:a16="http://schemas.microsoft.com/office/drawing/2014/main" id="{AAE4FC2D-2516-BD12-DD06-457FC81DE427}"/>
              </a:ext>
            </a:extLst>
          </p:cNvPr>
          <p:cNvGraphicFramePr>
            <a:graphicFrameLocks noChangeAspect="1"/>
          </p:cNvGraphicFramePr>
          <p:nvPr/>
        </p:nvGraphicFramePr>
        <p:xfrm>
          <a:off x="4648200" y="914400"/>
          <a:ext cx="4084638" cy="5105400"/>
        </p:xfrm>
        <a:graphic>
          <a:graphicData uri="http://schemas.openxmlformats.org/presentationml/2006/ole">
            <mc:AlternateContent xmlns:mc="http://schemas.openxmlformats.org/markup-compatibility/2006">
              <mc:Choice xmlns:v="urn:schemas-microsoft-com:vml" Requires="v">
                <p:oleObj name="Document" r:id="rId4" imgW="4774692" imgH="5710428" progId="Word.Document.8">
                  <p:embed/>
                </p:oleObj>
              </mc:Choice>
              <mc:Fallback>
                <p:oleObj name="Document" r:id="rId4" imgW="4774692" imgH="5710428" progId="Word.Documen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914400"/>
                        <a:ext cx="408463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a:extLst>
              <a:ext uri="{FF2B5EF4-FFF2-40B4-BE49-F238E27FC236}">
                <a16:creationId xmlns:a16="http://schemas.microsoft.com/office/drawing/2014/main" id="{3B236779-2505-4CB9-800A-87208B03917B}"/>
              </a:ext>
            </a:extLst>
          </p:cNvPr>
          <p:cNvSpPr>
            <a:spLocks noGrp="1"/>
          </p:cNvSpPr>
          <p:nvPr>
            <p:ph type="title"/>
          </p:nvPr>
        </p:nvSpPr>
        <p:spPr/>
        <p:txBody>
          <a:bodyPr/>
          <a:lstStyle/>
          <a:p>
            <a:r>
              <a:rPr lang="zh-CN" altLang="en-US" dirty="0"/>
              <a:t>转置矩阵</a:t>
            </a:r>
          </a:p>
        </p:txBody>
      </p:sp>
      <p:sp>
        <p:nvSpPr>
          <p:cNvPr id="4" name="灯片编号占位符 3">
            <a:extLst>
              <a:ext uri="{FF2B5EF4-FFF2-40B4-BE49-F238E27FC236}">
                <a16:creationId xmlns:a16="http://schemas.microsoft.com/office/drawing/2014/main" id="{FB46E72C-FECF-6E28-AC4E-045DD1EF10D5}"/>
              </a:ext>
            </a:extLst>
          </p:cNvPr>
          <p:cNvSpPr>
            <a:spLocks noGrp="1"/>
          </p:cNvSpPr>
          <p:nvPr>
            <p:ph type="sldNum" sz="quarter" idx="12"/>
          </p:nvPr>
        </p:nvSpPr>
        <p:spPr/>
        <p:txBody>
          <a:bodyPr/>
          <a:lstStyle/>
          <a:p>
            <a:pPr>
              <a:defRPr/>
            </a:pPr>
            <a:fld id="{75DB822A-0CFA-4B70-89C2-4987E9BB9761}" type="slidenum">
              <a:rPr lang="en-US" altLang="zh-CN" smtClean="0"/>
              <a:pPr>
                <a:defRPr/>
              </a:pPr>
              <a:t>28</a:t>
            </a:fld>
            <a:endParaRPr lang="en-US" altLang="zh-CN"/>
          </a:p>
        </p:txBody>
      </p:sp>
    </p:spTree>
  </p:cSld>
  <p:clrMapOvr>
    <a:masterClrMapping/>
  </p:clrMapOvr>
  <p:transition>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0C569-E4A3-4A69-8AFA-FB5352FC52FC}"/>
              </a:ext>
            </a:extLst>
          </p:cNvPr>
          <p:cNvSpPr>
            <a:spLocks noGrp="1"/>
          </p:cNvSpPr>
          <p:nvPr>
            <p:ph type="title"/>
          </p:nvPr>
        </p:nvSpPr>
        <p:spPr/>
        <p:txBody>
          <a:bodyPr/>
          <a:lstStyle/>
          <a:p>
            <a:r>
              <a:rPr lang="zh-CN" altLang="en-US" dirty="0"/>
              <a:t>用三元组表表示的稀疏矩阵及其转置</a:t>
            </a:r>
          </a:p>
        </p:txBody>
      </p:sp>
      <p:graphicFrame>
        <p:nvGraphicFramePr>
          <p:cNvPr id="32771" name="Object 3">
            <a:extLst>
              <a:ext uri="{FF2B5EF4-FFF2-40B4-BE49-F238E27FC236}">
                <a16:creationId xmlns:a16="http://schemas.microsoft.com/office/drawing/2014/main" id="{1411B91F-4B43-EDFA-C857-5D107E5FC0A0}"/>
              </a:ext>
            </a:extLst>
          </p:cNvPr>
          <p:cNvGraphicFramePr>
            <a:graphicFrameLocks noGrp="1" noChangeAspect="1"/>
          </p:cNvGraphicFramePr>
          <p:nvPr>
            <p:ph type="tbl" idx="4294967295"/>
            <p:extLst>
              <p:ext uri="{D42A27DB-BD31-4B8C-83A1-F6EECF244321}">
                <p14:modId xmlns:p14="http://schemas.microsoft.com/office/powerpoint/2010/main" val="716626414"/>
              </p:ext>
            </p:extLst>
          </p:nvPr>
        </p:nvGraphicFramePr>
        <p:xfrm>
          <a:off x="0" y="1700213"/>
          <a:ext cx="8351838" cy="4962525"/>
        </p:xfrm>
        <a:graphic>
          <a:graphicData uri="http://schemas.openxmlformats.org/presentationml/2006/ole">
            <mc:AlternateContent xmlns:mc="http://schemas.openxmlformats.org/markup-compatibility/2006">
              <mc:Choice xmlns:v="urn:schemas-microsoft-com:vml" Requires="v">
                <p:oleObj name="Document" r:id="rId2" imgW="9610344" imgH="5710428" progId="Word.Document.8">
                  <p:embed/>
                </p:oleObj>
              </mc:Choice>
              <mc:Fallback>
                <p:oleObj name="Document" r:id="rId2" imgW="9610344" imgH="5710428" progId="Word.Document.8">
                  <p:embed/>
                  <p:pic>
                    <p:nvPicPr>
                      <p:cNvPr id="0"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00213"/>
                        <a:ext cx="8351838"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灯片编号占位符 3">
            <a:extLst>
              <a:ext uri="{FF2B5EF4-FFF2-40B4-BE49-F238E27FC236}">
                <a16:creationId xmlns:a16="http://schemas.microsoft.com/office/drawing/2014/main" id="{2DBE30E0-171C-62E4-574A-244A0CF04C91}"/>
              </a:ext>
            </a:extLst>
          </p:cNvPr>
          <p:cNvSpPr>
            <a:spLocks noGrp="1"/>
          </p:cNvSpPr>
          <p:nvPr>
            <p:ph type="sldNum" sz="quarter" idx="12"/>
          </p:nvPr>
        </p:nvSpPr>
        <p:spPr/>
        <p:txBody>
          <a:bodyPr/>
          <a:lstStyle/>
          <a:p>
            <a:pPr>
              <a:defRPr/>
            </a:pPr>
            <a:fld id="{75DB822A-0CFA-4B70-89C2-4987E9BB9761}" type="slidenum">
              <a:rPr lang="en-US" altLang="zh-CN" smtClean="0"/>
              <a:pPr>
                <a:defRPr/>
              </a:pPr>
              <a:t>29</a:t>
            </a:fld>
            <a:endParaRPr lang="en-US" altLang="zh-CN"/>
          </a:p>
        </p:txBody>
      </p:sp>
    </p:spTree>
  </p:cSld>
  <p:clrMapOvr>
    <a:masterClrMapping/>
  </p:clrMapOvr>
  <p:transition>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D1DEBD-6AE6-41DA-80C0-AB93E1BDA5E5}"/>
              </a:ext>
            </a:extLst>
          </p:cNvPr>
          <p:cNvSpPr>
            <a:spLocks noGrp="1"/>
          </p:cNvSpPr>
          <p:nvPr>
            <p:ph type="title"/>
          </p:nvPr>
        </p:nvSpPr>
        <p:spPr/>
        <p:txBody>
          <a:bodyPr/>
          <a:lstStyle/>
          <a:p>
            <a:r>
              <a:rPr lang="zh-CN" altLang="en-US" dirty="0"/>
              <a:t>稀疏矩阵转置算法思想</a:t>
            </a:r>
          </a:p>
        </p:txBody>
      </p:sp>
      <p:sp>
        <p:nvSpPr>
          <p:cNvPr id="3" name="内容占位符 2">
            <a:extLst>
              <a:ext uri="{FF2B5EF4-FFF2-40B4-BE49-F238E27FC236}">
                <a16:creationId xmlns:a16="http://schemas.microsoft.com/office/drawing/2014/main" id="{BECC8932-7046-4117-8674-0C074A5B306E}"/>
              </a:ext>
            </a:extLst>
          </p:cNvPr>
          <p:cNvSpPr>
            <a:spLocks noGrp="1"/>
          </p:cNvSpPr>
          <p:nvPr>
            <p:ph idx="1"/>
          </p:nvPr>
        </p:nvSpPr>
        <p:spPr/>
        <p:txBody>
          <a:bodyPr>
            <a:normAutofit/>
          </a:bodyPr>
          <a:lstStyle/>
          <a:p>
            <a:r>
              <a:rPr lang="zh-CN" altLang="en-US" dirty="0"/>
              <a:t>设矩阵列数为 </a:t>
            </a:r>
            <a:r>
              <a:rPr lang="en-US" altLang="zh-CN" dirty="0"/>
              <a:t>Cols</a:t>
            </a:r>
            <a:r>
              <a:rPr lang="zh-CN" altLang="en-US" dirty="0"/>
              <a:t>，对矩阵三元组表扫描</a:t>
            </a:r>
            <a:r>
              <a:rPr lang="en-US" altLang="zh-CN" dirty="0"/>
              <a:t>Cols </a:t>
            </a:r>
            <a:r>
              <a:rPr lang="zh-CN" altLang="en-US" dirty="0"/>
              <a:t>次。</a:t>
            </a:r>
            <a:endParaRPr lang="en-US" altLang="zh-CN" dirty="0"/>
          </a:p>
          <a:p>
            <a:pPr lvl="1"/>
            <a:r>
              <a:rPr lang="zh-CN" altLang="en-US" dirty="0"/>
              <a:t>第 </a:t>
            </a:r>
            <a:r>
              <a:rPr lang="en-US" altLang="zh-CN" dirty="0"/>
              <a:t>k </a:t>
            </a:r>
            <a:r>
              <a:rPr lang="zh-CN" altLang="en-US" dirty="0"/>
              <a:t>次扫描寻找所有列号为 </a:t>
            </a:r>
            <a:r>
              <a:rPr lang="en-US" altLang="zh-CN" dirty="0"/>
              <a:t>k </a:t>
            </a:r>
            <a:r>
              <a:rPr lang="zh-CN" altLang="en-US" dirty="0"/>
              <a:t>的项，将其行号变列号、列号变行号，顺次存于转置矩阵三元组表。</a:t>
            </a:r>
          </a:p>
        </p:txBody>
      </p:sp>
      <p:sp>
        <p:nvSpPr>
          <p:cNvPr id="5" name="灯片编号占位符 4">
            <a:extLst>
              <a:ext uri="{FF2B5EF4-FFF2-40B4-BE49-F238E27FC236}">
                <a16:creationId xmlns:a16="http://schemas.microsoft.com/office/drawing/2014/main" id="{2F450385-5D71-E2AD-0C7D-D3DEA4368A91}"/>
              </a:ext>
            </a:extLst>
          </p:cNvPr>
          <p:cNvSpPr>
            <a:spLocks noGrp="1"/>
          </p:cNvSpPr>
          <p:nvPr>
            <p:ph type="sldNum" sz="quarter" idx="12"/>
          </p:nvPr>
        </p:nvSpPr>
        <p:spPr/>
        <p:txBody>
          <a:bodyPr/>
          <a:lstStyle/>
          <a:p>
            <a:pPr>
              <a:defRPr/>
            </a:pPr>
            <a:fld id="{34C23A13-5672-41C0-8934-A4311B913B34}" type="slidenum">
              <a:rPr lang="en-US" altLang="zh-CN" smtClean="0"/>
              <a:pPr>
                <a:defRPr/>
              </a:pPr>
              <a:t>30</a:t>
            </a:fld>
            <a:endParaRPr lang="en-US" altLang="zh-CN"/>
          </a:p>
        </p:txBody>
      </p:sp>
    </p:spTree>
  </p:cSld>
  <p:clrMapOvr>
    <a:masterClrMapping/>
  </p:clrMapOvr>
  <p:transition>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543C927-48F1-4ED3-975E-D000B888A33B}"/>
              </a:ext>
            </a:extLst>
          </p:cNvPr>
          <p:cNvSpPr>
            <a:spLocks noGrp="1"/>
          </p:cNvSpPr>
          <p:nvPr>
            <p:ph idx="1"/>
          </p:nvPr>
        </p:nvSpPr>
        <p:spPr>
          <a:xfrm>
            <a:off x="323528" y="188640"/>
            <a:ext cx="8568952" cy="6408712"/>
          </a:xfrm>
        </p:spPr>
        <p:txBody>
          <a:bodyPr>
            <a:normAutofit fontScale="55000" lnSpcReduction="20000"/>
          </a:bodyPr>
          <a:lstStyle/>
          <a:p>
            <a:pPr marL="0" indent="0">
              <a:buNone/>
            </a:pPr>
            <a:r>
              <a:rPr lang="en-US" altLang="zh-CN" dirty="0"/>
              <a:t>//</a:t>
            </a:r>
            <a:r>
              <a:rPr lang="zh-CN" altLang="en-US" dirty="0"/>
              <a:t>稀疏矩阵的转置</a:t>
            </a:r>
          </a:p>
          <a:p>
            <a:pPr marL="0" indent="0">
              <a:buNone/>
            </a:pPr>
            <a:r>
              <a:rPr lang="en-US" altLang="zh-CN" dirty="0"/>
              <a:t>template &lt;class T&gt;   </a:t>
            </a:r>
          </a:p>
          <a:p>
            <a:pPr marL="0" indent="0">
              <a:buNone/>
            </a:pPr>
            <a:r>
              <a:rPr lang="en-US" altLang="zh-CN" dirty="0"/>
              <a:t>void </a:t>
            </a:r>
            <a:r>
              <a:rPr lang="en-US" altLang="zh-CN" dirty="0" err="1"/>
              <a:t>SparseMatrix</a:t>
            </a:r>
            <a:r>
              <a:rPr lang="en-US" altLang="zh-CN" dirty="0"/>
              <a:t>&lt;T&gt; :: Transpose (</a:t>
            </a:r>
            <a:r>
              <a:rPr lang="en-US" altLang="zh-CN" dirty="0" err="1"/>
              <a:t>SparseMatrix</a:t>
            </a:r>
            <a:r>
              <a:rPr lang="en-US" altLang="zh-CN" dirty="0"/>
              <a:t>&lt;T&gt; &amp;b ) {</a:t>
            </a:r>
          </a:p>
          <a:p>
            <a:pPr marL="0" indent="0">
              <a:buNone/>
            </a:pPr>
            <a:r>
              <a:rPr lang="en-US" altLang="zh-CN" dirty="0"/>
              <a:t>     </a:t>
            </a:r>
            <a:r>
              <a:rPr lang="en-US" altLang="zh-CN" dirty="0" err="1"/>
              <a:t>b.Rows</a:t>
            </a:r>
            <a:r>
              <a:rPr lang="en-US" altLang="zh-CN" dirty="0"/>
              <a:t> = Cols;   </a:t>
            </a:r>
            <a:r>
              <a:rPr lang="en-US" altLang="zh-CN" dirty="0" err="1"/>
              <a:t>b.Cols</a:t>
            </a:r>
            <a:r>
              <a:rPr lang="en-US" altLang="zh-CN" dirty="0"/>
              <a:t> = Rows;      </a:t>
            </a:r>
            <a:r>
              <a:rPr lang="en-US" altLang="zh-CN" dirty="0" err="1"/>
              <a:t>b.Terms</a:t>
            </a:r>
            <a:r>
              <a:rPr lang="en-US" altLang="zh-CN" dirty="0"/>
              <a:t> = Terms;</a:t>
            </a:r>
          </a:p>
          <a:p>
            <a:pPr marL="0" indent="0">
              <a:buNone/>
            </a:pPr>
            <a:r>
              <a:rPr lang="en-US" altLang="zh-CN" dirty="0"/>
              <a:t>          //</a:t>
            </a:r>
            <a:r>
              <a:rPr lang="zh-CN" altLang="en-US" dirty="0"/>
              <a:t>转置矩阵的列数</a:t>
            </a:r>
            <a:r>
              <a:rPr lang="en-US" altLang="zh-CN" dirty="0"/>
              <a:t>,</a:t>
            </a:r>
            <a:r>
              <a:rPr lang="zh-CN" altLang="en-US" dirty="0"/>
              <a:t>行数和非零元素个数</a:t>
            </a:r>
            <a:endParaRPr lang="en-US" altLang="zh-CN" dirty="0"/>
          </a:p>
          <a:p>
            <a:pPr marL="0" indent="0">
              <a:buNone/>
            </a:pPr>
            <a:endParaRPr lang="zh-CN" altLang="en-US" dirty="0"/>
          </a:p>
          <a:p>
            <a:pPr marL="0" indent="0">
              <a:buNone/>
            </a:pPr>
            <a:r>
              <a:rPr lang="zh-CN" altLang="en-US" dirty="0"/>
              <a:t>     </a:t>
            </a:r>
            <a:r>
              <a:rPr lang="en-US" altLang="zh-CN" dirty="0"/>
              <a:t>if ( Terms &gt; 0 ) {				</a:t>
            </a:r>
          </a:p>
          <a:p>
            <a:pPr marL="0" indent="0">
              <a:buNone/>
            </a:pPr>
            <a:r>
              <a:rPr lang="en-US" altLang="zh-CN" dirty="0"/>
              <a:t>         int k, </a:t>
            </a:r>
            <a:r>
              <a:rPr lang="en-US" altLang="zh-CN" dirty="0" err="1"/>
              <a:t>i</a:t>
            </a:r>
            <a:r>
              <a:rPr lang="en-US" altLang="zh-CN" dirty="0"/>
              <a:t>, </a:t>
            </a:r>
            <a:r>
              <a:rPr lang="en-US" altLang="zh-CN" dirty="0" err="1"/>
              <a:t>CurrentB</a:t>
            </a:r>
            <a:r>
              <a:rPr lang="en-US" altLang="zh-CN" dirty="0"/>
              <a:t> = 0;          //</a:t>
            </a:r>
            <a:r>
              <a:rPr lang="zh-CN" altLang="en-US" dirty="0"/>
              <a:t>转置三元组表当前项存放下标</a:t>
            </a:r>
          </a:p>
          <a:p>
            <a:pPr marL="0" indent="0">
              <a:buNone/>
            </a:pPr>
            <a:r>
              <a:rPr lang="zh-CN" altLang="en-US" dirty="0"/>
              <a:t>         </a:t>
            </a:r>
            <a:r>
              <a:rPr lang="en-US" altLang="zh-CN" dirty="0"/>
              <a:t>for ( k = 0; k &lt; Cols; k++ )	 //</a:t>
            </a:r>
            <a:r>
              <a:rPr lang="zh-CN" altLang="en-US" dirty="0"/>
              <a:t>对所有列号处理一遍		</a:t>
            </a:r>
          </a:p>
          <a:p>
            <a:pPr marL="0" indent="0">
              <a:buNone/>
            </a:pPr>
            <a:r>
              <a:rPr lang="zh-CN" altLang="en-US" dirty="0"/>
              <a:t>      	    </a:t>
            </a:r>
            <a:r>
              <a:rPr lang="en-US" altLang="zh-CN" dirty="0"/>
              <a:t>for ( </a:t>
            </a:r>
            <a:r>
              <a:rPr lang="en-US" altLang="zh-CN" dirty="0" err="1"/>
              <a:t>i</a:t>
            </a:r>
            <a:r>
              <a:rPr lang="en-US" altLang="zh-CN" dirty="0"/>
              <a:t> = 0; </a:t>
            </a:r>
            <a:r>
              <a:rPr lang="en-US" altLang="zh-CN" dirty="0" err="1"/>
              <a:t>i</a:t>
            </a:r>
            <a:r>
              <a:rPr lang="en-US" altLang="zh-CN" dirty="0"/>
              <a:t> &lt; Terms; </a:t>
            </a:r>
            <a:r>
              <a:rPr lang="en-US" altLang="zh-CN" dirty="0" err="1"/>
              <a:t>i</a:t>
            </a:r>
            <a:r>
              <a:rPr lang="en-US" altLang="zh-CN" dirty="0"/>
              <a:t>++ ) 		</a:t>
            </a:r>
          </a:p>
          <a:p>
            <a:pPr marL="0" indent="0">
              <a:buNone/>
            </a:pPr>
            <a:r>
              <a:rPr lang="en-US" altLang="zh-CN" dirty="0"/>
              <a:t>                 if ( </a:t>
            </a:r>
            <a:r>
              <a:rPr lang="en-US" altLang="zh-CN" dirty="0" err="1"/>
              <a:t>smArray</a:t>
            </a:r>
            <a:r>
              <a:rPr lang="en-US" altLang="zh-CN" dirty="0"/>
              <a:t>[</a:t>
            </a:r>
            <a:r>
              <a:rPr lang="en-US" altLang="zh-CN" dirty="0" err="1"/>
              <a:t>i</a:t>
            </a:r>
            <a:r>
              <a:rPr lang="en-US" altLang="zh-CN" dirty="0"/>
              <a:t>].col == k ) {		</a:t>
            </a:r>
          </a:p>
          <a:p>
            <a:pPr marL="0" indent="0">
              <a:buNone/>
            </a:pPr>
            <a:r>
              <a:rPr lang="en-US" altLang="zh-CN" dirty="0"/>
              <a:t>	           </a:t>
            </a:r>
            <a:r>
              <a:rPr lang="en-US" altLang="zh-CN" dirty="0" err="1"/>
              <a:t>b.smArray</a:t>
            </a:r>
            <a:r>
              <a:rPr lang="en-US" altLang="zh-CN" dirty="0"/>
              <a:t>[</a:t>
            </a:r>
            <a:r>
              <a:rPr lang="en-US" altLang="zh-CN" dirty="0" err="1"/>
              <a:t>CurrentB</a:t>
            </a:r>
            <a:r>
              <a:rPr lang="en-US" altLang="zh-CN" dirty="0"/>
              <a:t>].row = k;	</a:t>
            </a:r>
          </a:p>
          <a:p>
            <a:pPr marL="0" indent="0">
              <a:buNone/>
            </a:pPr>
            <a:r>
              <a:rPr lang="en-US" altLang="zh-CN" dirty="0"/>
              <a:t>	           </a:t>
            </a:r>
            <a:r>
              <a:rPr lang="en-US" altLang="zh-CN" dirty="0" err="1"/>
              <a:t>b.smArray</a:t>
            </a:r>
            <a:r>
              <a:rPr lang="en-US" altLang="zh-CN" dirty="0"/>
              <a:t>[</a:t>
            </a:r>
            <a:r>
              <a:rPr lang="en-US" altLang="zh-CN" dirty="0" err="1"/>
              <a:t>CurrentB</a:t>
            </a:r>
            <a:r>
              <a:rPr lang="en-US" altLang="zh-CN" dirty="0"/>
              <a:t>].col =   </a:t>
            </a:r>
            <a:r>
              <a:rPr lang="en-US" altLang="zh-CN" dirty="0" err="1"/>
              <a:t>smArray</a:t>
            </a:r>
            <a:r>
              <a:rPr lang="en-US" altLang="zh-CN" dirty="0"/>
              <a:t>[</a:t>
            </a:r>
            <a:r>
              <a:rPr lang="en-US" altLang="zh-CN" dirty="0" err="1"/>
              <a:t>i</a:t>
            </a:r>
            <a:r>
              <a:rPr lang="en-US" altLang="zh-CN" dirty="0"/>
              <a:t>].row;</a:t>
            </a:r>
          </a:p>
          <a:p>
            <a:pPr marL="0" indent="0">
              <a:buNone/>
            </a:pPr>
            <a:r>
              <a:rPr lang="en-US" altLang="zh-CN" dirty="0"/>
              <a:t>	           </a:t>
            </a:r>
            <a:r>
              <a:rPr lang="en-US" altLang="zh-CN" dirty="0" err="1"/>
              <a:t>b.smArray</a:t>
            </a:r>
            <a:r>
              <a:rPr lang="en-US" altLang="zh-CN" dirty="0"/>
              <a:t>[</a:t>
            </a:r>
            <a:r>
              <a:rPr lang="en-US" altLang="zh-CN" dirty="0" err="1"/>
              <a:t>CurrentB</a:t>
            </a:r>
            <a:r>
              <a:rPr lang="en-US" altLang="zh-CN" dirty="0"/>
              <a:t>].value=  </a:t>
            </a:r>
            <a:r>
              <a:rPr lang="en-US" altLang="zh-CN" dirty="0" err="1"/>
              <a:t>smArray</a:t>
            </a:r>
            <a:r>
              <a:rPr lang="en-US" altLang="zh-CN" dirty="0"/>
              <a:t>[</a:t>
            </a:r>
            <a:r>
              <a:rPr lang="en-US" altLang="zh-CN" dirty="0" err="1"/>
              <a:t>i</a:t>
            </a:r>
            <a:r>
              <a:rPr lang="en-US" altLang="zh-CN" dirty="0"/>
              <a:t>].value;	</a:t>
            </a:r>
          </a:p>
          <a:p>
            <a:pPr marL="0" indent="0">
              <a:buNone/>
            </a:pPr>
            <a:r>
              <a:rPr lang="en-US" altLang="zh-CN" dirty="0"/>
              <a:t> 	           </a:t>
            </a:r>
            <a:r>
              <a:rPr lang="en-US" altLang="zh-CN" dirty="0" err="1"/>
              <a:t>CurrentB</a:t>
            </a:r>
            <a:r>
              <a:rPr lang="en-US" altLang="zh-CN" dirty="0"/>
              <a:t>++;					</a:t>
            </a:r>
          </a:p>
          <a:p>
            <a:pPr marL="0" indent="0">
              <a:buNone/>
            </a:pPr>
            <a:r>
              <a:rPr lang="en-US" altLang="zh-CN" dirty="0"/>
              <a:t>	      }</a:t>
            </a:r>
          </a:p>
          <a:p>
            <a:pPr marL="0" indent="0">
              <a:buNone/>
            </a:pPr>
            <a:r>
              <a:rPr lang="en-US" altLang="zh-CN" dirty="0"/>
              <a:t>       }</a:t>
            </a:r>
          </a:p>
          <a:p>
            <a:pPr marL="0" indent="0">
              <a:buNone/>
            </a:pPr>
            <a:r>
              <a:rPr lang="en-US" altLang="zh-CN" dirty="0"/>
              <a:t> }</a:t>
            </a:r>
          </a:p>
          <a:p>
            <a:pPr marL="0" indent="0">
              <a:buNone/>
            </a:pPr>
            <a:endParaRPr lang="zh-CN" altLang="en-US" dirty="0"/>
          </a:p>
        </p:txBody>
      </p:sp>
      <p:sp>
        <p:nvSpPr>
          <p:cNvPr id="2" name="灯片编号占位符 1">
            <a:extLst>
              <a:ext uri="{FF2B5EF4-FFF2-40B4-BE49-F238E27FC236}">
                <a16:creationId xmlns:a16="http://schemas.microsoft.com/office/drawing/2014/main" id="{0DF3E250-ACEE-6343-A3AB-4DA1F058D26F}"/>
              </a:ext>
            </a:extLst>
          </p:cNvPr>
          <p:cNvSpPr>
            <a:spLocks noGrp="1"/>
          </p:cNvSpPr>
          <p:nvPr>
            <p:ph type="sldNum" sz="quarter" idx="12"/>
          </p:nvPr>
        </p:nvSpPr>
        <p:spPr/>
        <p:txBody>
          <a:bodyPr/>
          <a:lstStyle/>
          <a:p>
            <a:pPr>
              <a:defRPr/>
            </a:pPr>
            <a:fld id="{34C23A13-5672-41C0-8934-A4311B913B34}" type="slidenum">
              <a:rPr lang="en-US" altLang="zh-CN" smtClean="0"/>
              <a:pPr>
                <a:defRPr/>
              </a:pPr>
              <a:t>31</a:t>
            </a:fld>
            <a:endParaRPr lang="en-US" altLang="zh-CN"/>
          </a:p>
        </p:txBody>
      </p:sp>
    </p:spTree>
  </p:cSld>
  <p:clrMapOvr>
    <a:masterClrMapping/>
  </p:clrMapOvr>
  <p:transition>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968FA2-37DF-4D61-A484-1E6A578FEB11}"/>
              </a:ext>
            </a:extLst>
          </p:cNvPr>
          <p:cNvSpPr>
            <a:spLocks noGrp="1"/>
          </p:cNvSpPr>
          <p:nvPr>
            <p:ph type="title"/>
          </p:nvPr>
        </p:nvSpPr>
        <p:spPr/>
        <p:txBody>
          <a:bodyPr/>
          <a:lstStyle/>
          <a:p>
            <a:r>
              <a:rPr lang="zh-CN" altLang="en-US" dirty="0"/>
              <a:t>快速转置算法</a:t>
            </a:r>
          </a:p>
        </p:txBody>
      </p:sp>
      <p:sp>
        <p:nvSpPr>
          <p:cNvPr id="3" name="内容占位符 2">
            <a:extLst>
              <a:ext uri="{FF2B5EF4-FFF2-40B4-BE49-F238E27FC236}">
                <a16:creationId xmlns:a16="http://schemas.microsoft.com/office/drawing/2014/main" id="{43BFE75E-AEB8-44B1-A49C-F9AE77AE54BD}"/>
              </a:ext>
            </a:extLst>
          </p:cNvPr>
          <p:cNvSpPr>
            <a:spLocks noGrp="1"/>
          </p:cNvSpPr>
          <p:nvPr>
            <p:ph idx="1"/>
          </p:nvPr>
        </p:nvSpPr>
        <p:spPr/>
        <p:txBody>
          <a:bodyPr>
            <a:normAutofit fontScale="77500" lnSpcReduction="20000"/>
          </a:bodyPr>
          <a:lstStyle/>
          <a:p>
            <a:r>
              <a:rPr lang="en-US" altLang="zh-CN" dirty="0"/>
              <a:t>m*n</a:t>
            </a:r>
            <a:r>
              <a:rPr lang="zh-CN" altLang="en-US" dirty="0"/>
              <a:t>的矩阵，设三元组表总共有 </a:t>
            </a:r>
            <a:r>
              <a:rPr lang="en-US" altLang="zh-CN" dirty="0"/>
              <a:t>t </a:t>
            </a:r>
            <a:r>
              <a:rPr lang="zh-CN" altLang="en-US" dirty="0"/>
              <a:t>项，上述算法的时间代价为 </a:t>
            </a:r>
            <a:r>
              <a:rPr lang="en-US" altLang="zh-CN" dirty="0"/>
              <a:t>O ( n* t )</a:t>
            </a:r>
            <a:r>
              <a:rPr lang="zh-CN" altLang="en-US" dirty="0"/>
              <a:t>。</a:t>
            </a:r>
          </a:p>
          <a:p>
            <a:r>
              <a:rPr lang="zh-CN" altLang="en-US" dirty="0"/>
              <a:t>若矩阵有 </a:t>
            </a:r>
            <a:r>
              <a:rPr lang="en-US" altLang="zh-CN" dirty="0"/>
              <a:t>200 </a:t>
            </a:r>
            <a:r>
              <a:rPr lang="zh-CN" altLang="en-US" dirty="0"/>
              <a:t>行，</a:t>
            </a:r>
            <a:r>
              <a:rPr lang="en-US" altLang="zh-CN" dirty="0"/>
              <a:t>200 </a:t>
            </a:r>
            <a:r>
              <a:rPr lang="zh-CN" altLang="en-US" dirty="0"/>
              <a:t>列，</a:t>
            </a:r>
            <a:r>
              <a:rPr lang="en-US" altLang="zh-CN" dirty="0"/>
              <a:t>10,000 </a:t>
            </a:r>
            <a:r>
              <a:rPr lang="zh-CN" altLang="en-US" dirty="0"/>
              <a:t>个非零元素，总共有 </a:t>
            </a:r>
            <a:r>
              <a:rPr lang="en-US" altLang="zh-CN" dirty="0"/>
              <a:t>2,000,000 </a:t>
            </a:r>
            <a:r>
              <a:rPr lang="zh-CN" altLang="en-US" dirty="0"/>
              <a:t>次处理。</a:t>
            </a:r>
          </a:p>
          <a:p>
            <a:r>
              <a:rPr lang="zh-CN" altLang="en-US" dirty="0"/>
              <a:t>为加速转置速度，建立辅助数组 </a:t>
            </a:r>
            <a:r>
              <a:rPr lang="en-US" altLang="zh-CN" dirty="0" err="1"/>
              <a:t>rowSize</a:t>
            </a:r>
            <a:r>
              <a:rPr lang="en-US" altLang="zh-CN" dirty="0"/>
              <a:t> </a:t>
            </a:r>
            <a:r>
              <a:rPr lang="zh-CN" altLang="en-US" dirty="0"/>
              <a:t>和 </a:t>
            </a:r>
            <a:r>
              <a:rPr lang="en-US" altLang="zh-CN" dirty="0" err="1"/>
              <a:t>rowStart</a:t>
            </a:r>
            <a:r>
              <a:rPr lang="zh-CN" altLang="en-US" dirty="0"/>
              <a:t>，记录矩阵转置后各行非零元素个数和各行元素在转置三元组表中开始存放位置。</a:t>
            </a:r>
          </a:p>
          <a:p>
            <a:r>
              <a:rPr lang="zh-CN" altLang="en-US" dirty="0"/>
              <a:t>扫描矩阵三元组表，根据某项列号，确定它转置后的行号</a:t>
            </a:r>
            <a:r>
              <a:rPr lang="en-US" altLang="zh-CN" dirty="0"/>
              <a:t>,  </a:t>
            </a:r>
            <a:r>
              <a:rPr lang="zh-CN" altLang="en-US" dirty="0"/>
              <a:t>查 </a:t>
            </a:r>
            <a:r>
              <a:rPr lang="en-US" altLang="zh-CN" dirty="0" err="1"/>
              <a:t>rowStart</a:t>
            </a:r>
            <a:r>
              <a:rPr lang="en-US" altLang="zh-CN" dirty="0"/>
              <a:t> </a:t>
            </a:r>
            <a:r>
              <a:rPr lang="zh-CN" altLang="en-US" dirty="0"/>
              <a:t>表</a:t>
            </a:r>
            <a:r>
              <a:rPr lang="en-US" altLang="zh-CN" dirty="0"/>
              <a:t>,   </a:t>
            </a:r>
            <a:r>
              <a:rPr lang="zh-CN" altLang="en-US" dirty="0"/>
              <a:t>按查到的位置直接将该项存入转置三元组表中。</a:t>
            </a:r>
          </a:p>
        </p:txBody>
      </p:sp>
      <p:sp>
        <p:nvSpPr>
          <p:cNvPr id="4" name="灯片编号占位符 3">
            <a:extLst>
              <a:ext uri="{FF2B5EF4-FFF2-40B4-BE49-F238E27FC236}">
                <a16:creationId xmlns:a16="http://schemas.microsoft.com/office/drawing/2014/main" id="{B8132D41-99DD-DCB9-07CF-C8B487894E14}"/>
              </a:ext>
            </a:extLst>
          </p:cNvPr>
          <p:cNvSpPr>
            <a:spLocks noGrp="1"/>
          </p:cNvSpPr>
          <p:nvPr>
            <p:ph type="sldNum" sz="quarter" idx="12"/>
          </p:nvPr>
        </p:nvSpPr>
        <p:spPr/>
        <p:txBody>
          <a:bodyPr/>
          <a:lstStyle/>
          <a:p>
            <a:pPr>
              <a:defRPr/>
            </a:pPr>
            <a:fld id="{34C23A13-5672-41C0-8934-A4311B913B34}" type="slidenum">
              <a:rPr lang="en-US" altLang="zh-CN" smtClean="0"/>
              <a:pPr>
                <a:defRPr/>
              </a:pPr>
              <a:t>32</a:t>
            </a:fld>
            <a:endParaRPr lang="en-US" altLang="zh-CN"/>
          </a:p>
        </p:txBody>
      </p:sp>
    </p:spTree>
  </p:cSld>
  <p:clrMapOvr>
    <a:masterClrMapping/>
  </p:clrMapOvr>
  <p:transition>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a:extLst>
              <a:ext uri="{FF2B5EF4-FFF2-40B4-BE49-F238E27FC236}">
                <a16:creationId xmlns:a16="http://schemas.microsoft.com/office/drawing/2014/main" id="{3AB5DF47-4A85-B6B0-3183-F06B52E8B8A3}"/>
              </a:ext>
            </a:extLst>
          </p:cNvPr>
          <p:cNvGraphicFramePr>
            <a:graphicFrameLocks noChangeAspect="1"/>
          </p:cNvGraphicFramePr>
          <p:nvPr/>
        </p:nvGraphicFramePr>
        <p:xfrm>
          <a:off x="457200" y="552450"/>
          <a:ext cx="8555038" cy="3257550"/>
        </p:xfrm>
        <a:graphic>
          <a:graphicData uri="http://schemas.openxmlformats.org/presentationml/2006/ole">
            <mc:AlternateContent xmlns:mc="http://schemas.openxmlformats.org/markup-compatibility/2006">
              <mc:Choice xmlns:v="urn:schemas-microsoft-com:vml" Requires="v">
                <p:oleObj name="Document" r:id="rId2" imgW="6303264" imgH="2400300" progId="Word.Document.8">
                  <p:embed/>
                </p:oleObj>
              </mc:Choice>
              <mc:Fallback>
                <p:oleObj name="Document" r:id="rId2" imgW="6303264" imgH="2400300"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552450"/>
                        <a:ext cx="8555038"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3" name="Group 3">
            <a:extLst>
              <a:ext uri="{FF2B5EF4-FFF2-40B4-BE49-F238E27FC236}">
                <a16:creationId xmlns:a16="http://schemas.microsoft.com/office/drawing/2014/main" id="{ADD98DC6-54C6-DA4D-A17A-F171468B56F3}"/>
              </a:ext>
            </a:extLst>
          </p:cNvPr>
          <p:cNvGraphicFramePr>
            <a:graphicFrameLocks noGrp="1"/>
          </p:cNvGraphicFramePr>
          <p:nvPr/>
        </p:nvGraphicFramePr>
        <p:xfrm>
          <a:off x="457200" y="3657600"/>
          <a:ext cx="7696200" cy="2316352"/>
        </p:xfrm>
        <a:graphic>
          <a:graphicData uri="http://schemas.openxmlformats.org/drawingml/2006/table">
            <a:tbl>
              <a:tblPr/>
              <a:tblGrid>
                <a:gridCol w="16002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tblGrid>
              <a:tr h="579041">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3200" b="1" i="0" u="none" strike="noStrike" cap="none" normalizeH="0" baseline="0">
                          <a:ln>
                            <a:noFill/>
                          </a:ln>
                          <a:solidFill>
                            <a:schemeClr val="tx2"/>
                          </a:solidFill>
                          <a:effectLst/>
                          <a:latin typeface="Times New Roman" panose="02020603050405020304" pitchFamily="18" charset="0"/>
                          <a:ea typeface="仿宋_GB2312" pitchFamily="49" charset="-122"/>
                        </a:rPr>
                        <a:t>三元组</a:t>
                      </a:r>
                    </a:p>
                  </a:txBody>
                  <a:tcPr marT="45704" marB="45704"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Times New Roman" panose="02020603050405020304" pitchFamily="18" charset="0"/>
                          <a:ea typeface="仿宋_GB2312" pitchFamily="49" charset="-122"/>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Times New Roman" panose="02020603050405020304" pitchFamily="18" charset="0"/>
                          <a:ea typeface="仿宋_GB2312" pitchFamily="49" charset="-122"/>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Times New Roman" panose="02020603050405020304" pitchFamily="18" charset="0"/>
                          <a:ea typeface="仿宋_GB2312" pitchFamily="49" charset="-122"/>
                        </a:rPr>
                        <a:t>(2)</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Times New Roman" panose="02020603050405020304" pitchFamily="18" charset="0"/>
                          <a:ea typeface="仿宋_GB2312" pitchFamily="49" charset="-122"/>
                        </a:rPr>
                        <a:t>(3)</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Times New Roman" panose="02020603050405020304" pitchFamily="18" charset="0"/>
                          <a:ea typeface="仿宋_GB2312" pitchFamily="49" charset="-122"/>
                        </a:rPr>
                        <a:t>(4)</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Times New Roman" panose="02020603050405020304" pitchFamily="18" charset="0"/>
                          <a:ea typeface="仿宋_GB2312" pitchFamily="49" charset="-122"/>
                        </a:rPr>
                        <a:t>(5)</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Times New Roman" panose="02020603050405020304" pitchFamily="18" charset="0"/>
                          <a:ea typeface="仿宋_GB2312" pitchFamily="49" charset="-122"/>
                        </a:rPr>
                        <a:t>(6)</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2"/>
                          </a:solidFill>
                          <a:effectLst/>
                          <a:latin typeface="Times New Roman" panose="02020603050405020304" pitchFamily="18" charset="0"/>
                          <a:ea typeface="仿宋_GB2312" pitchFamily="49" charset="-122"/>
                        </a:rPr>
                        <a:t>(7)</a:t>
                      </a:r>
                    </a:p>
                  </a:txBody>
                  <a:tcPr marT="45704" marB="45704"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3200" b="1" i="0" u="none" strike="noStrike" cap="none" normalizeH="0" baseline="0">
                          <a:ln>
                            <a:noFill/>
                          </a:ln>
                          <a:solidFill>
                            <a:srgbClr val="000099"/>
                          </a:solidFill>
                          <a:effectLst/>
                          <a:latin typeface="Times New Roman" panose="02020603050405020304" pitchFamily="18" charset="0"/>
                          <a:ea typeface="仿宋_GB2312" pitchFamily="49" charset="-122"/>
                        </a:rPr>
                        <a:t>行</a:t>
                      </a: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row</a:t>
                      </a:r>
                    </a:p>
                  </a:txBody>
                  <a:tcPr marT="45704" marB="45704"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2</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3</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4</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5</a:t>
                      </a:r>
                    </a:p>
                  </a:txBody>
                  <a:tcPr marT="45704" marB="45704"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extLst>
                  <a:ext uri="{0D108BD9-81ED-4DB2-BD59-A6C34878D82A}">
                    <a16:rowId xmlns:a16="http://schemas.microsoft.com/office/drawing/2014/main" val="10001"/>
                  </a:ext>
                </a:extLst>
              </a:tr>
              <a:tr h="579041">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3200" b="1" i="0" u="none" strike="noStrike" cap="none" normalizeH="0" baseline="0">
                          <a:ln>
                            <a:noFill/>
                          </a:ln>
                          <a:solidFill>
                            <a:srgbClr val="000099"/>
                          </a:solidFill>
                          <a:effectLst/>
                          <a:latin typeface="Times New Roman" panose="02020603050405020304" pitchFamily="18" charset="0"/>
                          <a:ea typeface="仿宋_GB2312" pitchFamily="49" charset="-122"/>
                        </a:rPr>
                        <a:t>列</a:t>
                      </a: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col</a:t>
                      </a:r>
                    </a:p>
                  </a:txBody>
                  <a:tcPr marT="45704" marB="45704"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3</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6</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5</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3</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5</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2</a:t>
                      </a:r>
                    </a:p>
                  </a:txBody>
                  <a:tcPr marT="45704" marB="45704"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579041">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3200" b="1" i="0" u="none" strike="noStrike" cap="none" normalizeH="0" baseline="0">
                          <a:ln>
                            <a:noFill/>
                          </a:ln>
                          <a:solidFill>
                            <a:srgbClr val="000099"/>
                          </a:solidFill>
                          <a:effectLst/>
                          <a:latin typeface="Times New Roman" panose="02020603050405020304" pitchFamily="18" charset="0"/>
                          <a:ea typeface="仿宋_GB2312" pitchFamily="49" charset="-122"/>
                        </a:rPr>
                        <a:t>值</a:t>
                      </a: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value</a:t>
                      </a:r>
                    </a:p>
                  </a:txBody>
                  <a:tcPr marT="45704" marB="45704"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22</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15</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11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17</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黑体" panose="02010609060101010101" pitchFamily="49" charset="-122"/>
                          <a:ea typeface="黑体" panose="02010609060101010101" pitchFamily="49" charset="-122"/>
                        </a:rPr>
                        <a:t>-</a:t>
                      </a: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6</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39</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91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200" b="1" i="0" u="none" strike="noStrike" cap="none" normalizeH="0" baseline="0">
                          <a:ln>
                            <a:noFill/>
                          </a:ln>
                          <a:solidFill>
                            <a:srgbClr val="000099"/>
                          </a:solidFill>
                          <a:effectLst/>
                          <a:latin typeface="Times New Roman" panose="02020603050405020304" pitchFamily="18" charset="0"/>
                          <a:ea typeface="仿宋_GB2312" pitchFamily="49" charset="-122"/>
                        </a:rPr>
                        <a:t>28</a:t>
                      </a:r>
                    </a:p>
                  </a:txBody>
                  <a:tcPr marT="45704" marB="45704"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FFCC"/>
                    </a:solidFill>
                  </a:tcPr>
                </a:tc>
                <a:extLst>
                  <a:ext uri="{0D108BD9-81ED-4DB2-BD59-A6C34878D82A}">
                    <a16:rowId xmlns:a16="http://schemas.microsoft.com/office/drawing/2014/main" val="10003"/>
                  </a:ext>
                </a:extLst>
              </a:tr>
            </a:tbl>
          </a:graphicData>
        </a:graphic>
      </p:graphicFrame>
      <p:sp>
        <p:nvSpPr>
          <p:cNvPr id="3" name="灯片编号占位符 2">
            <a:extLst>
              <a:ext uri="{FF2B5EF4-FFF2-40B4-BE49-F238E27FC236}">
                <a16:creationId xmlns:a16="http://schemas.microsoft.com/office/drawing/2014/main" id="{C19D956B-B74B-8308-424C-21C8CF37E70E}"/>
              </a:ext>
            </a:extLst>
          </p:cNvPr>
          <p:cNvSpPr>
            <a:spLocks noGrp="1"/>
          </p:cNvSpPr>
          <p:nvPr>
            <p:ph type="sldNum" sz="quarter" idx="12"/>
          </p:nvPr>
        </p:nvSpPr>
        <p:spPr/>
        <p:txBody>
          <a:bodyPr/>
          <a:lstStyle/>
          <a:p>
            <a:pPr>
              <a:defRPr/>
            </a:pPr>
            <a:fld id="{C268C1A0-320C-49BD-A39F-8B87144325CB}" type="slidenum">
              <a:rPr lang="en-US" altLang="zh-CN" smtClean="0"/>
              <a:pPr>
                <a:defRPr/>
              </a:pPr>
              <a:t>33</a:t>
            </a:fld>
            <a:endParaRPr lang="en-US" altLang="zh-CN"/>
          </a:p>
        </p:txBody>
      </p:sp>
    </p:spTree>
  </p:cSld>
  <p:clrMapOvr>
    <a:masterClrMapping/>
  </p:clrMapOvr>
  <p:transition>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BA1F369-7DB9-4A16-8BCA-45CE7957F94E}"/>
              </a:ext>
            </a:extLst>
          </p:cNvPr>
          <p:cNvSpPr>
            <a:spLocks noGrp="1"/>
          </p:cNvSpPr>
          <p:nvPr>
            <p:ph idx="1"/>
          </p:nvPr>
        </p:nvSpPr>
        <p:spPr>
          <a:xfrm>
            <a:off x="1" y="136525"/>
            <a:ext cx="9100456" cy="6584950"/>
          </a:xfrm>
        </p:spPr>
        <p:txBody>
          <a:bodyPr>
            <a:normAutofit fontScale="55000" lnSpcReduction="20000"/>
          </a:bodyPr>
          <a:lstStyle/>
          <a:p>
            <a:pPr marL="0" indent="0">
              <a:buNone/>
            </a:pPr>
            <a:r>
              <a:rPr lang="en-US" altLang="zh-CN" dirty="0"/>
              <a:t>template &lt;class T&gt; </a:t>
            </a:r>
          </a:p>
          <a:p>
            <a:pPr marL="0" indent="0">
              <a:buNone/>
            </a:pPr>
            <a:r>
              <a:rPr lang="en-US" altLang="zh-CN" dirty="0"/>
              <a:t>void </a:t>
            </a:r>
            <a:r>
              <a:rPr lang="en-US" altLang="zh-CN" dirty="0" err="1"/>
              <a:t>SparseMatrix</a:t>
            </a:r>
            <a:r>
              <a:rPr lang="en-US" altLang="zh-CN" dirty="0"/>
              <a:t>&lt;T&gt; ::</a:t>
            </a:r>
            <a:r>
              <a:rPr lang="en-US" altLang="zh-CN" dirty="0" err="1"/>
              <a:t>FastTranspos</a:t>
            </a:r>
            <a:r>
              <a:rPr lang="en-US" altLang="zh-CN" dirty="0"/>
              <a:t> (</a:t>
            </a:r>
            <a:r>
              <a:rPr lang="en-US" altLang="zh-CN" dirty="0" err="1"/>
              <a:t>SparseMatrix</a:t>
            </a:r>
            <a:r>
              <a:rPr lang="en-US" altLang="zh-CN" dirty="0"/>
              <a:t>&lt;T&gt; &amp;b) {</a:t>
            </a:r>
          </a:p>
          <a:p>
            <a:pPr marL="0" indent="0">
              <a:buNone/>
            </a:pPr>
            <a:r>
              <a:rPr lang="en-US" altLang="zh-CN" dirty="0"/>
              <a:t>    int *</a:t>
            </a:r>
            <a:r>
              <a:rPr lang="en-US" altLang="zh-CN" dirty="0" err="1"/>
              <a:t>rowSize</a:t>
            </a:r>
            <a:r>
              <a:rPr lang="en-US" altLang="zh-CN" dirty="0"/>
              <a:t> = new int[Cols];    int *</a:t>
            </a:r>
            <a:r>
              <a:rPr lang="en-US" altLang="zh-CN" dirty="0" err="1"/>
              <a:t>rowStart</a:t>
            </a:r>
            <a:r>
              <a:rPr lang="en-US" altLang="zh-CN" dirty="0"/>
              <a:t> = new int[Cols];</a:t>
            </a:r>
          </a:p>
          <a:p>
            <a:pPr marL="0" indent="0">
              <a:buNone/>
            </a:pPr>
            <a:r>
              <a:rPr lang="en-US" altLang="zh-CN" dirty="0"/>
              <a:t>    </a:t>
            </a:r>
            <a:r>
              <a:rPr lang="en-US" altLang="zh-CN" dirty="0" err="1"/>
              <a:t>b.Rows</a:t>
            </a:r>
            <a:r>
              <a:rPr lang="en-US" altLang="zh-CN" dirty="0"/>
              <a:t> = Cols;   </a:t>
            </a:r>
            <a:r>
              <a:rPr lang="en-US" altLang="zh-CN" dirty="0" err="1"/>
              <a:t>b.Cols</a:t>
            </a:r>
            <a:r>
              <a:rPr lang="en-US" altLang="zh-CN" dirty="0"/>
              <a:t> = Rows;    </a:t>
            </a:r>
            <a:r>
              <a:rPr lang="en-US" altLang="zh-CN" dirty="0" err="1"/>
              <a:t>b.Terms</a:t>
            </a:r>
            <a:r>
              <a:rPr lang="en-US" altLang="zh-CN" dirty="0"/>
              <a:t> = Terms;</a:t>
            </a:r>
          </a:p>
          <a:p>
            <a:pPr marL="0" indent="0">
              <a:buNone/>
            </a:pPr>
            <a:r>
              <a:rPr lang="en-US" altLang="zh-CN" dirty="0"/>
              <a:t>    if ( Terms &gt; 0 ) {</a:t>
            </a:r>
          </a:p>
          <a:p>
            <a:pPr marL="0" indent="0">
              <a:buNone/>
            </a:pPr>
            <a:r>
              <a:rPr lang="en-US" altLang="zh-CN" dirty="0"/>
              <a:t>        int  </a:t>
            </a:r>
            <a:r>
              <a:rPr lang="en-US" altLang="zh-CN" dirty="0" err="1"/>
              <a:t>i</a:t>
            </a:r>
            <a:r>
              <a:rPr lang="en-US" altLang="zh-CN" dirty="0"/>
              <a:t>, j;</a:t>
            </a:r>
          </a:p>
          <a:p>
            <a:pPr marL="0" indent="0">
              <a:buNone/>
            </a:pPr>
            <a:r>
              <a:rPr lang="en-US" altLang="zh-CN" dirty="0"/>
              <a:t>        for (</a:t>
            </a:r>
            <a:r>
              <a:rPr lang="en-US" altLang="zh-CN" dirty="0" err="1"/>
              <a:t>i</a:t>
            </a:r>
            <a:r>
              <a:rPr lang="en-US" altLang="zh-CN" dirty="0"/>
              <a:t> = 0; </a:t>
            </a:r>
            <a:r>
              <a:rPr lang="en-US" altLang="zh-CN" dirty="0" err="1"/>
              <a:t>i</a:t>
            </a:r>
            <a:r>
              <a:rPr lang="en-US" altLang="zh-CN" dirty="0"/>
              <a:t> &lt; Cols; </a:t>
            </a:r>
            <a:r>
              <a:rPr lang="en-US" altLang="zh-CN" dirty="0" err="1"/>
              <a:t>i</a:t>
            </a:r>
            <a:r>
              <a:rPr lang="en-US" altLang="zh-CN" dirty="0"/>
              <a:t>++)  </a:t>
            </a:r>
            <a:r>
              <a:rPr lang="en-US" altLang="zh-CN" dirty="0" err="1"/>
              <a:t>rowSize</a:t>
            </a:r>
            <a:r>
              <a:rPr lang="en-US" altLang="zh-CN" dirty="0"/>
              <a:t>[</a:t>
            </a:r>
            <a:r>
              <a:rPr lang="en-US" altLang="zh-CN" dirty="0" err="1"/>
              <a:t>i</a:t>
            </a:r>
            <a:r>
              <a:rPr lang="en-US" altLang="zh-CN" dirty="0"/>
              <a:t>] = 0;   </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Terms; </a:t>
            </a:r>
            <a:r>
              <a:rPr lang="en-US" altLang="zh-CN" dirty="0" err="1"/>
              <a:t>i</a:t>
            </a:r>
            <a:r>
              <a:rPr lang="en-US" altLang="zh-CN" dirty="0"/>
              <a:t>++ )   </a:t>
            </a:r>
            <a:r>
              <a:rPr lang="en-US" altLang="zh-CN" dirty="0" err="1"/>
              <a:t>rowSize</a:t>
            </a:r>
            <a:r>
              <a:rPr lang="en-US" altLang="zh-CN" dirty="0"/>
              <a:t>[</a:t>
            </a:r>
            <a:r>
              <a:rPr lang="en-US" altLang="zh-CN" dirty="0" err="1"/>
              <a:t>smArray</a:t>
            </a:r>
            <a:r>
              <a:rPr lang="en-US" altLang="zh-CN" dirty="0"/>
              <a:t>[</a:t>
            </a:r>
            <a:r>
              <a:rPr lang="en-US" altLang="zh-CN" dirty="0" err="1"/>
              <a:t>i</a:t>
            </a:r>
            <a:r>
              <a:rPr lang="en-US" altLang="zh-CN" dirty="0"/>
              <a:t>].col]++; </a:t>
            </a:r>
          </a:p>
          <a:p>
            <a:pPr marL="0" indent="0">
              <a:buNone/>
            </a:pPr>
            <a:r>
              <a:rPr lang="en-US" altLang="zh-CN" dirty="0"/>
              <a:t>        </a:t>
            </a:r>
            <a:r>
              <a:rPr lang="en-US" altLang="zh-CN" dirty="0" err="1"/>
              <a:t>rowStart</a:t>
            </a:r>
            <a:r>
              <a:rPr lang="en-US" altLang="zh-CN" dirty="0"/>
              <a:t>[0] = 0;	</a:t>
            </a:r>
          </a:p>
          <a:p>
            <a:pPr marL="0" indent="0">
              <a:buNone/>
            </a:pPr>
            <a:r>
              <a:rPr lang="en-US" altLang="zh-CN" dirty="0"/>
              <a:t>        for ( </a:t>
            </a:r>
            <a:r>
              <a:rPr lang="en-US" altLang="zh-CN" dirty="0" err="1"/>
              <a:t>i</a:t>
            </a:r>
            <a:r>
              <a:rPr lang="en-US" altLang="zh-CN" dirty="0"/>
              <a:t> = 1; </a:t>
            </a:r>
            <a:r>
              <a:rPr lang="en-US" altLang="zh-CN" dirty="0" err="1"/>
              <a:t>i</a:t>
            </a:r>
            <a:r>
              <a:rPr lang="en-US" altLang="zh-CN" dirty="0"/>
              <a:t> &lt; Cols; </a:t>
            </a:r>
            <a:r>
              <a:rPr lang="en-US" altLang="zh-CN" dirty="0" err="1"/>
              <a:t>i</a:t>
            </a:r>
            <a:r>
              <a:rPr lang="en-US" altLang="zh-CN" dirty="0"/>
              <a:t>++ )  </a:t>
            </a:r>
            <a:r>
              <a:rPr lang="en-US" altLang="zh-CN" dirty="0" err="1"/>
              <a:t>rowStart</a:t>
            </a:r>
            <a:r>
              <a:rPr lang="en-US" altLang="zh-CN" dirty="0"/>
              <a:t>[</a:t>
            </a:r>
            <a:r>
              <a:rPr lang="en-US" altLang="zh-CN" dirty="0" err="1"/>
              <a:t>i</a:t>
            </a:r>
            <a:r>
              <a:rPr lang="en-US" altLang="zh-CN" dirty="0"/>
              <a:t>] = </a:t>
            </a:r>
            <a:r>
              <a:rPr lang="en-US" altLang="zh-CN" dirty="0" err="1"/>
              <a:t>rowStart</a:t>
            </a:r>
            <a:r>
              <a:rPr lang="en-US" altLang="zh-CN" dirty="0"/>
              <a:t>[i-1]+</a:t>
            </a:r>
            <a:r>
              <a:rPr lang="en-US" altLang="zh-CN" dirty="0" err="1"/>
              <a:t>rowSize</a:t>
            </a:r>
            <a:r>
              <a:rPr lang="en-US" altLang="zh-CN" dirty="0"/>
              <a:t>[i-1];</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Terms; </a:t>
            </a:r>
            <a:r>
              <a:rPr lang="en-US" altLang="zh-CN" dirty="0" err="1"/>
              <a:t>i</a:t>
            </a:r>
            <a:r>
              <a:rPr lang="en-US" altLang="zh-CN" dirty="0"/>
              <a:t>++ ) {			</a:t>
            </a:r>
          </a:p>
          <a:p>
            <a:pPr marL="0" indent="0">
              <a:buNone/>
            </a:pPr>
            <a:r>
              <a:rPr lang="en-US" altLang="zh-CN" dirty="0"/>
              <a:t>	   j = </a:t>
            </a:r>
            <a:r>
              <a:rPr lang="en-US" altLang="zh-CN" dirty="0" err="1"/>
              <a:t>rowStart</a:t>
            </a:r>
            <a:r>
              <a:rPr lang="en-US" altLang="zh-CN" dirty="0"/>
              <a:t>[</a:t>
            </a:r>
            <a:r>
              <a:rPr lang="en-US" altLang="zh-CN" dirty="0" err="1"/>
              <a:t>smArray</a:t>
            </a:r>
            <a:r>
              <a:rPr lang="en-US" altLang="zh-CN" dirty="0"/>
              <a:t>[</a:t>
            </a:r>
            <a:r>
              <a:rPr lang="en-US" altLang="zh-CN" dirty="0" err="1"/>
              <a:t>i</a:t>
            </a:r>
            <a:r>
              <a:rPr lang="en-US" altLang="zh-CN" dirty="0"/>
              <a:t>].col];   </a:t>
            </a:r>
            <a:r>
              <a:rPr lang="en-US" altLang="zh-CN" dirty="0" err="1"/>
              <a:t>b.smArray</a:t>
            </a:r>
            <a:r>
              <a:rPr lang="en-US" altLang="zh-CN" dirty="0"/>
              <a:t>[j].row = </a:t>
            </a:r>
            <a:r>
              <a:rPr lang="en-US" altLang="zh-CN" dirty="0" err="1"/>
              <a:t>smArray</a:t>
            </a:r>
            <a:r>
              <a:rPr lang="en-US" altLang="zh-CN" dirty="0"/>
              <a:t>[</a:t>
            </a:r>
            <a:r>
              <a:rPr lang="en-US" altLang="zh-CN" dirty="0" err="1"/>
              <a:t>i</a:t>
            </a:r>
            <a:r>
              <a:rPr lang="en-US" altLang="zh-CN" dirty="0"/>
              <a:t>].col;</a:t>
            </a:r>
          </a:p>
          <a:p>
            <a:pPr marL="0" indent="0">
              <a:buNone/>
            </a:pPr>
            <a:r>
              <a:rPr lang="en-US" altLang="zh-CN" dirty="0"/>
              <a:t>	   </a:t>
            </a:r>
            <a:r>
              <a:rPr lang="en-US" altLang="zh-CN" dirty="0" err="1"/>
              <a:t>b.smArray</a:t>
            </a:r>
            <a:r>
              <a:rPr lang="en-US" altLang="zh-CN" dirty="0"/>
              <a:t>[j].col = </a:t>
            </a:r>
            <a:r>
              <a:rPr lang="en-US" altLang="zh-CN" dirty="0" err="1"/>
              <a:t>smArray</a:t>
            </a:r>
            <a:r>
              <a:rPr lang="en-US" altLang="zh-CN" dirty="0"/>
              <a:t>[</a:t>
            </a:r>
            <a:r>
              <a:rPr lang="en-US" altLang="zh-CN" dirty="0" err="1"/>
              <a:t>i</a:t>
            </a:r>
            <a:r>
              <a:rPr lang="en-US" altLang="zh-CN" dirty="0"/>
              <a:t>].row;    </a:t>
            </a:r>
          </a:p>
          <a:p>
            <a:pPr marL="0" indent="0">
              <a:buNone/>
            </a:pPr>
            <a:r>
              <a:rPr lang="en-US" altLang="zh-CN" dirty="0"/>
              <a:t>            </a:t>
            </a:r>
            <a:r>
              <a:rPr lang="en-US" altLang="zh-CN" dirty="0" err="1"/>
              <a:t>b.smArray</a:t>
            </a:r>
            <a:r>
              <a:rPr lang="en-US" altLang="zh-CN" dirty="0"/>
              <a:t>[j].value = </a:t>
            </a:r>
            <a:r>
              <a:rPr lang="en-US" altLang="zh-CN" dirty="0" err="1"/>
              <a:t>smArray</a:t>
            </a:r>
            <a:r>
              <a:rPr lang="en-US" altLang="zh-CN" dirty="0"/>
              <a:t>[</a:t>
            </a:r>
            <a:r>
              <a:rPr lang="en-US" altLang="zh-CN" dirty="0" err="1"/>
              <a:t>i</a:t>
            </a:r>
            <a:r>
              <a:rPr lang="en-US" altLang="zh-CN" dirty="0"/>
              <a:t>].value;</a:t>
            </a:r>
          </a:p>
          <a:p>
            <a:pPr marL="0" indent="0">
              <a:buNone/>
            </a:pPr>
            <a:r>
              <a:rPr lang="en-US" altLang="zh-CN" dirty="0"/>
              <a:t>            </a:t>
            </a:r>
            <a:r>
              <a:rPr lang="en-US" altLang="zh-CN" dirty="0" err="1"/>
              <a:t>rowStart</a:t>
            </a:r>
            <a:r>
              <a:rPr lang="en-US" altLang="zh-CN" dirty="0"/>
              <a:t>[</a:t>
            </a:r>
            <a:r>
              <a:rPr lang="en-US" altLang="zh-CN" dirty="0" err="1"/>
              <a:t>smArray</a:t>
            </a:r>
            <a:r>
              <a:rPr lang="en-US" altLang="zh-CN" dirty="0"/>
              <a:t>[</a:t>
            </a:r>
            <a:r>
              <a:rPr lang="en-US" altLang="zh-CN" dirty="0" err="1"/>
              <a:t>i</a:t>
            </a:r>
            <a:r>
              <a:rPr lang="en-US" altLang="zh-CN" dirty="0"/>
              <a:t>].col]++; </a:t>
            </a:r>
          </a:p>
          <a:p>
            <a:pPr marL="0" indent="0">
              <a:buNone/>
            </a:pPr>
            <a:r>
              <a:rPr lang="en-US" altLang="zh-CN" dirty="0"/>
              <a:t>        }    </a:t>
            </a:r>
          </a:p>
          <a:p>
            <a:pPr marL="0" indent="0">
              <a:buNone/>
            </a:pPr>
            <a:r>
              <a:rPr lang="en-US" altLang="zh-CN" dirty="0"/>
              <a:t>    }</a:t>
            </a:r>
          </a:p>
          <a:p>
            <a:pPr marL="0" indent="0">
              <a:buNone/>
            </a:pPr>
            <a:r>
              <a:rPr lang="en-US" altLang="zh-CN" dirty="0"/>
              <a:t>    delete [ ] </a:t>
            </a:r>
            <a:r>
              <a:rPr lang="en-US" altLang="zh-CN" dirty="0" err="1"/>
              <a:t>rowSize</a:t>
            </a:r>
            <a:r>
              <a:rPr lang="en-US" altLang="zh-CN" dirty="0"/>
              <a:t>;   delete [ ] </a:t>
            </a:r>
            <a:r>
              <a:rPr lang="en-US" altLang="zh-CN" dirty="0" err="1"/>
              <a:t>rowStart</a:t>
            </a:r>
            <a:r>
              <a:rPr lang="en-US" altLang="zh-CN" dirty="0"/>
              <a:t>;</a:t>
            </a:r>
          </a:p>
          <a:p>
            <a:pPr marL="0" indent="0">
              <a:buNone/>
            </a:pPr>
            <a:r>
              <a:rPr lang="en-US" altLang="zh-CN" dirty="0"/>
              <a:t>} </a:t>
            </a:r>
          </a:p>
          <a:p>
            <a:pPr marL="0" indent="0">
              <a:buNone/>
            </a:pPr>
            <a:endParaRPr lang="en-US" altLang="zh-CN" dirty="0"/>
          </a:p>
        </p:txBody>
      </p:sp>
      <p:sp>
        <p:nvSpPr>
          <p:cNvPr id="4" name="灯片编号占位符 3">
            <a:extLst>
              <a:ext uri="{FF2B5EF4-FFF2-40B4-BE49-F238E27FC236}">
                <a16:creationId xmlns:a16="http://schemas.microsoft.com/office/drawing/2014/main" id="{D129F6AB-93E9-0303-EFFA-BF0B79C98B0E}"/>
              </a:ext>
            </a:extLst>
          </p:cNvPr>
          <p:cNvSpPr>
            <a:spLocks noGrp="1"/>
          </p:cNvSpPr>
          <p:nvPr>
            <p:ph type="sldNum" sz="quarter" idx="12"/>
          </p:nvPr>
        </p:nvSpPr>
        <p:spPr/>
        <p:txBody>
          <a:bodyPr/>
          <a:lstStyle/>
          <a:p>
            <a:pPr>
              <a:defRPr/>
            </a:pPr>
            <a:fld id="{34C23A13-5672-41C0-8934-A4311B913B34}" type="slidenum">
              <a:rPr lang="en-US" altLang="zh-CN" smtClean="0"/>
              <a:pPr>
                <a:defRPr/>
              </a:pPr>
              <a:t>34</a:t>
            </a:fld>
            <a:endParaRPr lang="en-US" altLang="zh-CN"/>
          </a:p>
        </p:txBody>
      </p:sp>
    </p:spTree>
  </p:cSld>
  <p:clrMapOvr>
    <a:masterClrMapping/>
  </p:clrMapOvr>
  <p:transition>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1C2A5CA2-C505-873D-1486-4320E116863F}"/>
              </a:ext>
            </a:extLst>
          </p:cNvPr>
          <p:cNvSpPr>
            <a:spLocks noGrp="1" noChangeArrowheads="1"/>
          </p:cNvSpPr>
          <p:nvPr>
            <p:ph type="title"/>
          </p:nvPr>
        </p:nvSpPr>
        <p:spPr/>
        <p:txBody>
          <a:bodyPr/>
          <a:lstStyle/>
          <a:p>
            <a:pPr eaLnBrk="1" hangingPunct="1"/>
            <a:r>
              <a:rPr lang="zh-CN" altLang="en-US" dirty="0"/>
              <a:t>稀疏矩阵的相加和相乘（自学）</a:t>
            </a:r>
          </a:p>
        </p:txBody>
      </p:sp>
      <p:sp>
        <p:nvSpPr>
          <p:cNvPr id="40963" name="Rectangle 3">
            <a:extLst>
              <a:ext uri="{FF2B5EF4-FFF2-40B4-BE49-F238E27FC236}">
                <a16:creationId xmlns:a16="http://schemas.microsoft.com/office/drawing/2014/main" id="{3915069C-58FA-B3AB-60D2-CD15B0B30B38}"/>
              </a:ext>
            </a:extLst>
          </p:cNvPr>
          <p:cNvSpPr>
            <a:spLocks noGrp="1" noChangeArrowheads="1"/>
          </p:cNvSpPr>
          <p:nvPr>
            <p:ph idx="1"/>
          </p:nvPr>
        </p:nvSpPr>
        <p:spPr/>
        <p:txBody>
          <a:bodyPr/>
          <a:lstStyle/>
          <a:p>
            <a:pPr eaLnBrk="1" hangingPunct="1"/>
            <a:r>
              <a:rPr lang="zh-CN" altLang="en-US" dirty="0"/>
              <a:t>稀疏矩阵相加的运算</a:t>
            </a:r>
          </a:p>
          <a:p>
            <a:pPr eaLnBrk="1" hangingPunct="1"/>
            <a:r>
              <a:rPr lang="zh-CN" altLang="en-US" dirty="0"/>
              <a:t>稀疏矩阵相乘的运算</a:t>
            </a:r>
          </a:p>
          <a:p>
            <a:pPr lvl="1" eaLnBrk="1" hangingPunct="1"/>
            <a:r>
              <a:rPr lang="zh-CN" altLang="en-US"/>
              <a:t>引入</a:t>
            </a:r>
            <a:r>
              <a:rPr lang="en-US" altLang="zh-CN" dirty="0" err="1"/>
              <a:t>rowstart</a:t>
            </a:r>
            <a:r>
              <a:rPr lang="zh-CN" altLang="en-US" dirty="0"/>
              <a:t>与</a:t>
            </a:r>
            <a:r>
              <a:rPr lang="en-US" altLang="zh-CN" dirty="0" err="1"/>
              <a:t>rowsize</a:t>
            </a:r>
            <a:r>
              <a:rPr lang="zh-CN" altLang="en-US" dirty="0"/>
              <a:t>，根据每个</a:t>
            </a:r>
            <a:r>
              <a:rPr lang="en-US" altLang="zh-CN" dirty="0"/>
              <a:t>A[</a:t>
            </a:r>
            <a:r>
              <a:rPr lang="en-US" altLang="zh-CN" dirty="0" err="1"/>
              <a:t>i</a:t>
            </a:r>
            <a:r>
              <a:rPr lang="en-US" altLang="zh-CN" dirty="0"/>
              <a:t>][k]</a:t>
            </a:r>
            <a:r>
              <a:rPr lang="zh-CN" altLang="en-US" dirty="0"/>
              <a:t>，迅速找到所有的</a:t>
            </a:r>
            <a:r>
              <a:rPr lang="en-US" altLang="zh-CN" dirty="0"/>
              <a:t>B[k][j]</a:t>
            </a:r>
            <a:r>
              <a:rPr lang="zh-CN" altLang="en-US" dirty="0"/>
              <a:t>。</a:t>
            </a:r>
          </a:p>
        </p:txBody>
      </p:sp>
      <p:sp>
        <p:nvSpPr>
          <p:cNvPr id="3" name="灯片编号占位符 2">
            <a:extLst>
              <a:ext uri="{FF2B5EF4-FFF2-40B4-BE49-F238E27FC236}">
                <a16:creationId xmlns:a16="http://schemas.microsoft.com/office/drawing/2014/main" id="{E43E3D8B-B920-BE71-7138-751D4AEC00D5}"/>
              </a:ext>
            </a:extLst>
          </p:cNvPr>
          <p:cNvSpPr>
            <a:spLocks noGrp="1"/>
          </p:cNvSpPr>
          <p:nvPr>
            <p:ph type="sldNum" sz="quarter" idx="12"/>
          </p:nvPr>
        </p:nvSpPr>
        <p:spPr/>
        <p:txBody>
          <a:bodyPr/>
          <a:lstStyle/>
          <a:p>
            <a:pPr>
              <a:defRPr/>
            </a:pPr>
            <a:fld id="{34C23A13-5672-41C0-8934-A4311B913B34}" type="slidenum">
              <a:rPr lang="en-US" altLang="zh-CN" smtClean="0"/>
              <a:pPr>
                <a:defRPr/>
              </a:pPr>
              <a:t>35</a:t>
            </a:fld>
            <a:endParaRPr lang="en-US" altLang="zh-CN"/>
          </a:p>
        </p:txBody>
      </p:sp>
    </p:spTree>
  </p:cSld>
  <p:clrMapOvr>
    <a:masterClrMapping/>
  </p:clrMapOvr>
  <p:transition>
    <p:split orient="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3AAD65E-C12D-D590-897D-2B35381507BD}"/>
              </a:ext>
            </a:extLst>
          </p:cNvPr>
          <p:cNvSpPr>
            <a:spLocks noGrp="1" noChangeArrowheads="1"/>
          </p:cNvSpPr>
          <p:nvPr>
            <p:ph type="title"/>
          </p:nvPr>
        </p:nvSpPr>
        <p:spPr/>
        <p:txBody>
          <a:bodyPr/>
          <a:lstStyle/>
          <a:p>
            <a:pPr eaLnBrk="1" hangingPunct="1"/>
            <a:r>
              <a:rPr lang="zh-CN" altLang="en-US"/>
              <a:t>矩阵的正交链表表示</a:t>
            </a:r>
          </a:p>
        </p:txBody>
      </p:sp>
      <p:sp>
        <p:nvSpPr>
          <p:cNvPr id="38915" name="Rectangle 3">
            <a:extLst>
              <a:ext uri="{FF2B5EF4-FFF2-40B4-BE49-F238E27FC236}">
                <a16:creationId xmlns:a16="http://schemas.microsoft.com/office/drawing/2014/main" id="{8E7413FD-8F43-B231-7A30-D22BE8AD392B}"/>
              </a:ext>
            </a:extLst>
          </p:cNvPr>
          <p:cNvSpPr>
            <a:spLocks noGrp="1" noChangeArrowheads="1"/>
          </p:cNvSpPr>
          <p:nvPr>
            <p:ph idx="1"/>
          </p:nvPr>
        </p:nvSpPr>
        <p:spPr/>
        <p:txBody>
          <a:bodyPr>
            <a:normAutofit lnSpcReduction="10000"/>
          </a:bodyPr>
          <a:lstStyle/>
          <a:p>
            <a:pPr eaLnBrk="1" hangingPunct="1">
              <a:defRPr/>
            </a:pPr>
            <a:r>
              <a:rPr lang="zh-CN" altLang="en-US" dirty="0"/>
              <a:t>在矩阵操作</a:t>
            </a:r>
            <a:r>
              <a:rPr lang="en-US" altLang="zh-CN" dirty="0"/>
              <a:t>(+</a:t>
            </a:r>
            <a:r>
              <a:rPr lang="zh-CN" altLang="en-US" dirty="0"/>
              <a:t>、</a:t>
            </a:r>
            <a:r>
              <a:rPr lang="en-US" altLang="zh-CN" dirty="0"/>
              <a:t>-</a:t>
            </a:r>
            <a:r>
              <a:rPr lang="zh-CN" altLang="en-US" dirty="0"/>
              <a:t>、*、</a:t>
            </a:r>
            <a:r>
              <a:rPr lang="en-US" altLang="zh-CN" dirty="0"/>
              <a:t>/)</a:t>
            </a:r>
            <a:r>
              <a:rPr lang="zh-CN" altLang="en-US" dirty="0"/>
              <a:t>时矩阵非零元素会发生动态变化，用稀疏矩阵的链接表示可适应这种情况。</a:t>
            </a:r>
          </a:p>
          <a:p>
            <a:pPr eaLnBrk="1" hangingPunct="1">
              <a:defRPr/>
            </a:pPr>
            <a:r>
              <a:rPr lang="zh-CN" altLang="en-US" dirty="0"/>
              <a:t>稀疏矩阵的链接表示采用正交链表</a:t>
            </a:r>
            <a:endParaRPr lang="en-US" altLang="zh-CN" dirty="0"/>
          </a:p>
          <a:p>
            <a:pPr lvl="1" eaLnBrk="1" hangingPunct="1">
              <a:defRPr/>
            </a:pPr>
            <a:r>
              <a:rPr lang="zh-CN" altLang="en-US" dirty="0"/>
              <a:t>行链表与列链表十字交叉。</a:t>
            </a:r>
          </a:p>
          <a:p>
            <a:pPr eaLnBrk="1" hangingPunct="1">
              <a:defRPr/>
            </a:pPr>
            <a:r>
              <a:rPr lang="zh-CN" altLang="en-US" dirty="0"/>
              <a:t>行链表与列链表都是带表头结点的循环链表。用表头结点表征是第几行，第几列。</a:t>
            </a:r>
          </a:p>
        </p:txBody>
      </p:sp>
      <p:sp>
        <p:nvSpPr>
          <p:cNvPr id="2" name="灯片编号占位符 1">
            <a:extLst>
              <a:ext uri="{FF2B5EF4-FFF2-40B4-BE49-F238E27FC236}">
                <a16:creationId xmlns:a16="http://schemas.microsoft.com/office/drawing/2014/main" id="{E7E5065D-2D6F-69C1-F9D4-9455CD354695}"/>
              </a:ext>
            </a:extLst>
          </p:cNvPr>
          <p:cNvSpPr>
            <a:spLocks noGrp="1"/>
          </p:cNvSpPr>
          <p:nvPr>
            <p:ph type="sldNum" sz="quarter" idx="12"/>
          </p:nvPr>
        </p:nvSpPr>
        <p:spPr/>
        <p:txBody>
          <a:bodyPr/>
          <a:lstStyle/>
          <a:p>
            <a:pPr>
              <a:defRPr/>
            </a:pPr>
            <a:fld id="{34C23A13-5672-41C0-8934-A4311B913B34}" type="slidenum">
              <a:rPr lang="en-US" altLang="zh-CN" smtClean="0"/>
              <a:pPr>
                <a:defRPr/>
              </a:pPr>
              <a:t>36</a:t>
            </a:fld>
            <a:endParaRPr lang="en-US" altLang="zh-CN"/>
          </a:p>
        </p:txBody>
      </p:sp>
    </p:spTree>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0EC26E84-EA14-7D7B-07A4-1657AF02037A}"/>
              </a:ext>
            </a:extLst>
          </p:cNvPr>
          <p:cNvSpPr>
            <a:spLocks noChangeArrowheads="1"/>
          </p:cNvSpPr>
          <p:nvPr/>
        </p:nvSpPr>
        <p:spPr bwMode="auto">
          <a:xfrm>
            <a:off x="1167019" y="1784356"/>
            <a:ext cx="2819400" cy="1371600"/>
          </a:xfrm>
          <a:prstGeom prst="rect">
            <a:avLst/>
          </a:prstGeom>
          <a:solidFill>
            <a:schemeClr val="folHlink"/>
          </a:solidFill>
          <a:ln w="9525">
            <a:miter lim="800000"/>
            <a:headEnd/>
            <a:tailEnd/>
          </a:ln>
          <a:scene3d>
            <a:camera prst="legacyPerspectiveTopRight"/>
            <a:lightRig rig="legacyFlat3" dir="b"/>
          </a:scene3d>
          <a:sp3d extrusionH="887400" prstMaterial="legacyMatte">
            <a:bevelT w="13500" h="13500" prst="angle"/>
            <a:bevelB w="13500" h="13500" prst="angle"/>
            <a:extrusionClr>
              <a:schemeClr val="folHlink"/>
            </a:extrusionClr>
            <a:contourClr>
              <a:schemeClr val="folHlink"/>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3012" name="Line 4">
            <a:extLst>
              <a:ext uri="{FF2B5EF4-FFF2-40B4-BE49-F238E27FC236}">
                <a16:creationId xmlns:a16="http://schemas.microsoft.com/office/drawing/2014/main" id="{840A40CA-71A6-7E7A-44B0-5AA79848AEFC}"/>
              </a:ext>
            </a:extLst>
          </p:cNvPr>
          <p:cNvSpPr>
            <a:spLocks noChangeShapeType="1"/>
          </p:cNvSpPr>
          <p:nvPr/>
        </p:nvSpPr>
        <p:spPr bwMode="auto">
          <a:xfrm>
            <a:off x="1167019" y="2470156"/>
            <a:ext cx="2819400"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3" name="Line 5">
            <a:extLst>
              <a:ext uri="{FF2B5EF4-FFF2-40B4-BE49-F238E27FC236}">
                <a16:creationId xmlns:a16="http://schemas.microsoft.com/office/drawing/2014/main" id="{53F2331D-9ECC-5482-200A-2A2579BB461E}"/>
              </a:ext>
            </a:extLst>
          </p:cNvPr>
          <p:cNvSpPr>
            <a:spLocks noChangeShapeType="1"/>
          </p:cNvSpPr>
          <p:nvPr/>
        </p:nvSpPr>
        <p:spPr bwMode="auto">
          <a:xfrm flipV="1">
            <a:off x="3986419" y="2393956"/>
            <a:ext cx="76200" cy="76200"/>
          </a:xfrm>
          <a:prstGeom prst="line">
            <a:avLst/>
          </a:prstGeom>
          <a:noFill/>
          <a:ln w="190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4" name="Line 6">
            <a:extLst>
              <a:ext uri="{FF2B5EF4-FFF2-40B4-BE49-F238E27FC236}">
                <a16:creationId xmlns:a16="http://schemas.microsoft.com/office/drawing/2014/main" id="{564BC4CC-5D53-AC7D-0F4B-CA22B9B54325}"/>
              </a:ext>
            </a:extLst>
          </p:cNvPr>
          <p:cNvSpPr>
            <a:spLocks noChangeShapeType="1"/>
          </p:cNvSpPr>
          <p:nvPr/>
        </p:nvSpPr>
        <p:spPr bwMode="auto">
          <a:xfrm>
            <a:off x="2614819" y="1784356"/>
            <a:ext cx="0" cy="137160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5" name="Line 7">
            <a:extLst>
              <a:ext uri="{FF2B5EF4-FFF2-40B4-BE49-F238E27FC236}">
                <a16:creationId xmlns:a16="http://schemas.microsoft.com/office/drawing/2014/main" id="{F7BD5985-3C08-9177-A7C3-3A3580EB5E28}"/>
              </a:ext>
            </a:extLst>
          </p:cNvPr>
          <p:cNvSpPr>
            <a:spLocks noChangeShapeType="1"/>
          </p:cNvSpPr>
          <p:nvPr/>
        </p:nvSpPr>
        <p:spPr bwMode="auto">
          <a:xfrm flipV="1">
            <a:off x="2614819" y="1708156"/>
            <a:ext cx="152400" cy="76200"/>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6" name="Text Box 8">
            <a:extLst>
              <a:ext uri="{FF2B5EF4-FFF2-40B4-BE49-F238E27FC236}">
                <a16:creationId xmlns:a16="http://schemas.microsoft.com/office/drawing/2014/main" id="{57C1E728-E7BD-AD0D-C661-DB138105C8EA}"/>
              </a:ext>
            </a:extLst>
          </p:cNvPr>
          <p:cNvSpPr txBox="1">
            <a:spLocks noChangeArrowheads="1"/>
          </p:cNvSpPr>
          <p:nvPr/>
        </p:nvSpPr>
        <p:spPr bwMode="auto">
          <a:xfrm>
            <a:off x="1395619" y="1814519"/>
            <a:ext cx="99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head</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17" name="Text Box 9">
            <a:extLst>
              <a:ext uri="{FF2B5EF4-FFF2-40B4-BE49-F238E27FC236}">
                <a16:creationId xmlns:a16="http://schemas.microsoft.com/office/drawing/2014/main" id="{3F07015A-E8E6-5260-97E7-B1F93B3EF3C8}"/>
              </a:ext>
            </a:extLst>
          </p:cNvPr>
          <p:cNvSpPr txBox="1">
            <a:spLocks noChangeArrowheads="1"/>
          </p:cNvSpPr>
          <p:nvPr/>
        </p:nvSpPr>
        <p:spPr bwMode="auto">
          <a:xfrm>
            <a:off x="1374982" y="2470156"/>
            <a:ext cx="10874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down</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18" name="Text Box 10">
            <a:extLst>
              <a:ext uri="{FF2B5EF4-FFF2-40B4-BE49-F238E27FC236}">
                <a16:creationId xmlns:a16="http://schemas.microsoft.com/office/drawing/2014/main" id="{2FCADC3D-175F-E85F-63F8-E80F326A2826}"/>
              </a:ext>
            </a:extLst>
          </p:cNvPr>
          <p:cNvSpPr txBox="1">
            <a:spLocks noChangeArrowheads="1"/>
          </p:cNvSpPr>
          <p:nvPr/>
        </p:nvSpPr>
        <p:spPr bwMode="auto">
          <a:xfrm>
            <a:off x="2767219" y="1784356"/>
            <a:ext cx="906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next</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19" name="Text Box 11">
            <a:extLst>
              <a:ext uri="{FF2B5EF4-FFF2-40B4-BE49-F238E27FC236}">
                <a16:creationId xmlns:a16="http://schemas.microsoft.com/office/drawing/2014/main" id="{50A975E2-EACF-C58C-A142-ECBA7899CC8C}"/>
              </a:ext>
            </a:extLst>
          </p:cNvPr>
          <p:cNvSpPr txBox="1">
            <a:spLocks noChangeArrowheads="1"/>
          </p:cNvSpPr>
          <p:nvPr/>
        </p:nvSpPr>
        <p:spPr bwMode="auto">
          <a:xfrm>
            <a:off x="2760869" y="2470156"/>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right</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20" name="Text Box 12">
            <a:extLst>
              <a:ext uri="{FF2B5EF4-FFF2-40B4-BE49-F238E27FC236}">
                <a16:creationId xmlns:a16="http://schemas.microsoft.com/office/drawing/2014/main" id="{C248F0B8-8CE6-68F4-A756-8F27EAC2D70E}"/>
              </a:ext>
            </a:extLst>
          </p:cNvPr>
          <p:cNvSpPr txBox="1">
            <a:spLocks noChangeArrowheads="1"/>
          </p:cNvSpPr>
          <p:nvPr/>
        </p:nvSpPr>
        <p:spPr bwMode="auto">
          <a:xfrm>
            <a:off x="1468644" y="3246444"/>
            <a:ext cx="6370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solidFill>
                  <a:srgbClr val="0000CC"/>
                </a:solidFill>
                <a:latin typeface="Times New Roman" panose="02020603050405020304" pitchFamily="18" charset="0"/>
                <a:ea typeface="仿宋_GB2312" pitchFamily="49" charset="-122"/>
              </a:rPr>
              <a:t>(a)  </a:t>
            </a:r>
            <a:r>
              <a:rPr kumimoji="1" lang="zh-CN" altLang="zh-CN" sz="2800" b="1">
                <a:solidFill>
                  <a:srgbClr val="0000CC"/>
                </a:solidFill>
                <a:latin typeface="Times New Roman" panose="02020603050405020304" pitchFamily="18" charset="0"/>
                <a:ea typeface="仿宋_GB2312" pitchFamily="49" charset="-122"/>
              </a:rPr>
              <a:t>表头结点                (</a:t>
            </a:r>
            <a:r>
              <a:rPr kumimoji="1" lang="en-US" altLang="zh-CN" sz="2800" b="1">
                <a:solidFill>
                  <a:srgbClr val="0000CC"/>
                </a:solidFill>
                <a:latin typeface="Times New Roman" panose="02020603050405020304" pitchFamily="18" charset="0"/>
                <a:ea typeface="仿宋_GB2312" pitchFamily="49" charset="-122"/>
              </a:rPr>
              <a:t>b)  </a:t>
            </a:r>
            <a:r>
              <a:rPr kumimoji="1" lang="zh-CN" altLang="zh-CN" sz="2800" b="1">
                <a:solidFill>
                  <a:srgbClr val="0000CC"/>
                </a:solidFill>
                <a:latin typeface="Times New Roman" panose="02020603050405020304" pitchFamily="18" charset="0"/>
                <a:ea typeface="仿宋_GB2312" pitchFamily="49" charset="-122"/>
              </a:rPr>
              <a:t>非零元素结点</a:t>
            </a:r>
            <a:endParaRPr kumimoji="1" lang="zh-CN" altLang="en-US" sz="3200">
              <a:latin typeface="Times New Roman" panose="02020603050405020304" pitchFamily="18" charset="0"/>
              <a:ea typeface="宋体" panose="02010600030101010101" pitchFamily="2" charset="-122"/>
            </a:endParaRPr>
          </a:p>
        </p:txBody>
      </p:sp>
      <p:sp>
        <p:nvSpPr>
          <p:cNvPr id="43021" name="Rectangle 13">
            <a:extLst>
              <a:ext uri="{FF2B5EF4-FFF2-40B4-BE49-F238E27FC236}">
                <a16:creationId xmlns:a16="http://schemas.microsoft.com/office/drawing/2014/main" id="{25F2FB16-5365-033D-7507-0F34993B38A9}"/>
              </a:ext>
            </a:extLst>
          </p:cNvPr>
          <p:cNvSpPr>
            <a:spLocks noChangeArrowheads="1"/>
          </p:cNvSpPr>
          <p:nvPr/>
        </p:nvSpPr>
        <p:spPr bwMode="auto">
          <a:xfrm>
            <a:off x="4443619" y="1784356"/>
            <a:ext cx="3962400" cy="1371600"/>
          </a:xfrm>
          <a:prstGeom prst="rect">
            <a:avLst/>
          </a:prstGeom>
          <a:solidFill>
            <a:schemeClr val="folHlink"/>
          </a:solidFill>
          <a:ln w="9525">
            <a:miter lim="800000"/>
            <a:headEnd/>
            <a:tailEnd/>
          </a:ln>
          <a:scene3d>
            <a:camera prst="legacyPerspectiveTopRight"/>
            <a:lightRig rig="legacyFlat3" dir="b"/>
          </a:scene3d>
          <a:sp3d extrusionH="887400" prstMaterial="legacyMatte">
            <a:bevelT w="13500" h="13500" prst="angle"/>
            <a:bevelB w="13500" h="13500" prst="angle"/>
            <a:extrusionClr>
              <a:schemeClr val="folHlink"/>
            </a:extrusionClr>
            <a:contourClr>
              <a:schemeClr val="folHlink"/>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3022" name="Line 14">
            <a:extLst>
              <a:ext uri="{FF2B5EF4-FFF2-40B4-BE49-F238E27FC236}">
                <a16:creationId xmlns:a16="http://schemas.microsoft.com/office/drawing/2014/main" id="{637B2EE8-73DF-5134-5BEB-B53EA5B1B019}"/>
              </a:ext>
            </a:extLst>
          </p:cNvPr>
          <p:cNvSpPr>
            <a:spLocks noChangeShapeType="1"/>
          </p:cNvSpPr>
          <p:nvPr/>
        </p:nvSpPr>
        <p:spPr bwMode="auto">
          <a:xfrm>
            <a:off x="4443619" y="2470156"/>
            <a:ext cx="3962400"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3" name="Line 15">
            <a:extLst>
              <a:ext uri="{FF2B5EF4-FFF2-40B4-BE49-F238E27FC236}">
                <a16:creationId xmlns:a16="http://schemas.microsoft.com/office/drawing/2014/main" id="{4FDDF865-2BE9-C29E-C6BD-D323BF7080F1}"/>
              </a:ext>
            </a:extLst>
          </p:cNvPr>
          <p:cNvSpPr>
            <a:spLocks noChangeShapeType="1"/>
          </p:cNvSpPr>
          <p:nvPr/>
        </p:nvSpPr>
        <p:spPr bwMode="auto">
          <a:xfrm flipV="1">
            <a:off x="8406019" y="2393956"/>
            <a:ext cx="76200" cy="76200"/>
          </a:xfrm>
          <a:prstGeom prst="line">
            <a:avLst/>
          </a:prstGeom>
          <a:noFill/>
          <a:ln w="190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4" name="Line 16">
            <a:extLst>
              <a:ext uri="{FF2B5EF4-FFF2-40B4-BE49-F238E27FC236}">
                <a16:creationId xmlns:a16="http://schemas.microsoft.com/office/drawing/2014/main" id="{AC883DA1-3F3B-508A-DFEC-94639AE3AE70}"/>
              </a:ext>
            </a:extLst>
          </p:cNvPr>
          <p:cNvSpPr>
            <a:spLocks noChangeShapeType="1"/>
          </p:cNvSpPr>
          <p:nvPr/>
        </p:nvSpPr>
        <p:spPr bwMode="auto">
          <a:xfrm>
            <a:off x="5739019" y="1784356"/>
            <a:ext cx="0" cy="137160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5" name="Line 17">
            <a:extLst>
              <a:ext uri="{FF2B5EF4-FFF2-40B4-BE49-F238E27FC236}">
                <a16:creationId xmlns:a16="http://schemas.microsoft.com/office/drawing/2014/main" id="{3B7CE55C-F02C-132A-3AC7-1B0EFF3BB0D5}"/>
              </a:ext>
            </a:extLst>
          </p:cNvPr>
          <p:cNvSpPr>
            <a:spLocks noChangeShapeType="1"/>
          </p:cNvSpPr>
          <p:nvPr/>
        </p:nvSpPr>
        <p:spPr bwMode="auto">
          <a:xfrm>
            <a:off x="7110619" y="1784356"/>
            <a:ext cx="0" cy="137160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6" name="Text Box 18">
            <a:extLst>
              <a:ext uri="{FF2B5EF4-FFF2-40B4-BE49-F238E27FC236}">
                <a16:creationId xmlns:a16="http://schemas.microsoft.com/office/drawing/2014/main" id="{725DD883-A5DA-3DA3-B267-097E9BE38F16}"/>
              </a:ext>
            </a:extLst>
          </p:cNvPr>
          <p:cNvSpPr txBox="1">
            <a:spLocks noChangeArrowheads="1"/>
          </p:cNvSpPr>
          <p:nvPr/>
        </p:nvSpPr>
        <p:spPr bwMode="auto">
          <a:xfrm>
            <a:off x="7263019" y="2470156"/>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right</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27" name="Text Box 19">
            <a:extLst>
              <a:ext uri="{FF2B5EF4-FFF2-40B4-BE49-F238E27FC236}">
                <a16:creationId xmlns:a16="http://schemas.microsoft.com/office/drawing/2014/main" id="{3B00FE2B-02D7-41B6-CD4E-FCE28BCC2BD6}"/>
              </a:ext>
            </a:extLst>
          </p:cNvPr>
          <p:cNvSpPr txBox="1">
            <a:spLocks noChangeArrowheads="1"/>
          </p:cNvSpPr>
          <p:nvPr/>
        </p:nvSpPr>
        <p:spPr bwMode="auto">
          <a:xfrm>
            <a:off x="5870782" y="2470156"/>
            <a:ext cx="10874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value</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28" name="Text Box 20">
            <a:extLst>
              <a:ext uri="{FF2B5EF4-FFF2-40B4-BE49-F238E27FC236}">
                <a16:creationId xmlns:a16="http://schemas.microsoft.com/office/drawing/2014/main" id="{3CC60DB8-E368-DB63-C592-95F92B55C845}"/>
              </a:ext>
            </a:extLst>
          </p:cNvPr>
          <p:cNvSpPr txBox="1">
            <a:spLocks noChangeArrowheads="1"/>
          </p:cNvSpPr>
          <p:nvPr/>
        </p:nvSpPr>
        <p:spPr bwMode="auto">
          <a:xfrm>
            <a:off x="4596019" y="2470156"/>
            <a:ext cx="1087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down</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29" name="Text Box 21">
            <a:extLst>
              <a:ext uri="{FF2B5EF4-FFF2-40B4-BE49-F238E27FC236}">
                <a16:creationId xmlns:a16="http://schemas.microsoft.com/office/drawing/2014/main" id="{401B34C7-F971-C737-E58A-EF92BA902B38}"/>
              </a:ext>
            </a:extLst>
          </p:cNvPr>
          <p:cNvSpPr txBox="1">
            <a:spLocks noChangeArrowheads="1"/>
          </p:cNvSpPr>
          <p:nvPr/>
        </p:nvSpPr>
        <p:spPr bwMode="auto">
          <a:xfrm>
            <a:off x="5967619" y="1784356"/>
            <a:ext cx="8175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row</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30" name="Text Box 22">
            <a:extLst>
              <a:ext uri="{FF2B5EF4-FFF2-40B4-BE49-F238E27FC236}">
                <a16:creationId xmlns:a16="http://schemas.microsoft.com/office/drawing/2014/main" id="{E5B17F10-749F-9C03-04E0-9006A837EA63}"/>
              </a:ext>
            </a:extLst>
          </p:cNvPr>
          <p:cNvSpPr txBox="1">
            <a:spLocks noChangeArrowheads="1"/>
          </p:cNvSpPr>
          <p:nvPr/>
        </p:nvSpPr>
        <p:spPr bwMode="auto">
          <a:xfrm>
            <a:off x="7415419" y="1784356"/>
            <a:ext cx="681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col</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31" name="Rectangle 23">
            <a:extLst>
              <a:ext uri="{FF2B5EF4-FFF2-40B4-BE49-F238E27FC236}">
                <a16:creationId xmlns:a16="http://schemas.microsoft.com/office/drawing/2014/main" id="{11FDA9B2-7DAE-C43F-D4B5-22C6D5F9203A}"/>
              </a:ext>
            </a:extLst>
          </p:cNvPr>
          <p:cNvSpPr>
            <a:spLocks noChangeArrowheads="1"/>
          </p:cNvSpPr>
          <p:nvPr/>
        </p:nvSpPr>
        <p:spPr bwMode="auto">
          <a:xfrm>
            <a:off x="2386219" y="4298956"/>
            <a:ext cx="3962400" cy="1371600"/>
          </a:xfrm>
          <a:prstGeom prst="rect">
            <a:avLst/>
          </a:prstGeom>
          <a:solidFill>
            <a:schemeClr val="accent1"/>
          </a:solidFill>
          <a:ln w="9525">
            <a:miter lim="800000"/>
            <a:headEnd/>
            <a:tailEnd/>
          </a:ln>
          <a:scene3d>
            <a:camera prst="legacyPerspectiveTopRight"/>
            <a:lightRig rig="legacyFlat3" dir="b"/>
          </a:scene3d>
          <a:sp3d extrusionH="887400" prstMaterial="legacyMatte">
            <a:bevelT w="13500" h="13500" prst="angle"/>
            <a:bevelB w="13500" h="13500" prst="angle"/>
            <a:extrusionClr>
              <a:schemeClr val="accent1"/>
            </a:extrusionClr>
            <a:contourClr>
              <a:schemeClr val="accent1"/>
            </a:contourClr>
          </a:sp3d>
        </p:spPr>
        <p:txBody>
          <a:bodyPr wrap="none" anchor="ctr">
            <a:flatTx/>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43032" name="Line 24">
            <a:extLst>
              <a:ext uri="{FF2B5EF4-FFF2-40B4-BE49-F238E27FC236}">
                <a16:creationId xmlns:a16="http://schemas.microsoft.com/office/drawing/2014/main" id="{DAF1433A-28B1-555C-0256-538BE99D5081}"/>
              </a:ext>
            </a:extLst>
          </p:cNvPr>
          <p:cNvSpPr>
            <a:spLocks noChangeShapeType="1"/>
          </p:cNvSpPr>
          <p:nvPr/>
        </p:nvSpPr>
        <p:spPr bwMode="auto">
          <a:xfrm flipV="1">
            <a:off x="5739019" y="1708156"/>
            <a:ext cx="152400" cy="76200"/>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3" name="Line 25">
            <a:extLst>
              <a:ext uri="{FF2B5EF4-FFF2-40B4-BE49-F238E27FC236}">
                <a16:creationId xmlns:a16="http://schemas.microsoft.com/office/drawing/2014/main" id="{CF30EBF5-5C36-E15C-10DF-D4952FF94108}"/>
              </a:ext>
            </a:extLst>
          </p:cNvPr>
          <p:cNvSpPr>
            <a:spLocks noChangeShapeType="1"/>
          </p:cNvSpPr>
          <p:nvPr/>
        </p:nvSpPr>
        <p:spPr bwMode="auto">
          <a:xfrm flipV="1">
            <a:off x="7110619" y="1708156"/>
            <a:ext cx="152400" cy="76200"/>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4" name="Line 26">
            <a:extLst>
              <a:ext uri="{FF2B5EF4-FFF2-40B4-BE49-F238E27FC236}">
                <a16:creationId xmlns:a16="http://schemas.microsoft.com/office/drawing/2014/main" id="{2AEE3088-69A1-96B6-D243-E49EF7127215}"/>
              </a:ext>
            </a:extLst>
          </p:cNvPr>
          <p:cNvSpPr>
            <a:spLocks noChangeShapeType="1"/>
          </p:cNvSpPr>
          <p:nvPr/>
        </p:nvSpPr>
        <p:spPr bwMode="auto">
          <a:xfrm>
            <a:off x="2386219" y="4984756"/>
            <a:ext cx="396240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5" name="Line 27">
            <a:extLst>
              <a:ext uri="{FF2B5EF4-FFF2-40B4-BE49-F238E27FC236}">
                <a16:creationId xmlns:a16="http://schemas.microsoft.com/office/drawing/2014/main" id="{7D321C77-BFA4-EDE8-E58E-23868C113DC8}"/>
              </a:ext>
            </a:extLst>
          </p:cNvPr>
          <p:cNvSpPr>
            <a:spLocks noChangeShapeType="1"/>
          </p:cNvSpPr>
          <p:nvPr/>
        </p:nvSpPr>
        <p:spPr bwMode="auto">
          <a:xfrm flipV="1">
            <a:off x="6348619" y="4908556"/>
            <a:ext cx="76200" cy="76200"/>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6" name="Line 28">
            <a:extLst>
              <a:ext uri="{FF2B5EF4-FFF2-40B4-BE49-F238E27FC236}">
                <a16:creationId xmlns:a16="http://schemas.microsoft.com/office/drawing/2014/main" id="{B5B7CDF4-B3C8-0F00-0EA9-3E662AF5843A}"/>
              </a:ext>
            </a:extLst>
          </p:cNvPr>
          <p:cNvSpPr>
            <a:spLocks noChangeShapeType="1"/>
          </p:cNvSpPr>
          <p:nvPr/>
        </p:nvSpPr>
        <p:spPr bwMode="auto">
          <a:xfrm>
            <a:off x="5129419" y="4298956"/>
            <a:ext cx="0" cy="137160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7" name="Line 29">
            <a:extLst>
              <a:ext uri="{FF2B5EF4-FFF2-40B4-BE49-F238E27FC236}">
                <a16:creationId xmlns:a16="http://schemas.microsoft.com/office/drawing/2014/main" id="{86790E0A-C673-99EE-0149-E0FF15DBECE1}"/>
              </a:ext>
            </a:extLst>
          </p:cNvPr>
          <p:cNvSpPr>
            <a:spLocks noChangeShapeType="1"/>
          </p:cNvSpPr>
          <p:nvPr/>
        </p:nvSpPr>
        <p:spPr bwMode="auto">
          <a:xfrm flipV="1">
            <a:off x="5129419" y="4222756"/>
            <a:ext cx="152400" cy="76200"/>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8" name="Line 30">
            <a:extLst>
              <a:ext uri="{FF2B5EF4-FFF2-40B4-BE49-F238E27FC236}">
                <a16:creationId xmlns:a16="http://schemas.microsoft.com/office/drawing/2014/main" id="{7A0EB979-F361-508A-F974-803942A6BA1E}"/>
              </a:ext>
            </a:extLst>
          </p:cNvPr>
          <p:cNvSpPr>
            <a:spLocks noChangeShapeType="1"/>
          </p:cNvSpPr>
          <p:nvPr/>
        </p:nvSpPr>
        <p:spPr bwMode="auto">
          <a:xfrm flipV="1">
            <a:off x="3681619" y="4222756"/>
            <a:ext cx="152400" cy="76200"/>
          </a:xfrm>
          <a:prstGeom prst="line">
            <a:avLst/>
          </a:prstGeom>
          <a:noFill/>
          <a:ln w="127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9" name="Line 31">
            <a:extLst>
              <a:ext uri="{FF2B5EF4-FFF2-40B4-BE49-F238E27FC236}">
                <a16:creationId xmlns:a16="http://schemas.microsoft.com/office/drawing/2014/main" id="{B33071AA-EF7C-1465-1578-5DAFCB9453C6}"/>
              </a:ext>
            </a:extLst>
          </p:cNvPr>
          <p:cNvSpPr>
            <a:spLocks noChangeShapeType="1"/>
          </p:cNvSpPr>
          <p:nvPr/>
        </p:nvSpPr>
        <p:spPr bwMode="auto">
          <a:xfrm>
            <a:off x="3681619" y="4298956"/>
            <a:ext cx="0" cy="137160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0" name="Text Box 32">
            <a:extLst>
              <a:ext uri="{FF2B5EF4-FFF2-40B4-BE49-F238E27FC236}">
                <a16:creationId xmlns:a16="http://schemas.microsoft.com/office/drawing/2014/main" id="{7CCB9422-7932-BFBB-752F-1E0A74E28195}"/>
              </a:ext>
            </a:extLst>
          </p:cNvPr>
          <p:cNvSpPr txBox="1">
            <a:spLocks noChangeArrowheads="1"/>
          </p:cNvSpPr>
          <p:nvPr/>
        </p:nvSpPr>
        <p:spPr bwMode="auto">
          <a:xfrm>
            <a:off x="3834019" y="4984756"/>
            <a:ext cx="1152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a</a:t>
            </a:r>
            <a:r>
              <a:rPr kumimoji="1" lang="en-US" altLang="zh-CN" sz="3200" b="1" dirty="0">
                <a:solidFill>
                  <a:schemeClr val="bg1"/>
                </a:solidFill>
                <a:latin typeface="Times New Roman" panose="02020603050405020304" pitchFamily="18" charset="0"/>
                <a:ea typeface="宋体" panose="02010600030101010101" pitchFamily="2" charset="-122"/>
              </a:rPr>
              <a:t>[</a:t>
            </a:r>
            <a:r>
              <a:rPr kumimoji="1" lang="en-US" altLang="zh-CN" sz="3200" b="1" i="1" dirty="0" err="1">
                <a:solidFill>
                  <a:schemeClr val="bg1"/>
                </a:solidFill>
                <a:latin typeface="Times New Roman" panose="02020603050405020304" pitchFamily="18" charset="0"/>
                <a:ea typeface="宋体" panose="02010600030101010101" pitchFamily="2" charset="-122"/>
              </a:rPr>
              <a:t>i</a:t>
            </a:r>
            <a:r>
              <a:rPr kumimoji="1" lang="en-US" altLang="zh-CN" sz="3200" b="1" dirty="0">
                <a:solidFill>
                  <a:schemeClr val="bg1"/>
                </a:solidFill>
                <a:latin typeface="Times New Roman" panose="02020603050405020304" pitchFamily="18" charset="0"/>
                <a:ea typeface="宋体" panose="02010600030101010101" pitchFamily="2" charset="-122"/>
              </a:rPr>
              <a:t>][</a:t>
            </a:r>
            <a:r>
              <a:rPr kumimoji="1" lang="en-US" altLang="zh-CN" sz="3200" b="1" i="1" dirty="0">
                <a:solidFill>
                  <a:schemeClr val="bg1"/>
                </a:solidFill>
                <a:latin typeface="Times New Roman" panose="02020603050405020304" pitchFamily="18" charset="0"/>
                <a:ea typeface="宋体" panose="02010600030101010101" pitchFamily="2" charset="-122"/>
              </a:rPr>
              <a:t>j</a:t>
            </a:r>
            <a:r>
              <a:rPr kumimoji="1" lang="en-US" altLang="zh-CN" sz="3200" b="1" dirty="0">
                <a:solidFill>
                  <a:schemeClr val="bg1"/>
                </a:solidFill>
                <a:latin typeface="Times New Roman" panose="02020603050405020304" pitchFamily="18" charset="0"/>
                <a:ea typeface="宋体" panose="02010600030101010101" pitchFamily="2" charset="-122"/>
              </a:rPr>
              <a:t>]</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41" name="Text Box 33">
            <a:extLst>
              <a:ext uri="{FF2B5EF4-FFF2-40B4-BE49-F238E27FC236}">
                <a16:creationId xmlns:a16="http://schemas.microsoft.com/office/drawing/2014/main" id="{67B8F8AF-AA6F-174E-961D-001B1B96B741}"/>
              </a:ext>
            </a:extLst>
          </p:cNvPr>
          <p:cNvSpPr txBox="1">
            <a:spLocks noChangeArrowheads="1"/>
          </p:cNvSpPr>
          <p:nvPr/>
        </p:nvSpPr>
        <p:spPr bwMode="auto">
          <a:xfrm>
            <a:off x="2462419" y="4298956"/>
            <a:ext cx="1111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False</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42" name="Text Box 34">
            <a:extLst>
              <a:ext uri="{FF2B5EF4-FFF2-40B4-BE49-F238E27FC236}">
                <a16:creationId xmlns:a16="http://schemas.microsoft.com/office/drawing/2014/main" id="{A3EC50CA-7759-031A-D6E8-323CD9401CFD}"/>
              </a:ext>
            </a:extLst>
          </p:cNvPr>
          <p:cNvSpPr txBox="1">
            <a:spLocks noChangeArrowheads="1"/>
          </p:cNvSpPr>
          <p:nvPr/>
        </p:nvSpPr>
        <p:spPr bwMode="auto">
          <a:xfrm>
            <a:off x="4215019" y="4298956"/>
            <a:ext cx="2968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err="1">
                <a:solidFill>
                  <a:schemeClr val="bg1"/>
                </a:solidFill>
                <a:latin typeface="Times New Roman" panose="02020603050405020304" pitchFamily="18" charset="0"/>
                <a:ea typeface="宋体" panose="02010600030101010101" pitchFamily="2" charset="-122"/>
              </a:rPr>
              <a:t>i</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43" name="Text Box 35">
            <a:extLst>
              <a:ext uri="{FF2B5EF4-FFF2-40B4-BE49-F238E27FC236}">
                <a16:creationId xmlns:a16="http://schemas.microsoft.com/office/drawing/2014/main" id="{52AA9A7A-E7C0-A594-F136-B14E757409A8}"/>
              </a:ext>
            </a:extLst>
          </p:cNvPr>
          <p:cNvSpPr txBox="1">
            <a:spLocks noChangeArrowheads="1"/>
          </p:cNvSpPr>
          <p:nvPr/>
        </p:nvSpPr>
        <p:spPr bwMode="auto">
          <a:xfrm>
            <a:off x="5586619" y="4298956"/>
            <a:ext cx="2968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j</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43044" name="Line 36">
            <a:extLst>
              <a:ext uri="{FF2B5EF4-FFF2-40B4-BE49-F238E27FC236}">
                <a16:creationId xmlns:a16="http://schemas.microsoft.com/office/drawing/2014/main" id="{FC74CD35-CC46-E983-2610-1F0961E08113}"/>
              </a:ext>
            </a:extLst>
          </p:cNvPr>
          <p:cNvSpPr>
            <a:spLocks noChangeShapeType="1"/>
          </p:cNvSpPr>
          <p:nvPr/>
        </p:nvSpPr>
        <p:spPr bwMode="auto">
          <a:xfrm>
            <a:off x="2995819" y="5289556"/>
            <a:ext cx="0" cy="685800"/>
          </a:xfrm>
          <a:prstGeom prst="line">
            <a:avLst/>
          </a:prstGeom>
          <a:noFill/>
          <a:ln w="28575">
            <a:solidFill>
              <a:srgbClr val="CC33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5" name="Line 37">
            <a:extLst>
              <a:ext uri="{FF2B5EF4-FFF2-40B4-BE49-F238E27FC236}">
                <a16:creationId xmlns:a16="http://schemas.microsoft.com/office/drawing/2014/main" id="{3E1C0F59-46D5-C80D-03C1-8B2814ABC16A}"/>
              </a:ext>
            </a:extLst>
          </p:cNvPr>
          <p:cNvSpPr>
            <a:spLocks noChangeShapeType="1"/>
          </p:cNvSpPr>
          <p:nvPr/>
        </p:nvSpPr>
        <p:spPr bwMode="auto">
          <a:xfrm>
            <a:off x="5739019" y="5289556"/>
            <a:ext cx="1219200" cy="0"/>
          </a:xfrm>
          <a:prstGeom prst="line">
            <a:avLst/>
          </a:prstGeom>
          <a:noFill/>
          <a:ln w="28575">
            <a:solidFill>
              <a:srgbClr val="C000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6" name="Text Box 38">
            <a:extLst>
              <a:ext uri="{FF2B5EF4-FFF2-40B4-BE49-F238E27FC236}">
                <a16:creationId xmlns:a16="http://schemas.microsoft.com/office/drawing/2014/main" id="{A28DD1F1-371F-8123-8102-E0DC15397D0A}"/>
              </a:ext>
            </a:extLst>
          </p:cNvPr>
          <p:cNvSpPr txBox="1">
            <a:spLocks noChangeArrowheads="1"/>
          </p:cNvSpPr>
          <p:nvPr/>
        </p:nvSpPr>
        <p:spPr bwMode="auto">
          <a:xfrm>
            <a:off x="3275806" y="5954137"/>
            <a:ext cx="24721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dirty="0">
                <a:solidFill>
                  <a:srgbClr val="0000CC"/>
                </a:solidFill>
                <a:latin typeface="Times New Roman" panose="02020603050405020304" pitchFamily="18" charset="0"/>
                <a:ea typeface="仿宋_GB2312" pitchFamily="49" charset="-122"/>
              </a:rPr>
              <a:t>(c) </a:t>
            </a:r>
            <a:r>
              <a:rPr kumimoji="1" lang="zh-CN" altLang="en-US" sz="2800" b="1" dirty="0">
                <a:solidFill>
                  <a:srgbClr val="0000CC"/>
                </a:solidFill>
                <a:latin typeface="Times New Roman" panose="02020603050405020304" pitchFamily="18" charset="0"/>
                <a:ea typeface="仿宋_GB2312" pitchFamily="49" charset="-122"/>
              </a:rPr>
              <a:t>结点</a:t>
            </a:r>
            <a:r>
              <a:rPr kumimoji="1" lang="en-US" altLang="zh-CN" sz="3200" b="1" i="1" dirty="0">
                <a:solidFill>
                  <a:srgbClr val="0000CC"/>
                </a:solidFill>
                <a:latin typeface="Times New Roman" panose="02020603050405020304" pitchFamily="18" charset="0"/>
                <a:ea typeface="仿宋_GB2312" pitchFamily="49" charset="-122"/>
              </a:rPr>
              <a:t>a</a:t>
            </a:r>
            <a:r>
              <a:rPr kumimoji="1" lang="en-US" altLang="zh-CN" sz="3200" b="1" dirty="0">
                <a:solidFill>
                  <a:srgbClr val="0000CC"/>
                </a:solidFill>
                <a:latin typeface="Times New Roman" panose="02020603050405020304" pitchFamily="18" charset="0"/>
                <a:ea typeface="仿宋_GB2312" pitchFamily="49" charset="-122"/>
              </a:rPr>
              <a:t>[</a:t>
            </a:r>
            <a:r>
              <a:rPr kumimoji="1" lang="en-US" altLang="zh-CN" sz="3200" b="1" i="1" dirty="0" err="1">
                <a:solidFill>
                  <a:srgbClr val="0000CC"/>
                </a:solidFill>
                <a:latin typeface="Times New Roman" panose="02020603050405020304" pitchFamily="18" charset="0"/>
                <a:ea typeface="仿宋_GB2312" pitchFamily="49" charset="-122"/>
              </a:rPr>
              <a:t>i</a:t>
            </a:r>
            <a:r>
              <a:rPr kumimoji="1" lang="en-US" altLang="zh-CN" sz="3200" b="1" dirty="0">
                <a:solidFill>
                  <a:srgbClr val="0000CC"/>
                </a:solidFill>
                <a:latin typeface="Times New Roman" panose="02020603050405020304" pitchFamily="18" charset="0"/>
                <a:ea typeface="仿宋_GB2312" pitchFamily="49" charset="-122"/>
              </a:rPr>
              <a:t>][</a:t>
            </a:r>
            <a:r>
              <a:rPr kumimoji="1" lang="en-US" altLang="zh-CN" sz="3200" b="1" i="1" dirty="0">
                <a:solidFill>
                  <a:srgbClr val="0000CC"/>
                </a:solidFill>
                <a:latin typeface="Times New Roman" panose="02020603050405020304" pitchFamily="18" charset="0"/>
                <a:ea typeface="仿宋_GB2312" pitchFamily="49" charset="-122"/>
              </a:rPr>
              <a:t>j</a:t>
            </a:r>
            <a:r>
              <a:rPr kumimoji="1" lang="en-US" altLang="zh-CN" sz="3200" b="1" dirty="0">
                <a:solidFill>
                  <a:srgbClr val="0000CC"/>
                </a:solidFill>
                <a:latin typeface="Times New Roman" panose="02020603050405020304" pitchFamily="18" charset="0"/>
                <a:ea typeface="仿宋_GB2312" pitchFamily="49" charset="-122"/>
              </a:rPr>
              <a:t>]</a:t>
            </a:r>
            <a:r>
              <a:rPr kumimoji="1" lang="zh-CN" altLang="en-US" sz="3200" dirty="0">
                <a:latin typeface="Times New Roman" panose="02020603050405020304" pitchFamily="18" charset="0"/>
                <a:ea typeface="宋体" panose="02010600030101010101" pitchFamily="2" charset="-122"/>
              </a:rPr>
              <a:t> </a:t>
            </a:r>
          </a:p>
        </p:txBody>
      </p:sp>
      <p:sp>
        <p:nvSpPr>
          <p:cNvPr id="43047" name="Text Box 39">
            <a:extLst>
              <a:ext uri="{FF2B5EF4-FFF2-40B4-BE49-F238E27FC236}">
                <a16:creationId xmlns:a16="http://schemas.microsoft.com/office/drawing/2014/main" id="{1ECCAA69-604F-ABEB-EC01-34C26CB28DC3}"/>
              </a:ext>
            </a:extLst>
          </p:cNvPr>
          <p:cNvSpPr txBox="1">
            <a:spLocks noChangeArrowheads="1"/>
          </p:cNvSpPr>
          <p:nvPr/>
        </p:nvSpPr>
        <p:spPr bwMode="auto">
          <a:xfrm>
            <a:off x="4596019" y="1784356"/>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i="1" dirty="0">
                <a:solidFill>
                  <a:schemeClr val="bg1"/>
                </a:solidFill>
                <a:latin typeface="Times New Roman" panose="02020603050405020304" pitchFamily="18" charset="0"/>
                <a:ea typeface="宋体" panose="02010600030101010101" pitchFamily="2" charset="-122"/>
              </a:rPr>
              <a:t>head</a:t>
            </a:r>
            <a:endParaRPr kumimoji="1" lang="en-US" altLang="zh-CN" sz="3200" dirty="0">
              <a:solidFill>
                <a:schemeClr val="bg1"/>
              </a:solidFill>
              <a:latin typeface="Times New Roman" panose="02020603050405020304" pitchFamily="18" charset="0"/>
              <a:ea typeface="宋体" panose="02010600030101010101" pitchFamily="2" charset="-122"/>
            </a:endParaRPr>
          </a:p>
        </p:txBody>
      </p:sp>
      <p:sp>
        <p:nvSpPr>
          <p:cNvPr id="3" name="标题 2">
            <a:extLst>
              <a:ext uri="{FF2B5EF4-FFF2-40B4-BE49-F238E27FC236}">
                <a16:creationId xmlns:a16="http://schemas.microsoft.com/office/drawing/2014/main" id="{3282ACD9-39F5-485B-BC8F-5DBE8AAF3F89}"/>
              </a:ext>
            </a:extLst>
          </p:cNvPr>
          <p:cNvSpPr>
            <a:spLocks noGrp="1"/>
          </p:cNvSpPr>
          <p:nvPr>
            <p:ph type="title"/>
          </p:nvPr>
        </p:nvSpPr>
        <p:spPr/>
        <p:txBody>
          <a:bodyPr/>
          <a:lstStyle/>
          <a:p>
            <a:r>
              <a:rPr lang="zh-CN" altLang="en-US" dirty="0"/>
              <a:t>稀疏矩阵的结点</a:t>
            </a:r>
          </a:p>
        </p:txBody>
      </p:sp>
      <p:sp>
        <p:nvSpPr>
          <p:cNvPr id="2" name="灯片编号占位符 1">
            <a:extLst>
              <a:ext uri="{FF2B5EF4-FFF2-40B4-BE49-F238E27FC236}">
                <a16:creationId xmlns:a16="http://schemas.microsoft.com/office/drawing/2014/main" id="{43F1C9E6-4CA1-01D6-C57B-6CA14075E7BD}"/>
              </a:ext>
            </a:extLst>
          </p:cNvPr>
          <p:cNvSpPr>
            <a:spLocks noGrp="1"/>
          </p:cNvSpPr>
          <p:nvPr>
            <p:ph type="sldNum" sz="quarter" idx="12"/>
          </p:nvPr>
        </p:nvSpPr>
        <p:spPr/>
        <p:txBody>
          <a:bodyPr/>
          <a:lstStyle/>
          <a:p>
            <a:pPr>
              <a:defRPr/>
            </a:pPr>
            <a:fld id="{75DB822A-0CFA-4B70-89C2-4987E9BB9761}" type="slidenum">
              <a:rPr lang="en-US" altLang="zh-CN" smtClean="0"/>
              <a:pPr>
                <a:defRPr/>
              </a:pPr>
              <a:t>37</a:t>
            </a:fld>
            <a:endParaRPr lang="en-US" altLang="zh-CN"/>
          </a:p>
        </p:txBody>
      </p:sp>
    </p:spTree>
  </p:cSld>
  <p:clrMapOvr>
    <a:masterClrMapping/>
  </p:clrMapOvr>
  <p:transition>
    <p:split orient="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414FE96-6BD4-2DCD-8581-9B3430641CD5}"/>
              </a:ext>
            </a:extLst>
          </p:cNvPr>
          <p:cNvSpPr>
            <a:spLocks noGrp="1"/>
          </p:cNvSpPr>
          <p:nvPr>
            <p:ph type="title"/>
          </p:nvPr>
        </p:nvSpPr>
        <p:spPr/>
        <p:txBody>
          <a:bodyPr/>
          <a:lstStyle/>
          <a:p>
            <a:r>
              <a:rPr lang="zh-CN" altLang="en-US" dirty="0"/>
              <a:t>稀疏矩阵的表头结点</a:t>
            </a:r>
          </a:p>
        </p:txBody>
      </p:sp>
      <p:sp>
        <p:nvSpPr>
          <p:cNvPr id="816130" name="Rectangle 2">
            <a:extLst>
              <a:ext uri="{FF2B5EF4-FFF2-40B4-BE49-F238E27FC236}">
                <a16:creationId xmlns:a16="http://schemas.microsoft.com/office/drawing/2014/main" id="{AD318A30-D2CB-2BEA-73E3-D8C81EDFD3CF}"/>
              </a:ext>
            </a:extLst>
          </p:cNvPr>
          <p:cNvSpPr>
            <a:spLocks noGrp="1" noChangeArrowheads="1"/>
          </p:cNvSpPr>
          <p:nvPr>
            <p:ph idx="1"/>
          </p:nvPr>
        </p:nvSpPr>
        <p:spPr>
          <a:xfrm>
            <a:off x="628650" y="1825625"/>
            <a:ext cx="7886700" cy="3607213"/>
          </a:xfrm>
        </p:spPr>
        <p:txBody>
          <a:bodyPr>
            <a:normAutofit/>
          </a:bodyPr>
          <a:lstStyle/>
          <a:p>
            <a:r>
              <a:rPr lang="en-US" altLang="zh-CN" dirty="0"/>
              <a:t>head = true</a:t>
            </a:r>
            <a:endParaRPr lang="zh-CN" altLang="en-US" dirty="0"/>
          </a:p>
          <a:p>
            <a:r>
              <a:rPr lang="zh-CN" altLang="en-US" dirty="0"/>
              <a:t>第 </a:t>
            </a:r>
            <a:r>
              <a:rPr lang="en-US" altLang="zh-CN" dirty="0" err="1"/>
              <a:t>i</a:t>
            </a:r>
            <a:r>
              <a:rPr lang="en-US" altLang="zh-CN" dirty="0"/>
              <a:t> </a:t>
            </a:r>
            <a:r>
              <a:rPr lang="zh-CN" altLang="en-US" dirty="0"/>
              <a:t>行与第 </a:t>
            </a:r>
            <a:r>
              <a:rPr lang="en-US" altLang="zh-CN" dirty="0" err="1"/>
              <a:t>i</a:t>
            </a:r>
            <a:r>
              <a:rPr lang="en-US" altLang="zh-CN" dirty="0"/>
              <a:t> </a:t>
            </a:r>
            <a:r>
              <a:rPr lang="zh-CN" altLang="en-US" dirty="0"/>
              <a:t>列共用一个头结点，用 </a:t>
            </a:r>
            <a:r>
              <a:rPr lang="en-US" altLang="zh-CN" dirty="0"/>
              <a:t>next </a:t>
            </a:r>
            <a:r>
              <a:rPr lang="zh-CN" altLang="en-US" dirty="0"/>
              <a:t>指向下一个头结点。</a:t>
            </a:r>
          </a:p>
          <a:p>
            <a:r>
              <a:rPr lang="en-US" altLang="zh-CN" dirty="0"/>
              <a:t>right </a:t>
            </a:r>
            <a:r>
              <a:rPr lang="zh-CN" altLang="en-US" dirty="0"/>
              <a:t>指向该行链表首元结点；</a:t>
            </a:r>
            <a:r>
              <a:rPr lang="en-US" altLang="zh-CN" dirty="0"/>
              <a:t>down </a:t>
            </a:r>
            <a:r>
              <a:rPr lang="zh-CN" altLang="en-US" dirty="0"/>
              <a:t>指向该列链表首元结点。</a:t>
            </a:r>
          </a:p>
        </p:txBody>
      </p:sp>
      <p:sp>
        <p:nvSpPr>
          <p:cNvPr id="3" name="灯片编号占位符 2">
            <a:extLst>
              <a:ext uri="{FF2B5EF4-FFF2-40B4-BE49-F238E27FC236}">
                <a16:creationId xmlns:a16="http://schemas.microsoft.com/office/drawing/2014/main" id="{560C75C8-7B8A-4B3E-FA3F-AD582600FB0F}"/>
              </a:ext>
            </a:extLst>
          </p:cNvPr>
          <p:cNvSpPr>
            <a:spLocks noGrp="1"/>
          </p:cNvSpPr>
          <p:nvPr>
            <p:ph type="ftr" sz="quarter" idx="11"/>
          </p:nvPr>
        </p:nvSpPr>
        <p:spPr>
          <a:xfrm>
            <a:off x="3028950" y="6356350"/>
            <a:ext cx="3086100" cy="365125"/>
          </a:xfrm>
        </p:spPr>
        <p:txBody>
          <a:bodyPr/>
          <a:lstStyle/>
          <a:p>
            <a:fld id="{60C13318-8166-4191-AD95-7EB7C1C909F1}" type="slidenum">
              <a:rPr lang="en-US" altLang="zh-CN"/>
              <a:pPr/>
              <a:t>38</a:t>
            </a:fld>
            <a:endParaRPr lang="en-US" altLang="zh-CN"/>
          </a:p>
        </p:txBody>
      </p:sp>
      <p:grpSp>
        <p:nvGrpSpPr>
          <p:cNvPr id="816131" name="Group 3">
            <a:extLst>
              <a:ext uri="{FF2B5EF4-FFF2-40B4-BE49-F238E27FC236}">
                <a16:creationId xmlns:a16="http://schemas.microsoft.com/office/drawing/2014/main" id="{8E285087-9D9F-678D-745A-203E32D7E448}"/>
              </a:ext>
            </a:extLst>
          </p:cNvPr>
          <p:cNvGrpSpPr>
            <a:grpSpLocks/>
          </p:cNvGrpSpPr>
          <p:nvPr/>
        </p:nvGrpSpPr>
        <p:grpSpPr bwMode="auto">
          <a:xfrm>
            <a:off x="3455988" y="5013325"/>
            <a:ext cx="2592387" cy="1079500"/>
            <a:chOff x="476" y="3158"/>
            <a:chExt cx="1633" cy="680"/>
          </a:xfrm>
        </p:grpSpPr>
        <p:grpSp>
          <p:nvGrpSpPr>
            <p:cNvPr id="816132" name="Group 4">
              <a:extLst>
                <a:ext uri="{FF2B5EF4-FFF2-40B4-BE49-F238E27FC236}">
                  <a16:creationId xmlns:a16="http://schemas.microsoft.com/office/drawing/2014/main" id="{24D9844C-4FA8-0678-4BAA-5476C6D33EB0}"/>
                </a:ext>
              </a:extLst>
            </p:cNvPr>
            <p:cNvGrpSpPr>
              <a:grpSpLocks/>
            </p:cNvGrpSpPr>
            <p:nvPr/>
          </p:nvGrpSpPr>
          <p:grpSpPr bwMode="auto">
            <a:xfrm>
              <a:off x="476" y="3158"/>
              <a:ext cx="1633" cy="680"/>
              <a:chOff x="476" y="3158"/>
              <a:chExt cx="1633" cy="658"/>
            </a:xfrm>
          </p:grpSpPr>
          <p:sp>
            <p:nvSpPr>
              <p:cNvPr id="816133" name="Rectangle 5">
                <a:extLst>
                  <a:ext uri="{FF2B5EF4-FFF2-40B4-BE49-F238E27FC236}">
                    <a16:creationId xmlns:a16="http://schemas.microsoft.com/office/drawing/2014/main" id="{710B5D3F-8E65-A16D-07E6-1E278DDCF287}"/>
                  </a:ext>
                </a:extLst>
              </p:cNvPr>
              <p:cNvSpPr>
                <a:spLocks noChangeArrowheads="1"/>
              </p:cNvSpPr>
              <p:nvPr/>
            </p:nvSpPr>
            <p:spPr bwMode="auto">
              <a:xfrm>
                <a:off x="476" y="3214"/>
                <a:ext cx="1577" cy="602"/>
              </a:xfrm>
              <a:prstGeom prst="rect">
                <a:avLst/>
              </a:prstGeom>
              <a:blipFill dpi="0" rotWithShape="0">
                <a:blip r:embed="rId2"/>
                <a:srcRect/>
                <a:tile tx="0" ty="0" sx="100000" sy="100000" flip="none" algn="tl"/>
              </a:blipFill>
              <a:ln w="9525">
                <a:miter lim="800000"/>
                <a:headEnd/>
                <a:tailEnd/>
              </a:ln>
              <a:effectLst/>
              <a:scene3d>
                <a:camera prst="legacyPerspectiveTopRight"/>
                <a:lightRig rig="legacyFlat3" dir="b"/>
              </a:scene3d>
              <a:sp3d extrusionH="8874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flatTx/>
              </a:bodyPr>
              <a:lstStyle/>
              <a:p>
                <a:endParaRPr lang="zh-CN" altLang="en-US"/>
              </a:p>
            </p:txBody>
          </p:sp>
          <p:sp>
            <p:nvSpPr>
              <p:cNvPr id="816134" name="Line 6">
                <a:extLst>
                  <a:ext uri="{FF2B5EF4-FFF2-40B4-BE49-F238E27FC236}">
                    <a16:creationId xmlns:a16="http://schemas.microsoft.com/office/drawing/2014/main" id="{ECAE3ABA-B024-71AC-B51C-FF54DBDF0F2E}"/>
                  </a:ext>
                </a:extLst>
              </p:cNvPr>
              <p:cNvSpPr>
                <a:spLocks noChangeShapeType="1"/>
              </p:cNvSpPr>
              <p:nvPr/>
            </p:nvSpPr>
            <p:spPr bwMode="auto">
              <a:xfrm>
                <a:off x="476" y="3515"/>
                <a:ext cx="1577"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6135" name="Line 7">
                <a:extLst>
                  <a:ext uri="{FF2B5EF4-FFF2-40B4-BE49-F238E27FC236}">
                    <a16:creationId xmlns:a16="http://schemas.microsoft.com/office/drawing/2014/main" id="{7E3A25A4-4767-E1FF-6121-B1ADA6AD1AD2}"/>
                  </a:ext>
                </a:extLst>
              </p:cNvPr>
              <p:cNvSpPr>
                <a:spLocks noChangeShapeType="1"/>
              </p:cNvSpPr>
              <p:nvPr/>
            </p:nvSpPr>
            <p:spPr bwMode="auto">
              <a:xfrm flipV="1">
                <a:off x="2053" y="3475"/>
                <a:ext cx="56" cy="40"/>
              </a:xfrm>
              <a:prstGeom prst="line">
                <a:avLst/>
              </a:prstGeom>
              <a:noFill/>
              <a:ln w="190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6136" name="Line 8">
                <a:extLst>
                  <a:ext uri="{FF2B5EF4-FFF2-40B4-BE49-F238E27FC236}">
                    <a16:creationId xmlns:a16="http://schemas.microsoft.com/office/drawing/2014/main" id="{6A2D081B-9841-E67B-0E03-0DD85E9C6FAC}"/>
                  </a:ext>
                </a:extLst>
              </p:cNvPr>
              <p:cNvSpPr>
                <a:spLocks noChangeShapeType="1"/>
              </p:cNvSpPr>
              <p:nvPr/>
            </p:nvSpPr>
            <p:spPr bwMode="auto">
              <a:xfrm>
                <a:off x="1286" y="3214"/>
                <a:ext cx="0" cy="602"/>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6137" name="Line 9">
                <a:extLst>
                  <a:ext uri="{FF2B5EF4-FFF2-40B4-BE49-F238E27FC236}">
                    <a16:creationId xmlns:a16="http://schemas.microsoft.com/office/drawing/2014/main" id="{864EE781-0752-2B8E-131F-23B3850BEE90}"/>
                  </a:ext>
                </a:extLst>
              </p:cNvPr>
              <p:cNvSpPr>
                <a:spLocks noChangeShapeType="1"/>
              </p:cNvSpPr>
              <p:nvPr/>
            </p:nvSpPr>
            <p:spPr bwMode="auto">
              <a:xfrm flipV="1">
                <a:off x="1286" y="3158"/>
                <a:ext cx="97" cy="56"/>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16138" name="Text Box 10">
              <a:extLst>
                <a:ext uri="{FF2B5EF4-FFF2-40B4-BE49-F238E27FC236}">
                  <a16:creationId xmlns:a16="http://schemas.microsoft.com/office/drawing/2014/main" id="{04CC2006-2320-A7ED-C7F3-A4E6507F4C5E}"/>
                </a:ext>
              </a:extLst>
            </p:cNvPr>
            <p:cNvSpPr txBox="1">
              <a:spLocks noChangeArrowheads="1"/>
            </p:cNvSpPr>
            <p:nvPr/>
          </p:nvSpPr>
          <p:spPr bwMode="auto">
            <a:xfrm>
              <a:off x="584" y="3498"/>
              <a:ext cx="64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down</a:t>
              </a:r>
            </a:p>
          </p:txBody>
        </p:sp>
        <p:sp>
          <p:nvSpPr>
            <p:cNvPr id="816139" name="Text Box 11">
              <a:extLst>
                <a:ext uri="{FF2B5EF4-FFF2-40B4-BE49-F238E27FC236}">
                  <a16:creationId xmlns:a16="http://schemas.microsoft.com/office/drawing/2014/main" id="{287CA55A-4F7B-1844-D878-BA992CC03D54}"/>
                </a:ext>
              </a:extLst>
            </p:cNvPr>
            <p:cNvSpPr txBox="1">
              <a:spLocks noChangeArrowheads="1"/>
            </p:cNvSpPr>
            <p:nvPr/>
          </p:nvSpPr>
          <p:spPr bwMode="auto">
            <a:xfrm>
              <a:off x="1383" y="3171"/>
              <a:ext cx="52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next</a:t>
              </a:r>
              <a:endParaRPr kumimoji="1" lang="en-US" altLang="zh-CN" sz="2800">
                <a:latin typeface="Times New Roman" panose="02020603050405020304" pitchFamily="18" charset="0"/>
              </a:endParaRPr>
            </a:p>
          </p:txBody>
        </p:sp>
        <p:sp>
          <p:nvSpPr>
            <p:cNvPr id="816140" name="Text Box 12">
              <a:extLst>
                <a:ext uri="{FF2B5EF4-FFF2-40B4-BE49-F238E27FC236}">
                  <a16:creationId xmlns:a16="http://schemas.microsoft.com/office/drawing/2014/main" id="{D3ED916F-1070-F074-78F3-D551AC46ADEA}"/>
                </a:ext>
              </a:extLst>
            </p:cNvPr>
            <p:cNvSpPr txBox="1">
              <a:spLocks noChangeArrowheads="1"/>
            </p:cNvSpPr>
            <p:nvPr/>
          </p:nvSpPr>
          <p:spPr bwMode="auto">
            <a:xfrm>
              <a:off x="1360" y="3489"/>
              <a:ext cx="58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right</a:t>
              </a:r>
            </a:p>
          </p:txBody>
        </p:sp>
        <p:sp>
          <p:nvSpPr>
            <p:cNvPr id="816141" name="Text Box 13">
              <a:extLst>
                <a:ext uri="{FF2B5EF4-FFF2-40B4-BE49-F238E27FC236}">
                  <a16:creationId xmlns:a16="http://schemas.microsoft.com/office/drawing/2014/main" id="{7DA09A9A-8149-D06A-9034-67F134AF5525}"/>
                </a:ext>
              </a:extLst>
            </p:cNvPr>
            <p:cNvSpPr txBox="1">
              <a:spLocks noChangeArrowheads="1"/>
            </p:cNvSpPr>
            <p:nvPr/>
          </p:nvSpPr>
          <p:spPr bwMode="auto">
            <a:xfrm>
              <a:off x="612" y="3181"/>
              <a:ext cx="57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head</a:t>
              </a:r>
            </a:p>
          </p:txBody>
        </p:sp>
      </p:grpSp>
    </p:spTree>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C04B549-3DFA-CA77-7EA3-CDC69488B855}"/>
              </a:ext>
            </a:extLst>
          </p:cNvPr>
          <p:cNvSpPr>
            <a:spLocks noGrp="1"/>
          </p:cNvSpPr>
          <p:nvPr>
            <p:ph type="title"/>
          </p:nvPr>
        </p:nvSpPr>
        <p:spPr/>
        <p:txBody>
          <a:bodyPr/>
          <a:lstStyle/>
          <a:p>
            <a:r>
              <a:rPr lang="zh-CN" altLang="en-US" dirty="0"/>
              <a:t>稀疏矩阵的元素结点</a:t>
            </a:r>
          </a:p>
        </p:txBody>
      </p:sp>
      <p:sp>
        <p:nvSpPr>
          <p:cNvPr id="817154" name="Rectangle 2">
            <a:extLst>
              <a:ext uri="{FF2B5EF4-FFF2-40B4-BE49-F238E27FC236}">
                <a16:creationId xmlns:a16="http://schemas.microsoft.com/office/drawing/2014/main" id="{05947407-5FFA-812B-5612-7C1517BCBEA5}"/>
              </a:ext>
            </a:extLst>
          </p:cNvPr>
          <p:cNvSpPr>
            <a:spLocks noGrp="1" noChangeArrowheads="1"/>
          </p:cNvSpPr>
          <p:nvPr>
            <p:ph idx="1"/>
          </p:nvPr>
        </p:nvSpPr>
        <p:spPr>
          <a:xfrm>
            <a:off x="628650" y="1825626"/>
            <a:ext cx="7886700" cy="3320048"/>
          </a:xfrm>
        </p:spPr>
        <p:txBody>
          <a:bodyPr>
            <a:normAutofit fontScale="85000" lnSpcReduction="20000"/>
          </a:bodyPr>
          <a:lstStyle/>
          <a:p>
            <a:r>
              <a:rPr lang="en-US" altLang="zh-CN" dirty="0"/>
              <a:t>head = false</a:t>
            </a:r>
            <a:endParaRPr lang="zh-CN" altLang="en-US" dirty="0"/>
          </a:p>
          <a:p>
            <a:r>
              <a:rPr lang="en-US" altLang="zh-CN" dirty="0"/>
              <a:t>row</a:t>
            </a:r>
            <a:r>
              <a:rPr lang="zh-CN" altLang="en-US" dirty="0"/>
              <a:t>和</a:t>
            </a:r>
            <a:r>
              <a:rPr lang="en-US" altLang="zh-CN" dirty="0"/>
              <a:t>col</a:t>
            </a:r>
            <a:r>
              <a:rPr lang="zh-CN" altLang="en-US" dirty="0"/>
              <a:t>是非零元素的行／列号，</a:t>
            </a:r>
            <a:r>
              <a:rPr lang="en-US" altLang="zh-CN" dirty="0"/>
              <a:t>value</a:t>
            </a:r>
            <a:r>
              <a:rPr lang="zh-CN" altLang="en-US" dirty="0"/>
              <a:t>是该非零元素的值。</a:t>
            </a:r>
          </a:p>
          <a:p>
            <a:r>
              <a:rPr lang="en-US" altLang="zh-CN" dirty="0"/>
              <a:t>right</a:t>
            </a:r>
            <a:r>
              <a:rPr lang="zh-CN" altLang="en-US" dirty="0"/>
              <a:t>是在行链表中指向该行下一个非零元素结点的指针；</a:t>
            </a:r>
            <a:r>
              <a:rPr lang="en-US" altLang="zh-CN" dirty="0"/>
              <a:t>down</a:t>
            </a:r>
            <a:r>
              <a:rPr lang="zh-CN" altLang="en-US" dirty="0"/>
              <a:t>是在列链表中指向该列下一个非零元素结点的指针。</a:t>
            </a:r>
          </a:p>
          <a:p>
            <a:r>
              <a:rPr lang="zh-CN" altLang="en-US" dirty="0"/>
              <a:t>每一元素结点同时处于某行某列链表中。</a:t>
            </a:r>
          </a:p>
        </p:txBody>
      </p:sp>
      <p:sp>
        <p:nvSpPr>
          <p:cNvPr id="3" name="灯片编号占位符 2">
            <a:extLst>
              <a:ext uri="{FF2B5EF4-FFF2-40B4-BE49-F238E27FC236}">
                <a16:creationId xmlns:a16="http://schemas.microsoft.com/office/drawing/2014/main" id="{020296D1-3C34-14A2-644F-43CED13DF962}"/>
              </a:ext>
            </a:extLst>
          </p:cNvPr>
          <p:cNvSpPr>
            <a:spLocks noGrp="1"/>
          </p:cNvSpPr>
          <p:nvPr>
            <p:ph type="ftr" sz="quarter" idx="11"/>
          </p:nvPr>
        </p:nvSpPr>
        <p:spPr>
          <a:xfrm>
            <a:off x="3028950" y="6356350"/>
            <a:ext cx="3086100" cy="365125"/>
          </a:xfrm>
        </p:spPr>
        <p:txBody>
          <a:bodyPr/>
          <a:lstStyle/>
          <a:p>
            <a:fld id="{F144C7F1-4B3E-4D95-86CE-0C0EA54EE590}" type="slidenum">
              <a:rPr lang="en-US" altLang="zh-CN"/>
              <a:pPr/>
              <a:t>39</a:t>
            </a:fld>
            <a:endParaRPr lang="en-US" altLang="zh-CN"/>
          </a:p>
        </p:txBody>
      </p:sp>
      <p:grpSp>
        <p:nvGrpSpPr>
          <p:cNvPr id="817155" name="Group 3">
            <a:extLst>
              <a:ext uri="{FF2B5EF4-FFF2-40B4-BE49-F238E27FC236}">
                <a16:creationId xmlns:a16="http://schemas.microsoft.com/office/drawing/2014/main" id="{16AB34A0-6D95-3D1B-018A-22997126885A}"/>
              </a:ext>
            </a:extLst>
          </p:cNvPr>
          <p:cNvGrpSpPr>
            <a:grpSpLocks/>
          </p:cNvGrpSpPr>
          <p:nvPr/>
        </p:nvGrpSpPr>
        <p:grpSpPr bwMode="auto">
          <a:xfrm>
            <a:off x="2339752" y="5171574"/>
            <a:ext cx="3965575" cy="1158875"/>
            <a:chOff x="1905" y="3158"/>
            <a:chExt cx="2498" cy="730"/>
          </a:xfrm>
        </p:grpSpPr>
        <p:grpSp>
          <p:nvGrpSpPr>
            <p:cNvPr id="817156" name="Group 4">
              <a:extLst>
                <a:ext uri="{FF2B5EF4-FFF2-40B4-BE49-F238E27FC236}">
                  <a16:creationId xmlns:a16="http://schemas.microsoft.com/office/drawing/2014/main" id="{A4A5CE04-BBAE-EEAC-7906-D50686E1B28A}"/>
                </a:ext>
              </a:extLst>
            </p:cNvPr>
            <p:cNvGrpSpPr>
              <a:grpSpLocks/>
            </p:cNvGrpSpPr>
            <p:nvPr/>
          </p:nvGrpSpPr>
          <p:grpSpPr bwMode="auto">
            <a:xfrm>
              <a:off x="1905" y="3158"/>
              <a:ext cx="2498" cy="730"/>
              <a:chOff x="2880" y="864"/>
              <a:chExt cx="2544" cy="912"/>
            </a:xfrm>
          </p:grpSpPr>
          <p:sp>
            <p:nvSpPr>
              <p:cNvPr id="817157" name="Rectangle 5">
                <a:extLst>
                  <a:ext uri="{FF2B5EF4-FFF2-40B4-BE49-F238E27FC236}">
                    <a16:creationId xmlns:a16="http://schemas.microsoft.com/office/drawing/2014/main" id="{ED00158E-F7E8-FA3C-714F-4EAAEC9924CE}"/>
                  </a:ext>
                </a:extLst>
              </p:cNvPr>
              <p:cNvSpPr>
                <a:spLocks noChangeArrowheads="1"/>
              </p:cNvSpPr>
              <p:nvPr/>
            </p:nvSpPr>
            <p:spPr bwMode="auto">
              <a:xfrm>
                <a:off x="2880" y="912"/>
                <a:ext cx="2496" cy="864"/>
              </a:xfrm>
              <a:prstGeom prst="rect">
                <a:avLst/>
              </a:prstGeom>
              <a:blipFill dpi="0" rotWithShape="0">
                <a:blip r:embed="rId2"/>
                <a:srcRect/>
                <a:tile tx="0" ty="0" sx="100000" sy="100000" flip="none" algn="tl"/>
              </a:blipFill>
              <a:ln w="9525">
                <a:miter lim="800000"/>
                <a:headEnd/>
                <a:tailEnd/>
              </a:ln>
              <a:effectLst/>
              <a:scene3d>
                <a:camera prst="legacyPerspectiveTopRight"/>
                <a:lightRig rig="legacyFlat3" dir="b"/>
              </a:scene3d>
              <a:sp3d extrusionH="8874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flatTx/>
              </a:bodyPr>
              <a:lstStyle/>
              <a:p>
                <a:endParaRPr lang="zh-CN" altLang="en-US"/>
              </a:p>
            </p:txBody>
          </p:sp>
          <p:sp>
            <p:nvSpPr>
              <p:cNvPr id="817158" name="Line 6">
                <a:extLst>
                  <a:ext uri="{FF2B5EF4-FFF2-40B4-BE49-F238E27FC236}">
                    <a16:creationId xmlns:a16="http://schemas.microsoft.com/office/drawing/2014/main" id="{C2519E62-D194-BBF4-E2D8-CBC25C52DAF0}"/>
                  </a:ext>
                </a:extLst>
              </p:cNvPr>
              <p:cNvSpPr>
                <a:spLocks noChangeShapeType="1"/>
              </p:cNvSpPr>
              <p:nvPr/>
            </p:nvSpPr>
            <p:spPr bwMode="auto">
              <a:xfrm>
                <a:off x="2880" y="1344"/>
                <a:ext cx="2496"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7159" name="Line 7">
                <a:extLst>
                  <a:ext uri="{FF2B5EF4-FFF2-40B4-BE49-F238E27FC236}">
                    <a16:creationId xmlns:a16="http://schemas.microsoft.com/office/drawing/2014/main" id="{4F5E8AD9-7D3A-2740-8350-E20DE579FAA6}"/>
                  </a:ext>
                </a:extLst>
              </p:cNvPr>
              <p:cNvSpPr>
                <a:spLocks noChangeShapeType="1"/>
              </p:cNvSpPr>
              <p:nvPr/>
            </p:nvSpPr>
            <p:spPr bwMode="auto">
              <a:xfrm flipV="1">
                <a:off x="5376" y="1296"/>
                <a:ext cx="48" cy="48"/>
              </a:xfrm>
              <a:prstGeom prst="line">
                <a:avLst/>
              </a:prstGeom>
              <a:noFill/>
              <a:ln w="190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7160" name="Line 8">
                <a:extLst>
                  <a:ext uri="{FF2B5EF4-FFF2-40B4-BE49-F238E27FC236}">
                    <a16:creationId xmlns:a16="http://schemas.microsoft.com/office/drawing/2014/main" id="{08F1C06F-96ED-3F57-769D-ABD4F56964CE}"/>
                  </a:ext>
                </a:extLst>
              </p:cNvPr>
              <p:cNvSpPr>
                <a:spLocks noChangeShapeType="1"/>
              </p:cNvSpPr>
              <p:nvPr/>
            </p:nvSpPr>
            <p:spPr bwMode="auto">
              <a:xfrm>
                <a:off x="3696" y="912"/>
                <a:ext cx="0" cy="86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7161" name="Line 9">
                <a:extLst>
                  <a:ext uri="{FF2B5EF4-FFF2-40B4-BE49-F238E27FC236}">
                    <a16:creationId xmlns:a16="http://schemas.microsoft.com/office/drawing/2014/main" id="{130F0F44-287C-0AD4-E639-4A882C279D0A}"/>
                  </a:ext>
                </a:extLst>
              </p:cNvPr>
              <p:cNvSpPr>
                <a:spLocks noChangeShapeType="1"/>
              </p:cNvSpPr>
              <p:nvPr/>
            </p:nvSpPr>
            <p:spPr bwMode="auto">
              <a:xfrm>
                <a:off x="4560" y="912"/>
                <a:ext cx="0" cy="86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7162" name="Line 10">
                <a:extLst>
                  <a:ext uri="{FF2B5EF4-FFF2-40B4-BE49-F238E27FC236}">
                    <a16:creationId xmlns:a16="http://schemas.microsoft.com/office/drawing/2014/main" id="{89C20FC9-927F-70DB-DC61-A6FFA8C1484B}"/>
                  </a:ext>
                </a:extLst>
              </p:cNvPr>
              <p:cNvSpPr>
                <a:spLocks noChangeShapeType="1"/>
              </p:cNvSpPr>
              <p:nvPr/>
            </p:nvSpPr>
            <p:spPr bwMode="auto">
              <a:xfrm flipV="1">
                <a:off x="3696" y="864"/>
                <a:ext cx="96" cy="48"/>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7163" name="Line 11">
                <a:extLst>
                  <a:ext uri="{FF2B5EF4-FFF2-40B4-BE49-F238E27FC236}">
                    <a16:creationId xmlns:a16="http://schemas.microsoft.com/office/drawing/2014/main" id="{688447E0-91B0-6664-1860-DB2C1C6563DC}"/>
                  </a:ext>
                </a:extLst>
              </p:cNvPr>
              <p:cNvSpPr>
                <a:spLocks noChangeShapeType="1"/>
              </p:cNvSpPr>
              <p:nvPr/>
            </p:nvSpPr>
            <p:spPr bwMode="auto">
              <a:xfrm flipV="1">
                <a:off x="4560" y="864"/>
                <a:ext cx="96" cy="48"/>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17164" name="Text Box 12">
              <a:extLst>
                <a:ext uri="{FF2B5EF4-FFF2-40B4-BE49-F238E27FC236}">
                  <a16:creationId xmlns:a16="http://schemas.microsoft.com/office/drawing/2014/main" id="{0641B91A-5146-EAFA-E522-BF8381A77699}"/>
                </a:ext>
              </a:extLst>
            </p:cNvPr>
            <p:cNvSpPr txBox="1">
              <a:spLocks noChangeArrowheads="1"/>
            </p:cNvSpPr>
            <p:nvPr/>
          </p:nvSpPr>
          <p:spPr bwMode="auto">
            <a:xfrm>
              <a:off x="3673" y="3557"/>
              <a:ext cx="58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right</a:t>
              </a:r>
            </a:p>
          </p:txBody>
        </p:sp>
        <p:sp>
          <p:nvSpPr>
            <p:cNvPr id="817165" name="Text Box 13">
              <a:extLst>
                <a:ext uri="{FF2B5EF4-FFF2-40B4-BE49-F238E27FC236}">
                  <a16:creationId xmlns:a16="http://schemas.microsoft.com/office/drawing/2014/main" id="{11588CD4-74F4-D96B-9824-5C627D374A74}"/>
                </a:ext>
              </a:extLst>
            </p:cNvPr>
            <p:cNvSpPr txBox="1">
              <a:spLocks noChangeArrowheads="1"/>
            </p:cNvSpPr>
            <p:nvPr/>
          </p:nvSpPr>
          <p:spPr bwMode="auto">
            <a:xfrm>
              <a:off x="2796" y="3557"/>
              <a:ext cx="62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value</a:t>
              </a:r>
            </a:p>
          </p:txBody>
        </p:sp>
        <p:sp>
          <p:nvSpPr>
            <p:cNvPr id="817166" name="Text Box 14">
              <a:extLst>
                <a:ext uri="{FF2B5EF4-FFF2-40B4-BE49-F238E27FC236}">
                  <a16:creationId xmlns:a16="http://schemas.microsoft.com/office/drawing/2014/main" id="{BDF8B43C-89C2-7066-780D-DA66AD9323AF}"/>
                </a:ext>
              </a:extLst>
            </p:cNvPr>
            <p:cNvSpPr txBox="1">
              <a:spLocks noChangeArrowheads="1"/>
            </p:cNvSpPr>
            <p:nvPr/>
          </p:nvSpPr>
          <p:spPr bwMode="auto">
            <a:xfrm>
              <a:off x="1993" y="3557"/>
              <a:ext cx="64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down</a:t>
              </a:r>
            </a:p>
          </p:txBody>
        </p:sp>
        <p:sp>
          <p:nvSpPr>
            <p:cNvPr id="817167" name="Text Box 15">
              <a:extLst>
                <a:ext uri="{FF2B5EF4-FFF2-40B4-BE49-F238E27FC236}">
                  <a16:creationId xmlns:a16="http://schemas.microsoft.com/office/drawing/2014/main" id="{B1418AA4-4287-8B43-C8DB-AA0E93D7753D}"/>
                </a:ext>
              </a:extLst>
            </p:cNvPr>
            <p:cNvSpPr txBox="1">
              <a:spLocks noChangeArrowheads="1"/>
            </p:cNvSpPr>
            <p:nvPr/>
          </p:nvSpPr>
          <p:spPr bwMode="auto">
            <a:xfrm>
              <a:off x="2008" y="3194"/>
              <a:ext cx="577" cy="327"/>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head</a:t>
              </a:r>
            </a:p>
          </p:txBody>
        </p:sp>
        <p:sp>
          <p:nvSpPr>
            <p:cNvPr id="817168" name="Text Box 16">
              <a:extLst>
                <a:ext uri="{FF2B5EF4-FFF2-40B4-BE49-F238E27FC236}">
                  <a16:creationId xmlns:a16="http://schemas.microsoft.com/office/drawing/2014/main" id="{0CD8C7C6-E2A0-E4F0-3A4A-93DD0F2F5465}"/>
                </a:ext>
              </a:extLst>
            </p:cNvPr>
            <p:cNvSpPr txBox="1">
              <a:spLocks noChangeArrowheads="1"/>
            </p:cNvSpPr>
            <p:nvPr/>
          </p:nvSpPr>
          <p:spPr bwMode="auto">
            <a:xfrm>
              <a:off x="2857" y="3181"/>
              <a:ext cx="48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row</a:t>
              </a:r>
            </a:p>
          </p:txBody>
        </p:sp>
        <p:sp>
          <p:nvSpPr>
            <p:cNvPr id="817169" name="Text Box 17">
              <a:extLst>
                <a:ext uri="{FF2B5EF4-FFF2-40B4-BE49-F238E27FC236}">
                  <a16:creationId xmlns:a16="http://schemas.microsoft.com/office/drawing/2014/main" id="{7736FE24-B2E8-E090-3B9B-71F2F3A78D87}"/>
                </a:ext>
              </a:extLst>
            </p:cNvPr>
            <p:cNvSpPr txBox="1">
              <a:spLocks noChangeArrowheads="1"/>
            </p:cNvSpPr>
            <p:nvPr/>
          </p:nvSpPr>
          <p:spPr bwMode="auto">
            <a:xfrm>
              <a:off x="3742" y="3194"/>
              <a:ext cx="38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col</a:t>
              </a:r>
            </a:p>
          </p:txBody>
        </p:sp>
      </p:grpSp>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943DB1B-6280-B95C-BB10-0345D1F1992A}"/>
              </a:ext>
            </a:extLst>
          </p:cNvPr>
          <p:cNvSpPr>
            <a:spLocks noGrp="1"/>
          </p:cNvSpPr>
          <p:nvPr>
            <p:ph type="title"/>
          </p:nvPr>
        </p:nvSpPr>
        <p:spPr/>
        <p:txBody>
          <a:bodyPr>
            <a:normAutofit/>
          </a:bodyPr>
          <a:lstStyle/>
          <a:p>
            <a:r>
              <a:rPr lang="zh-CN" altLang="en-US" dirty="0"/>
              <a:t>整个稀疏矩阵的总的头结点</a:t>
            </a:r>
          </a:p>
        </p:txBody>
      </p:sp>
      <p:sp>
        <p:nvSpPr>
          <p:cNvPr id="819202" name="Rectangle 2">
            <a:extLst>
              <a:ext uri="{FF2B5EF4-FFF2-40B4-BE49-F238E27FC236}">
                <a16:creationId xmlns:a16="http://schemas.microsoft.com/office/drawing/2014/main" id="{08257564-0BA8-1B5E-4486-16B4E539C0BA}"/>
              </a:ext>
            </a:extLst>
          </p:cNvPr>
          <p:cNvSpPr>
            <a:spLocks noGrp="1" noChangeArrowheads="1"/>
          </p:cNvSpPr>
          <p:nvPr>
            <p:ph idx="1"/>
          </p:nvPr>
        </p:nvSpPr>
        <p:spPr>
          <a:xfrm>
            <a:off x="628650" y="1825624"/>
            <a:ext cx="7886700" cy="3320048"/>
          </a:xfrm>
        </p:spPr>
        <p:txBody>
          <a:bodyPr>
            <a:normAutofit/>
          </a:bodyPr>
          <a:lstStyle/>
          <a:p>
            <a:r>
              <a:rPr lang="zh-CN" altLang="en-US" dirty="0"/>
              <a:t>与普通结点结构相同，但含义不同：</a:t>
            </a:r>
          </a:p>
          <a:p>
            <a:pPr lvl="1"/>
            <a:r>
              <a:rPr lang="en-US" altLang="zh-CN" dirty="0"/>
              <a:t>head = false</a:t>
            </a:r>
            <a:endParaRPr lang="zh-CN" altLang="en-US" dirty="0"/>
          </a:p>
          <a:p>
            <a:pPr lvl="1"/>
            <a:r>
              <a:rPr lang="en-US" altLang="zh-CN" dirty="0"/>
              <a:t>row</a:t>
            </a:r>
            <a:r>
              <a:rPr lang="zh-CN" altLang="en-US" dirty="0"/>
              <a:t>和</a:t>
            </a:r>
            <a:r>
              <a:rPr lang="en-US" altLang="zh-CN" dirty="0"/>
              <a:t>col</a:t>
            </a:r>
            <a:r>
              <a:rPr lang="zh-CN" altLang="en-US" dirty="0"/>
              <a:t>是整个矩阵的行／列数，</a:t>
            </a:r>
            <a:r>
              <a:rPr lang="en-US" altLang="zh-CN" dirty="0"/>
              <a:t>value</a:t>
            </a:r>
            <a:r>
              <a:rPr lang="zh-CN" altLang="en-US" dirty="0"/>
              <a:t>是该矩阵的非零元素个数。</a:t>
            </a:r>
          </a:p>
          <a:p>
            <a:pPr lvl="1"/>
            <a:r>
              <a:rPr lang="en-US" altLang="zh-CN" dirty="0"/>
              <a:t>right</a:t>
            </a:r>
            <a:r>
              <a:rPr lang="zh-CN" altLang="en-US" dirty="0"/>
              <a:t>、</a:t>
            </a:r>
            <a:r>
              <a:rPr lang="en-US" altLang="zh-CN" dirty="0"/>
              <a:t>down</a:t>
            </a:r>
            <a:r>
              <a:rPr lang="zh-CN" altLang="en-US" dirty="0"/>
              <a:t>都指向第一个表头结点。</a:t>
            </a:r>
          </a:p>
        </p:txBody>
      </p:sp>
      <p:sp>
        <p:nvSpPr>
          <p:cNvPr id="3" name="灯片编号占位符 2">
            <a:extLst>
              <a:ext uri="{FF2B5EF4-FFF2-40B4-BE49-F238E27FC236}">
                <a16:creationId xmlns:a16="http://schemas.microsoft.com/office/drawing/2014/main" id="{5374AC8E-EB5E-4C10-F4DE-08D5BF1CDC45}"/>
              </a:ext>
            </a:extLst>
          </p:cNvPr>
          <p:cNvSpPr>
            <a:spLocks noGrp="1"/>
          </p:cNvSpPr>
          <p:nvPr>
            <p:ph type="ftr" sz="quarter" idx="11"/>
          </p:nvPr>
        </p:nvSpPr>
        <p:spPr>
          <a:xfrm>
            <a:off x="3028950" y="6356350"/>
            <a:ext cx="3086100" cy="365125"/>
          </a:xfrm>
        </p:spPr>
        <p:txBody>
          <a:bodyPr/>
          <a:lstStyle/>
          <a:p>
            <a:fld id="{1F83B5C0-7B57-4E7D-8093-462FFB634227}" type="slidenum">
              <a:rPr lang="en-US" altLang="zh-CN"/>
              <a:pPr/>
              <a:t>40</a:t>
            </a:fld>
            <a:endParaRPr lang="en-US" altLang="zh-CN"/>
          </a:p>
        </p:txBody>
      </p:sp>
      <p:grpSp>
        <p:nvGrpSpPr>
          <p:cNvPr id="819203" name="Group 3">
            <a:extLst>
              <a:ext uri="{FF2B5EF4-FFF2-40B4-BE49-F238E27FC236}">
                <a16:creationId xmlns:a16="http://schemas.microsoft.com/office/drawing/2014/main" id="{0C548EA4-8881-8D05-99A0-729758BE1CD2}"/>
              </a:ext>
            </a:extLst>
          </p:cNvPr>
          <p:cNvGrpSpPr>
            <a:grpSpLocks/>
          </p:cNvGrpSpPr>
          <p:nvPr/>
        </p:nvGrpSpPr>
        <p:grpSpPr bwMode="auto">
          <a:xfrm>
            <a:off x="2589212" y="4701170"/>
            <a:ext cx="3965575" cy="1158875"/>
            <a:chOff x="1905" y="3158"/>
            <a:chExt cx="2498" cy="730"/>
          </a:xfrm>
        </p:grpSpPr>
        <p:grpSp>
          <p:nvGrpSpPr>
            <p:cNvPr id="819204" name="Group 4">
              <a:extLst>
                <a:ext uri="{FF2B5EF4-FFF2-40B4-BE49-F238E27FC236}">
                  <a16:creationId xmlns:a16="http://schemas.microsoft.com/office/drawing/2014/main" id="{F2427570-05E6-2ED0-5220-459ED7C033E8}"/>
                </a:ext>
              </a:extLst>
            </p:cNvPr>
            <p:cNvGrpSpPr>
              <a:grpSpLocks/>
            </p:cNvGrpSpPr>
            <p:nvPr/>
          </p:nvGrpSpPr>
          <p:grpSpPr bwMode="auto">
            <a:xfrm>
              <a:off x="1905" y="3158"/>
              <a:ext cx="2498" cy="730"/>
              <a:chOff x="2880" y="864"/>
              <a:chExt cx="2544" cy="912"/>
            </a:xfrm>
          </p:grpSpPr>
          <p:sp>
            <p:nvSpPr>
              <p:cNvPr id="819205" name="Rectangle 5">
                <a:extLst>
                  <a:ext uri="{FF2B5EF4-FFF2-40B4-BE49-F238E27FC236}">
                    <a16:creationId xmlns:a16="http://schemas.microsoft.com/office/drawing/2014/main" id="{1DD01BDA-E308-4708-AC0C-373F748E8E91}"/>
                  </a:ext>
                </a:extLst>
              </p:cNvPr>
              <p:cNvSpPr>
                <a:spLocks noChangeArrowheads="1"/>
              </p:cNvSpPr>
              <p:nvPr/>
            </p:nvSpPr>
            <p:spPr bwMode="auto">
              <a:xfrm>
                <a:off x="2880" y="912"/>
                <a:ext cx="2496" cy="864"/>
              </a:xfrm>
              <a:prstGeom prst="rect">
                <a:avLst/>
              </a:prstGeom>
              <a:blipFill dpi="0" rotWithShape="0">
                <a:blip r:embed="rId2"/>
                <a:srcRect/>
                <a:tile tx="0" ty="0" sx="100000" sy="100000" flip="none" algn="tl"/>
              </a:blipFill>
              <a:ln w="9525">
                <a:miter lim="800000"/>
                <a:headEnd/>
                <a:tailEnd/>
              </a:ln>
              <a:effectLst/>
              <a:scene3d>
                <a:camera prst="legacyPerspectiveTopRight"/>
                <a:lightRig rig="legacyFlat3" dir="b"/>
              </a:scene3d>
              <a:sp3d extrusionH="8874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flatTx/>
              </a:bodyPr>
              <a:lstStyle/>
              <a:p>
                <a:endParaRPr lang="zh-CN" altLang="en-US"/>
              </a:p>
            </p:txBody>
          </p:sp>
          <p:sp>
            <p:nvSpPr>
              <p:cNvPr id="819206" name="Line 6">
                <a:extLst>
                  <a:ext uri="{FF2B5EF4-FFF2-40B4-BE49-F238E27FC236}">
                    <a16:creationId xmlns:a16="http://schemas.microsoft.com/office/drawing/2014/main" id="{63207D96-96F8-4219-9C21-309DA85BA3B5}"/>
                  </a:ext>
                </a:extLst>
              </p:cNvPr>
              <p:cNvSpPr>
                <a:spLocks noChangeShapeType="1"/>
              </p:cNvSpPr>
              <p:nvPr/>
            </p:nvSpPr>
            <p:spPr bwMode="auto">
              <a:xfrm>
                <a:off x="2880" y="1344"/>
                <a:ext cx="2496"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07" name="Line 7">
                <a:extLst>
                  <a:ext uri="{FF2B5EF4-FFF2-40B4-BE49-F238E27FC236}">
                    <a16:creationId xmlns:a16="http://schemas.microsoft.com/office/drawing/2014/main" id="{F451371B-58C2-22A3-0D43-0DD9F6048058}"/>
                  </a:ext>
                </a:extLst>
              </p:cNvPr>
              <p:cNvSpPr>
                <a:spLocks noChangeShapeType="1"/>
              </p:cNvSpPr>
              <p:nvPr/>
            </p:nvSpPr>
            <p:spPr bwMode="auto">
              <a:xfrm flipV="1">
                <a:off x="5376" y="1296"/>
                <a:ext cx="48" cy="48"/>
              </a:xfrm>
              <a:prstGeom prst="line">
                <a:avLst/>
              </a:prstGeom>
              <a:noFill/>
              <a:ln w="190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08" name="Line 8">
                <a:extLst>
                  <a:ext uri="{FF2B5EF4-FFF2-40B4-BE49-F238E27FC236}">
                    <a16:creationId xmlns:a16="http://schemas.microsoft.com/office/drawing/2014/main" id="{9A6338DC-1414-8E9F-2DA1-AA882E5ACC80}"/>
                  </a:ext>
                </a:extLst>
              </p:cNvPr>
              <p:cNvSpPr>
                <a:spLocks noChangeShapeType="1"/>
              </p:cNvSpPr>
              <p:nvPr/>
            </p:nvSpPr>
            <p:spPr bwMode="auto">
              <a:xfrm>
                <a:off x="3696" y="912"/>
                <a:ext cx="0" cy="86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09" name="Line 9">
                <a:extLst>
                  <a:ext uri="{FF2B5EF4-FFF2-40B4-BE49-F238E27FC236}">
                    <a16:creationId xmlns:a16="http://schemas.microsoft.com/office/drawing/2014/main" id="{E589A1C6-E350-DBD1-6ACF-A307C0159CB5}"/>
                  </a:ext>
                </a:extLst>
              </p:cNvPr>
              <p:cNvSpPr>
                <a:spLocks noChangeShapeType="1"/>
              </p:cNvSpPr>
              <p:nvPr/>
            </p:nvSpPr>
            <p:spPr bwMode="auto">
              <a:xfrm>
                <a:off x="4560" y="912"/>
                <a:ext cx="0" cy="86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10" name="Line 10">
                <a:extLst>
                  <a:ext uri="{FF2B5EF4-FFF2-40B4-BE49-F238E27FC236}">
                    <a16:creationId xmlns:a16="http://schemas.microsoft.com/office/drawing/2014/main" id="{F159CE87-A28D-5CFB-1B8C-E6279F22AC51}"/>
                  </a:ext>
                </a:extLst>
              </p:cNvPr>
              <p:cNvSpPr>
                <a:spLocks noChangeShapeType="1"/>
              </p:cNvSpPr>
              <p:nvPr/>
            </p:nvSpPr>
            <p:spPr bwMode="auto">
              <a:xfrm flipV="1">
                <a:off x="3696" y="864"/>
                <a:ext cx="96" cy="48"/>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211" name="Line 11">
                <a:extLst>
                  <a:ext uri="{FF2B5EF4-FFF2-40B4-BE49-F238E27FC236}">
                    <a16:creationId xmlns:a16="http://schemas.microsoft.com/office/drawing/2014/main" id="{4A162FEB-4AC5-1450-98DB-570642C7A743}"/>
                  </a:ext>
                </a:extLst>
              </p:cNvPr>
              <p:cNvSpPr>
                <a:spLocks noChangeShapeType="1"/>
              </p:cNvSpPr>
              <p:nvPr/>
            </p:nvSpPr>
            <p:spPr bwMode="auto">
              <a:xfrm flipV="1">
                <a:off x="4560" y="864"/>
                <a:ext cx="96" cy="48"/>
              </a:xfrm>
              <a:prstGeom prst="line">
                <a:avLst/>
              </a:prstGeom>
              <a:noFill/>
              <a:ln w="127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19212" name="Text Box 12">
              <a:extLst>
                <a:ext uri="{FF2B5EF4-FFF2-40B4-BE49-F238E27FC236}">
                  <a16:creationId xmlns:a16="http://schemas.microsoft.com/office/drawing/2014/main" id="{2DAC137E-1EC0-25BB-5613-B417AC09AD86}"/>
                </a:ext>
              </a:extLst>
            </p:cNvPr>
            <p:cNvSpPr txBox="1">
              <a:spLocks noChangeArrowheads="1"/>
            </p:cNvSpPr>
            <p:nvPr/>
          </p:nvSpPr>
          <p:spPr bwMode="auto">
            <a:xfrm>
              <a:off x="3673" y="3557"/>
              <a:ext cx="58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right</a:t>
              </a:r>
            </a:p>
          </p:txBody>
        </p:sp>
        <p:sp>
          <p:nvSpPr>
            <p:cNvPr id="819213" name="Text Box 13">
              <a:extLst>
                <a:ext uri="{FF2B5EF4-FFF2-40B4-BE49-F238E27FC236}">
                  <a16:creationId xmlns:a16="http://schemas.microsoft.com/office/drawing/2014/main" id="{B3188F03-9474-15EF-8540-1AF28704CCFD}"/>
                </a:ext>
              </a:extLst>
            </p:cNvPr>
            <p:cNvSpPr txBox="1">
              <a:spLocks noChangeArrowheads="1"/>
            </p:cNvSpPr>
            <p:nvPr/>
          </p:nvSpPr>
          <p:spPr bwMode="auto">
            <a:xfrm>
              <a:off x="2796" y="3557"/>
              <a:ext cx="62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value</a:t>
              </a:r>
            </a:p>
          </p:txBody>
        </p:sp>
        <p:sp>
          <p:nvSpPr>
            <p:cNvPr id="819214" name="Text Box 14">
              <a:extLst>
                <a:ext uri="{FF2B5EF4-FFF2-40B4-BE49-F238E27FC236}">
                  <a16:creationId xmlns:a16="http://schemas.microsoft.com/office/drawing/2014/main" id="{313CF894-5902-3B00-4C12-5DC51F8893D6}"/>
                </a:ext>
              </a:extLst>
            </p:cNvPr>
            <p:cNvSpPr txBox="1">
              <a:spLocks noChangeArrowheads="1"/>
            </p:cNvSpPr>
            <p:nvPr/>
          </p:nvSpPr>
          <p:spPr bwMode="auto">
            <a:xfrm>
              <a:off x="1993" y="3557"/>
              <a:ext cx="64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down</a:t>
              </a:r>
            </a:p>
          </p:txBody>
        </p:sp>
        <p:sp>
          <p:nvSpPr>
            <p:cNvPr id="819215" name="Text Box 15">
              <a:extLst>
                <a:ext uri="{FF2B5EF4-FFF2-40B4-BE49-F238E27FC236}">
                  <a16:creationId xmlns:a16="http://schemas.microsoft.com/office/drawing/2014/main" id="{FA1F09E4-C63E-30E3-8B4C-FC3BA11F3C5E}"/>
                </a:ext>
              </a:extLst>
            </p:cNvPr>
            <p:cNvSpPr txBox="1">
              <a:spLocks noChangeArrowheads="1"/>
            </p:cNvSpPr>
            <p:nvPr/>
          </p:nvSpPr>
          <p:spPr bwMode="auto">
            <a:xfrm>
              <a:off x="2008" y="3194"/>
              <a:ext cx="577" cy="327"/>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head</a:t>
              </a:r>
            </a:p>
          </p:txBody>
        </p:sp>
        <p:sp>
          <p:nvSpPr>
            <p:cNvPr id="819216" name="Text Box 16">
              <a:extLst>
                <a:ext uri="{FF2B5EF4-FFF2-40B4-BE49-F238E27FC236}">
                  <a16:creationId xmlns:a16="http://schemas.microsoft.com/office/drawing/2014/main" id="{69BFED46-D8F6-F2BC-C9AE-9D7D0069666B}"/>
                </a:ext>
              </a:extLst>
            </p:cNvPr>
            <p:cNvSpPr txBox="1">
              <a:spLocks noChangeArrowheads="1"/>
            </p:cNvSpPr>
            <p:nvPr/>
          </p:nvSpPr>
          <p:spPr bwMode="auto">
            <a:xfrm>
              <a:off x="2857" y="3181"/>
              <a:ext cx="48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row</a:t>
              </a:r>
            </a:p>
          </p:txBody>
        </p:sp>
        <p:sp>
          <p:nvSpPr>
            <p:cNvPr id="819217" name="Text Box 17">
              <a:extLst>
                <a:ext uri="{FF2B5EF4-FFF2-40B4-BE49-F238E27FC236}">
                  <a16:creationId xmlns:a16="http://schemas.microsoft.com/office/drawing/2014/main" id="{D10DBE0A-D43C-3455-27DC-0F561C6DA82A}"/>
                </a:ext>
              </a:extLst>
            </p:cNvPr>
            <p:cNvSpPr txBox="1">
              <a:spLocks noChangeArrowheads="1"/>
            </p:cNvSpPr>
            <p:nvPr/>
          </p:nvSpPr>
          <p:spPr bwMode="auto">
            <a:xfrm>
              <a:off x="3742" y="3194"/>
              <a:ext cx="38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1">
                  <a:latin typeface="Times New Roman" panose="02020603050405020304" pitchFamily="18" charset="0"/>
                </a:rPr>
                <a:t>col</a:t>
              </a:r>
            </a:p>
          </p:txBody>
        </p:sp>
      </p:gr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a:extLst>
              <a:ext uri="{FF2B5EF4-FFF2-40B4-BE49-F238E27FC236}">
                <a16:creationId xmlns:a16="http://schemas.microsoft.com/office/drawing/2014/main" id="{B1DBA359-18A5-607F-8B57-24FF01D7E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9144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5" name="Picture 3">
            <a:extLst>
              <a:ext uri="{FF2B5EF4-FFF2-40B4-BE49-F238E27FC236}">
                <a16:creationId xmlns:a16="http://schemas.microsoft.com/office/drawing/2014/main" id="{3ED36373-A95D-97B4-4970-4780F2B8E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207575"/>
            <a:ext cx="9144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B8F2B664-58C6-486E-8E08-F264D5531D25}"/>
              </a:ext>
            </a:extLst>
          </p:cNvPr>
          <p:cNvSpPr>
            <a:spLocks noGrp="1"/>
          </p:cNvSpPr>
          <p:nvPr>
            <p:ph type="title"/>
          </p:nvPr>
        </p:nvSpPr>
        <p:spPr>
          <a:xfrm>
            <a:off x="395536" y="365125"/>
            <a:ext cx="8424936" cy="399579"/>
          </a:xfrm>
        </p:spPr>
        <p:txBody>
          <a:bodyPr/>
          <a:lstStyle/>
          <a:p>
            <a:r>
              <a:rPr lang="zh-CN" altLang="en-US" dirty="0"/>
              <a:t>稀疏矩阵的正交链表表示的示例</a:t>
            </a:r>
          </a:p>
        </p:txBody>
      </p:sp>
      <p:sp>
        <p:nvSpPr>
          <p:cNvPr id="4" name="矩形 3">
            <a:extLst>
              <a:ext uri="{FF2B5EF4-FFF2-40B4-BE49-F238E27FC236}">
                <a16:creationId xmlns:a16="http://schemas.microsoft.com/office/drawing/2014/main" id="{852320D1-6954-478F-A0F3-2E7AA1DD81EA}"/>
              </a:ext>
            </a:extLst>
          </p:cNvPr>
          <p:cNvSpPr/>
          <p:nvPr/>
        </p:nvSpPr>
        <p:spPr>
          <a:xfrm>
            <a:off x="395536" y="6165304"/>
            <a:ext cx="1296144" cy="4044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a:extLst>
              <a:ext uri="{FF2B5EF4-FFF2-40B4-BE49-F238E27FC236}">
                <a16:creationId xmlns:a16="http://schemas.microsoft.com/office/drawing/2014/main" id="{8E99E2F1-8577-C737-0B93-BFD464FF86E4}"/>
              </a:ext>
            </a:extLst>
          </p:cNvPr>
          <p:cNvSpPr>
            <a:spLocks noGrp="1"/>
          </p:cNvSpPr>
          <p:nvPr>
            <p:ph type="sldNum" sz="quarter" idx="12"/>
          </p:nvPr>
        </p:nvSpPr>
        <p:spPr/>
        <p:txBody>
          <a:bodyPr/>
          <a:lstStyle/>
          <a:p>
            <a:pPr>
              <a:defRPr/>
            </a:pPr>
            <a:fld id="{75DB822A-0CFA-4B70-89C2-4987E9BB9761}" type="slidenum">
              <a:rPr lang="en-US" altLang="zh-CN" smtClean="0"/>
              <a:pPr>
                <a:defRPr/>
              </a:pPr>
              <a:t>41</a:t>
            </a:fld>
            <a:endParaRPr lang="en-US" altLang="zh-CN"/>
          </a:p>
        </p:txBody>
      </p:sp>
      <p:sp>
        <p:nvSpPr>
          <p:cNvPr id="6" name="文本框 5">
            <a:extLst>
              <a:ext uri="{FF2B5EF4-FFF2-40B4-BE49-F238E27FC236}">
                <a16:creationId xmlns:a16="http://schemas.microsoft.com/office/drawing/2014/main" id="{5BCC4C7E-1BD3-8750-7E3A-16C42806178D}"/>
              </a:ext>
            </a:extLst>
          </p:cNvPr>
          <p:cNvSpPr txBox="1"/>
          <p:nvPr/>
        </p:nvSpPr>
        <p:spPr>
          <a:xfrm>
            <a:off x="4499992" y="4032585"/>
            <a:ext cx="1080120" cy="369332"/>
          </a:xfrm>
          <a:prstGeom prst="rect">
            <a:avLst/>
          </a:prstGeom>
          <a:noFill/>
        </p:spPr>
        <p:txBody>
          <a:bodyPr wrap="square" rtlCol="0">
            <a:spAutoFit/>
          </a:bodyPr>
          <a:lstStyle/>
          <a:p>
            <a:r>
              <a:rPr lang="en-US" altLang="zh-CN" dirty="0"/>
              <a:t>right</a:t>
            </a:r>
            <a:r>
              <a:rPr lang="zh-CN" altLang="en-US" dirty="0"/>
              <a:t>链</a:t>
            </a:r>
          </a:p>
        </p:txBody>
      </p:sp>
      <p:sp>
        <p:nvSpPr>
          <p:cNvPr id="7" name="文本框 6">
            <a:extLst>
              <a:ext uri="{FF2B5EF4-FFF2-40B4-BE49-F238E27FC236}">
                <a16:creationId xmlns:a16="http://schemas.microsoft.com/office/drawing/2014/main" id="{A817FDA4-194D-BD8F-E275-B6605FBBED96}"/>
              </a:ext>
            </a:extLst>
          </p:cNvPr>
          <p:cNvSpPr txBox="1"/>
          <p:nvPr/>
        </p:nvSpPr>
        <p:spPr>
          <a:xfrm>
            <a:off x="8577263" y="967922"/>
            <a:ext cx="461665" cy="924272"/>
          </a:xfrm>
          <a:prstGeom prst="rect">
            <a:avLst/>
          </a:prstGeom>
          <a:noFill/>
        </p:spPr>
        <p:txBody>
          <a:bodyPr vert="eaVert" wrap="square" rtlCol="0">
            <a:spAutoFit/>
          </a:bodyPr>
          <a:lstStyle/>
          <a:p>
            <a:r>
              <a:rPr lang="en-US" altLang="zh-CN" dirty="0"/>
              <a:t>Next</a:t>
            </a:r>
            <a:r>
              <a:rPr lang="zh-CN" altLang="en-US" dirty="0"/>
              <a:t>链</a:t>
            </a:r>
          </a:p>
        </p:txBody>
      </p:sp>
      <p:sp>
        <p:nvSpPr>
          <p:cNvPr id="8" name="文本框 7">
            <a:extLst>
              <a:ext uri="{FF2B5EF4-FFF2-40B4-BE49-F238E27FC236}">
                <a16:creationId xmlns:a16="http://schemas.microsoft.com/office/drawing/2014/main" id="{541B5CF2-7D0E-F7A4-0F65-0BB3A40507DF}"/>
              </a:ext>
            </a:extLst>
          </p:cNvPr>
          <p:cNvSpPr txBox="1"/>
          <p:nvPr/>
        </p:nvSpPr>
        <p:spPr>
          <a:xfrm>
            <a:off x="2699792" y="4442190"/>
            <a:ext cx="461665" cy="976297"/>
          </a:xfrm>
          <a:prstGeom prst="rect">
            <a:avLst/>
          </a:prstGeom>
          <a:noFill/>
        </p:spPr>
        <p:txBody>
          <a:bodyPr vert="eaVert" wrap="square" rtlCol="0">
            <a:spAutoFit/>
          </a:bodyPr>
          <a:lstStyle/>
          <a:p>
            <a:r>
              <a:rPr lang="en-US" altLang="zh-CN" dirty="0"/>
              <a:t>down</a:t>
            </a:r>
            <a:r>
              <a:rPr lang="zh-CN" altLang="en-US" dirty="0"/>
              <a:t>链</a:t>
            </a:r>
          </a:p>
        </p:txBody>
      </p:sp>
    </p:spTree>
  </p:cSld>
  <p:clrMapOvr>
    <a:masterClrMapping/>
  </p:clrMapOvr>
  <p:transition>
    <p:split orient="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F5621D9-1942-4C4D-A8BA-DBCAEEFDBF2C}"/>
              </a:ext>
            </a:extLst>
          </p:cNvPr>
          <p:cNvSpPr>
            <a:spLocks noGrp="1"/>
          </p:cNvSpPr>
          <p:nvPr>
            <p:ph type="title"/>
          </p:nvPr>
        </p:nvSpPr>
        <p:spPr/>
        <p:txBody>
          <a:bodyPr/>
          <a:lstStyle/>
          <a:p>
            <a:r>
              <a:rPr lang="en-US" altLang="zh-CN" dirty="0"/>
              <a:t>4.4 </a:t>
            </a:r>
            <a:r>
              <a:rPr lang="zh-CN" altLang="en-US" dirty="0"/>
              <a:t>字符串 </a:t>
            </a:r>
            <a:r>
              <a:rPr lang="en-US" altLang="zh-CN" dirty="0"/>
              <a:t>(String)</a:t>
            </a:r>
            <a:endParaRPr lang="zh-CN" altLang="en-US" dirty="0"/>
          </a:p>
        </p:txBody>
      </p:sp>
      <p:sp>
        <p:nvSpPr>
          <p:cNvPr id="5" name="内容占位符 4">
            <a:extLst>
              <a:ext uri="{FF2B5EF4-FFF2-40B4-BE49-F238E27FC236}">
                <a16:creationId xmlns:a16="http://schemas.microsoft.com/office/drawing/2014/main" id="{4C4C6D04-9993-4C13-B737-A7331B760C57}"/>
              </a:ext>
            </a:extLst>
          </p:cNvPr>
          <p:cNvSpPr>
            <a:spLocks noGrp="1"/>
          </p:cNvSpPr>
          <p:nvPr>
            <p:ph idx="1"/>
          </p:nvPr>
        </p:nvSpPr>
        <p:spPr/>
        <p:txBody>
          <a:bodyPr>
            <a:normAutofit/>
          </a:bodyPr>
          <a:lstStyle/>
          <a:p>
            <a:r>
              <a:rPr lang="zh-CN" altLang="en-US" dirty="0"/>
              <a:t>字符串是 </a:t>
            </a:r>
            <a:r>
              <a:rPr lang="en-US" altLang="zh-CN" dirty="0"/>
              <a:t>n (≥ 0) </a:t>
            </a:r>
            <a:r>
              <a:rPr lang="zh-CN" altLang="en-US" dirty="0"/>
              <a:t>个字符的有限序列，记作</a:t>
            </a:r>
            <a:r>
              <a:rPr lang="en-US" altLang="zh-CN" dirty="0"/>
              <a:t>S : “c</a:t>
            </a:r>
            <a:r>
              <a:rPr lang="en-US" altLang="zh-CN" baseline="-25000" dirty="0"/>
              <a:t>1</a:t>
            </a:r>
            <a:r>
              <a:rPr lang="en-US" altLang="zh-CN" dirty="0"/>
              <a:t>c</a:t>
            </a:r>
            <a:r>
              <a:rPr lang="en-US" altLang="zh-CN" baseline="-25000" dirty="0"/>
              <a:t>2</a:t>
            </a:r>
            <a:r>
              <a:rPr lang="en-US" altLang="zh-CN" dirty="0"/>
              <a:t>c</a:t>
            </a:r>
            <a:r>
              <a:rPr lang="en-US" altLang="zh-CN" baseline="-25000" dirty="0"/>
              <a:t>3</a:t>
            </a:r>
            <a:r>
              <a:rPr lang="en-US" altLang="zh-CN" dirty="0"/>
              <a:t>…</a:t>
            </a:r>
            <a:r>
              <a:rPr lang="en-US" altLang="zh-CN" dirty="0" err="1"/>
              <a:t>c</a:t>
            </a:r>
            <a:r>
              <a:rPr lang="en-US" altLang="zh-CN" baseline="-25000" dirty="0" err="1"/>
              <a:t>n</a:t>
            </a:r>
            <a:r>
              <a:rPr lang="en-US" altLang="zh-CN" dirty="0"/>
              <a:t>”</a:t>
            </a:r>
            <a:r>
              <a:rPr lang="zh-CN" altLang="en-US" dirty="0"/>
              <a:t>，其中：</a:t>
            </a:r>
            <a:endParaRPr lang="en-US" altLang="zh-CN" dirty="0"/>
          </a:p>
          <a:p>
            <a:pPr lvl="1"/>
            <a:r>
              <a:rPr lang="en-US" altLang="zh-CN" dirty="0"/>
              <a:t>S </a:t>
            </a:r>
            <a:r>
              <a:rPr lang="zh-CN" altLang="en-US" dirty="0"/>
              <a:t>是串名字</a:t>
            </a:r>
          </a:p>
          <a:p>
            <a:pPr lvl="1"/>
            <a:r>
              <a:rPr lang="zh-CN" altLang="en-US" dirty="0"/>
              <a:t>“</a:t>
            </a:r>
            <a:r>
              <a:rPr lang="en-US" altLang="zh-CN" dirty="0"/>
              <a:t>c</a:t>
            </a:r>
            <a:r>
              <a:rPr lang="en-US" altLang="zh-CN" baseline="-25000" dirty="0"/>
              <a:t>1</a:t>
            </a:r>
            <a:r>
              <a:rPr lang="en-US" altLang="zh-CN" dirty="0"/>
              <a:t>c</a:t>
            </a:r>
            <a:r>
              <a:rPr lang="en-US" altLang="zh-CN" baseline="-25000" dirty="0"/>
              <a:t>2</a:t>
            </a:r>
            <a:r>
              <a:rPr lang="en-US" altLang="zh-CN" dirty="0"/>
              <a:t>c</a:t>
            </a:r>
            <a:r>
              <a:rPr lang="en-US" altLang="zh-CN" baseline="-25000" dirty="0"/>
              <a:t>3</a:t>
            </a:r>
            <a:r>
              <a:rPr lang="en-US" altLang="zh-CN" dirty="0"/>
              <a:t>…</a:t>
            </a:r>
            <a:r>
              <a:rPr lang="en-US" altLang="zh-CN" dirty="0" err="1"/>
              <a:t>c</a:t>
            </a:r>
            <a:r>
              <a:rPr lang="en-US" altLang="zh-CN" baseline="-25000" dirty="0" err="1"/>
              <a:t>n</a:t>
            </a:r>
            <a:r>
              <a:rPr lang="en-US" altLang="zh-CN" dirty="0"/>
              <a:t>”</a:t>
            </a:r>
            <a:r>
              <a:rPr lang="zh-CN" altLang="en-US" dirty="0"/>
              <a:t>是串值</a:t>
            </a:r>
          </a:p>
          <a:p>
            <a:pPr lvl="1"/>
            <a:r>
              <a:rPr lang="en-US" altLang="zh-CN" dirty="0"/>
              <a:t>c</a:t>
            </a:r>
            <a:r>
              <a:rPr lang="en-US" altLang="zh-CN" baseline="-25000" dirty="0"/>
              <a:t>i</a:t>
            </a:r>
            <a:r>
              <a:rPr lang="zh-CN" altLang="en-US" dirty="0"/>
              <a:t>是串中字符</a:t>
            </a:r>
          </a:p>
          <a:p>
            <a:pPr lvl="1"/>
            <a:r>
              <a:rPr lang="en-US" altLang="zh-CN" dirty="0"/>
              <a:t>n </a:t>
            </a:r>
            <a:r>
              <a:rPr lang="zh-CN" altLang="en-US" dirty="0"/>
              <a:t>是串的长度。</a:t>
            </a:r>
          </a:p>
          <a:p>
            <a:r>
              <a:rPr lang="zh-CN" altLang="en-US" dirty="0"/>
              <a:t>例如</a:t>
            </a:r>
            <a:r>
              <a:rPr lang="en-US" altLang="zh-CN" dirty="0"/>
              <a:t>,  S = “University”</a:t>
            </a:r>
          </a:p>
        </p:txBody>
      </p:sp>
      <p:sp>
        <p:nvSpPr>
          <p:cNvPr id="3" name="灯片编号占位符 2">
            <a:extLst>
              <a:ext uri="{FF2B5EF4-FFF2-40B4-BE49-F238E27FC236}">
                <a16:creationId xmlns:a16="http://schemas.microsoft.com/office/drawing/2014/main" id="{383011DE-DE8B-4866-AB43-695C8238FD1B}"/>
              </a:ext>
            </a:extLst>
          </p:cNvPr>
          <p:cNvSpPr>
            <a:spLocks noGrp="1"/>
          </p:cNvSpPr>
          <p:nvPr>
            <p:ph type="sldNum" sz="quarter" idx="12"/>
          </p:nvPr>
        </p:nvSpPr>
        <p:spPr/>
        <p:txBody>
          <a:bodyPr/>
          <a:lstStyle/>
          <a:p>
            <a:pPr>
              <a:defRPr/>
            </a:pPr>
            <a:fld id="{75DB822A-0CFA-4B70-89C2-4987E9BB9761}" type="slidenum">
              <a:rPr lang="en-US" altLang="zh-CN" smtClean="0"/>
              <a:pPr>
                <a:defRPr/>
              </a:pPr>
              <a:t>42</a:t>
            </a:fld>
            <a:endParaRPr lang="en-US" altLang="zh-CN"/>
          </a:p>
        </p:txBody>
      </p:sp>
    </p:spTree>
    <p:extLst>
      <p:ext uri="{BB962C8B-B14F-4D97-AF65-F5344CB8AC3E}">
        <p14:creationId xmlns:p14="http://schemas.microsoft.com/office/powerpoint/2010/main" val="1609911953"/>
      </p:ext>
    </p:extLst>
  </p:cSld>
  <p:clrMapOvr>
    <a:masterClrMapping/>
  </p:clrMapOvr>
  <p:transition>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8C42980-3DD2-3CEB-86EF-1BA8DF58D56A}"/>
              </a:ext>
            </a:extLst>
          </p:cNvPr>
          <p:cNvSpPr>
            <a:spLocks noGrp="1" noChangeArrowheads="1"/>
          </p:cNvSpPr>
          <p:nvPr>
            <p:ph type="title"/>
          </p:nvPr>
        </p:nvSpPr>
        <p:spPr/>
        <p:txBody>
          <a:bodyPr/>
          <a:lstStyle/>
          <a:p>
            <a:pPr eaLnBrk="1" hangingPunct="1"/>
            <a:r>
              <a:rPr lang="en-US" altLang="zh-CN"/>
              <a:t>C++</a:t>
            </a:r>
            <a:r>
              <a:rPr lang="zh-CN" altLang="en-US"/>
              <a:t>有关字符串的库函数</a:t>
            </a:r>
          </a:p>
        </p:txBody>
      </p:sp>
      <p:sp>
        <p:nvSpPr>
          <p:cNvPr id="46083" name="Rectangle 3">
            <a:extLst>
              <a:ext uri="{FF2B5EF4-FFF2-40B4-BE49-F238E27FC236}">
                <a16:creationId xmlns:a16="http://schemas.microsoft.com/office/drawing/2014/main" id="{326C47FB-F81A-011D-5281-BF9CF3BE539D}"/>
              </a:ext>
            </a:extLst>
          </p:cNvPr>
          <p:cNvSpPr>
            <a:spLocks noGrp="1" noChangeArrowheads="1"/>
          </p:cNvSpPr>
          <p:nvPr>
            <p:ph idx="1"/>
          </p:nvPr>
        </p:nvSpPr>
        <p:spPr/>
        <p:txBody>
          <a:bodyPr/>
          <a:lstStyle/>
          <a:p>
            <a:pPr eaLnBrk="1" hangingPunct="1"/>
            <a:r>
              <a:rPr lang="zh-CN" altLang="en-US" dirty="0"/>
              <a:t>（自学）</a:t>
            </a:r>
          </a:p>
        </p:txBody>
      </p:sp>
      <p:sp>
        <p:nvSpPr>
          <p:cNvPr id="3" name="灯片编号占位符 2">
            <a:extLst>
              <a:ext uri="{FF2B5EF4-FFF2-40B4-BE49-F238E27FC236}">
                <a16:creationId xmlns:a16="http://schemas.microsoft.com/office/drawing/2014/main" id="{2CC89A0E-DFAA-ED45-3D18-BA3EEF437DE7}"/>
              </a:ext>
            </a:extLst>
          </p:cNvPr>
          <p:cNvSpPr>
            <a:spLocks noGrp="1"/>
          </p:cNvSpPr>
          <p:nvPr>
            <p:ph type="sldNum" sz="quarter" idx="12"/>
          </p:nvPr>
        </p:nvSpPr>
        <p:spPr/>
        <p:txBody>
          <a:bodyPr/>
          <a:lstStyle/>
          <a:p>
            <a:pPr>
              <a:defRPr/>
            </a:pPr>
            <a:fld id="{34C23A13-5672-41C0-8934-A4311B913B34}" type="slidenum">
              <a:rPr lang="en-US" altLang="zh-CN" smtClean="0"/>
              <a:pPr>
                <a:defRPr/>
              </a:pPr>
              <a:t>43</a:t>
            </a:fld>
            <a:endParaRPr lang="en-US" altLang="zh-CN"/>
          </a:p>
        </p:txBody>
      </p:sp>
    </p:spTree>
  </p:cSld>
  <p:clrMapOvr>
    <a:masterClrMapping/>
  </p:clrMapOvr>
  <p:transition>
    <p:spli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F13AE81-D9B2-8DB1-47BC-36ACF8FE8455}"/>
              </a:ext>
            </a:extLst>
          </p:cNvPr>
          <p:cNvSpPr>
            <a:spLocks noGrp="1" noChangeArrowheads="1"/>
          </p:cNvSpPr>
          <p:nvPr>
            <p:ph type="title"/>
          </p:nvPr>
        </p:nvSpPr>
        <p:spPr/>
        <p:txBody>
          <a:bodyPr/>
          <a:lstStyle/>
          <a:p>
            <a:pPr eaLnBrk="1" hangingPunct="1"/>
            <a:r>
              <a:rPr lang="zh-CN" altLang="en-US"/>
              <a:t>字符串的实现</a:t>
            </a:r>
          </a:p>
        </p:txBody>
      </p:sp>
      <p:sp>
        <p:nvSpPr>
          <p:cNvPr id="47107" name="Rectangle 3">
            <a:extLst>
              <a:ext uri="{FF2B5EF4-FFF2-40B4-BE49-F238E27FC236}">
                <a16:creationId xmlns:a16="http://schemas.microsoft.com/office/drawing/2014/main" id="{90645E9A-7EB8-7221-177D-D249D06DD724}"/>
              </a:ext>
            </a:extLst>
          </p:cNvPr>
          <p:cNvSpPr>
            <a:spLocks noGrp="1" noChangeArrowheads="1"/>
          </p:cNvSpPr>
          <p:nvPr>
            <p:ph idx="1"/>
          </p:nvPr>
        </p:nvSpPr>
        <p:spPr/>
        <p:txBody>
          <a:bodyPr/>
          <a:lstStyle/>
          <a:p>
            <a:pPr eaLnBrk="1" hangingPunct="1"/>
            <a:r>
              <a:rPr lang="zh-CN" altLang="en-US" dirty="0"/>
              <a:t>数组存储</a:t>
            </a:r>
          </a:p>
          <a:p>
            <a:pPr lvl="1" eaLnBrk="1" hangingPunct="1"/>
            <a:r>
              <a:rPr lang="zh-CN" altLang="en-US" dirty="0"/>
              <a:t>静态分配</a:t>
            </a:r>
          </a:p>
          <a:p>
            <a:pPr lvl="1" eaLnBrk="1" hangingPunct="1"/>
            <a:r>
              <a:rPr lang="zh-CN" altLang="en-US" dirty="0"/>
              <a:t>动态分配</a:t>
            </a:r>
          </a:p>
        </p:txBody>
      </p:sp>
      <p:sp>
        <p:nvSpPr>
          <p:cNvPr id="3" name="灯片编号占位符 2">
            <a:extLst>
              <a:ext uri="{FF2B5EF4-FFF2-40B4-BE49-F238E27FC236}">
                <a16:creationId xmlns:a16="http://schemas.microsoft.com/office/drawing/2014/main" id="{0329A07D-2B14-A868-83D0-91679479C1A0}"/>
              </a:ext>
            </a:extLst>
          </p:cNvPr>
          <p:cNvSpPr>
            <a:spLocks noGrp="1"/>
          </p:cNvSpPr>
          <p:nvPr>
            <p:ph type="sldNum" sz="quarter" idx="12"/>
          </p:nvPr>
        </p:nvSpPr>
        <p:spPr/>
        <p:txBody>
          <a:bodyPr/>
          <a:lstStyle/>
          <a:p>
            <a:pPr>
              <a:defRPr/>
            </a:pPr>
            <a:fld id="{34C23A13-5672-41C0-8934-A4311B913B34}" type="slidenum">
              <a:rPr lang="en-US" altLang="zh-CN" smtClean="0"/>
              <a:pPr>
                <a:defRPr/>
              </a:pPr>
              <a:t>44</a:t>
            </a:fld>
            <a:endParaRPr lang="en-US" altLang="zh-CN"/>
          </a:p>
        </p:txBody>
      </p:sp>
    </p:spTree>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1212F4E-A59F-43B3-B1EA-F21ED43E4002}"/>
              </a:ext>
            </a:extLst>
          </p:cNvPr>
          <p:cNvSpPr>
            <a:spLocks noGrp="1"/>
          </p:cNvSpPr>
          <p:nvPr>
            <p:ph idx="1"/>
          </p:nvPr>
        </p:nvSpPr>
        <p:spPr>
          <a:xfrm>
            <a:off x="107504" y="136526"/>
            <a:ext cx="8856984" cy="6604844"/>
          </a:xfrm>
        </p:spPr>
        <p:txBody>
          <a:bodyPr>
            <a:normAutofit fontScale="47500" lnSpcReduction="20000"/>
          </a:bodyPr>
          <a:lstStyle/>
          <a:p>
            <a:pPr marL="0" indent="0">
              <a:buNone/>
            </a:pPr>
            <a:r>
              <a:rPr lang="en-US" altLang="zh-CN" dirty="0"/>
              <a:t>//</a:t>
            </a:r>
            <a:r>
              <a:rPr lang="zh-CN" altLang="en-US" dirty="0"/>
              <a:t>字符串的类定义示例</a:t>
            </a:r>
            <a:endParaRPr lang="en-US" altLang="zh-CN" dirty="0"/>
          </a:p>
          <a:p>
            <a:pPr marL="0" indent="0">
              <a:buNone/>
            </a:pPr>
            <a:r>
              <a:rPr lang="en-US" altLang="zh-CN" dirty="0"/>
              <a:t>class </a:t>
            </a:r>
            <a:r>
              <a:rPr lang="en-US" altLang="zh-CN" dirty="0" err="1"/>
              <a:t>AString</a:t>
            </a:r>
            <a:r>
              <a:rPr lang="en-US" altLang="zh-CN" dirty="0"/>
              <a:t> {</a:t>
            </a:r>
          </a:p>
          <a:p>
            <a:pPr marL="0" indent="0">
              <a:buNone/>
            </a:pPr>
            <a:r>
              <a:rPr lang="en-US" altLang="zh-CN" dirty="0"/>
              <a:t>      int </a:t>
            </a:r>
            <a:r>
              <a:rPr lang="en-US" altLang="zh-CN" dirty="0" err="1"/>
              <a:t>maxSize</a:t>
            </a:r>
            <a:r>
              <a:rPr lang="en-US" altLang="zh-CN" dirty="0"/>
              <a:t>;                                                   //</a:t>
            </a:r>
            <a:r>
              <a:rPr lang="zh-CN" altLang="en-US" dirty="0"/>
              <a:t>字符串的最大长度</a:t>
            </a:r>
            <a:endParaRPr lang="en-US" altLang="zh-CN" dirty="0"/>
          </a:p>
          <a:p>
            <a:pPr marL="0" indent="0">
              <a:buNone/>
            </a:pPr>
            <a:r>
              <a:rPr lang="en-US" altLang="zh-CN" dirty="0"/>
              <a:t>      int </a:t>
            </a:r>
            <a:r>
              <a:rPr lang="en-US" altLang="zh-CN" dirty="0" err="1"/>
              <a:t>curLength</a:t>
            </a:r>
            <a:r>
              <a:rPr lang="en-US" altLang="zh-CN" dirty="0"/>
              <a:t>;                                                //</a:t>
            </a:r>
            <a:r>
              <a:rPr lang="zh-CN" altLang="en-US" dirty="0"/>
              <a:t>串的当前长度	</a:t>
            </a:r>
          </a:p>
          <a:p>
            <a:pPr marL="0" indent="0">
              <a:buNone/>
            </a:pPr>
            <a:r>
              <a:rPr lang="zh-CN" altLang="en-US" dirty="0"/>
              <a:t>      </a:t>
            </a:r>
            <a:r>
              <a:rPr lang="en-US" altLang="zh-CN" dirty="0"/>
              <a:t>char *</a:t>
            </a:r>
            <a:r>
              <a:rPr lang="en-US" altLang="zh-CN" dirty="0" err="1"/>
              <a:t>ch</a:t>
            </a:r>
            <a:r>
              <a:rPr lang="en-US" altLang="zh-CN" dirty="0"/>
              <a:t>;                                                        //</a:t>
            </a:r>
            <a:r>
              <a:rPr lang="zh-CN" altLang="en-US" dirty="0"/>
              <a:t>串的存储数组</a:t>
            </a:r>
            <a:endParaRPr lang="en-US" altLang="zh-CN" dirty="0"/>
          </a:p>
          <a:p>
            <a:pPr marL="0" indent="0">
              <a:buNone/>
            </a:pPr>
            <a:r>
              <a:rPr lang="en-US" altLang="zh-CN" dirty="0"/>
              <a:t>      void </a:t>
            </a:r>
            <a:r>
              <a:rPr lang="en-US" altLang="zh-CN" dirty="0" err="1"/>
              <a:t>getNext</a:t>
            </a:r>
            <a:r>
              <a:rPr lang="en-US" altLang="zh-CN" dirty="0"/>
              <a:t>(int next[]);	                             //</a:t>
            </a:r>
            <a:r>
              <a:rPr lang="zh-CN" altLang="en-US" dirty="0"/>
              <a:t>计算失配函数</a:t>
            </a:r>
            <a:r>
              <a:rPr lang="en-US" altLang="zh-CN" dirty="0"/>
              <a:t>next</a:t>
            </a:r>
            <a:endParaRPr lang="zh-CN" altLang="en-US" dirty="0"/>
          </a:p>
          <a:p>
            <a:pPr marL="0" indent="0">
              <a:buNone/>
            </a:pPr>
            <a:r>
              <a:rPr lang="zh-CN" altLang="en-US" dirty="0"/>
              <a:t> </a:t>
            </a:r>
            <a:r>
              <a:rPr lang="en-US" altLang="zh-CN" dirty="0"/>
              <a:t>public:</a:t>
            </a:r>
          </a:p>
          <a:p>
            <a:pPr marL="0" indent="0">
              <a:buNone/>
            </a:pPr>
            <a:r>
              <a:rPr lang="en-US" altLang="zh-CN" dirty="0"/>
              <a:t>      </a:t>
            </a:r>
            <a:r>
              <a:rPr lang="en-US" altLang="zh-CN" dirty="0" err="1"/>
              <a:t>AString</a:t>
            </a:r>
            <a:r>
              <a:rPr lang="en-US" altLang="zh-CN" dirty="0"/>
              <a:t> ( int </a:t>
            </a:r>
            <a:r>
              <a:rPr lang="en-US" altLang="zh-CN" dirty="0" err="1"/>
              <a:t>sz</a:t>
            </a:r>
            <a:r>
              <a:rPr lang="en-US" altLang="zh-CN" dirty="0"/>
              <a:t> = </a:t>
            </a:r>
            <a:r>
              <a:rPr lang="en-US" altLang="zh-CN" dirty="0" err="1"/>
              <a:t>defaultSize</a:t>
            </a:r>
            <a:r>
              <a:rPr lang="en-US" altLang="zh-CN" dirty="0"/>
              <a:t> );     //</a:t>
            </a:r>
            <a:r>
              <a:rPr lang="zh-CN" altLang="en-US" dirty="0"/>
              <a:t>代码见备注</a:t>
            </a:r>
            <a:endParaRPr lang="en-US" altLang="zh-CN" dirty="0"/>
          </a:p>
          <a:p>
            <a:pPr marL="0" indent="0">
              <a:buNone/>
            </a:pPr>
            <a:r>
              <a:rPr lang="en-US" altLang="zh-CN" dirty="0"/>
              <a:t>      </a:t>
            </a:r>
            <a:r>
              <a:rPr lang="en-US" altLang="zh-CN" dirty="0" err="1"/>
              <a:t>AString</a:t>
            </a:r>
            <a:r>
              <a:rPr lang="en-US" altLang="zh-CN" dirty="0"/>
              <a:t> ( const char * </a:t>
            </a:r>
            <a:r>
              <a:rPr lang="en-US" altLang="zh-CN" dirty="0" err="1"/>
              <a:t>init</a:t>
            </a:r>
            <a:r>
              <a:rPr lang="en-US" altLang="zh-CN" dirty="0"/>
              <a:t> );          //</a:t>
            </a:r>
            <a:r>
              <a:rPr lang="zh-CN" altLang="en-US" dirty="0"/>
              <a:t>代码见备注</a:t>
            </a:r>
            <a:endParaRPr lang="en-US" altLang="zh-CN" dirty="0"/>
          </a:p>
          <a:p>
            <a:pPr marL="0" indent="0">
              <a:buNone/>
            </a:pPr>
            <a:r>
              <a:rPr lang="en-US" altLang="zh-CN" dirty="0"/>
              <a:t>      </a:t>
            </a:r>
            <a:r>
              <a:rPr lang="en-US" altLang="zh-CN" dirty="0" err="1"/>
              <a:t>AString</a:t>
            </a:r>
            <a:r>
              <a:rPr lang="en-US" altLang="zh-CN" dirty="0"/>
              <a:t> ( const </a:t>
            </a:r>
            <a:r>
              <a:rPr lang="en-US" altLang="zh-CN" dirty="0" err="1"/>
              <a:t>AString</a:t>
            </a:r>
            <a:r>
              <a:rPr lang="en-US" altLang="zh-CN" dirty="0"/>
              <a:t>&amp; </a:t>
            </a:r>
            <a:r>
              <a:rPr lang="en-US" altLang="zh-CN" dirty="0" err="1"/>
              <a:t>ob</a:t>
            </a:r>
            <a:r>
              <a:rPr lang="en-US" altLang="zh-CN" dirty="0"/>
              <a:t>);       //</a:t>
            </a:r>
            <a:r>
              <a:rPr lang="zh-CN" altLang="en-US" dirty="0"/>
              <a:t>代码见备注</a:t>
            </a:r>
            <a:endParaRPr lang="en-US" altLang="zh-CN" dirty="0"/>
          </a:p>
          <a:p>
            <a:pPr marL="0" indent="0">
              <a:buNone/>
            </a:pPr>
            <a:r>
              <a:rPr lang="en-US" altLang="zh-CN" dirty="0"/>
              <a:t>      ~</a:t>
            </a:r>
            <a:r>
              <a:rPr lang="en-US" altLang="zh-CN" dirty="0" err="1"/>
              <a:t>AString</a:t>
            </a:r>
            <a:r>
              <a:rPr lang="en-US" altLang="zh-CN" dirty="0"/>
              <a:t> ( ) { delete [ ]</a:t>
            </a:r>
            <a:r>
              <a:rPr lang="en-US" altLang="zh-CN" dirty="0" err="1"/>
              <a:t>ch</a:t>
            </a:r>
            <a:r>
              <a:rPr lang="en-US" altLang="zh-CN" dirty="0"/>
              <a:t>; }</a:t>
            </a:r>
          </a:p>
          <a:p>
            <a:pPr marL="0" indent="0">
              <a:buNone/>
            </a:pPr>
            <a:r>
              <a:rPr lang="en-US" altLang="zh-CN" dirty="0"/>
              <a:t>      int Length ( ) const { return </a:t>
            </a:r>
            <a:r>
              <a:rPr lang="en-US" altLang="zh-CN" dirty="0" err="1"/>
              <a:t>curLength</a:t>
            </a:r>
            <a:r>
              <a:rPr lang="en-US" altLang="zh-CN" dirty="0"/>
              <a:t>; }    //</a:t>
            </a:r>
            <a:r>
              <a:rPr lang="zh-CN" altLang="en-US" dirty="0"/>
              <a:t>求当前串*</a:t>
            </a:r>
            <a:r>
              <a:rPr lang="en-US" altLang="zh-CN" dirty="0"/>
              <a:t>this </a:t>
            </a:r>
            <a:r>
              <a:rPr lang="zh-CN" altLang="en-US" dirty="0"/>
              <a:t>的实际长度</a:t>
            </a:r>
          </a:p>
          <a:p>
            <a:pPr marL="0" indent="0">
              <a:buNone/>
            </a:pPr>
            <a:r>
              <a:rPr lang="zh-CN" altLang="en-US" dirty="0"/>
              <a:t>      </a:t>
            </a:r>
            <a:r>
              <a:rPr lang="en-US" altLang="zh-CN" dirty="0" err="1"/>
              <a:t>AString</a:t>
            </a:r>
            <a:r>
              <a:rPr lang="en-US" altLang="zh-CN" dirty="0"/>
              <a:t> operator ( ) ( int pos, int </a:t>
            </a:r>
            <a:r>
              <a:rPr lang="en-US" altLang="zh-CN" dirty="0" err="1"/>
              <a:t>len</a:t>
            </a:r>
            <a:r>
              <a:rPr lang="en-US" altLang="zh-CN" dirty="0"/>
              <a:t> );       //</a:t>
            </a:r>
            <a:r>
              <a:rPr lang="zh-CN" altLang="en-US" dirty="0"/>
              <a:t>取从</a:t>
            </a:r>
            <a:r>
              <a:rPr lang="en-US" altLang="zh-CN" dirty="0"/>
              <a:t>pos</a:t>
            </a:r>
            <a:r>
              <a:rPr lang="zh-CN" altLang="en-US" dirty="0"/>
              <a:t>开始</a:t>
            </a:r>
            <a:r>
              <a:rPr lang="en-US" altLang="zh-CN" dirty="0" err="1"/>
              <a:t>len</a:t>
            </a:r>
            <a:r>
              <a:rPr lang="zh-CN" altLang="en-US" dirty="0"/>
              <a:t>个字符组成的子串</a:t>
            </a:r>
          </a:p>
          <a:p>
            <a:pPr marL="0" indent="0">
              <a:buNone/>
            </a:pPr>
            <a:r>
              <a:rPr lang="zh-CN" altLang="en-US" dirty="0"/>
              <a:t>      </a:t>
            </a:r>
            <a:r>
              <a:rPr lang="en-US" altLang="zh-CN" dirty="0"/>
              <a:t>bool operator == ( </a:t>
            </a:r>
            <a:r>
              <a:rPr lang="en-US" altLang="zh-CN" dirty="0" err="1"/>
              <a:t>AString</a:t>
            </a:r>
            <a:r>
              <a:rPr lang="en-US" altLang="zh-CN" dirty="0"/>
              <a:t> &amp;</a:t>
            </a:r>
            <a:r>
              <a:rPr lang="en-US" altLang="zh-CN" dirty="0" err="1"/>
              <a:t>ob</a:t>
            </a:r>
            <a:r>
              <a:rPr lang="en-US" altLang="zh-CN" dirty="0"/>
              <a:t> ) const   { return </a:t>
            </a:r>
            <a:r>
              <a:rPr lang="en-US" altLang="zh-CN" dirty="0" err="1"/>
              <a:t>strcmp</a:t>
            </a:r>
            <a:r>
              <a:rPr lang="en-US" altLang="zh-CN" dirty="0"/>
              <a:t> (</a:t>
            </a:r>
            <a:r>
              <a:rPr lang="en-US" altLang="zh-CN" dirty="0" err="1"/>
              <a:t>ch</a:t>
            </a:r>
            <a:r>
              <a:rPr lang="en-US" altLang="zh-CN" dirty="0"/>
              <a:t>, ob.ch) == 0; }     </a:t>
            </a:r>
            <a:r>
              <a:rPr lang="zh-CN" altLang="en-US" dirty="0"/>
              <a:t>    </a:t>
            </a:r>
          </a:p>
          <a:p>
            <a:pPr marL="0" indent="0">
              <a:buNone/>
            </a:pPr>
            <a:r>
              <a:rPr lang="en-US" altLang="zh-CN" dirty="0"/>
              <a:t>      bool operator ! ( )    const { return </a:t>
            </a:r>
            <a:r>
              <a:rPr lang="en-US" altLang="zh-CN" dirty="0" err="1"/>
              <a:t>curLength</a:t>
            </a:r>
            <a:r>
              <a:rPr lang="en-US" altLang="zh-CN" dirty="0"/>
              <a:t> == 0; }     //</a:t>
            </a:r>
            <a:r>
              <a:rPr lang="zh-CN" altLang="en-US" dirty="0"/>
              <a:t>判当前串*</a:t>
            </a:r>
            <a:r>
              <a:rPr lang="en-US" altLang="zh-CN" dirty="0"/>
              <a:t>this</a:t>
            </a:r>
            <a:r>
              <a:rPr lang="zh-CN" altLang="en-US" dirty="0"/>
              <a:t>是否空串</a:t>
            </a:r>
          </a:p>
          <a:p>
            <a:pPr marL="0" indent="0">
              <a:buNone/>
            </a:pPr>
            <a:r>
              <a:rPr lang="zh-CN" altLang="en-US" dirty="0"/>
              <a:t>      </a:t>
            </a:r>
            <a:r>
              <a:rPr lang="en-US" altLang="zh-CN" dirty="0" err="1"/>
              <a:t>AString</a:t>
            </a:r>
            <a:r>
              <a:rPr lang="en-US" altLang="zh-CN" dirty="0"/>
              <a:t>&amp; operator = (</a:t>
            </a:r>
            <a:r>
              <a:rPr lang="en-US" altLang="zh-CN" dirty="0" err="1"/>
              <a:t>AString</a:t>
            </a:r>
            <a:r>
              <a:rPr lang="en-US" altLang="zh-CN" dirty="0"/>
              <a:t> &amp;</a:t>
            </a:r>
            <a:r>
              <a:rPr lang="en-US" altLang="zh-CN" dirty="0" err="1"/>
              <a:t>ob</a:t>
            </a:r>
            <a:r>
              <a:rPr lang="en-US" altLang="zh-CN" dirty="0"/>
              <a:t>);       //</a:t>
            </a:r>
            <a:r>
              <a:rPr lang="zh-CN" altLang="en-US" dirty="0"/>
              <a:t>将串</a:t>
            </a:r>
            <a:r>
              <a:rPr lang="en-US" altLang="zh-CN" dirty="0" err="1"/>
              <a:t>ob</a:t>
            </a:r>
            <a:r>
              <a:rPr lang="zh-CN" altLang="en-US" dirty="0"/>
              <a:t>赋给当前串*</a:t>
            </a:r>
            <a:r>
              <a:rPr lang="en-US" altLang="zh-CN" dirty="0"/>
              <a:t>this</a:t>
            </a:r>
          </a:p>
          <a:p>
            <a:pPr marL="0" indent="0">
              <a:buNone/>
            </a:pPr>
            <a:r>
              <a:rPr lang="en-US" altLang="zh-CN" dirty="0"/>
              <a:t>      </a:t>
            </a:r>
            <a:r>
              <a:rPr lang="en-US" altLang="zh-CN" dirty="0" err="1"/>
              <a:t>AString</a:t>
            </a:r>
            <a:r>
              <a:rPr lang="en-US" altLang="zh-CN" dirty="0"/>
              <a:t>&amp; operator += (</a:t>
            </a:r>
            <a:r>
              <a:rPr lang="en-US" altLang="zh-CN" dirty="0" err="1"/>
              <a:t>AString</a:t>
            </a:r>
            <a:r>
              <a:rPr lang="en-US" altLang="zh-CN" dirty="0"/>
              <a:t> &amp;</a:t>
            </a:r>
            <a:r>
              <a:rPr lang="en-US" altLang="zh-CN" dirty="0" err="1"/>
              <a:t>ob</a:t>
            </a:r>
            <a:r>
              <a:rPr lang="en-US" altLang="zh-CN" dirty="0"/>
              <a:t>);    //</a:t>
            </a:r>
            <a:r>
              <a:rPr lang="zh-CN" altLang="en-US" dirty="0"/>
              <a:t>将串</a:t>
            </a:r>
            <a:r>
              <a:rPr lang="en-US" altLang="zh-CN" dirty="0" err="1"/>
              <a:t>ob</a:t>
            </a:r>
            <a:r>
              <a:rPr lang="zh-CN" altLang="en-US" dirty="0"/>
              <a:t>连接到当前串*</a:t>
            </a:r>
            <a:r>
              <a:rPr lang="en-US" altLang="zh-CN" dirty="0"/>
              <a:t>this</a:t>
            </a:r>
            <a:r>
              <a:rPr lang="zh-CN" altLang="en-US" dirty="0"/>
              <a:t>之后</a:t>
            </a:r>
          </a:p>
          <a:p>
            <a:pPr marL="0" indent="0">
              <a:buNone/>
            </a:pPr>
            <a:r>
              <a:rPr lang="zh-CN" altLang="en-US" dirty="0"/>
              <a:t>      </a:t>
            </a:r>
            <a:r>
              <a:rPr lang="en-US" altLang="zh-CN" dirty="0"/>
              <a:t>char operator [ ] ( int </a:t>
            </a:r>
            <a:r>
              <a:rPr lang="en-US" altLang="zh-CN" dirty="0" err="1"/>
              <a:t>i</a:t>
            </a:r>
            <a:r>
              <a:rPr lang="en-US" altLang="zh-CN" dirty="0"/>
              <a:t> );    //</a:t>
            </a:r>
            <a:r>
              <a:rPr lang="zh-CN" altLang="en-US" dirty="0"/>
              <a:t>取当前串*</a:t>
            </a:r>
            <a:r>
              <a:rPr lang="en-US" altLang="zh-CN" dirty="0"/>
              <a:t>this</a:t>
            </a:r>
            <a:r>
              <a:rPr lang="zh-CN" altLang="en-US" dirty="0"/>
              <a:t>的第 </a:t>
            </a:r>
            <a:r>
              <a:rPr lang="en-US" altLang="zh-CN" dirty="0" err="1"/>
              <a:t>i</a:t>
            </a:r>
            <a:r>
              <a:rPr lang="en-US" altLang="zh-CN" dirty="0"/>
              <a:t> </a:t>
            </a:r>
            <a:r>
              <a:rPr lang="zh-CN" altLang="en-US" dirty="0"/>
              <a:t>个字符，代码见备注</a:t>
            </a:r>
          </a:p>
          <a:p>
            <a:pPr marL="0" indent="0">
              <a:buNone/>
            </a:pPr>
            <a:r>
              <a:rPr lang="zh-CN" altLang="en-US" dirty="0"/>
              <a:t>      </a:t>
            </a:r>
            <a:r>
              <a:rPr lang="en-US" altLang="zh-CN" dirty="0"/>
              <a:t>int Find (</a:t>
            </a:r>
            <a:r>
              <a:rPr lang="en-US" altLang="zh-CN" dirty="0" err="1"/>
              <a:t>AString</a:t>
            </a:r>
            <a:r>
              <a:rPr lang="en-US" altLang="zh-CN" dirty="0"/>
              <a:t>&amp; pat ) const;</a:t>
            </a:r>
          </a:p>
          <a:p>
            <a:pPr marL="0" indent="0">
              <a:buNone/>
            </a:pPr>
            <a:r>
              <a:rPr lang="en-US" altLang="zh-CN" dirty="0"/>
              <a:t>      …</a:t>
            </a:r>
          </a:p>
          <a:p>
            <a:pPr marL="0" indent="0">
              <a:buNone/>
            </a:pPr>
            <a:r>
              <a:rPr lang="en-US" altLang="zh-CN" dirty="0"/>
              <a:t>}</a:t>
            </a:r>
          </a:p>
        </p:txBody>
      </p:sp>
      <p:sp>
        <p:nvSpPr>
          <p:cNvPr id="4" name="灯片编号占位符 3">
            <a:extLst>
              <a:ext uri="{FF2B5EF4-FFF2-40B4-BE49-F238E27FC236}">
                <a16:creationId xmlns:a16="http://schemas.microsoft.com/office/drawing/2014/main" id="{958E2870-6C3A-9573-3AF2-5A94A1F6EB29}"/>
              </a:ext>
            </a:extLst>
          </p:cNvPr>
          <p:cNvSpPr>
            <a:spLocks noGrp="1"/>
          </p:cNvSpPr>
          <p:nvPr>
            <p:ph type="sldNum" sz="quarter" idx="12"/>
          </p:nvPr>
        </p:nvSpPr>
        <p:spPr/>
        <p:txBody>
          <a:bodyPr/>
          <a:lstStyle/>
          <a:p>
            <a:pPr>
              <a:defRPr/>
            </a:pPr>
            <a:fld id="{34C23A13-5672-41C0-8934-A4311B913B34}" type="slidenum">
              <a:rPr lang="en-US" altLang="zh-CN" smtClean="0"/>
              <a:pPr>
                <a:defRPr/>
              </a:pPr>
              <a:t>45</a:t>
            </a:fld>
            <a:endParaRPr lang="en-US" altLang="zh-CN"/>
          </a:p>
        </p:txBody>
      </p:sp>
    </p:spTree>
  </p:cSld>
  <p:clrMapOvr>
    <a:masterClrMapping/>
  </p:clrMapOvr>
  <p:transition>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E54D5852-FF94-DF09-5137-1602E0C087B8}"/>
              </a:ext>
            </a:extLst>
          </p:cNvPr>
          <p:cNvSpPr>
            <a:spLocks noGrp="1" noChangeArrowheads="1"/>
          </p:cNvSpPr>
          <p:nvPr>
            <p:ph type="title"/>
          </p:nvPr>
        </p:nvSpPr>
        <p:spPr>
          <a:xfrm>
            <a:off x="685800" y="609600"/>
            <a:ext cx="7772400" cy="1143000"/>
          </a:xfrm>
        </p:spPr>
        <p:txBody>
          <a:bodyPr/>
          <a:lstStyle/>
          <a:p>
            <a:r>
              <a:rPr lang="zh-CN" altLang="en-US" dirty="0"/>
              <a:t>字符串重载操作的使用示例 </a:t>
            </a:r>
          </a:p>
        </p:txBody>
      </p:sp>
      <p:graphicFrame>
        <p:nvGraphicFramePr>
          <p:cNvPr id="556326" name="Group 294">
            <a:extLst>
              <a:ext uri="{FF2B5EF4-FFF2-40B4-BE49-F238E27FC236}">
                <a16:creationId xmlns:a16="http://schemas.microsoft.com/office/drawing/2014/main" id="{B4C1EC3B-EA36-07B1-6B47-F06A06CCB318}"/>
              </a:ext>
            </a:extLst>
          </p:cNvPr>
          <p:cNvGraphicFramePr>
            <a:graphicFrameLocks noGrp="1"/>
          </p:cNvGraphicFramePr>
          <p:nvPr>
            <p:ph type="tbl" idx="1"/>
            <p:extLst>
              <p:ext uri="{D42A27DB-BD31-4B8C-83A1-F6EECF244321}">
                <p14:modId xmlns:p14="http://schemas.microsoft.com/office/powerpoint/2010/main" val="4089871848"/>
              </p:ext>
            </p:extLst>
          </p:nvPr>
        </p:nvGraphicFramePr>
        <p:xfrm>
          <a:off x="251520" y="1493520"/>
          <a:ext cx="8435280" cy="5212080"/>
        </p:xfrm>
        <a:graphic>
          <a:graphicData uri="http://schemas.openxmlformats.org/drawingml/2006/table">
            <a:tbl>
              <a:tblPr>
                <a:tableStyleId>{8799B23B-EC83-4686-B30A-512413B5E67A}</a:tableStyleId>
              </a:tblPr>
              <a:tblGrid>
                <a:gridCol w="792088">
                  <a:extLst>
                    <a:ext uri="{9D8B030D-6E8A-4147-A177-3AD203B41FA5}">
                      <a16:colId xmlns:a16="http://schemas.microsoft.com/office/drawing/2014/main" val="2620336584"/>
                    </a:ext>
                  </a:extLst>
                </a:gridCol>
                <a:gridCol w="2229577">
                  <a:extLst>
                    <a:ext uri="{9D8B030D-6E8A-4147-A177-3AD203B41FA5}">
                      <a16:colId xmlns:a16="http://schemas.microsoft.com/office/drawing/2014/main" val="3722956408"/>
                    </a:ext>
                  </a:extLst>
                </a:gridCol>
                <a:gridCol w="1277334">
                  <a:extLst>
                    <a:ext uri="{9D8B030D-6E8A-4147-A177-3AD203B41FA5}">
                      <a16:colId xmlns:a16="http://schemas.microsoft.com/office/drawing/2014/main" val="2930576801"/>
                    </a:ext>
                  </a:extLst>
                </a:gridCol>
                <a:gridCol w="4136281">
                  <a:extLst>
                    <a:ext uri="{9D8B030D-6E8A-4147-A177-3AD203B41FA5}">
                      <a16:colId xmlns:a16="http://schemas.microsoft.com/office/drawing/2014/main" val="4030232610"/>
                    </a:ext>
                  </a:extLst>
                </a:gridCol>
              </a:tblGrid>
              <a:tr h="452263">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序号</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tabLst>
                          <a:tab pos="266700" algn="r"/>
                          <a:tab pos="2636838" algn="ctr"/>
                          <a:tab pos="5273675" algn="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tabLst>
                          <a:tab pos="266700" algn="r"/>
                          <a:tab pos="2636838" algn="ctr"/>
                          <a:tab pos="5273675" algn="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tabLst>
                          <a:tab pos="266700" algn="r"/>
                          <a:tab pos="2636838" algn="ctr"/>
                          <a:tab pos="5273675" algn="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266700" algn="r"/>
                          <a:tab pos="2636838" algn="ctr"/>
                          <a:tab pos="5273675" algn="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tabLst>
                          <a:tab pos="266700" algn="r"/>
                          <a:tab pos="2636838" algn="ctr"/>
                          <a:tab pos="5273675" algn="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tabLst>
                          <a:tab pos="266700" algn="r"/>
                          <a:tab pos="2636838" algn="ctr"/>
                          <a:tab pos="5273675" algn="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tabLst>
                          <a:tab pos="266700" algn="r"/>
                          <a:tab pos="2636838" algn="ctr"/>
                          <a:tab pos="5273675" algn="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tabLst>
                          <a:tab pos="266700" algn="r"/>
                          <a:tab pos="2636838" algn="ctr"/>
                          <a:tab pos="5273675" algn="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tabLst>
                          <a:tab pos="266700" algn="r"/>
                          <a:tab pos="2636838" algn="ctr"/>
                          <a:tab pos="5273675" algn="r"/>
                        </a:tabLs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2000" b="1" u="none" strike="noStrike" cap="none" normalizeH="0" baseline="0">
                          <a:ln>
                            <a:noFill/>
                          </a:ln>
                          <a:solidFill>
                            <a:schemeClr val="tx1"/>
                          </a:solidFill>
                          <a:effectLst/>
                        </a:rPr>
                        <a:t>重载操作</a:t>
                      </a:r>
                      <a:endParaRPr kumimoji="0" lang="zh-CN" altLang="en-US"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a:ln>
                            <a:noFill/>
                          </a:ln>
                          <a:solidFill>
                            <a:schemeClr val="tx1"/>
                          </a:solidFill>
                          <a:effectLst/>
                        </a:rPr>
                        <a:t>操作</a:t>
                      </a:r>
                      <a:endParaRPr kumimoji="0" lang="zh-CN" altLang="en-US"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使用示例 </a:t>
                      </a:r>
                      <a:r>
                        <a:rPr kumimoji="0" lang="en-US" altLang="zh-CN" sz="2000" b="1" u="none" strike="noStrike" cap="none" normalizeH="0" baseline="0" dirty="0">
                          <a:ln>
                            <a:noFill/>
                          </a:ln>
                          <a:solidFill>
                            <a:schemeClr val="tx1"/>
                          </a:solidFill>
                          <a:effectLst/>
                        </a:rPr>
                        <a:t>(</a:t>
                      </a:r>
                      <a:r>
                        <a:rPr kumimoji="0" lang="zh-CN" altLang="en-US" sz="2000" b="1" u="none" strike="noStrike" cap="none" normalizeH="0" baseline="0" dirty="0">
                          <a:ln>
                            <a:noFill/>
                          </a:ln>
                          <a:solidFill>
                            <a:schemeClr val="tx1"/>
                          </a:solidFill>
                          <a:effectLst/>
                        </a:rPr>
                        <a:t>设当前串</a:t>
                      </a:r>
                      <a:r>
                        <a:rPr kumimoji="0" lang="en-US" altLang="zh-CN" sz="2000" b="1" u="none" strike="noStrike" cap="none" normalizeH="0" baseline="0" dirty="0">
                          <a:ln>
                            <a:noFill/>
                          </a:ln>
                          <a:solidFill>
                            <a:schemeClr val="tx1"/>
                          </a:solidFill>
                          <a:effectLst/>
                        </a:rPr>
                        <a:t>S</a:t>
                      </a:r>
                      <a:r>
                        <a:rPr kumimoji="0" lang="zh-CN" altLang="en-US" sz="2000" b="1" u="none" strike="noStrike" cap="none" normalizeH="0" baseline="0" dirty="0">
                          <a:ln>
                            <a:noFill/>
                          </a:ln>
                          <a:solidFill>
                            <a:schemeClr val="tx1"/>
                          </a:solidFill>
                          <a:effectLst/>
                        </a:rPr>
                        <a:t>为‘</a:t>
                      </a:r>
                      <a:r>
                        <a:rPr kumimoji="0" lang="en-US" altLang="zh-CN" sz="2000" b="1" u="none" strike="noStrike" cap="none" normalizeH="0" baseline="0" dirty="0">
                          <a:ln>
                            <a:noFill/>
                          </a:ln>
                          <a:solidFill>
                            <a:schemeClr val="tx2"/>
                          </a:solidFill>
                          <a:effectLst/>
                        </a:rPr>
                        <a:t>university</a:t>
                      </a:r>
                      <a:r>
                        <a:rPr kumimoji="0" lang="en-US" altLang="zh-CN" sz="2000" b="1" u="none" strike="noStrike" cap="none" normalizeH="0" baseline="0" dirty="0">
                          <a:ln>
                            <a:noFill/>
                          </a:ln>
                          <a:solidFill>
                            <a:schemeClr val="tx1"/>
                          </a:solidFill>
                          <a:effectLst/>
                        </a:rPr>
                        <a:t>’)</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extLst>
                  <a:ext uri="{0D108BD9-81ED-4DB2-BD59-A6C34878D82A}">
                    <a16:rowId xmlns:a16="http://schemas.microsoft.com/office/drawing/2014/main" val="2998301231"/>
                  </a:ext>
                </a:extLst>
              </a:tr>
              <a:tr h="629254">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1</a:t>
                      </a:r>
                      <a:endParaRPr kumimoji="0" lang="en-US" altLang="zh-CN"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 (int pos, int len)</a:t>
                      </a:r>
                      <a:endParaRPr kumimoji="0" lang="en-US" altLang="zh-CN"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取子串</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1"/>
                          </a:solidFill>
                          <a:effectLst/>
                        </a:rPr>
                        <a:t>S1 =</a:t>
                      </a:r>
                      <a:r>
                        <a:rPr kumimoji="0" lang="en-US" altLang="zh-CN" sz="2000" b="1" u="none" strike="noStrike" cap="none" normalizeH="0" baseline="0" dirty="0">
                          <a:ln>
                            <a:noFill/>
                          </a:ln>
                          <a:solidFill>
                            <a:schemeClr val="tx2"/>
                          </a:solidFill>
                          <a:effectLst/>
                        </a:rPr>
                        <a:t> </a:t>
                      </a:r>
                      <a:r>
                        <a:rPr kumimoji="0" lang="en-US" altLang="zh-CN" sz="2000" b="1" u="none" strike="noStrike" cap="none" normalizeH="0" baseline="0" dirty="0">
                          <a:ln>
                            <a:noFill/>
                          </a:ln>
                          <a:solidFill>
                            <a:srgbClr val="006600"/>
                          </a:solidFill>
                          <a:effectLst/>
                        </a:rPr>
                        <a:t>S</a:t>
                      </a:r>
                      <a:r>
                        <a:rPr kumimoji="0" lang="en-US" altLang="zh-CN" sz="2000" b="1" u="none" strike="noStrike" cap="none" normalizeH="0" baseline="0" dirty="0">
                          <a:ln>
                            <a:noFill/>
                          </a:ln>
                          <a:solidFill>
                            <a:schemeClr val="tx2"/>
                          </a:solidFill>
                          <a:effectLst/>
                        </a:rPr>
                        <a:t>(3, 2)</a:t>
                      </a:r>
                      <a:r>
                        <a:rPr kumimoji="0" lang="en-US" altLang="zh-CN" sz="2000" b="1" u="none" strike="noStrike" cap="none" normalizeH="0" baseline="0" dirty="0">
                          <a:ln>
                            <a:noFill/>
                          </a:ln>
                          <a:solidFill>
                            <a:schemeClr val="tx1"/>
                          </a:solidFill>
                          <a:effectLst/>
                        </a:rPr>
                        <a:t>,  //S1</a:t>
                      </a:r>
                      <a:r>
                        <a:rPr kumimoji="0" lang="zh-CN" altLang="en-US" sz="2000" b="1" u="none" strike="noStrike" cap="none" normalizeH="0" baseline="0" dirty="0">
                          <a:ln>
                            <a:noFill/>
                          </a:ln>
                          <a:solidFill>
                            <a:schemeClr val="tx1"/>
                          </a:solidFill>
                          <a:effectLst/>
                        </a:rPr>
                        <a:t>结果为‘</a:t>
                      </a:r>
                      <a:r>
                        <a:rPr kumimoji="0" lang="en-US" altLang="zh-CN" sz="2000" b="1" u="none" strike="noStrike" cap="none" normalizeH="0" baseline="0" dirty="0" err="1">
                          <a:ln>
                            <a:noFill/>
                          </a:ln>
                          <a:solidFill>
                            <a:schemeClr val="tx1"/>
                          </a:solidFill>
                          <a:effectLst/>
                        </a:rPr>
                        <a:t>ve</a:t>
                      </a:r>
                      <a:r>
                        <a:rPr kumimoji="0" lang="en-US" altLang="zh-CN" sz="2000" b="1" u="none" strike="noStrike" cap="none" normalizeH="0" baseline="0" dirty="0">
                          <a:ln>
                            <a:noFill/>
                          </a:ln>
                          <a:solidFill>
                            <a:schemeClr val="tx1"/>
                          </a:solidFill>
                          <a:effectLst/>
                        </a:rPr>
                        <a:t>’</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extLst>
                  <a:ext uri="{0D108BD9-81ED-4DB2-BD59-A6C34878D82A}">
                    <a16:rowId xmlns:a16="http://schemas.microsoft.com/office/drawing/2014/main" val="31480224"/>
                  </a:ext>
                </a:extLst>
              </a:tr>
              <a:tr h="628195">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2</a:t>
                      </a:r>
                      <a:endParaRPr kumimoji="0" lang="en-US" altLang="zh-CN"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(const</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AString&amp; ob)</a:t>
                      </a:r>
                      <a:endParaRPr kumimoji="0" lang="en-US" altLang="zh-CN"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判两串</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相等</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rgbClr val="006600"/>
                          </a:solidFill>
                          <a:effectLst/>
                        </a:rPr>
                        <a:t>S</a:t>
                      </a:r>
                      <a:r>
                        <a:rPr kumimoji="0" lang="en-US" altLang="zh-CN" sz="2000" b="1" u="none" strike="noStrike" cap="none" normalizeH="0" baseline="0">
                          <a:ln>
                            <a:noFill/>
                          </a:ln>
                          <a:solidFill>
                            <a:schemeClr val="tx1"/>
                          </a:solidFill>
                          <a:effectLst/>
                        </a:rPr>
                        <a:t> </a:t>
                      </a:r>
                      <a:r>
                        <a:rPr kumimoji="0" lang="en-US" altLang="zh-CN" sz="2000" b="1" u="none" strike="noStrike" cap="none" normalizeH="0" baseline="0">
                          <a:ln>
                            <a:noFill/>
                          </a:ln>
                          <a:solidFill>
                            <a:schemeClr val="tx2"/>
                          </a:solidFill>
                          <a:effectLst/>
                        </a:rPr>
                        <a:t>== S1</a:t>
                      </a:r>
                      <a:r>
                        <a:rPr kumimoji="0" lang="en-US" altLang="zh-CN" sz="2000" b="1" u="none" strike="noStrike" cap="none" normalizeH="0" baseline="0">
                          <a:ln>
                            <a:noFill/>
                          </a:ln>
                          <a:solidFill>
                            <a:schemeClr val="tx1"/>
                          </a:solidFill>
                          <a:effectLst/>
                        </a:rPr>
                        <a:t> ,  //</a:t>
                      </a:r>
                      <a:r>
                        <a:rPr kumimoji="0" lang="zh-CN" altLang="en-US" sz="2000" b="1" u="none" strike="noStrike" cap="none" normalizeH="0" baseline="0">
                          <a:ln>
                            <a:noFill/>
                          </a:ln>
                          <a:solidFill>
                            <a:schemeClr val="tx1"/>
                          </a:solidFill>
                          <a:effectLst/>
                        </a:rPr>
                        <a:t>若</a:t>
                      </a:r>
                      <a:r>
                        <a:rPr kumimoji="0" lang="en-US" altLang="zh-CN" sz="2000" b="1" u="none" strike="noStrike" cap="none" normalizeH="0" baseline="0">
                          <a:ln>
                            <a:noFill/>
                          </a:ln>
                          <a:solidFill>
                            <a:srgbClr val="006600"/>
                          </a:solidFill>
                          <a:effectLst/>
                        </a:rPr>
                        <a:t>S</a:t>
                      </a:r>
                      <a:r>
                        <a:rPr kumimoji="0" lang="zh-CN" altLang="en-US" sz="2000" b="1" u="none" strike="noStrike" cap="none" normalizeH="0" baseline="0">
                          <a:ln>
                            <a:noFill/>
                          </a:ln>
                          <a:solidFill>
                            <a:schemeClr val="tx1"/>
                          </a:solidFill>
                          <a:effectLst/>
                        </a:rPr>
                        <a:t>与</a:t>
                      </a:r>
                      <a:r>
                        <a:rPr kumimoji="0" lang="en-US" altLang="zh-CN" sz="2000" b="1" u="none" strike="noStrike" cap="none" normalizeH="0" baseline="0">
                          <a:ln>
                            <a:noFill/>
                          </a:ln>
                          <a:solidFill>
                            <a:schemeClr val="tx1"/>
                          </a:solidFill>
                          <a:effectLst/>
                        </a:rPr>
                        <a:t>S1</a:t>
                      </a:r>
                      <a:r>
                        <a:rPr kumimoji="0" lang="zh-CN" altLang="en-US" sz="2000" b="1" u="none" strike="noStrike" cap="none" normalizeH="0" baseline="0">
                          <a:ln>
                            <a:noFill/>
                          </a:ln>
                          <a:solidFill>
                            <a:schemeClr val="tx1"/>
                          </a:solidFill>
                          <a:effectLst/>
                        </a:rPr>
                        <a:t>相等</a:t>
                      </a:r>
                      <a:r>
                        <a:rPr kumimoji="0" lang="en-US" altLang="zh-CN" sz="2000" b="1" u="none" strike="noStrike" cap="none" normalizeH="0" baseline="0">
                          <a:ln>
                            <a:noFill/>
                          </a:ln>
                          <a:solidFill>
                            <a:schemeClr val="tx1"/>
                          </a:solidFill>
                          <a:effectLst/>
                        </a:rPr>
                        <a:t>,</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a:t>
                      </a:r>
                      <a:r>
                        <a:rPr kumimoji="0" lang="zh-CN" altLang="en-US" sz="2000" b="1" u="none" strike="noStrike" cap="none" normalizeH="0" baseline="0">
                          <a:ln>
                            <a:noFill/>
                          </a:ln>
                          <a:solidFill>
                            <a:schemeClr val="tx1"/>
                          </a:solidFill>
                          <a:effectLst/>
                        </a:rPr>
                        <a:t>结果为</a:t>
                      </a:r>
                      <a:r>
                        <a:rPr kumimoji="0" lang="en-US" altLang="zh-CN" sz="2000" b="1" u="none" strike="noStrike" cap="none" normalizeH="0" baseline="0">
                          <a:ln>
                            <a:noFill/>
                          </a:ln>
                          <a:solidFill>
                            <a:schemeClr val="tx1"/>
                          </a:solidFill>
                          <a:effectLst/>
                        </a:rPr>
                        <a:t>true</a:t>
                      </a:r>
                      <a:r>
                        <a:rPr kumimoji="0" lang="zh-CN" altLang="en-US" sz="2000" b="1" u="none" strike="noStrike" cap="none" normalizeH="0" baseline="0">
                          <a:ln>
                            <a:noFill/>
                          </a:ln>
                          <a:solidFill>
                            <a:schemeClr val="tx1"/>
                          </a:solidFill>
                          <a:effectLst/>
                        </a:rPr>
                        <a:t>，否则为</a:t>
                      </a:r>
                      <a:r>
                        <a:rPr kumimoji="0" lang="en-US" altLang="zh-CN" sz="2000" b="1" u="none" strike="noStrike" cap="none" normalizeH="0" baseline="0">
                          <a:ln>
                            <a:noFill/>
                          </a:ln>
                          <a:solidFill>
                            <a:schemeClr val="tx1"/>
                          </a:solidFill>
                          <a:effectLst/>
                        </a:rPr>
                        <a:t>false</a:t>
                      </a:r>
                      <a:endParaRPr kumimoji="0" lang="en-US" altLang="zh-CN"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extLst>
                  <a:ext uri="{0D108BD9-81ED-4DB2-BD59-A6C34878D82A}">
                    <a16:rowId xmlns:a16="http://schemas.microsoft.com/office/drawing/2014/main" val="1763451772"/>
                  </a:ext>
                </a:extLst>
              </a:tr>
              <a:tr h="629254">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1"/>
                          </a:solidFill>
                          <a:effectLst/>
                        </a:rPr>
                        <a:t>  3</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1"/>
                          </a:solidFill>
                          <a:effectLst/>
                        </a:rPr>
                        <a:t>! ()</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判串空</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否</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marL="342900" indent="-34290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2"/>
                          </a:solidFill>
                          <a:effectLst/>
                        </a:rPr>
                        <a:t>!</a:t>
                      </a:r>
                      <a:r>
                        <a:rPr kumimoji="0" lang="en-US" altLang="zh-CN" sz="2000" b="1" u="none" strike="noStrike" cap="none" normalizeH="0" baseline="0" dirty="0">
                          <a:ln>
                            <a:noFill/>
                          </a:ln>
                          <a:solidFill>
                            <a:srgbClr val="006600"/>
                          </a:solidFill>
                          <a:effectLst/>
                        </a:rPr>
                        <a:t>S</a:t>
                      </a:r>
                      <a:r>
                        <a:rPr kumimoji="0" lang="en-US" altLang="zh-CN" sz="2000" b="1" u="none" strike="noStrike" cap="none" normalizeH="0" baseline="0" dirty="0">
                          <a:ln>
                            <a:noFill/>
                          </a:ln>
                          <a:solidFill>
                            <a:schemeClr val="tx1"/>
                          </a:solidFill>
                          <a:effectLst/>
                        </a:rPr>
                        <a:t> ,  //</a:t>
                      </a:r>
                      <a:r>
                        <a:rPr kumimoji="0" lang="zh-CN" altLang="en-US" sz="2000" b="1" u="none" strike="noStrike" cap="none" normalizeH="0" baseline="0" dirty="0">
                          <a:ln>
                            <a:noFill/>
                          </a:ln>
                          <a:solidFill>
                            <a:schemeClr val="tx1"/>
                          </a:solidFill>
                          <a:effectLst/>
                        </a:rPr>
                        <a:t>若串</a:t>
                      </a:r>
                      <a:r>
                        <a:rPr kumimoji="0" lang="en-US" altLang="zh-CN" sz="2000" b="1" u="none" strike="noStrike" cap="none" normalizeH="0" baseline="0" dirty="0">
                          <a:ln>
                            <a:noFill/>
                          </a:ln>
                          <a:solidFill>
                            <a:srgbClr val="006600"/>
                          </a:solidFill>
                          <a:effectLst/>
                        </a:rPr>
                        <a:t>S</a:t>
                      </a:r>
                      <a:r>
                        <a:rPr kumimoji="0" lang="zh-CN" altLang="en-US" sz="2000" b="1" u="none" strike="noStrike" cap="none" normalizeH="0" baseline="0" dirty="0">
                          <a:ln>
                            <a:noFill/>
                          </a:ln>
                          <a:solidFill>
                            <a:schemeClr val="tx1"/>
                          </a:solidFill>
                          <a:effectLst/>
                        </a:rPr>
                        <a:t>为空，结果为</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  </a:t>
                      </a:r>
                      <a:r>
                        <a:rPr kumimoji="0" lang="en-US" altLang="zh-CN" sz="2000" b="1" u="none" strike="noStrike" cap="none" normalizeH="0" baseline="0" dirty="0">
                          <a:ln>
                            <a:noFill/>
                          </a:ln>
                          <a:solidFill>
                            <a:schemeClr val="tx1"/>
                          </a:solidFill>
                          <a:effectLst/>
                        </a:rPr>
                        <a:t>true</a:t>
                      </a:r>
                      <a:r>
                        <a:rPr kumimoji="0" lang="zh-CN" altLang="en-US" sz="2000" b="1" u="none" strike="noStrike" cap="none" normalizeH="0" baseline="0" dirty="0">
                          <a:ln>
                            <a:noFill/>
                          </a:ln>
                          <a:solidFill>
                            <a:schemeClr val="tx1"/>
                          </a:solidFill>
                          <a:effectLst/>
                        </a:rPr>
                        <a:t>，否则为</a:t>
                      </a:r>
                      <a:r>
                        <a:rPr kumimoji="0" lang="en-US" altLang="zh-CN" sz="2000" b="1" u="none" strike="noStrike" cap="none" normalizeH="0" baseline="0" dirty="0">
                          <a:ln>
                            <a:noFill/>
                          </a:ln>
                          <a:solidFill>
                            <a:schemeClr val="tx1"/>
                          </a:solidFill>
                          <a:effectLst/>
                        </a:rPr>
                        <a:t>false</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extLst>
                  <a:ext uri="{0D108BD9-81ED-4DB2-BD59-A6C34878D82A}">
                    <a16:rowId xmlns:a16="http://schemas.microsoft.com/office/drawing/2014/main" val="3197023899"/>
                  </a:ext>
                </a:extLst>
              </a:tr>
              <a:tr h="629254">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1"/>
                          </a:solidFill>
                          <a:effectLst/>
                        </a:rPr>
                        <a:t>  4</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1"/>
                          </a:solidFill>
                          <a:effectLst/>
                        </a:rPr>
                        <a:t>= (const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1"/>
                          </a:solidFill>
                          <a:effectLst/>
                        </a:rPr>
                        <a:t>  </a:t>
                      </a:r>
                      <a:r>
                        <a:rPr kumimoji="0" lang="en-US" altLang="zh-CN" sz="2000" b="1" u="none" strike="noStrike" cap="none" normalizeH="0" baseline="0" dirty="0" err="1">
                          <a:ln>
                            <a:noFill/>
                          </a:ln>
                          <a:solidFill>
                            <a:schemeClr val="tx1"/>
                          </a:solidFill>
                          <a:effectLst/>
                        </a:rPr>
                        <a:t>AString</a:t>
                      </a:r>
                      <a:r>
                        <a:rPr kumimoji="0" lang="en-US" altLang="zh-CN" sz="2000" b="1" u="none" strike="noStrike" cap="none" normalizeH="0" baseline="0" dirty="0">
                          <a:ln>
                            <a:noFill/>
                          </a:ln>
                          <a:solidFill>
                            <a:schemeClr val="tx1"/>
                          </a:solidFill>
                          <a:effectLst/>
                        </a:rPr>
                        <a:t>&amp; </a:t>
                      </a:r>
                      <a:r>
                        <a:rPr kumimoji="0" lang="en-US" altLang="zh-CN" sz="2000" b="1" u="none" strike="noStrike" cap="none" normalizeH="0" baseline="0" dirty="0" err="1">
                          <a:ln>
                            <a:noFill/>
                          </a:ln>
                          <a:solidFill>
                            <a:schemeClr val="tx1"/>
                          </a:solidFill>
                          <a:effectLst/>
                        </a:rPr>
                        <a:t>ob</a:t>
                      </a:r>
                      <a:r>
                        <a:rPr kumimoji="0" lang="en-US" altLang="zh-CN" sz="2000" b="1" u="none" strike="noStrike" cap="none" normalizeH="0" baseline="0" dirty="0">
                          <a:ln>
                            <a:noFill/>
                          </a:ln>
                          <a:solidFill>
                            <a:schemeClr val="tx1"/>
                          </a:solidFill>
                          <a:effectLst/>
                        </a:rPr>
                        <a:t>)</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串赋值</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rgbClr val="006600"/>
                          </a:solidFill>
                          <a:effectLst/>
                        </a:rPr>
                        <a:t>S1</a:t>
                      </a:r>
                      <a:r>
                        <a:rPr kumimoji="0" lang="en-US" altLang="zh-CN" sz="2000" b="1" u="none" strike="noStrike" cap="none" normalizeH="0" baseline="0" dirty="0">
                          <a:ln>
                            <a:noFill/>
                          </a:ln>
                          <a:solidFill>
                            <a:schemeClr val="tx1"/>
                          </a:solidFill>
                          <a:effectLst/>
                        </a:rPr>
                        <a:t> </a:t>
                      </a:r>
                      <a:r>
                        <a:rPr kumimoji="0" lang="en-US" altLang="zh-CN" sz="2000" b="1" u="none" strike="noStrike" cap="none" normalizeH="0" baseline="0" dirty="0">
                          <a:ln>
                            <a:noFill/>
                          </a:ln>
                          <a:solidFill>
                            <a:schemeClr val="tx2"/>
                          </a:solidFill>
                          <a:effectLst/>
                        </a:rPr>
                        <a:t>= S</a:t>
                      </a:r>
                      <a:r>
                        <a:rPr kumimoji="0" lang="en-US" altLang="zh-CN" sz="2000" b="1" u="none" strike="noStrike" cap="none" normalizeH="0" baseline="0" dirty="0">
                          <a:ln>
                            <a:noFill/>
                          </a:ln>
                          <a:solidFill>
                            <a:schemeClr val="tx1"/>
                          </a:solidFill>
                          <a:effectLst/>
                        </a:rPr>
                        <a:t>,  //</a:t>
                      </a:r>
                      <a:r>
                        <a:rPr kumimoji="0" lang="en-US" altLang="zh-CN" sz="2000" b="1" u="none" strike="noStrike" cap="none" normalizeH="0" baseline="0" dirty="0">
                          <a:ln>
                            <a:noFill/>
                          </a:ln>
                          <a:solidFill>
                            <a:srgbClr val="006600"/>
                          </a:solidFill>
                          <a:effectLst/>
                        </a:rPr>
                        <a:t>S1</a:t>
                      </a:r>
                      <a:r>
                        <a:rPr kumimoji="0" lang="zh-CN" altLang="en-US" sz="2000" b="1" u="none" strike="noStrike" cap="none" normalizeH="0" baseline="0" dirty="0">
                          <a:ln>
                            <a:noFill/>
                          </a:ln>
                          <a:solidFill>
                            <a:schemeClr val="tx1"/>
                          </a:solidFill>
                          <a:effectLst/>
                        </a:rPr>
                        <a:t>结果为‘</a:t>
                      </a:r>
                      <a:r>
                        <a:rPr kumimoji="0" lang="en-US" altLang="zh-CN" sz="2000" b="1" u="none" strike="noStrike" cap="none" normalizeH="0" baseline="0" dirty="0">
                          <a:ln>
                            <a:noFill/>
                          </a:ln>
                          <a:solidFill>
                            <a:schemeClr val="tx1"/>
                          </a:solidFill>
                          <a:effectLst/>
                        </a:rPr>
                        <a:t>university’</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extLst>
                  <a:ext uri="{0D108BD9-81ED-4DB2-BD59-A6C34878D82A}">
                    <a16:rowId xmlns:a16="http://schemas.microsoft.com/office/drawing/2014/main" val="2596820309"/>
                  </a:ext>
                </a:extLst>
              </a:tr>
              <a:tr h="854261">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1"/>
                          </a:solidFill>
                          <a:effectLst/>
                        </a:rPr>
                        <a:t>  5</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(const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AString&amp; ob)</a:t>
                      </a:r>
                      <a:endParaRPr kumimoji="0" lang="en-US" altLang="zh-CN"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串连接</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若设</a:t>
                      </a:r>
                      <a:r>
                        <a:rPr kumimoji="0" lang="en-US" altLang="zh-CN" sz="2000" b="1" u="none" strike="noStrike" cap="none" normalizeH="0" baseline="0" dirty="0">
                          <a:ln>
                            <a:noFill/>
                          </a:ln>
                          <a:solidFill>
                            <a:schemeClr val="tx1"/>
                          </a:solidFill>
                          <a:effectLst/>
                        </a:rPr>
                        <a:t>S1</a:t>
                      </a:r>
                      <a:r>
                        <a:rPr kumimoji="0" lang="zh-CN" altLang="en-US" sz="2000" b="1" u="none" strike="noStrike" cap="none" normalizeH="0" baseline="0" dirty="0">
                          <a:ln>
                            <a:noFill/>
                          </a:ln>
                          <a:solidFill>
                            <a:schemeClr val="tx1"/>
                          </a:solidFill>
                          <a:effectLst/>
                        </a:rPr>
                        <a:t>为‘ </a:t>
                      </a:r>
                      <a:r>
                        <a:rPr kumimoji="0" lang="en-US" altLang="zh-CN" sz="2000" b="1" u="none" strike="noStrike" cap="none" normalizeH="0" baseline="0" dirty="0">
                          <a:ln>
                            <a:noFill/>
                          </a:ln>
                          <a:solidFill>
                            <a:schemeClr val="tx1"/>
                          </a:solidFill>
                          <a:effectLst/>
                        </a:rPr>
                        <a:t>in Shanghai’, </a:t>
                      </a:r>
                      <a:r>
                        <a:rPr kumimoji="0" lang="zh-CN" altLang="en-US" sz="2000" b="1" u="none" strike="noStrike" cap="none" normalizeH="0" baseline="0" dirty="0">
                          <a:ln>
                            <a:noFill/>
                          </a:ln>
                          <a:solidFill>
                            <a:schemeClr val="tx1"/>
                          </a:solidFill>
                          <a:effectLst/>
                        </a:rPr>
                        <a:t>执行</a:t>
                      </a:r>
                      <a:r>
                        <a:rPr kumimoji="0" lang="en-US" altLang="zh-CN" sz="2000" b="1" u="none" strike="noStrike" cap="none" normalizeH="0" baseline="0" dirty="0">
                          <a:ln>
                            <a:noFill/>
                          </a:ln>
                          <a:solidFill>
                            <a:srgbClr val="006600"/>
                          </a:solidFill>
                          <a:effectLst/>
                        </a:rPr>
                        <a:t>S</a:t>
                      </a:r>
                      <a:r>
                        <a:rPr kumimoji="0" lang="en-US" altLang="zh-CN" sz="2000" b="1" u="none" strike="noStrike" cap="none" normalizeH="0" baseline="0" dirty="0">
                          <a:ln>
                            <a:noFill/>
                          </a:ln>
                          <a:solidFill>
                            <a:schemeClr val="tx1"/>
                          </a:solidFill>
                          <a:effectLst/>
                        </a:rPr>
                        <a:t> </a:t>
                      </a:r>
                      <a:r>
                        <a:rPr kumimoji="0" lang="en-US" altLang="zh-CN" sz="2000" b="1" u="none" strike="noStrike" cap="none" normalizeH="0" baseline="0" dirty="0">
                          <a:ln>
                            <a:noFill/>
                          </a:ln>
                          <a:solidFill>
                            <a:schemeClr val="tx2"/>
                          </a:solidFill>
                          <a:effectLst/>
                        </a:rPr>
                        <a:t>+= S1</a:t>
                      </a:r>
                      <a:r>
                        <a:rPr kumimoji="0" lang="en-US" altLang="zh-CN" sz="2000" b="1" u="none" strike="noStrike" cap="none" normalizeH="0" baseline="0" dirty="0">
                          <a:ln>
                            <a:noFill/>
                          </a:ln>
                          <a:solidFill>
                            <a:schemeClr val="tx1"/>
                          </a:solidFill>
                          <a:effectLst/>
                        </a:rPr>
                        <a:t>,  //</a:t>
                      </a:r>
                      <a:r>
                        <a:rPr kumimoji="0" lang="en-US" altLang="zh-CN" sz="2000" b="1" u="none" strike="noStrike" cap="none" normalizeH="0" baseline="0" dirty="0">
                          <a:ln>
                            <a:noFill/>
                          </a:ln>
                          <a:solidFill>
                            <a:srgbClr val="006600"/>
                          </a:solidFill>
                          <a:effectLst/>
                        </a:rPr>
                        <a:t>S</a:t>
                      </a:r>
                      <a:r>
                        <a:rPr kumimoji="0" lang="zh-CN" altLang="en-US" sz="2000" b="1" u="none" strike="noStrike" cap="none" normalizeH="0" baseline="0" dirty="0">
                          <a:ln>
                            <a:noFill/>
                          </a:ln>
                          <a:solidFill>
                            <a:schemeClr val="tx1"/>
                          </a:solidFill>
                          <a:effectLst/>
                        </a:rPr>
                        <a:t>结果为‘</a:t>
                      </a:r>
                      <a:r>
                        <a:rPr kumimoji="0" lang="en-US" altLang="zh-CN" sz="2000" b="1" u="none" strike="noStrike" cap="none" normalizeH="0" baseline="0" dirty="0">
                          <a:ln>
                            <a:noFill/>
                          </a:ln>
                          <a:solidFill>
                            <a:schemeClr val="tx1"/>
                          </a:solidFill>
                          <a:effectLst/>
                        </a:rPr>
                        <a:t>university</a:t>
                      </a:r>
                      <a:r>
                        <a:rPr kumimoji="0" lang="zh-CN" altLang="en-US" sz="2000" b="1" u="none" strike="noStrike" cap="none" normalizeH="0" baseline="0" dirty="0">
                          <a:ln>
                            <a:noFill/>
                          </a:ln>
                          <a:solidFill>
                            <a:schemeClr val="tx1"/>
                          </a:solidFill>
                          <a:effectLst/>
                        </a:rPr>
                        <a:t> </a:t>
                      </a:r>
                      <a:r>
                        <a:rPr kumimoji="0" lang="en-US" altLang="zh-CN" sz="2000" b="1" u="none" strike="noStrike" cap="none" normalizeH="0" baseline="0" dirty="0">
                          <a:ln>
                            <a:noFill/>
                          </a:ln>
                          <a:solidFill>
                            <a:schemeClr val="tx1"/>
                          </a:solidFill>
                          <a:effectLst/>
                        </a:rPr>
                        <a:t>in Shanghai’</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extLst>
                  <a:ext uri="{0D108BD9-81ED-4DB2-BD59-A6C34878D82A}">
                    <a16:rowId xmlns:a16="http://schemas.microsoft.com/office/drawing/2014/main" val="1340037791"/>
                  </a:ext>
                </a:extLst>
              </a:tr>
              <a:tr h="629254">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chemeClr val="tx1"/>
                          </a:solidFill>
                          <a:effectLst/>
                        </a:rPr>
                        <a:t>  6</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a:ln>
                            <a:noFill/>
                          </a:ln>
                          <a:solidFill>
                            <a:schemeClr val="tx1"/>
                          </a:solidFill>
                          <a:effectLst/>
                        </a:rPr>
                        <a:t>[ ] (int i)</a:t>
                      </a:r>
                      <a:endParaRPr kumimoji="0" lang="en-US" altLang="zh-CN" sz="2000" b="1" i="0" u="none" strike="noStrike" cap="none" normalizeH="0" baseline="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取第 </a:t>
                      </a:r>
                      <a:r>
                        <a:rPr kumimoji="0" lang="en-US" altLang="zh-CN" sz="2000" b="1" u="none" strike="noStrike" cap="none" normalizeH="0" baseline="0" dirty="0" err="1">
                          <a:ln>
                            <a:noFill/>
                          </a:ln>
                          <a:solidFill>
                            <a:schemeClr val="tx1"/>
                          </a:solidFill>
                          <a:effectLst/>
                        </a:rPr>
                        <a:t>i</a:t>
                      </a:r>
                      <a:endParaRPr kumimoji="0" lang="en-US" altLang="zh-CN" sz="2000" b="1" u="none" strike="noStrike" cap="none" normalizeH="0" baseline="0" dirty="0">
                        <a:ln>
                          <a:noFill/>
                        </a:ln>
                        <a:solidFill>
                          <a:schemeClr val="tx1"/>
                        </a:solidFill>
                        <a:effectLst/>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u="none" strike="noStrike" cap="none" normalizeH="0" baseline="0" dirty="0">
                          <a:ln>
                            <a:noFill/>
                          </a:ln>
                          <a:solidFill>
                            <a:schemeClr val="tx1"/>
                          </a:solidFill>
                          <a:effectLst/>
                        </a:rPr>
                        <a:t>个字符</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u="none" strike="noStrike" cap="none" normalizeH="0" baseline="0" dirty="0">
                          <a:ln>
                            <a:noFill/>
                          </a:ln>
                          <a:solidFill>
                            <a:srgbClr val="006600"/>
                          </a:solidFill>
                          <a:effectLst/>
                        </a:rPr>
                        <a:t>S</a:t>
                      </a:r>
                      <a:r>
                        <a:rPr kumimoji="0" lang="en-US" altLang="zh-CN" sz="2000" b="1" u="none" strike="noStrike" cap="none" normalizeH="0" baseline="0" dirty="0">
                          <a:ln>
                            <a:noFill/>
                          </a:ln>
                          <a:solidFill>
                            <a:schemeClr val="tx2"/>
                          </a:solidFill>
                          <a:effectLst/>
                        </a:rPr>
                        <a:t>[5]</a:t>
                      </a:r>
                      <a:r>
                        <a:rPr kumimoji="0" lang="en-US" altLang="zh-CN" sz="2000" b="1" u="none" strike="noStrike" cap="none" normalizeH="0" baseline="0" dirty="0">
                          <a:ln>
                            <a:noFill/>
                          </a:ln>
                          <a:solidFill>
                            <a:schemeClr val="tx1"/>
                          </a:solidFill>
                          <a:effectLst/>
                        </a:rPr>
                        <a:t>,  //</a:t>
                      </a:r>
                      <a:r>
                        <a:rPr kumimoji="0" lang="zh-CN" altLang="en-US" sz="2000" b="1" u="none" strike="noStrike" cap="none" normalizeH="0" baseline="0" dirty="0">
                          <a:ln>
                            <a:noFill/>
                          </a:ln>
                          <a:solidFill>
                            <a:schemeClr val="tx1"/>
                          </a:solidFill>
                          <a:effectLst/>
                        </a:rPr>
                        <a:t>取出字符为‘</a:t>
                      </a:r>
                      <a:r>
                        <a:rPr kumimoji="0" lang="en-US" altLang="zh-CN" sz="2000" b="1" u="none" strike="noStrike" cap="none" normalizeH="0" baseline="0" dirty="0">
                          <a:ln>
                            <a:noFill/>
                          </a:ln>
                          <a:solidFill>
                            <a:schemeClr val="tx1"/>
                          </a:solidFill>
                          <a:effectLst/>
                        </a:rPr>
                        <a:t>r’</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txBody>
                  <a:tcPr horzOverflow="overflow"/>
                </a:tc>
                <a:extLst>
                  <a:ext uri="{0D108BD9-81ED-4DB2-BD59-A6C34878D82A}">
                    <a16:rowId xmlns:a16="http://schemas.microsoft.com/office/drawing/2014/main" val="1362920321"/>
                  </a:ext>
                </a:extLst>
              </a:tr>
            </a:tbl>
          </a:graphicData>
        </a:graphic>
      </p:graphicFrame>
      <p:sp>
        <p:nvSpPr>
          <p:cNvPr id="3" name="灯片编号占位符 2">
            <a:extLst>
              <a:ext uri="{FF2B5EF4-FFF2-40B4-BE49-F238E27FC236}">
                <a16:creationId xmlns:a16="http://schemas.microsoft.com/office/drawing/2014/main" id="{47AF5C6F-BC3C-96D8-8734-56D602745259}"/>
              </a:ext>
            </a:extLst>
          </p:cNvPr>
          <p:cNvSpPr>
            <a:spLocks noGrp="1"/>
          </p:cNvSpPr>
          <p:nvPr>
            <p:ph type="ftr" sz="quarter" idx="11"/>
          </p:nvPr>
        </p:nvSpPr>
        <p:spPr>
          <a:xfrm>
            <a:off x="3124200" y="6248400"/>
            <a:ext cx="2895600" cy="457200"/>
          </a:xfrm>
        </p:spPr>
        <p:txBody>
          <a:bodyPr/>
          <a:lstStyle/>
          <a:p>
            <a:fld id="{3BF15E8C-ADDD-44C2-BDBC-55CCFC51D678}" type="slidenum">
              <a:rPr lang="en-US" altLang="zh-CN"/>
              <a:pPr/>
              <a:t>46</a:t>
            </a:fld>
            <a:endParaRPr lang="en-US" altLang="zh-CN"/>
          </a:p>
        </p:txBody>
      </p:sp>
    </p:spTree>
  </p:cSld>
  <p:clrMapOvr>
    <a:masterClrMapping/>
  </p:clrMapOvr>
  <p:transition>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3">
            <a:extLst>
              <a:ext uri="{FF2B5EF4-FFF2-40B4-BE49-F238E27FC236}">
                <a16:creationId xmlns:a16="http://schemas.microsoft.com/office/drawing/2014/main" id="{BC0E7D29-4488-682C-794E-413A71C56DF4}"/>
              </a:ext>
            </a:extLst>
          </p:cNvPr>
          <p:cNvSpPr txBox="1">
            <a:spLocks noChangeArrowheads="1"/>
          </p:cNvSpPr>
          <p:nvPr/>
        </p:nvSpPr>
        <p:spPr bwMode="auto">
          <a:xfrm>
            <a:off x="916682" y="5157192"/>
            <a:ext cx="8229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600" b="1" dirty="0" err="1">
                <a:latin typeface="Times New Roman" panose="02020603050405020304" pitchFamily="18" charset="0"/>
                <a:ea typeface="宋体" panose="02010600030101010101" pitchFamily="2" charset="-122"/>
              </a:rPr>
              <a:t>pos+len</a:t>
            </a:r>
            <a:r>
              <a:rPr kumimoji="1" lang="en-US" altLang="zh-CN" sz="3600" b="1" dirty="0">
                <a:latin typeface="Times New Roman" panose="02020603050405020304" pitchFamily="18" charset="0"/>
                <a:ea typeface="宋体" panose="02010600030101010101" pitchFamily="2" charset="-122"/>
              </a:rPr>
              <a:t> </a:t>
            </a:r>
            <a:r>
              <a:rPr kumimoji="1" lang="en-US" altLang="zh-CN" sz="3600" b="1" dirty="0">
                <a:latin typeface="宋体" panose="02010600030101010101" pitchFamily="2" charset="-122"/>
                <a:ea typeface="宋体" panose="02010600030101010101" pitchFamily="2" charset="-122"/>
              </a:rPr>
              <a:t>-</a:t>
            </a:r>
            <a:r>
              <a:rPr kumimoji="1" lang="en-US" altLang="zh-CN" sz="3600" b="1" dirty="0">
                <a:latin typeface="Times New Roman" panose="02020603050405020304" pitchFamily="18" charset="0"/>
                <a:ea typeface="宋体" panose="02010600030101010101" pitchFamily="2" charset="-122"/>
              </a:rPr>
              <a:t>1 	             </a:t>
            </a:r>
            <a:r>
              <a:rPr kumimoji="1" lang="en-US" altLang="zh-CN" sz="3600" b="1" dirty="0" err="1">
                <a:latin typeface="Times New Roman" panose="02020603050405020304" pitchFamily="18" charset="0"/>
                <a:ea typeface="宋体" panose="02010600030101010101" pitchFamily="2" charset="-122"/>
              </a:rPr>
              <a:t>pos+len</a:t>
            </a:r>
            <a:r>
              <a:rPr kumimoji="1" lang="en-US" altLang="zh-CN" sz="3600" b="1" dirty="0">
                <a:latin typeface="Times New Roman" panose="02020603050405020304" pitchFamily="18" charset="0"/>
                <a:ea typeface="宋体" panose="02010600030101010101" pitchFamily="2" charset="-122"/>
              </a:rPr>
              <a:t> </a:t>
            </a:r>
            <a:r>
              <a:rPr kumimoji="1" lang="en-US" altLang="zh-CN" sz="3600" b="1" dirty="0">
                <a:latin typeface="宋体" panose="02010600030101010101" pitchFamily="2" charset="-122"/>
                <a:ea typeface="宋体" panose="02010600030101010101" pitchFamily="2" charset="-122"/>
              </a:rPr>
              <a:t>-</a:t>
            </a:r>
            <a:r>
              <a:rPr kumimoji="1" lang="en-US" altLang="zh-CN" sz="3600" b="1" dirty="0">
                <a:latin typeface="Times New Roman" panose="02020603050405020304" pitchFamily="18" charset="0"/>
                <a:ea typeface="宋体" panose="02010600030101010101" pitchFamily="2" charset="-122"/>
              </a:rPr>
              <a:t>1 </a:t>
            </a:r>
          </a:p>
          <a:p>
            <a:pPr eaLnBrk="1" hangingPunct="1"/>
            <a:r>
              <a:rPr kumimoji="1" lang="en-US" altLang="zh-CN" sz="3600" b="1" dirty="0">
                <a:latin typeface="Times New Roman" panose="02020603050405020304" pitchFamily="18" charset="0"/>
                <a:ea typeface="宋体" panose="02010600030101010101" pitchFamily="2" charset="-122"/>
                <a:sym typeface="Symbol" panose="05050102010706020507" pitchFamily="18" charset="2"/>
              </a:rPr>
              <a:t>  </a:t>
            </a:r>
            <a:r>
              <a:rPr kumimoji="1" lang="en-US" altLang="zh-CN" sz="3600" b="1" dirty="0">
                <a:latin typeface="Times New Roman" panose="02020603050405020304" pitchFamily="18" charset="0"/>
                <a:ea typeface="宋体" panose="02010600030101010101" pitchFamily="2" charset="-122"/>
              </a:rPr>
              <a:t> curLength</a:t>
            </a:r>
            <a:r>
              <a:rPr kumimoji="1" lang="en-US" altLang="zh-CN" sz="3600" b="1" dirty="0">
                <a:latin typeface="宋体" panose="02010600030101010101" pitchFamily="2" charset="-122"/>
                <a:ea typeface="宋体" panose="02010600030101010101" pitchFamily="2" charset="-122"/>
              </a:rPr>
              <a:t>-</a:t>
            </a:r>
            <a:r>
              <a:rPr kumimoji="1" lang="en-US" altLang="zh-CN" sz="3600" b="1" dirty="0">
                <a:latin typeface="Times New Roman" panose="02020603050405020304" pitchFamily="18" charset="0"/>
                <a:ea typeface="宋体" panose="02010600030101010101" pitchFamily="2" charset="-122"/>
              </a:rPr>
              <a:t>1          </a:t>
            </a:r>
            <a:r>
              <a:rPr kumimoji="1" lang="en-US" altLang="zh-CN" sz="3600" b="1"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3600" b="1" dirty="0">
                <a:latin typeface="Times New Roman" panose="02020603050405020304" pitchFamily="18" charset="0"/>
                <a:ea typeface="宋体" panose="02010600030101010101" pitchFamily="2" charset="-122"/>
              </a:rPr>
              <a:t> </a:t>
            </a:r>
            <a:r>
              <a:rPr kumimoji="1" lang="en-US" altLang="zh-CN" sz="3600" b="1" dirty="0" err="1">
                <a:latin typeface="Times New Roman" panose="02020603050405020304" pitchFamily="18" charset="0"/>
                <a:ea typeface="宋体" panose="02010600030101010101" pitchFamily="2" charset="-122"/>
              </a:rPr>
              <a:t>curLength</a:t>
            </a:r>
            <a:endParaRPr kumimoji="1" lang="en-US" altLang="zh-CN" sz="3600" dirty="0">
              <a:latin typeface="Times New Roman" panose="02020603050405020304" pitchFamily="18" charset="0"/>
              <a:ea typeface="宋体" panose="02010600030101010101" pitchFamily="2" charset="-122"/>
            </a:endParaRPr>
          </a:p>
        </p:txBody>
      </p:sp>
      <p:sp>
        <p:nvSpPr>
          <p:cNvPr id="52228" name="Rectangle 4" descr="新闻纸">
            <a:extLst>
              <a:ext uri="{FF2B5EF4-FFF2-40B4-BE49-F238E27FC236}">
                <a16:creationId xmlns:a16="http://schemas.microsoft.com/office/drawing/2014/main" id="{98990403-D40A-5179-16D2-EEAD93AA3AB1}"/>
              </a:ext>
            </a:extLst>
          </p:cNvPr>
          <p:cNvSpPr>
            <a:spLocks noChangeArrowheads="1"/>
          </p:cNvSpPr>
          <p:nvPr/>
        </p:nvSpPr>
        <p:spPr bwMode="auto">
          <a:xfrm>
            <a:off x="688082" y="2718792"/>
            <a:ext cx="3124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52229" name="Text Box 5">
            <a:extLst>
              <a:ext uri="{FF2B5EF4-FFF2-40B4-BE49-F238E27FC236}">
                <a16:creationId xmlns:a16="http://schemas.microsoft.com/office/drawing/2014/main" id="{1EB663E2-36CF-3C27-B5CA-5E945277FEE8}"/>
              </a:ext>
            </a:extLst>
          </p:cNvPr>
          <p:cNvSpPr txBox="1">
            <a:spLocks noChangeArrowheads="1"/>
          </p:cNvSpPr>
          <p:nvPr/>
        </p:nvSpPr>
        <p:spPr bwMode="auto">
          <a:xfrm>
            <a:off x="773807" y="2672755"/>
            <a:ext cx="30257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dirty="0" err="1">
                <a:latin typeface="Arial" panose="020B0604020202020204" pitchFamily="34" charset="0"/>
                <a:ea typeface="宋体" panose="02010600030101010101" pitchFamily="2" charset="-122"/>
              </a:rPr>
              <a:t>i</a:t>
            </a:r>
            <a:r>
              <a:rPr kumimoji="1" lang="en-US" altLang="zh-CN" sz="3200" dirty="0">
                <a:latin typeface="Arial" panose="020B0604020202020204" pitchFamily="34" charset="0"/>
                <a:ea typeface="宋体" panose="02010600030101010101" pitchFamily="2" charset="-122"/>
              </a:rPr>
              <a:t>  n  f  </a:t>
            </a:r>
            <a:r>
              <a:rPr kumimoji="1" lang="en-US" altLang="zh-CN" sz="3200" dirty="0" err="1">
                <a:latin typeface="Arial" panose="020B0604020202020204" pitchFamily="34" charset="0"/>
                <a:ea typeface="宋体" panose="02010600030101010101" pitchFamily="2" charset="-122"/>
              </a:rPr>
              <a:t>i</a:t>
            </a:r>
            <a:r>
              <a:rPr kumimoji="1" lang="en-US" altLang="zh-CN" sz="3200" dirty="0">
                <a:latin typeface="Arial" panose="020B0604020202020204" pitchFamily="34" charset="0"/>
                <a:ea typeface="宋体" panose="02010600030101010101" pitchFamily="2" charset="-122"/>
              </a:rPr>
              <a:t>  n  </a:t>
            </a:r>
            <a:r>
              <a:rPr kumimoji="1" lang="en-US" altLang="zh-CN" sz="3200" dirty="0" err="1">
                <a:latin typeface="Arial" panose="020B0604020202020204" pitchFamily="34" charset="0"/>
                <a:ea typeface="宋体" panose="02010600030101010101" pitchFamily="2" charset="-122"/>
              </a:rPr>
              <a:t>i</a:t>
            </a:r>
            <a:r>
              <a:rPr kumimoji="1" lang="en-US" altLang="zh-CN" sz="3200" dirty="0">
                <a:latin typeface="Arial" panose="020B0604020202020204" pitchFamily="34" charset="0"/>
                <a:ea typeface="宋体" panose="02010600030101010101" pitchFamily="2" charset="-122"/>
              </a:rPr>
              <a:t>   t  y</a:t>
            </a:r>
            <a:endParaRPr kumimoji="1" lang="en-US" altLang="zh-CN" sz="2400" dirty="0">
              <a:latin typeface="Times New Roman" panose="02020603050405020304" pitchFamily="18" charset="0"/>
              <a:ea typeface="宋体" panose="02010600030101010101" pitchFamily="2" charset="-122"/>
            </a:endParaRPr>
          </a:p>
        </p:txBody>
      </p:sp>
      <p:sp>
        <p:nvSpPr>
          <p:cNvPr id="52230" name="Line 6">
            <a:extLst>
              <a:ext uri="{FF2B5EF4-FFF2-40B4-BE49-F238E27FC236}">
                <a16:creationId xmlns:a16="http://schemas.microsoft.com/office/drawing/2014/main" id="{FAD5829D-17AB-D856-3D8D-6A9DA216D4C9}"/>
              </a:ext>
            </a:extLst>
          </p:cNvPr>
          <p:cNvSpPr>
            <a:spLocks noChangeShapeType="1"/>
          </p:cNvSpPr>
          <p:nvPr/>
        </p:nvSpPr>
        <p:spPr bwMode="auto">
          <a:xfrm>
            <a:off x="10690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1" name="Line 7">
            <a:extLst>
              <a:ext uri="{FF2B5EF4-FFF2-40B4-BE49-F238E27FC236}">
                <a16:creationId xmlns:a16="http://schemas.microsoft.com/office/drawing/2014/main" id="{C3A0E9B6-5872-E191-3499-BF0660DF9E60}"/>
              </a:ext>
            </a:extLst>
          </p:cNvPr>
          <p:cNvSpPr>
            <a:spLocks noChangeShapeType="1"/>
          </p:cNvSpPr>
          <p:nvPr/>
        </p:nvSpPr>
        <p:spPr bwMode="auto">
          <a:xfrm>
            <a:off x="14500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2" name="Line 8">
            <a:extLst>
              <a:ext uri="{FF2B5EF4-FFF2-40B4-BE49-F238E27FC236}">
                <a16:creationId xmlns:a16="http://schemas.microsoft.com/office/drawing/2014/main" id="{36C7E831-0BAB-F301-1C37-28126AE14FD8}"/>
              </a:ext>
            </a:extLst>
          </p:cNvPr>
          <p:cNvSpPr>
            <a:spLocks noChangeShapeType="1"/>
          </p:cNvSpPr>
          <p:nvPr/>
        </p:nvSpPr>
        <p:spPr bwMode="auto">
          <a:xfrm>
            <a:off x="18310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3" name="Line 9">
            <a:extLst>
              <a:ext uri="{FF2B5EF4-FFF2-40B4-BE49-F238E27FC236}">
                <a16:creationId xmlns:a16="http://schemas.microsoft.com/office/drawing/2014/main" id="{4B9B6A57-D8C5-C827-8B71-8CE6AA314BB6}"/>
              </a:ext>
            </a:extLst>
          </p:cNvPr>
          <p:cNvSpPr>
            <a:spLocks noChangeShapeType="1"/>
          </p:cNvSpPr>
          <p:nvPr/>
        </p:nvSpPr>
        <p:spPr bwMode="auto">
          <a:xfrm>
            <a:off x="22120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4" name="Line 10">
            <a:extLst>
              <a:ext uri="{FF2B5EF4-FFF2-40B4-BE49-F238E27FC236}">
                <a16:creationId xmlns:a16="http://schemas.microsoft.com/office/drawing/2014/main" id="{33EB7E1C-E2D7-5482-6504-4AF11F530A0D}"/>
              </a:ext>
            </a:extLst>
          </p:cNvPr>
          <p:cNvSpPr>
            <a:spLocks noChangeShapeType="1"/>
          </p:cNvSpPr>
          <p:nvPr/>
        </p:nvSpPr>
        <p:spPr bwMode="auto">
          <a:xfrm>
            <a:off x="29740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5" name="Line 11">
            <a:extLst>
              <a:ext uri="{FF2B5EF4-FFF2-40B4-BE49-F238E27FC236}">
                <a16:creationId xmlns:a16="http://schemas.microsoft.com/office/drawing/2014/main" id="{B6BBE9B7-1430-F69A-0768-B27EF2AFE889}"/>
              </a:ext>
            </a:extLst>
          </p:cNvPr>
          <p:cNvSpPr>
            <a:spLocks noChangeShapeType="1"/>
          </p:cNvSpPr>
          <p:nvPr/>
        </p:nvSpPr>
        <p:spPr bwMode="auto">
          <a:xfrm>
            <a:off x="33550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6" name="Rectangle 12" descr="新闻纸">
            <a:extLst>
              <a:ext uri="{FF2B5EF4-FFF2-40B4-BE49-F238E27FC236}">
                <a16:creationId xmlns:a16="http://schemas.microsoft.com/office/drawing/2014/main" id="{AB0DAC83-792A-6523-4367-7D4DAE2C2F74}"/>
              </a:ext>
            </a:extLst>
          </p:cNvPr>
          <p:cNvSpPr>
            <a:spLocks noChangeArrowheads="1"/>
          </p:cNvSpPr>
          <p:nvPr/>
        </p:nvSpPr>
        <p:spPr bwMode="auto">
          <a:xfrm>
            <a:off x="4574282" y="2718792"/>
            <a:ext cx="31242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52237" name="Text Box 13">
            <a:extLst>
              <a:ext uri="{FF2B5EF4-FFF2-40B4-BE49-F238E27FC236}">
                <a16:creationId xmlns:a16="http://schemas.microsoft.com/office/drawing/2014/main" id="{0CE097A5-6747-CD8E-88E8-A33097E4E597}"/>
              </a:ext>
            </a:extLst>
          </p:cNvPr>
          <p:cNvSpPr txBox="1">
            <a:spLocks noChangeArrowheads="1"/>
          </p:cNvSpPr>
          <p:nvPr/>
        </p:nvSpPr>
        <p:spPr bwMode="auto">
          <a:xfrm>
            <a:off x="4660007" y="2672755"/>
            <a:ext cx="30257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dirty="0" err="1">
                <a:latin typeface="Arial" panose="020B0604020202020204" pitchFamily="34" charset="0"/>
                <a:ea typeface="宋体" panose="02010600030101010101" pitchFamily="2" charset="-122"/>
              </a:rPr>
              <a:t>i</a:t>
            </a:r>
            <a:r>
              <a:rPr kumimoji="1" lang="en-US" altLang="zh-CN" sz="3200" dirty="0">
                <a:latin typeface="Arial" panose="020B0604020202020204" pitchFamily="34" charset="0"/>
                <a:ea typeface="宋体" panose="02010600030101010101" pitchFamily="2" charset="-122"/>
              </a:rPr>
              <a:t>  n  f  </a:t>
            </a:r>
            <a:r>
              <a:rPr kumimoji="1" lang="en-US" altLang="zh-CN" sz="3200" dirty="0" err="1">
                <a:latin typeface="Arial" panose="020B0604020202020204" pitchFamily="34" charset="0"/>
                <a:ea typeface="宋体" panose="02010600030101010101" pitchFamily="2" charset="-122"/>
              </a:rPr>
              <a:t>i</a:t>
            </a:r>
            <a:r>
              <a:rPr kumimoji="1" lang="en-US" altLang="zh-CN" sz="3200" dirty="0">
                <a:latin typeface="Arial" panose="020B0604020202020204" pitchFamily="34" charset="0"/>
                <a:ea typeface="宋体" panose="02010600030101010101" pitchFamily="2" charset="-122"/>
              </a:rPr>
              <a:t>  n  </a:t>
            </a:r>
            <a:r>
              <a:rPr kumimoji="1" lang="en-US" altLang="zh-CN" sz="3200" dirty="0" err="1">
                <a:latin typeface="Arial" panose="020B0604020202020204" pitchFamily="34" charset="0"/>
                <a:ea typeface="宋体" panose="02010600030101010101" pitchFamily="2" charset="-122"/>
              </a:rPr>
              <a:t>i</a:t>
            </a:r>
            <a:r>
              <a:rPr kumimoji="1" lang="en-US" altLang="zh-CN" sz="3200" dirty="0">
                <a:latin typeface="Arial" panose="020B0604020202020204" pitchFamily="34" charset="0"/>
                <a:ea typeface="宋体" panose="02010600030101010101" pitchFamily="2" charset="-122"/>
              </a:rPr>
              <a:t>   t  y</a:t>
            </a:r>
            <a:endParaRPr kumimoji="1" lang="en-US" altLang="zh-CN" sz="2400" dirty="0">
              <a:latin typeface="Times New Roman" panose="02020603050405020304" pitchFamily="18" charset="0"/>
              <a:ea typeface="宋体" panose="02010600030101010101" pitchFamily="2" charset="-122"/>
            </a:endParaRPr>
          </a:p>
        </p:txBody>
      </p:sp>
      <p:sp>
        <p:nvSpPr>
          <p:cNvPr id="52238" name="Line 14">
            <a:extLst>
              <a:ext uri="{FF2B5EF4-FFF2-40B4-BE49-F238E27FC236}">
                <a16:creationId xmlns:a16="http://schemas.microsoft.com/office/drawing/2014/main" id="{1E6D7092-B301-0A41-2505-1A7EA1F9C6D6}"/>
              </a:ext>
            </a:extLst>
          </p:cNvPr>
          <p:cNvSpPr>
            <a:spLocks noChangeShapeType="1"/>
          </p:cNvSpPr>
          <p:nvPr/>
        </p:nvSpPr>
        <p:spPr bwMode="auto">
          <a:xfrm>
            <a:off x="49552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9" name="Line 15">
            <a:extLst>
              <a:ext uri="{FF2B5EF4-FFF2-40B4-BE49-F238E27FC236}">
                <a16:creationId xmlns:a16="http://schemas.microsoft.com/office/drawing/2014/main" id="{31540ABF-61D1-7C5B-01E3-7E35FD62C417}"/>
              </a:ext>
            </a:extLst>
          </p:cNvPr>
          <p:cNvSpPr>
            <a:spLocks noChangeShapeType="1"/>
          </p:cNvSpPr>
          <p:nvPr/>
        </p:nvSpPr>
        <p:spPr bwMode="auto">
          <a:xfrm>
            <a:off x="53362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0" name="Line 16">
            <a:extLst>
              <a:ext uri="{FF2B5EF4-FFF2-40B4-BE49-F238E27FC236}">
                <a16:creationId xmlns:a16="http://schemas.microsoft.com/office/drawing/2014/main" id="{B132E77F-56B4-BA36-8AF4-3CF568C829C5}"/>
              </a:ext>
            </a:extLst>
          </p:cNvPr>
          <p:cNvSpPr>
            <a:spLocks noChangeShapeType="1"/>
          </p:cNvSpPr>
          <p:nvPr/>
        </p:nvSpPr>
        <p:spPr bwMode="auto">
          <a:xfrm>
            <a:off x="57172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1" name="Line 17">
            <a:extLst>
              <a:ext uri="{FF2B5EF4-FFF2-40B4-BE49-F238E27FC236}">
                <a16:creationId xmlns:a16="http://schemas.microsoft.com/office/drawing/2014/main" id="{B2B1103D-3B1C-E57A-F792-460557410623}"/>
              </a:ext>
            </a:extLst>
          </p:cNvPr>
          <p:cNvSpPr>
            <a:spLocks noChangeShapeType="1"/>
          </p:cNvSpPr>
          <p:nvPr/>
        </p:nvSpPr>
        <p:spPr bwMode="auto">
          <a:xfrm>
            <a:off x="60982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2" name="Line 18">
            <a:extLst>
              <a:ext uri="{FF2B5EF4-FFF2-40B4-BE49-F238E27FC236}">
                <a16:creationId xmlns:a16="http://schemas.microsoft.com/office/drawing/2014/main" id="{5D8F6C29-2427-6A1D-5BB0-2ABF34C14D0A}"/>
              </a:ext>
            </a:extLst>
          </p:cNvPr>
          <p:cNvSpPr>
            <a:spLocks noChangeShapeType="1"/>
          </p:cNvSpPr>
          <p:nvPr/>
        </p:nvSpPr>
        <p:spPr bwMode="auto">
          <a:xfrm>
            <a:off x="64792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3" name="Line 19">
            <a:extLst>
              <a:ext uri="{FF2B5EF4-FFF2-40B4-BE49-F238E27FC236}">
                <a16:creationId xmlns:a16="http://schemas.microsoft.com/office/drawing/2014/main" id="{41A2D388-499B-4F7E-D537-4420B0A92148}"/>
              </a:ext>
            </a:extLst>
          </p:cNvPr>
          <p:cNvSpPr>
            <a:spLocks noChangeShapeType="1"/>
          </p:cNvSpPr>
          <p:nvPr/>
        </p:nvSpPr>
        <p:spPr bwMode="auto">
          <a:xfrm>
            <a:off x="68602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4" name="Line 20">
            <a:extLst>
              <a:ext uri="{FF2B5EF4-FFF2-40B4-BE49-F238E27FC236}">
                <a16:creationId xmlns:a16="http://schemas.microsoft.com/office/drawing/2014/main" id="{54D752C7-E099-4B8C-8F75-BC9E68888800}"/>
              </a:ext>
            </a:extLst>
          </p:cNvPr>
          <p:cNvSpPr>
            <a:spLocks noChangeShapeType="1"/>
          </p:cNvSpPr>
          <p:nvPr/>
        </p:nvSpPr>
        <p:spPr bwMode="auto">
          <a:xfrm>
            <a:off x="72412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5" name="Line 21">
            <a:extLst>
              <a:ext uri="{FF2B5EF4-FFF2-40B4-BE49-F238E27FC236}">
                <a16:creationId xmlns:a16="http://schemas.microsoft.com/office/drawing/2014/main" id="{3262591C-7FA1-8CC8-E1E2-85DC2733E59A}"/>
              </a:ext>
            </a:extLst>
          </p:cNvPr>
          <p:cNvSpPr>
            <a:spLocks noChangeShapeType="1"/>
          </p:cNvSpPr>
          <p:nvPr/>
        </p:nvSpPr>
        <p:spPr bwMode="auto">
          <a:xfrm>
            <a:off x="2593082" y="27187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6" name="Text Box 22">
            <a:extLst>
              <a:ext uri="{FF2B5EF4-FFF2-40B4-BE49-F238E27FC236}">
                <a16:creationId xmlns:a16="http://schemas.microsoft.com/office/drawing/2014/main" id="{F6C9C42B-D7AD-41B6-4888-D030A2EC03F8}"/>
              </a:ext>
            </a:extLst>
          </p:cNvPr>
          <p:cNvSpPr txBox="1">
            <a:spLocks noChangeArrowheads="1"/>
          </p:cNvSpPr>
          <p:nvPr/>
        </p:nvSpPr>
        <p:spPr bwMode="auto">
          <a:xfrm>
            <a:off x="840482" y="2109192"/>
            <a:ext cx="28717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dirty="0">
                <a:latin typeface="Times New Roman" panose="02020603050405020304" pitchFamily="18" charset="0"/>
                <a:ea typeface="宋体" panose="02010600030101010101" pitchFamily="2" charset="-122"/>
              </a:rPr>
              <a:t>pos = 2,  </a:t>
            </a:r>
            <a:r>
              <a:rPr kumimoji="1" lang="en-US" altLang="zh-CN" sz="3200" b="1" dirty="0" err="1">
                <a:latin typeface="Times New Roman" panose="02020603050405020304" pitchFamily="18" charset="0"/>
                <a:ea typeface="宋体" panose="02010600030101010101" pitchFamily="2" charset="-122"/>
              </a:rPr>
              <a:t>len</a:t>
            </a:r>
            <a:r>
              <a:rPr kumimoji="1" lang="en-US" altLang="zh-CN" sz="3200" b="1" dirty="0">
                <a:latin typeface="Times New Roman" panose="02020603050405020304" pitchFamily="18" charset="0"/>
                <a:ea typeface="宋体" panose="02010600030101010101" pitchFamily="2" charset="-122"/>
              </a:rPr>
              <a:t> = 3</a:t>
            </a:r>
            <a:endParaRPr kumimoji="1" lang="en-US" altLang="zh-CN" sz="2400" dirty="0">
              <a:latin typeface="Times New Roman" panose="02020603050405020304" pitchFamily="18" charset="0"/>
              <a:ea typeface="宋体" panose="02010600030101010101" pitchFamily="2" charset="-122"/>
            </a:endParaRPr>
          </a:p>
        </p:txBody>
      </p:sp>
      <p:sp>
        <p:nvSpPr>
          <p:cNvPr id="52247" name="Text Box 23">
            <a:extLst>
              <a:ext uri="{FF2B5EF4-FFF2-40B4-BE49-F238E27FC236}">
                <a16:creationId xmlns:a16="http://schemas.microsoft.com/office/drawing/2014/main" id="{2BD3F9C6-7233-B8AD-9BE6-8246909BEFE0}"/>
              </a:ext>
            </a:extLst>
          </p:cNvPr>
          <p:cNvSpPr txBox="1">
            <a:spLocks noChangeArrowheads="1"/>
          </p:cNvSpPr>
          <p:nvPr/>
        </p:nvSpPr>
        <p:spPr bwMode="auto">
          <a:xfrm>
            <a:off x="5512495" y="2109192"/>
            <a:ext cx="28717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dirty="0">
                <a:latin typeface="Times New Roman" panose="02020603050405020304" pitchFamily="18" charset="0"/>
                <a:ea typeface="宋体" panose="02010600030101010101" pitchFamily="2" charset="-122"/>
              </a:rPr>
              <a:t>pos = 5,  </a:t>
            </a:r>
            <a:r>
              <a:rPr kumimoji="1" lang="en-US" altLang="zh-CN" sz="3200" b="1" dirty="0" err="1">
                <a:latin typeface="Times New Roman" panose="02020603050405020304" pitchFamily="18" charset="0"/>
                <a:ea typeface="宋体" panose="02010600030101010101" pitchFamily="2" charset="-122"/>
              </a:rPr>
              <a:t>len</a:t>
            </a:r>
            <a:r>
              <a:rPr kumimoji="1" lang="en-US" altLang="zh-CN" sz="3200" b="1" dirty="0">
                <a:latin typeface="Times New Roman" panose="02020603050405020304" pitchFamily="18" charset="0"/>
                <a:ea typeface="宋体" panose="02010600030101010101" pitchFamily="2" charset="-122"/>
              </a:rPr>
              <a:t> = 4</a:t>
            </a:r>
            <a:endParaRPr kumimoji="1" lang="en-US" altLang="zh-CN" sz="2400" dirty="0">
              <a:latin typeface="Times New Roman" panose="02020603050405020304" pitchFamily="18" charset="0"/>
              <a:ea typeface="宋体" panose="02010600030101010101" pitchFamily="2" charset="-122"/>
            </a:endParaRPr>
          </a:p>
        </p:txBody>
      </p:sp>
      <p:sp>
        <p:nvSpPr>
          <p:cNvPr id="52248" name="Line 24">
            <a:extLst>
              <a:ext uri="{FF2B5EF4-FFF2-40B4-BE49-F238E27FC236}">
                <a16:creationId xmlns:a16="http://schemas.microsoft.com/office/drawing/2014/main" id="{47DB4D3A-5E9A-B3AD-8871-B14135ED3518}"/>
              </a:ext>
            </a:extLst>
          </p:cNvPr>
          <p:cNvSpPr>
            <a:spLocks noChangeShapeType="1"/>
          </p:cNvSpPr>
          <p:nvPr/>
        </p:nvSpPr>
        <p:spPr bwMode="auto">
          <a:xfrm flipV="1">
            <a:off x="1678682" y="3328392"/>
            <a:ext cx="0" cy="457200"/>
          </a:xfrm>
          <a:prstGeom prst="line">
            <a:avLst/>
          </a:prstGeom>
          <a:noFill/>
          <a:ln w="28575">
            <a:solidFill>
              <a:schemeClr val="tx2"/>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9" name="Line 25">
            <a:extLst>
              <a:ext uri="{FF2B5EF4-FFF2-40B4-BE49-F238E27FC236}">
                <a16:creationId xmlns:a16="http://schemas.microsoft.com/office/drawing/2014/main" id="{A4C42C72-6860-11CD-A3A9-13B921A0C977}"/>
              </a:ext>
            </a:extLst>
          </p:cNvPr>
          <p:cNvSpPr>
            <a:spLocks noChangeShapeType="1"/>
          </p:cNvSpPr>
          <p:nvPr/>
        </p:nvSpPr>
        <p:spPr bwMode="auto">
          <a:xfrm>
            <a:off x="1754882" y="3633192"/>
            <a:ext cx="762000" cy="0"/>
          </a:xfrm>
          <a:prstGeom prst="line">
            <a:avLst/>
          </a:prstGeom>
          <a:noFill/>
          <a:ln w="28575">
            <a:solidFill>
              <a:srgbClr val="0099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0" name="Line 26">
            <a:extLst>
              <a:ext uri="{FF2B5EF4-FFF2-40B4-BE49-F238E27FC236}">
                <a16:creationId xmlns:a16="http://schemas.microsoft.com/office/drawing/2014/main" id="{73CBDB1A-A1EA-9B47-3E77-9EB72AE1A802}"/>
              </a:ext>
            </a:extLst>
          </p:cNvPr>
          <p:cNvSpPr>
            <a:spLocks noChangeShapeType="1"/>
          </p:cNvSpPr>
          <p:nvPr/>
        </p:nvSpPr>
        <p:spPr bwMode="auto">
          <a:xfrm>
            <a:off x="2516882" y="3480792"/>
            <a:ext cx="0" cy="304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1" name="Line 27">
            <a:extLst>
              <a:ext uri="{FF2B5EF4-FFF2-40B4-BE49-F238E27FC236}">
                <a16:creationId xmlns:a16="http://schemas.microsoft.com/office/drawing/2014/main" id="{3FC0775D-124C-F5AF-41AF-74257C1DDB2C}"/>
              </a:ext>
            </a:extLst>
          </p:cNvPr>
          <p:cNvSpPr>
            <a:spLocks noChangeShapeType="1"/>
          </p:cNvSpPr>
          <p:nvPr/>
        </p:nvSpPr>
        <p:spPr bwMode="auto">
          <a:xfrm flipV="1">
            <a:off x="6707882" y="3328392"/>
            <a:ext cx="0" cy="457200"/>
          </a:xfrm>
          <a:prstGeom prst="line">
            <a:avLst/>
          </a:prstGeom>
          <a:noFill/>
          <a:ln w="28575">
            <a:solidFill>
              <a:schemeClr val="tx2"/>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2" name="Line 28">
            <a:extLst>
              <a:ext uri="{FF2B5EF4-FFF2-40B4-BE49-F238E27FC236}">
                <a16:creationId xmlns:a16="http://schemas.microsoft.com/office/drawing/2014/main" id="{EB67CAC0-D8B3-4E40-50F6-EFF32BD8AC4A}"/>
              </a:ext>
            </a:extLst>
          </p:cNvPr>
          <p:cNvSpPr>
            <a:spLocks noChangeShapeType="1"/>
          </p:cNvSpPr>
          <p:nvPr/>
        </p:nvSpPr>
        <p:spPr bwMode="auto">
          <a:xfrm>
            <a:off x="6784082" y="3633192"/>
            <a:ext cx="1143000" cy="0"/>
          </a:xfrm>
          <a:prstGeom prst="line">
            <a:avLst/>
          </a:prstGeom>
          <a:noFill/>
          <a:ln w="28575">
            <a:solidFill>
              <a:srgbClr val="0099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3" name="Rectangle 29" descr="新闻纸">
            <a:extLst>
              <a:ext uri="{FF2B5EF4-FFF2-40B4-BE49-F238E27FC236}">
                <a16:creationId xmlns:a16="http://schemas.microsoft.com/office/drawing/2014/main" id="{6E16BF70-E8AD-318F-76A7-F288ABCD0D64}"/>
              </a:ext>
            </a:extLst>
          </p:cNvPr>
          <p:cNvSpPr>
            <a:spLocks noChangeArrowheads="1"/>
          </p:cNvSpPr>
          <p:nvPr/>
        </p:nvSpPr>
        <p:spPr bwMode="auto">
          <a:xfrm>
            <a:off x="1450082" y="4547592"/>
            <a:ext cx="11430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52254" name="Line 30">
            <a:extLst>
              <a:ext uri="{FF2B5EF4-FFF2-40B4-BE49-F238E27FC236}">
                <a16:creationId xmlns:a16="http://schemas.microsoft.com/office/drawing/2014/main" id="{A66F75A0-6AB5-C40D-0AB9-82D670D00ECB}"/>
              </a:ext>
            </a:extLst>
          </p:cNvPr>
          <p:cNvSpPr>
            <a:spLocks noChangeShapeType="1"/>
          </p:cNvSpPr>
          <p:nvPr/>
        </p:nvSpPr>
        <p:spPr bwMode="auto">
          <a:xfrm>
            <a:off x="1831082" y="45475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5" name="Line 31">
            <a:extLst>
              <a:ext uri="{FF2B5EF4-FFF2-40B4-BE49-F238E27FC236}">
                <a16:creationId xmlns:a16="http://schemas.microsoft.com/office/drawing/2014/main" id="{B8C1EE00-64A5-ABCD-4E80-67AF25C569D7}"/>
              </a:ext>
            </a:extLst>
          </p:cNvPr>
          <p:cNvSpPr>
            <a:spLocks noChangeShapeType="1"/>
          </p:cNvSpPr>
          <p:nvPr/>
        </p:nvSpPr>
        <p:spPr bwMode="auto">
          <a:xfrm>
            <a:off x="2212082" y="45475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6" name="Text Box 32">
            <a:extLst>
              <a:ext uri="{FF2B5EF4-FFF2-40B4-BE49-F238E27FC236}">
                <a16:creationId xmlns:a16="http://schemas.microsoft.com/office/drawing/2014/main" id="{D3A0AAD4-972B-F541-390F-30A408927442}"/>
              </a:ext>
            </a:extLst>
          </p:cNvPr>
          <p:cNvSpPr txBox="1">
            <a:spLocks noChangeArrowheads="1"/>
          </p:cNvSpPr>
          <p:nvPr/>
        </p:nvSpPr>
        <p:spPr bwMode="auto">
          <a:xfrm>
            <a:off x="1562795" y="4547592"/>
            <a:ext cx="1063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dirty="0">
                <a:latin typeface="Arial" panose="020B0604020202020204" pitchFamily="34" charset="0"/>
                <a:ea typeface="宋体" panose="02010600030101010101" pitchFamily="2" charset="-122"/>
              </a:rPr>
              <a:t>f  </a:t>
            </a:r>
            <a:r>
              <a:rPr kumimoji="1" lang="en-US" altLang="zh-CN" sz="3200" dirty="0" err="1">
                <a:latin typeface="Arial" panose="020B0604020202020204" pitchFamily="34" charset="0"/>
                <a:ea typeface="宋体" panose="02010600030101010101" pitchFamily="2" charset="-122"/>
              </a:rPr>
              <a:t>i</a:t>
            </a:r>
            <a:r>
              <a:rPr kumimoji="1" lang="en-US" altLang="zh-CN" sz="3200" dirty="0">
                <a:latin typeface="Arial" panose="020B0604020202020204" pitchFamily="34" charset="0"/>
                <a:ea typeface="宋体" panose="02010600030101010101" pitchFamily="2" charset="-122"/>
              </a:rPr>
              <a:t>  n</a:t>
            </a:r>
            <a:endParaRPr kumimoji="1" lang="en-US" altLang="zh-CN" sz="2400" dirty="0">
              <a:latin typeface="Times New Roman" panose="02020603050405020304" pitchFamily="18" charset="0"/>
              <a:ea typeface="宋体" panose="02010600030101010101" pitchFamily="2" charset="-122"/>
            </a:endParaRPr>
          </a:p>
        </p:txBody>
      </p:sp>
      <p:sp>
        <p:nvSpPr>
          <p:cNvPr id="52257" name="Rectangle 33" descr="新闻纸">
            <a:extLst>
              <a:ext uri="{FF2B5EF4-FFF2-40B4-BE49-F238E27FC236}">
                <a16:creationId xmlns:a16="http://schemas.microsoft.com/office/drawing/2014/main" id="{1E1BD424-9865-8915-73B8-3BF7EB836593}"/>
              </a:ext>
            </a:extLst>
          </p:cNvPr>
          <p:cNvSpPr>
            <a:spLocks noChangeArrowheads="1"/>
          </p:cNvSpPr>
          <p:nvPr/>
        </p:nvSpPr>
        <p:spPr bwMode="auto">
          <a:xfrm>
            <a:off x="6479282" y="4547592"/>
            <a:ext cx="1143000" cy="533400"/>
          </a:xfrm>
          <a:prstGeom prst="rect">
            <a:avLst/>
          </a:prstGeom>
          <a:blipFill dpi="0" rotWithShape="0">
            <a:blip r:embed="rId2"/>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52258" name="Line 34">
            <a:extLst>
              <a:ext uri="{FF2B5EF4-FFF2-40B4-BE49-F238E27FC236}">
                <a16:creationId xmlns:a16="http://schemas.microsoft.com/office/drawing/2014/main" id="{23E0E337-BFD6-1ACC-E7D4-6991C8369700}"/>
              </a:ext>
            </a:extLst>
          </p:cNvPr>
          <p:cNvSpPr>
            <a:spLocks noChangeShapeType="1"/>
          </p:cNvSpPr>
          <p:nvPr/>
        </p:nvSpPr>
        <p:spPr bwMode="auto">
          <a:xfrm>
            <a:off x="6860282" y="4547592"/>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9" name="Line 35">
            <a:extLst>
              <a:ext uri="{FF2B5EF4-FFF2-40B4-BE49-F238E27FC236}">
                <a16:creationId xmlns:a16="http://schemas.microsoft.com/office/drawing/2014/main" id="{085C9D49-A080-B8EC-5FA5-301FB6637E57}"/>
              </a:ext>
            </a:extLst>
          </p:cNvPr>
          <p:cNvSpPr>
            <a:spLocks noChangeShapeType="1"/>
          </p:cNvSpPr>
          <p:nvPr/>
        </p:nvSpPr>
        <p:spPr bwMode="auto">
          <a:xfrm>
            <a:off x="7241282" y="4547592"/>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60" name="Text Box 36">
            <a:extLst>
              <a:ext uri="{FF2B5EF4-FFF2-40B4-BE49-F238E27FC236}">
                <a16:creationId xmlns:a16="http://schemas.microsoft.com/office/drawing/2014/main" id="{F662D411-5C58-349C-5BF8-388EF9AE28DC}"/>
              </a:ext>
            </a:extLst>
          </p:cNvPr>
          <p:cNvSpPr txBox="1">
            <a:spLocks noChangeArrowheads="1"/>
          </p:cNvSpPr>
          <p:nvPr/>
        </p:nvSpPr>
        <p:spPr bwMode="auto">
          <a:xfrm>
            <a:off x="6558657" y="4577755"/>
            <a:ext cx="1041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a:solidFill>
                  <a:schemeClr val="tx2"/>
                </a:solidFill>
                <a:latin typeface="Arial" panose="020B0604020202020204" pitchFamily="34" charset="0"/>
                <a:ea typeface="宋体" panose="02010600030101010101" pitchFamily="2" charset="-122"/>
              </a:rPr>
              <a:t>i  t  y</a:t>
            </a:r>
            <a:endParaRPr kumimoji="1" lang="en-US" altLang="zh-CN" sz="2400">
              <a:latin typeface="Times New Roman" panose="02020603050405020304" pitchFamily="18" charset="0"/>
              <a:ea typeface="宋体" panose="02010600030101010101" pitchFamily="2" charset="-122"/>
            </a:endParaRPr>
          </a:p>
        </p:txBody>
      </p:sp>
      <p:sp>
        <p:nvSpPr>
          <p:cNvPr id="52261" name="AutoShape 37" descr="粉色砂纸">
            <a:extLst>
              <a:ext uri="{FF2B5EF4-FFF2-40B4-BE49-F238E27FC236}">
                <a16:creationId xmlns:a16="http://schemas.microsoft.com/office/drawing/2014/main" id="{438E7643-9030-D34B-B848-41B529301A22}"/>
              </a:ext>
            </a:extLst>
          </p:cNvPr>
          <p:cNvSpPr>
            <a:spLocks noChangeArrowheads="1"/>
          </p:cNvSpPr>
          <p:nvPr/>
        </p:nvSpPr>
        <p:spPr bwMode="auto">
          <a:xfrm>
            <a:off x="1602482" y="3861792"/>
            <a:ext cx="838200" cy="609600"/>
          </a:xfrm>
          <a:prstGeom prst="downArrow">
            <a:avLst>
              <a:gd name="adj1" fmla="val 50000"/>
              <a:gd name="adj2" fmla="val 25000"/>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52262" name="AutoShape 38" descr="粉色砂纸">
            <a:extLst>
              <a:ext uri="{FF2B5EF4-FFF2-40B4-BE49-F238E27FC236}">
                <a16:creationId xmlns:a16="http://schemas.microsoft.com/office/drawing/2014/main" id="{5ABEF7DF-2608-48A0-6201-F4C0D6BFA62C}"/>
              </a:ext>
            </a:extLst>
          </p:cNvPr>
          <p:cNvSpPr>
            <a:spLocks noChangeArrowheads="1"/>
          </p:cNvSpPr>
          <p:nvPr/>
        </p:nvSpPr>
        <p:spPr bwMode="auto">
          <a:xfrm>
            <a:off x="6631682" y="3861792"/>
            <a:ext cx="838200" cy="609600"/>
          </a:xfrm>
          <a:prstGeom prst="downArrow">
            <a:avLst>
              <a:gd name="adj1" fmla="val 50000"/>
              <a:gd name="adj2" fmla="val 25000"/>
            </a:avLst>
          </a:prstGeom>
          <a:blipFill dpi="0" rotWithShape="0">
            <a:blip r:embed="rId3"/>
            <a:srcRect/>
            <a:tile tx="0" ty="0" sx="100000" sy="100000" flip="none" algn="tl"/>
          </a:blipFill>
          <a:ln w="9525">
            <a:solidFill>
              <a:schemeClr val="tx1"/>
            </a:solidFill>
            <a:miter lim="800000"/>
            <a:headEnd/>
            <a:tailEnd/>
          </a:ln>
          <a:effectLst>
            <a:outerShdw dist="107763" dir="2700000" algn="ctr" rotWithShape="0">
              <a:schemeClr val="bg2"/>
            </a:outerShdw>
          </a:effectLst>
        </p:spPr>
        <p:txBody>
          <a:bodyPr vert="eaVert"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59431" name="Text Box 39">
            <a:extLst>
              <a:ext uri="{FF2B5EF4-FFF2-40B4-BE49-F238E27FC236}">
                <a16:creationId xmlns:a16="http://schemas.microsoft.com/office/drawing/2014/main" id="{2E901926-E6AC-BC45-D767-C7BC048D1A41}"/>
              </a:ext>
            </a:extLst>
          </p:cNvPr>
          <p:cNvSpPr txBox="1">
            <a:spLocks noChangeArrowheads="1"/>
          </p:cNvSpPr>
          <p:nvPr/>
        </p:nvSpPr>
        <p:spPr bwMode="auto">
          <a:xfrm>
            <a:off x="7317482" y="3663355"/>
            <a:ext cx="1003300" cy="579437"/>
          </a:xfrm>
          <a:prstGeom prst="rect">
            <a:avLst/>
          </a:prstGeom>
          <a:solidFill>
            <a:srgbClr val="FFFFCC"/>
          </a:solidFill>
          <a:ln w="9525">
            <a:noFill/>
            <a:miter lim="800000"/>
            <a:headEnd/>
            <a:tailEnd/>
          </a:ln>
          <a:effectLst/>
        </p:spPr>
        <p:txBody>
          <a:bodyPr wrap="none">
            <a:spAutoFit/>
          </a:bodyPr>
          <a:lstStyle/>
          <a:p>
            <a:pPr eaLnBrk="1" fontAlgn="auto" hangingPunct="1">
              <a:spcBef>
                <a:spcPts val="0"/>
              </a:spcBef>
              <a:spcAft>
                <a:spcPts val="0"/>
              </a:spcAft>
              <a:defRPr/>
            </a:pPr>
            <a:r>
              <a:rPr lang="zh-CN" altLang="en-US" sz="3200" b="1" dirty="0">
                <a:solidFill>
                  <a:srgbClr val="FF5050"/>
                </a:solidFill>
                <a:effectLst>
                  <a:outerShdw blurRad="38100" dist="38100" dir="2700000" algn="tl">
                    <a:srgbClr val="000000"/>
                  </a:outerShdw>
                </a:effectLst>
                <a:latin typeface="+mn-lt"/>
                <a:ea typeface="楷体_GB2312" pitchFamily="49" charset="-122"/>
              </a:rPr>
              <a:t>超出</a:t>
            </a:r>
            <a:endParaRPr lang="zh-CN" altLang="en-US" dirty="0">
              <a:latin typeface="+mn-lt"/>
              <a:ea typeface="+mn-ea"/>
            </a:endParaRPr>
          </a:p>
        </p:txBody>
      </p:sp>
      <p:sp>
        <p:nvSpPr>
          <p:cNvPr id="52264" name="Line 40">
            <a:extLst>
              <a:ext uri="{FF2B5EF4-FFF2-40B4-BE49-F238E27FC236}">
                <a16:creationId xmlns:a16="http://schemas.microsoft.com/office/drawing/2014/main" id="{03F23917-609B-DF4A-103D-AD3FA87F94C3}"/>
              </a:ext>
            </a:extLst>
          </p:cNvPr>
          <p:cNvSpPr>
            <a:spLocks noChangeShapeType="1"/>
          </p:cNvSpPr>
          <p:nvPr/>
        </p:nvSpPr>
        <p:spPr bwMode="auto">
          <a:xfrm>
            <a:off x="7927082" y="3480792"/>
            <a:ext cx="0" cy="304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3662578E-C74E-4747-B671-12D9E568C9B0}"/>
              </a:ext>
            </a:extLst>
          </p:cNvPr>
          <p:cNvSpPr>
            <a:spLocks noGrp="1"/>
          </p:cNvSpPr>
          <p:nvPr>
            <p:ph type="title"/>
          </p:nvPr>
        </p:nvSpPr>
        <p:spPr/>
        <p:txBody>
          <a:bodyPr/>
          <a:lstStyle/>
          <a:p>
            <a:r>
              <a:rPr lang="zh-CN" altLang="en-US" dirty="0"/>
              <a:t>提取子串的算法示例</a:t>
            </a:r>
          </a:p>
        </p:txBody>
      </p:sp>
      <p:sp>
        <p:nvSpPr>
          <p:cNvPr id="3" name="灯片编号占位符 2">
            <a:extLst>
              <a:ext uri="{FF2B5EF4-FFF2-40B4-BE49-F238E27FC236}">
                <a16:creationId xmlns:a16="http://schemas.microsoft.com/office/drawing/2014/main" id="{AF01E4D7-C35B-01B1-280B-20B9D7A01F9E}"/>
              </a:ext>
            </a:extLst>
          </p:cNvPr>
          <p:cNvSpPr>
            <a:spLocks noGrp="1"/>
          </p:cNvSpPr>
          <p:nvPr>
            <p:ph type="sldNum" sz="quarter" idx="12"/>
          </p:nvPr>
        </p:nvSpPr>
        <p:spPr/>
        <p:txBody>
          <a:bodyPr/>
          <a:lstStyle/>
          <a:p>
            <a:pPr>
              <a:defRPr/>
            </a:pPr>
            <a:fld id="{75DB822A-0CFA-4B70-89C2-4987E9BB9761}" type="slidenum">
              <a:rPr lang="en-US" altLang="zh-CN" smtClean="0"/>
              <a:pPr>
                <a:defRPr/>
              </a:pPr>
              <a:t>47</a:t>
            </a:fld>
            <a:endParaRPr lang="en-US" altLang="zh-CN"/>
          </a:p>
        </p:txBody>
      </p:sp>
    </p:spTree>
  </p:cSld>
  <p:clrMapOvr>
    <a:masterClrMapping/>
  </p:clrMapOvr>
  <p:transition>
    <p:split orient="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0B980B-63A4-4216-B315-A885994C9DB0}"/>
              </a:ext>
            </a:extLst>
          </p:cNvPr>
          <p:cNvSpPr>
            <a:spLocks noGrp="1"/>
          </p:cNvSpPr>
          <p:nvPr>
            <p:ph idx="1"/>
          </p:nvPr>
        </p:nvSpPr>
        <p:spPr>
          <a:xfrm>
            <a:off x="628650" y="332656"/>
            <a:ext cx="8263830" cy="6192688"/>
          </a:xfrm>
        </p:spPr>
        <p:txBody>
          <a:bodyPr>
            <a:normAutofit fontScale="62500" lnSpcReduction="20000"/>
          </a:bodyPr>
          <a:lstStyle/>
          <a:p>
            <a:pPr marL="0" indent="0">
              <a:buNone/>
            </a:pPr>
            <a:r>
              <a:rPr lang="en-US" altLang="zh-CN" dirty="0"/>
              <a:t>//</a:t>
            </a:r>
            <a:r>
              <a:rPr lang="zh-CN" altLang="en-US" dirty="0"/>
              <a:t>从第 </a:t>
            </a:r>
            <a:r>
              <a:rPr lang="en-US" altLang="zh-CN" dirty="0"/>
              <a:t>pos </a:t>
            </a:r>
            <a:r>
              <a:rPr lang="zh-CN" altLang="en-US" dirty="0"/>
              <a:t>个位置起连续的 </a:t>
            </a:r>
            <a:r>
              <a:rPr lang="en-US" altLang="zh-CN" dirty="0" err="1"/>
              <a:t>len</a:t>
            </a:r>
            <a:r>
              <a:rPr lang="en-US" altLang="zh-CN" dirty="0"/>
              <a:t> </a:t>
            </a:r>
            <a:r>
              <a:rPr lang="zh-CN" altLang="en-US" dirty="0"/>
              <a:t>个字符形成子串返回 </a:t>
            </a:r>
            <a:r>
              <a:rPr lang="en-US" altLang="zh-CN" dirty="0" err="1"/>
              <a:t>AString</a:t>
            </a:r>
            <a:r>
              <a:rPr lang="en-US" altLang="zh-CN" dirty="0"/>
              <a:t> </a:t>
            </a:r>
            <a:r>
              <a:rPr lang="en-US" altLang="zh-CN" dirty="0" err="1"/>
              <a:t>Astring</a:t>
            </a:r>
            <a:r>
              <a:rPr lang="en-US" altLang="zh-CN" dirty="0"/>
              <a:t> </a:t>
            </a:r>
            <a:r>
              <a:rPr lang="en-US" altLang="zh-CN" dirty="0" err="1"/>
              <a:t>AString</a:t>
            </a:r>
            <a:r>
              <a:rPr lang="en-US" altLang="zh-CN" dirty="0"/>
              <a:t> :: operator ( ) (int pos, int </a:t>
            </a:r>
            <a:r>
              <a:rPr lang="en-US" altLang="zh-CN" dirty="0" err="1"/>
              <a:t>len</a:t>
            </a:r>
            <a:r>
              <a:rPr lang="en-US" altLang="zh-CN" dirty="0"/>
              <a:t>) {</a:t>
            </a:r>
            <a:r>
              <a:rPr lang="zh-CN" altLang="en-US" dirty="0"/>
              <a:t>	</a:t>
            </a:r>
          </a:p>
          <a:p>
            <a:pPr marL="0" indent="0">
              <a:buNone/>
            </a:pPr>
            <a:r>
              <a:rPr lang="zh-CN" altLang="en-US" dirty="0"/>
              <a:t>     </a:t>
            </a:r>
            <a:r>
              <a:rPr lang="en-US" altLang="zh-CN" dirty="0" err="1"/>
              <a:t>AString</a:t>
            </a:r>
            <a:r>
              <a:rPr lang="en-US" altLang="zh-CN" dirty="0"/>
              <a:t>  temp;                           //</a:t>
            </a:r>
            <a:r>
              <a:rPr lang="zh-CN" altLang="en-US" dirty="0"/>
              <a:t>建立对象</a:t>
            </a:r>
          </a:p>
          <a:p>
            <a:pPr marL="0" indent="0">
              <a:buNone/>
            </a:pPr>
            <a:r>
              <a:rPr lang="zh-CN" altLang="en-US" dirty="0"/>
              <a:t>     </a:t>
            </a:r>
            <a:r>
              <a:rPr lang="en-US" altLang="zh-CN" dirty="0"/>
              <a:t>if (pos&lt;0 || pos+len-1 &gt;= </a:t>
            </a:r>
            <a:r>
              <a:rPr lang="en-US" altLang="zh-CN" dirty="0" err="1"/>
              <a:t>maxSize</a:t>
            </a:r>
            <a:r>
              <a:rPr lang="en-US" altLang="zh-CN" dirty="0"/>
              <a:t> || </a:t>
            </a:r>
            <a:r>
              <a:rPr lang="en-US" altLang="zh-CN" dirty="0" err="1"/>
              <a:t>len</a:t>
            </a:r>
            <a:r>
              <a:rPr lang="en-US" altLang="zh-CN" dirty="0"/>
              <a:t>&lt;0) {</a:t>
            </a:r>
          </a:p>
          <a:p>
            <a:pPr marL="0" indent="0">
              <a:buNone/>
            </a:pPr>
            <a:r>
              <a:rPr lang="en-US" altLang="zh-CN" dirty="0"/>
              <a:t>         </a:t>
            </a:r>
            <a:r>
              <a:rPr lang="en-US" altLang="zh-CN" dirty="0" err="1"/>
              <a:t>temp.curLength</a:t>
            </a:r>
            <a:r>
              <a:rPr lang="en-US" altLang="zh-CN" dirty="0"/>
              <a:t> = 0;   temp.ch[0] = '\0';  //</a:t>
            </a:r>
            <a:r>
              <a:rPr lang="zh-CN" altLang="en-US" dirty="0"/>
              <a:t>返回空串</a:t>
            </a:r>
            <a:endParaRPr lang="en-US" altLang="zh-CN" dirty="0"/>
          </a:p>
          <a:p>
            <a:pPr marL="0" indent="0">
              <a:buNone/>
            </a:pPr>
            <a:r>
              <a:rPr lang="en-US" altLang="zh-CN" dirty="0"/>
              <a:t>     }</a:t>
            </a:r>
          </a:p>
          <a:p>
            <a:pPr marL="0" indent="0">
              <a:buNone/>
            </a:pPr>
            <a:r>
              <a:rPr lang="en-US" altLang="zh-CN" dirty="0"/>
              <a:t>     else {                                       //</a:t>
            </a:r>
            <a:r>
              <a:rPr lang="zh-CN" altLang="en-US" dirty="0"/>
              <a:t>提取子串</a:t>
            </a:r>
          </a:p>
          <a:p>
            <a:pPr marL="0" indent="0">
              <a:buNone/>
            </a:pPr>
            <a:r>
              <a:rPr lang="zh-CN" altLang="en-US" dirty="0"/>
              <a:t>	</a:t>
            </a:r>
            <a:r>
              <a:rPr lang="en-US" altLang="zh-CN" dirty="0"/>
              <a:t>if ( </a:t>
            </a:r>
            <a:r>
              <a:rPr lang="en-US" altLang="zh-CN" dirty="0" err="1"/>
              <a:t>pos+len</a:t>
            </a:r>
            <a:r>
              <a:rPr lang="en-US" altLang="zh-CN" dirty="0"/>
              <a:t> -1 &gt;= </a:t>
            </a:r>
            <a:r>
              <a:rPr lang="en-US" altLang="zh-CN" dirty="0" err="1"/>
              <a:t>curLength</a:t>
            </a:r>
            <a:r>
              <a:rPr lang="en-US" altLang="zh-CN" dirty="0"/>
              <a:t> ) </a:t>
            </a:r>
          </a:p>
          <a:p>
            <a:pPr marL="0" indent="0">
              <a:buNone/>
            </a:pPr>
            <a:r>
              <a:rPr lang="en-US" altLang="zh-CN" dirty="0"/>
              <a:t>              </a:t>
            </a:r>
            <a:r>
              <a:rPr lang="en-US" altLang="zh-CN" dirty="0" err="1"/>
              <a:t>len</a:t>
            </a:r>
            <a:r>
              <a:rPr lang="en-US" altLang="zh-CN" dirty="0"/>
              <a:t> = </a:t>
            </a:r>
            <a:r>
              <a:rPr lang="en-US" altLang="zh-CN" dirty="0" err="1"/>
              <a:t>curLength</a:t>
            </a:r>
            <a:r>
              <a:rPr lang="en-US" altLang="zh-CN" dirty="0"/>
              <a:t> - pos;	 	 </a:t>
            </a:r>
          </a:p>
          <a:p>
            <a:pPr marL="0" indent="0">
              <a:buNone/>
            </a:pPr>
            <a:r>
              <a:rPr lang="en-US" altLang="zh-CN" dirty="0"/>
              <a:t> 	</a:t>
            </a:r>
            <a:r>
              <a:rPr lang="en-US" altLang="zh-CN" dirty="0" err="1"/>
              <a:t>temp.curLength</a:t>
            </a:r>
            <a:r>
              <a:rPr lang="en-US" altLang="zh-CN" dirty="0"/>
              <a:t> = </a:t>
            </a:r>
            <a:r>
              <a:rPr lang="en-US" altLang="zh-CN" dirty="0" err="1"/>
              <a:t>len</a:t>
            </a:r>
            <a:r>
              <a:rPr lang="en-US" altLang="zh-CN" dirty="0"/>
              <a:t>;          //</a:t>
            </a:r>
            <a:r>
              <a:rPr lang="zh-CN" altLang="en-US" dirty="0"/>
              <a:t>子串长度</a:t>
            </a:r>
          </a:p>
          <a:p>
            <a:pPr marL="0" indent="0">
              <a:buNone/>
            </a:pPr>
            <a:r>
              <a:rPr lang="zh-CN" altLang="en-US" dirty="0"/>
              <a:t>         </a:t>
            </a:r>
            <a:r>
              <a:rPr lang="en-US" altLang="zh-CN" dirty="0"/>
              <a:t>for ( int </a:t>
            </a:r>
            <a:r>
              <a:rPr lang="en-US" altLang="zh-CN" dirty="0" err="1"/>
              <a:t>i</a:t>
            </a:r>
            <a:r>
              <a:rPr lang="en-US" altLang="zh-CN" dirty="0"/>
              <a:t> = 0, j = pos; </a:t>
            </a:r>
            <a:r>
              <a:rPr lang="en-US" altLang="zh-CN" dirty="0" err="1"/>
              <a:t>i</a:t>
            </a:r>
            <a:r>
              <a:rPr lang="en-US" altLang="zh-CN" dirty="0"/>
              <a:t> &lt; </a:t>
            </a:r>
            <a:r>
              <a:rPr lang="en-US" altLang="zh-CN" dirty="0" err="1"/>
              <a:t>len</a:t>
            </a:r>
            <a:r>
              <a:rPr lang="en-US" altLang="zh-CN" dirty="0"/>
              <a:t>; </a:t>
            </a:r>
            <a:r>
              <a:rPr lang="en-US" altLang="zh-CN" dirty="0" err="1"/>
              <a:t>i</a:t>
            </a:r>
            <a:r>
              <a:rPr lang="en-US" altLang="zh-CN" dirty="0"/>
              <a:t>++, </a:t>
            </a:r>
            <a:r>
              <a:rPr lang="en-US" altLang="zh-CN" dirty="0" err="1"/>
              <a:t>j++</a:t>
            </a:r>
            <a:r>
              <a:rPr lang="en-US" altLang="zh-CN" dirty="0"/>
              <a:t> ) </a:t>
            </a:r>
          </a:p>
          <a:p>
            <a:pPr marL="0" indent="0">
              <a:buNone/>
            </a:pPr>
            <a:r>
              <a:rPr lang="en-US" altLang="zh-CN" dirty="0"/>
              <a:t>	     temp.ch[</a:t>
            </a:r>
            <a:r>
              <a:rPr lang="en-US" altLang="zh-CN" dirty="0" err="1"/>
              <a:t>i</a:t>
            </a:r>
            <a:r>
              <a:rPr lang="en-US" altLang="zh-CN" dirty="0"/>
              <a:t>] = </a:t>
            </a:r>
            <a:r>
              <a:rPr lang="en-US" altLang="zh-CN" dirty="0" err="1"/>
              <a:t>ch</a:t>
            </a:r>
            <a:r>
              <a:rPr lang="en-US" altLang="zh-CN" dirty="0"/>
              <a:t>[j];       //</a:t>
            </a:r>
            <a:r>
              <a:rPr lang="zh-CN" altLang="en-US" dirty="0"/>
              <a:t>传送串数组</a:t>
            </a:r>
          </a:p>
          <a:p>
            <a:pPr marL="0" indent="0">
              <a:buNone/>
            </a:pPr>
            <a:r>
              <a:rPr lang="zh-CN" altLang="en-US" dirty="0"/>
              <a:t>	</a:t>
            </a:r>
            <a:r>
              <a:rPr lang="en-US" altLang="zh-CN" dirty="0"/>
              <a:t>temp.ch[</a:t>
            </a:r>
            <a:r>
              <a:rPr lang="en-US" altLang="zh-CN" dirty="0" err="1"/>
              <a:t>len</a:t>
            </a:r>
            <a:r>
              <a:rPr lang="en-US" altLang="zh-CN" dirty="0"/>
              <a:t>] = '\0';          //</a:t>
            </a:r>
            <a:r>
              <a:rPr lang="zh-CN" altLang="en-US" dirty="0"/>
              <a:t>子串结束</a:t>
            </a:r>
          </a:p>
          <a:p>
            <a:pPr marL="0" indent="0">
              <a:buNone/>
            </a:pPr>
            <a:r>
              <a:rPr lang="zh-CN" altLang="en-US" dirty="0"/>
              <a:t>     </a:t>
            </a:r>
            <a:r>
              <a:rPr lang="en-US" altLang="zh-CN" dirty="0"/>
              <a:t>}</a:t>
            </a:r>
          </a:p>
          <a:p>
            <a:pPr marL="0" indent="0">
              <a:buNone/>
            </a:pPr>
            <a:r>
              <a:rPr lang="en-US" altLang="zh-CN" dirty="0"/>
              <a:t>     return  temp;</a:t>
            </a:r>
          </a:p>
          <a:p>
            <a:pPr marL="0" indent="0">
              <a:buNone/>
            </a:pPr>
            <a:r>
              <a:rPr lang="en-US" altLang="zh-CN" dirty="0"/>
              <a:t>}	</a:t>
            </a:r>
          </a:p>
          <a:p>
            <a:pPr marL="0" indent="0">
              <a:buNone/>
            </a:pPr>
            <a:endParaRPr lang="zh-CN" altLang="en-US" dirty="0"/>
          </a:p>
        </p:txBody>
      </p:sp>
      <p:sp>
        <p:nvSpPr>
          <p:cNvPr id="2" name="灯片编号占位符 1">
            <a:extLst>
              <a:ext uri="{FF2B5EF4-FFF2-40B4-BE49-F238E27FC236}">
                <a16:creationId xmlns:a16="http://schemas.microsoft.com/office/drawing/2014/main" id="{02E2C616-70C5-09CE-BDB3-3EDC7399A7D3}"/>
              </a:ext>
            </a:extLst>
          </p:cNvPr>
          <p:cNvSpPr>
            <a:spLocks noGrp="1"/>
          </p:cNvSpPr>
          <p:nvPr>
            <p:ph type="sldNum" sz="quarter" idx="12"/>
          </p:nvPr>
        </p:nvSpPr>
        <p:spPr/>
        <p:txBody>
          <a:bodyPr/>
          <a:lstStyle/>
          <a:p>
            <a:pPr>
              <a:defRPr/>
            </a:pPr>
            <a:fld id="{34C23A13-5672-41C0-8934-A4311B913B34}" type="slidenum">
              <a:rPr lang="en-US" altLang="zh-CN" smtClean="0"/>
              <a:pPr>
                <a:defRPr/>
              </a:pPr>
              <a:t>48</a:t>
            </a:fld>
            <a:endParaRPr lang="en-US" altLang="zh-CN"/>
          </a:p>
        </p:txBody>
      </p:sp>
      <p:sp>
        <p:nvSpPr>
          <p:cNvPr id="4" name="Rectangle 3">
            <a:extLst>
              <a:ext uri="{FF2B5EF4-FFF2-40B4-BE49-F238E27FC236}">
                <a16:creationId xmlns:a16="http://schemas.microsoft.com/office/drawing/2014/main" id="{34DED652-0966-B383-04AB-283B53128742}"/>
              </a:ext>
            </a:extLst>
          </p:cNvPr>
          <p:cNvSpPr>
            <a:spLocks noChangeArrowheads="1"/>
          </p:cNvSpPr>
          <p:nvPr/>
        </p:nvSpPr>
        <p:spPr bwMode="auto">
          <a:xfrm>
            <a:off x="3059832" y="5297529"/>
            <a:ext cx="5003293" cy="1416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05000"/>
              </a:lnSpc>
            </a:pPr>
            <a:r>
              <a:rPr kumimoji="1" lang="zh-CN" altLang="en-US" sz="2800" dirty="0">
                <a:solidFill>
                  <a:srgbClr val="0000FF"/>
                </a:solidFill>
                <a:latin typeface="Times New Roman" panose="02020603050405020304" pitchFamily="18" charset="0"/>
                <a:ea typeface="隶书" panose="02010509060101010101" pitchFamily="49" charset="-122"/>
              </a:rPr>
              <a:t>例：串</a:t>
            </a:r>
            <a:r>
              <a:rPr kumimoji="1" lang="zh-CN" altLang="en-US" sz="2800" b="1" dirty="0">
                <a:solidFill>
                  <a:srgbClr val="0000FF"/>
                </a:solidFill>
                <a:latin typeface="Times New Roman" panose="02020603050405020304" pitchFamily="18" charset="0"/>
                <a:ea typeface="仿宋_GB2312" pitchFamily="49" charset="-122"/>
              </a:rPr>
              <a:t> </a:t>
            </a:r>
            <a:r>
              <a:rPr kumimoji="1" lang="en-US" altLang="zh-CN" sz="2800" b="1" dirty="0" err="1">
                <a:solidFill>
                  <a:srgbClr val="0000FF"/>
                </a:solidFill>
                <a:latin typeface="Times New Roman" panose="02020603050405020304" pitchFamily="18" charset="0"/>
                <a:ea typeface="仿宋_GB2312" pitchFamily="49" charset="-122"/>
              </a:rPr>
              <a:t>st</a:t>
            </a:r>
            <a:r>
              <a:rPr kumimoji="1" lang="en-US" altLang="zh-CN" sz="2800" b="1" dirty="0">
                <a:solidFill>
                  <a:srgbClr val="0000FF"/>
                </a:solidFill>
                <a:latin typeface="Times New Roman" panose="02020603050405020304" pitchFamily="18" charset="0"/>
                <a:ea typeface="仿宋_GB2312" pitchFamily="49" charset="-122"/>
              </a:rPr>
              <a:t> = “</a:t>
            </a:r>
            <a:r>
              <a:rPr kumimoji="1" lang="en-US" altLang="zh-CN" sz="2800" b="1" dirty="0">
                <a:solidFill>
                  <a:srgbClr val="009900"/>
                </a:solidFill>
                <a:latin typeface="Times New Roman" panose="02020603050405020304" pitchFamily="18" charset="0"/>
                <a:ea typeface="仿宋_GB2312" pitchFamily="49" charset="-122"/>
              </a:rPr>
              <a:t>uni</a:t>
            </a:r>
            <a:r>
              <a:rPr kumimoji="1" lang="en-US" altLang="zh-CN" sz="2800" b="1" u="sng" dirty="0">
                <a:solidFill>
                  <a:srgbClr val="009900"/>
                </a:solidFill>
                <a:latin typeface="Times New Roman" panose="02020603050405020304" pitchFamily="18" charset="0"/>
                <a:ea typeface="仿宋_GB2312" pitchFamily="49" charset="-122"/>
              </a:rPr>
              <a:t>vers</a:t>
            </a:r>
            <a:r>
              <a:rPr kumimoji="1" lang="en-US" altLang="zh-CN" sz="2800" b="1" dirty="0">
                <a:solidFill>
                  <a:srgbClr val="009900"/>
                </a:solidFill>
                <a:latin typeface="Times New Roman" panose="02020603050405020304" pitchFamily="18" charset="0"/>
                <a:ea typeface="仿宋_GB2312" pitchFamily="49" charset="-122"/>
              </a:rPr>
              <a:t>ity</a:t>
            </a:r>
            <a:r>
              <a:rPr kumimoji="1" lang="en-US" altLang="zh-CN" sz="2800" b="1" dirty="0">
                <a:solidFill>
                  <a:srgbClr val="0000FF"/>
                </a:solidFill>
                <a:latin typeface="Times New Roman" panose="02020603050405020304" pitchFamily="18" charset="0"/>
                <a:ea typeface="仿宋_GB2312" pitchFamily="49" charset="-122"/>
              </a:rPr>
              <a:t>”, </a:t>
            </a:r>
            <a:r>
              <a:rPr kumimoji="1" lang="en-US" altLang="zh-CN" sz="2800" b="1" i="1" dirty="0">
                <a:solidFill>
                  <a:srgbClr val="0000FF"/>
                </a:solidFill>
                <a:latin typeface="Times New Roman" panose="02020603050405020304" pitchFamily="18" charset="0"/>
                <a:ea typeface="仿宋_GB2312" pitchFamily="49" charset="-122"/>
              </a:rPr>
              <a:t> </a:t>
            </a:r>
          </a:p>
          <a:p>
            <a:pPr eaLnBrk="1" hangingPunct="1">
              <a:lnSpc>
                <a:spcPct val="105000"/>
              </a:lnSpc>
            </a:pPr>
            <a:r>
              <a:rPr kumimoji="1" lang="zh-CN" altLang="en-US" sz="2800" dirty="0">
                <a:solidFill>
                  <a:srgbClr val="0000FF"/>
                </a:solidFill>
                <a:latin typeface="Times New Roman" panose="02020603050405020304" pitchFamily="18" charset="0"/>
                <a:ea typeface="隶书" panose="02010509060101010101" pitchFamily="49" charset="-122"/>
              </a:rPr>
              <a:t>语句：</a:t>
            </a:r>
            <a:r>
              <a:rPr kumimoji="1" lang="en-US" altLang="zh-CN" sz="2800" b="1" dirty="0" err="1">
                <a:solidFill>
                  <a:srgbClr val="FF3300"/>
                </a:solidFill>
                <a:latin typeface="Times New Roman" panose="02020603050405020304" pitchFamily="18" charset="0"/>
                <a:ea typeface="仿宋_GB2312" pitchFamily="49" charset="-122"/>
              </a:rPr>
              <a:t>subSt</a:t>
            </a:r>
            <a:r>
              <a:rPr kumimoji="1" lang="en-US" altLang="zh-CN" sz="2800" b="1" dirty="0">
                <a:solidFill>
                  <a:srgbClr val="FF3300"/>
                </a:solidFill>
                <a:latin typeface="Times New Roman" panose="02020603050405020304" pitchFamily="18" charset="0"/>
                <a:ea typeface="仿宋_GB2312" pitchFamily="49" charset="-122"/>
              </a:rPr>
              <a:t> = </a:t>
            </a:r>
            <a:r>
              <a:rPr kumimoji="1" lang="en-US" altLang="zh-CN" sz="2800" b="1" dirty="0" err="1">
                <a:solidFill>
                  <a:srgbClr val="FF3300"/>
                </a:solidFill>
                <a:latin typeface="Times New Roman" panose="02020603050405020304" pitchFamily="18" charset="0"/>
                <a:ea typeface="仿宋_GB2312" pitchFamily="49" charset="-122"/>
              </a:rPr>
              <a:t>st</a:t>
            </a:r>
            <a:r>
              <a:rPr kumimoji="1" lang="en-US" altLang="zh-CN" sz="2800" b="1" dirty="0">
                <a:solidFill>
                  <a:srgbClr val="FF3300"/>
                </a:solidFill>
                <a:latin typeface="Times New Roman" panose="02020603050405020304" pitchFamily="18" charset="0"/>
                <a:ea typeface="仿宋_GB2312" pitchFamily="49" charset="-122"/>
              </a:rPr>
              <a:t> (3, 4)</a:t>
            </a:r>
          </a:p>
          <a:p>
            <a:pPr eaLnBrk="1" hangingPunct="1">
              <a:lnSpc>
                <a:spcPct val="105000"/>
              </a:lnSpc>
            </a:pPr>
            <a:r>
              <a:rPr kumimoji="1" lang="zh-CN" altLang="en-US" sz="2800" dirty="0">
                <a:solidFill>
                  <a:srgbClr val="0000FF"/>
                </a:solidFill>
                <a:latin typeface="Times New Roman" panose="02020603050405020304" pitchFamily="18" charset="0"/>
                <a:ea typeface="隶书" panose="02010509060101010101" pitchFamily="49" charset="-122"/>
              </a:rPr>
              <a:t>得到子串</a:t>
            </a:r>
            <a:r>
              <a:rPr kumimoji="1" lang="en-US" altLang="zh-CN" sz="2800" b="1" dirty="0" err="1">
                <a:solidFill>
                  <a:srgbClr val="0000FF"/>
                </a:solidFill>
                <a:latin typeface="Times New Roman" panose="02020603050405020304" pitchFamily="18" charset="0"/>
                <a:ea typeface="仿宋_GB2312" pitchFamily="49" charset="-122"/>
              </a:rPr>
              <a:t>subSt</a:t>
            </a:r>
            <a:r>
              <a:rPr kumimoji="1" lang="zh-CN" altLang="en-US" sz="2800" dirty="0">
                <a:solidFill>
                  <a:srgbClr val="0000FF"/>
                </a:solidFill>
                <a:latin typeface="Times New Roman" panose="02020603050405020304" pitchFamily="18" charset="0"/>
                <a:ea typeface="隶书" panose="02010509060101010101" pitchFamily="49" charset="-122"/>
              </a:rPr>
              <a:t>的值为：</a:t>
            </a:r>
            <a:r>
              <a:rPr kumimoji="1" lang="en-US" altLang="zh-CN" sz="2800" b="1" dirty="0">
                <a:solidFill>
                  <a:srgbClr val="0000FF"/>
                </a:solidFill>
                <a:latin typeface="Times New Roman" panose="02020603050405020304" pitchFamily="18" charset="0"/>
                <a:ea typeface="仿宋_GB2312" pitchFamily="49" charset="-122"/>
              </a:rPr>
              <a:t> “</a:t>
            </a:r>
            <a:r>
              <a:rPr kumimoji="1" lang="en-US" altLang="zh-CN" sz="2800" b="1" dirty="0" err="1">
                <a:solidFill>
                  <a:srgbClr val="009900"/>
                </a:solidFill>
                <a:latin typeface="Times New Roman" panose="02020603050405020304" pitchFamily="18" charset="0"/>
                <a:ea typeface="仿宋_GB2312" pitchFamily="49" charset="-122"/>
              </a:rPr>
              <a:t>vers</a:t>
            </a:r>
            <a:r>
              <a:rPr kumimoji="1" lang="en-US" altLang="zh-CN" sz="2800" b="1" dirty="0">
                <a:solidFill>
                  <a:srgbClr val="0000FF"/>
                </a:solidFill>
                <a:latin typeface="Times New Roman" panose="02020603050405020304" pitchFamily="18" charset="0"/>
                <a:ea typeface="仿宋_GB2312" pitchFamily="49" charset="-122"/>
              </a:rPr>
              <a:t>”</a:t>
            </a:r>
            <a:endParaRPr kumimoji="1" lang="en-US" altLang="zh-CN" sz="3200" b="1" dirty="0">
              <a:solidFill>
                <a:srgbClr val="0000FF"/>
              </a:solidFill>
              <a:latin typeface="Times New Roman" panose="02020603050405020304" pitchFamily="18" charset="0"/>
              <a:ea typeface="仿宋_GB2312" pitchFamily="49" charset="-122"/>
            </a:endParaRPr>
          </a:p>
        </p:txBody>
      </p:sp>
    </p:spTree>
  </p:cSld>
  <p:clrMapOvr>
    <a:masterClrMapping/>
  </p:clrMapOvr>
  <p:transition>
    <p:split orient="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F901DA9-B1FE-4E04-B879-A13BF1BBFB84}"/>
              </a:ext>
            </a:extLst>
          </p:cNvPr>
          <p:cNvSpPr>
            <a:spLocks noGrp="1"/>
          </p:cNvSpPr>
          <p:nvPr>
            <p:ph idx="1"/>
          </p:nvPr>
        </p:nvSpPr>
        <p:spPr>
          <a:xfrm>
            <a:off x="215516" y="542850"/>
            <a:ext cx="8712968" cy="5772299"/>
          </a:xfrm>
        </p:spPr>
        <p:txBody>
          <a:bodyPr>
            <a:normAutofit fontScale="77500" lnSpcReduction="20000"/>
          </a:bodyPr>
          <a:lstStyle/>
          <a:p>
            <a:pPr marL="0" indent="0">
              <a:buNone/>
            </a:pPr>
            <a:r>
              <a:rPr lang="en-US" altLang="zh-CN" dirty="0"/>
              <a:t>//</a:t>
            </a:r>
            <a:r>
              <a:rPr lang="zh-CN" altLang="en-US" dirty="0"/>
              <a:t>串赋值：从已有串</a:t>
            </a:r>
            <a:r>
              <a:rPr lang="en-US" altLang="zh-CN" dirty="0" err="1"/>
              <a:t>ob</a:t>
            </a:r>
            <a:r>
              <a:rPr lang="zh-CN" altLang="en-US" dirty="0"/>
              <a:t>复制</a:t>
            </a:r>
            <a:endParaRPr lang="en-US" altLang="zh-CN" dirty="0"/>
          </a:p>
          <a:p>
            <a:pPr marL="0" indent="0">
              <a:buNone/>
            </a:pPr>
            <a:r>
              <a:rPr lang="en-US" altLang="zh-CN" dirty="0" err="1"/>
              <a:t>AString</a:t>
            </a:r>
            <a:r>
              <a:rPr lang="en-US" altLang="zh-CN" dirty="0"/>
              <a:t>&amp; </a:t>
            </a:r>
            <a:r>
              <a:rPr lang="en-US" altLang="zh-CN" dirty="0" err="1"/>
              <a:t>AString</a:t>
            </a:r>
            <a:r>
              <a:rPr lang="en-US" altLang="zh-CN" dirty="0"/>
              <a:t> :: operator = ( </a:t>
            </a:r>
            <a:r>
              <a:rPr lang="en-US" altLang="zh-CN" dirty="0" err="1"/>
              <a:t>AString</a:t>
            </a:r>
            <a:r>
              <a:rPr lang="en-US" altLang="zh-CN" dirty="0"/>
              <a:t>&amp; </a:t>
            </a:r>
            <a:r>
              <a:rPr lang="en-US" altLang="zh-CN" dirty="0" err="1"/>
              <a:t>ob</a:t>
            </a:r>
            <a:r>
              <a:rPr lang="en-US" altLang="zh-CN" dirty="0"/>
              <a:t> ) {</a:t>
            </a:r>
            <a:endParaRPr lang="zh-CN" altLang="en-US" dirty="0"/>
          </a:p>
          <a:p>
            <a:pPr marL="0" indent="0">
              <a:buNone/>
            </a:pPr>
            <a:r>
              <a:rPr lang="zh-CN" altLang="en-US" dirty="0"/>
              <a:t>    </a:t>
            </a:r>
            <a:r>
              <a:rPr lang="en-US" altLang="zh-CN" dirty="0"/>
              <a:t>if (!( &amp;</a:t>
            </a:r>
            <a:r>
              <a:rPr lang="en-US" altLang="zh-CN" dirty="0" err="1"/>
              <a:t>ob</a:t>
            </a:r>
            <a:r>
              <a:rPr lang="en-US" altLang="zh-CN" dirty="0"/>
              <a:t> == this )) {                </a:t>
            </a:r>
          </a:p>
          <a:p>
            <a:pPr marL="0" indent="0">
              <a:buNone/>
            </a:pPr>
            <a:r>
              <a:rPr lang="en-US" altLang="zh-CN" dirty="0"/>
              <a:t>        delete [ ] </a:t>
            </a:r>
            <a:r>
              <a:rPr lang="en-US" altLang="zh-CN" dirty="0" err="1"/>
              <a:t>ch</a:t>
            </a:r>
            <a:r>
              <a:rPr lang="en-US" altLang="zh-CN" dirty="0"/>
              <a:t>;						</a:t>
            </a:r>
          </a:p>
          <a:p>
            <a:pPr marL="0" indent="0">
              <a:buNone/>
            </a:pPr>
            <a:r>
              <a:rPr lang="en-US" altLang="zh-CN" dirty="0"/>
              <a:t>        </a:t>
            </a:r>
            <a:r>
              <a:rPr lang="en-US" altLang="zh-CN" dirty="0" err="1"/>
              <a:t>ch</a:t>
            </a:r>
            <a:r>
              <a:rPr lang="en-US" altLang="zh-CN" dirty="0"/>
              <a:t> = new char [maxSize+1];  //</a:t>
            </a:r>
            <a:r>
              <a:rPr lang="zh-CN" altLang="en-US" dirty="0"/>
              <a:t>重新分配</a:t>
            </a:r>
          </a:p>
          <a:p>
            <a:pPr marL="0" indent="0">
              <a:buNone/>
            </a:pPr>
            <a:r>
              <a:rPr lang="zh-CN" altLang="en-US" dirty="0"/>
              <a:t>        </a:t>
            </a:r>
            <a:r>
              <a:rPr lang="en-US" altLang="zh-CN" dirty="0"/>
              <a:t>if ( </a:t>
            </a:r>
            <a:r>
              <a:rPr lang="en-US" altLang="zh-CN" dirty="0" err="1"/>
              <a:t>ch</a:t>
            </a:r>
            <a:r>
              <a:rPr lang="en-US" altLang="zh-CN" dirty="0"/>
              <a:t> == NULL ) </a:t>
            </a:r>
          </a:p>
          <a:p>
            <a:pPr marL="0" indent="0">
              <a:buNone/>
            </a:pPr>
            <a:r>
              <a:rPr lang="en-US" altLang="zh-CN" dirty="0"/>
              <a:t>           { </a:t>
            </a:r>
            <a:r>
              <a:rPr lang="en-US" altLang="zh-CN" dirty="0" err="1"/>
              <a:t>cerr</a:t>
            </a:r>
            <a:r>
              <a:rPr lang="en-US" altLang="zh-CN" dirty="0"/>
              <a:t> &lt;&lt; "</a:t>
            </a:r>
            <a:r>
              <a:rPr lang="zh-CN" altLang="en-US" dirty="0"/>
              <a:t>内存不足</a:t>
            </a:r>
            <a:r>
              <a:rPr lang="en-US" altLang="zh-CN" dirty="0"/>
              <a:t>!\n";  exit (1);}</a:t>
            </a:r>
          </a:p>
          <a:p>
            <a:pPr marL="0" indent="0">
              <a:buNone/>
            </a:pPr>
            <a:r>
              <a:rPr lang="en-US" altLang="zh-CN" dirty="0"/>
              <a:t>        </a:t>
            </a:r>
            <a:r>
              <a:rPr lang="en-US" altLang="zh-CN" dirty="0" err="1"/>
              <a:t>curLength</a:t>
            </a:r>
            <a:r>
              <a:rPr lang="en-US" altLang="zh-CN" dirty="0"/>
              <a:t> = </a:t>
            </a:r>
            <a:r>
              <a:rPr lang="en-US" altLang="zh-CN" dirty="0" err="1"/>
              <a:t>ob.curLength</a:t>
            </a:r>
            <a:r>
              <a:rPr lang="en-US" altLang="zh-CN" dirty="0"/>
              <a:t>;              //</a:t>
            </a:r>
            <a:r>
              <a:rPr lang="zh-CN" altLang="en-US" dirty="0"/>
              <a:t>串复制</a:t>
            </a:r>
          </a:p>
          <a:p>
            <a:pPr marL="0" indent="0">
              <a:buNone/>
            </a:pPr>
            <a:r>
              <a:rPr lang="zh-CN" altLang="en-US" dirty="0"/>
              <a:t>        </a:t>
            </a:r>
            <a:r>
              <a:rPr lang="en-US" altLang="zh-CN" dirty="0" err="1"/>
              <a:t>strcpy</a:t>
            </a:r>
            <a:r>
              <a:rPr lang="en-US" altLang="zh-CN" dirty="0"/>
              <a:t> ( </a:t>
            </a:r>
            <a:r>
              <a:rPr lang="en-US" altLang="zh-CN" dirty="0" err="1"/>
              <a:t>ch</a:t>
            </a:r>
            <a:r>
              <a:rPr lang="en-US" altLang="zh-CN" dirty="0"/>
              <a:t>, ob.ch );</a:t>
            </a:r>
          </a:p>
          <a:p>
            <a:pPr marL="0" indent="0">
              <a:buNone/>
            </a:pPr>
            <a:r>
              <a:rPr lang="en-US" altLang="zh-CN" dirty="0"/>
              <a:t>    }</a:t>
            </a:r>
          </a:p>
          <a:p>
            <a:pPr marL="0" indent="0">
              <a:buNone/>
            </a:pPr>
            <a:r>
              <a:rPr lang="en-US" altLang="zh-CN" dirty="0"/>
              <a:t>    else  </a:t>
            </a:r>
            <a:r>
              <a:rPr lang="en-US" altLang="zh-CN" dirty="0" err="1"/>
              <a:t>cout</a:t>
            </a:r>
            <a:r>
              <a:rPr lang="en-US" altLang="zh-CN" dirty="0"/>
              <a:t> &lt;&lt; “</a:t>
            </a:r>
            <a:r>
              <a:rPr lang="zh-CN" altLang="en-US" dirty="0"/>
              <a:t>字符串不能自身赋值</a:t>
            </a:r>
            <a:r>
              <a:rPr lang="en-US" altLang="zh-CN" dirty="0"/>
              <a:t>! \n";	</a:t>
            </a:r>
          </a:p>
          <a:p>
            <a:pPr marL="0" indent="0">
              <a:buNone/>
            </a:pPr>
            <a:r>
              <a:rPr lang="en-US" altLang="zh-CN" dirty="0"/>
              <a:t>    return *this;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F9E64E6F-EB3C-BC8F-A680-75CA023C93F1}"/>
              </a:ext>
            </a:extLst>
          </p:cNvPr>
          <p:cNvSpPr>
            <a:spLocks noGrp="1"/>
          </p:cNvSpPr>
          <p:nvPr>
            <p:ph type="sldNum" sz="quarter" idx="12"/>
          </p:nvPr>
        </p:nvSpPr>
        <p:spPr/>
        <p:txBody>
          <a:bodyPr/>
          <a:lstStyle/>
          <a:p>
            <a:pPr>
              <a:defRPr/>
            </a:pPr>
            <a:fld id="{34C23A13-5672-41C0-8934-A4311B913B34}" type="slidenum">
              <a:rPr lang="en-US" altLang="zh-CN" smtClean="0"/>
              <a:pPr>
                <a:defRPr/>
              </a:pPr>
              <a:t>49</a:t>
            </a:fld>
            <a:endParaRPr lang="en-US" altLang="zh-CN"/>
          </a:p>
        </p:txBody>
      </p:sp>
    </p:spTree>
  </p:cSld>
  <p:clrMapOvr>
    <a:masterClrMapping/>
  </p:clrMapOvr>
  <p:transition>
    <p:split orient="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91ECF4-3795-4303-B8D7-57747BAFE821}"/>
              </a:ext>
            </a:extLst>
          </p:cNvPr>
          <p:cNvSpPr>
            <a:spLocks noGrp="1"/>
          </p:cNvSpPr>
          <p:nvPr>
            <p:ph idx="1"/>
          </p:nvPr>
        </p:nvSpPr>
        <p:spPr>
          <a:xfrm>
            <a:off x="628650" y="620688"/>
            <a:ext cx="7886700" cy="5556275"/>
          </a:xfrm>
        </p:spPr>
        <p:txBody>
          <a:bodyPr>
            <a:normAutofit fontScale="62500" lnSpcReduction="20000"/>
          </a:bodyPr>
          <a:lstStyle/>
          <a:p>
            <a:pPr marL="0" indent="0">
              <a:buNone/>
            </a:pPr>
            <a:r>
              <a:rPr lang="en-US" altLang="zh-CN" dirty="0"/>
              <a:t>//</a:t>
            </a:r>
            <a:r>
              <a:rPr lang="zh-CN" altLang="en-US" dirty="0"/>
              <a:t>串连接	</a:t>
            </a:r>
          </a:p>
          <a:p>
            <a:pPr marL="0" indent="0">
              <a:buNone/>
            </a:pPr>
            <a:r>
              <a:rPr lang="en-US" altLang="zh-CN" dirty="0" err="1"/>
              <a:t>AString</a:t>
            </a:r>
            <a:r>
              <a:rPr lang="en-US" altLang="zh-CN" dirty="0"/>
              <a:t>&amp; </a:t>
            </a:r>
            <a:r>
              <a:rPr lang="en-US" altLang="zh-CN" dirty="0" err="1"/>
              <a:t>AString</a:t>
            </a:r>
            <a:r>
              <a:rPr lang="en-US" altLang="zh-CN" dirty="0"/>
              <a:t> :: operator += (</a:t>
            </a:r>
            <a:r>
              <a:rPr lang="en-US" altLang="zh-CN" dirty="0" err="1"/>
              <a:t>AString</a:t>
            </a:r>
            <a:r>
              <a:rPr lang="en-US" altLang="zh-CN" dirty="0"/>
              <a:t>&amp; </a:t>
            </a:r>
            <a:r>
              <a:rPr lang="en-US" altLang="zh-CN" dirty="0" err="1"/>
              <a:t>ob</a:t>
            </a:r>
            <a:r>
              <a:rPr lang="en-US" altLang="zh-CN" dirty="0"/>
              <a:t>) { </a:t>
            </a:r>
          </a:p>
          <a:p>
            <a:pPr marL="0" indent="0">
              <a:buNone/>
            </a:pPr>
            <a:r>
              <a:rPr lang="en-US" altLang="zh-CN" dirty="0"/>
              <a:t>     int n = </a:t>
            </a:r>
            <a:r>
              <a:rPr lang="en-US" altLang="zh-CN" dirty="0" err="1"/>
              <a:t>curLength</a:t>
            </a:r>
            <a:r>
              <a:rPr lang="en-US" altLang="zh-CN" dirty="0"/>
              <a:t> + </a:t>
            </a:r>
            <a:r>
              <a:rPr lang="en-US" altLang="zh-CN" dirty="0" err="1"/>
              <a:t>ob.curLength</a:t>
            </a:r>
            <a:r>
              <a:rPr lang="en-US" altLang="zh-CN" dirty="0"/>
              <a:t>;   //</a:t>
            </a:r>
            <a:r>
              <a:rPr lang="zh-CN" altLang="en-US" dirty="0"/>
              <a:t>串长度累加</a:t>
            </a:r>
          </a:p>
          <a:p>
            <a:pPr marL="0" indent="0">
              <a:buNone/>
            </a:pPr>
            <a:r>
              <a:rPr lang="zh-CN" altLang="en-US" dirty="0"/>
              <a:t>     </a:t>
            </a:r>
            <a:r>
              <a:rPr lang="en-US" altLang="zh-CN" dirty="0"/>
              <a:t>int m = (</a:t>
            </a:r>
            <a:r>
              <a:rPr lang="en-US" altLang="zh-CN" dirty="0" err="1"/>
              <a:t>maxSize</a:t>
            </a:r>
            <a:r>
              <a:rPr lang="en-US" altLang="zh-CN" dirty="0"/>
              <a:t> &gt;= n) ? </a:t>
            </a:r>
            <a:r>
              <a:rPr lang="en-US" altLang="zh-CN" dirty="0" err="1"/>
              <a:t>maxSize</a:t>
            </a:r>
            <a:r>
              <a:rPr lang="en-US" altLang="zh-CN" dirty="0"/>
              <a:t> : n;</a:t>
            </a:r>
          </a:p>
          <a:p>
            <a:pPr marL="0" indent="0">
              <a:buNone/>
            </a:pPr>
            <a:r>
              <a:rPr lang="en-US" altLang="zh-CN" dirty="0"/>
              <a:t>     char * temp = new char [m];	</a:t>
            </a:r>
          </a:p>
          <a:p>
            <a:pPr marL="0" indent="0">
              <a:buNone/>
            </a:pPr>
            <a:r>
              <a:rPr lang="en-US" altLang="zh-CN" dirty="0"/>
              <a:t>     if (temp == NULL )  { </a:t>
            </a:r>
          </a:p>
          <a:p>
            <a:pPr marL="0" indent="0">
              <a:buNone/>
            </a:pPr>
            <a:r>
              <a:rPr lang="en-US" altLang="zh-CN" dirty="0"/>
              <a:t>        </a:t>
            </a:r>
            <a:r>
              <a:rPr lang="en-US" altLang="zh-CN" dirty="0" err="1"/>
              <a:t>cerr</a:t>
            </a:r>
            <a:r>
              <a:rPr lang="en-US" altLang="zh-CN" dirty="0"/>
              <a:t> &lt;&lt; "</a:t>
            </a:r>
            <a:r>
              <a:rPr lang="zh-CN" altLang="en-US" dirty="0"/>
              <a:t>存储分配错</a:t>
            </a:r>
            <a:r>
              <a:rPr lang="en-US" altLang="zh-CN" dirty="0"/>
              <a:t>!\n";  exit (1); </a:t>
            </a:r>
          </a:p>
          <a:p>
            <a:pPr marL="0" indent="0">
              <a:buNone/>
            </a:pPr>
            <a:r>
              <a:rPr lang="en-US" altLang="zh-CN" dirty="0"/>
              <a:t>     } </a:t>
            </a:r>
          </a:p>
          <a:p>
            <a:pPr marL="0" indent="0">
              <a:buNone/>
            </a:pPr>
            <a:r>
              <a:rPr lang="en-US" altLang="zh-CN" dirty="0"/>
              <a:t>     </a:t>
            </a:r>
            <a:r>
              <a:rPr lang="en-US" altLang="zh-CN" dirty="0" err="1"/>
              <a:t>maxSize</a:t>
            </a:r>
            <a:r>
              <a:rPr lang="en-US" altLang="zh-CN" dirty="0"/>
              <a:t> = m;      </a:t>
            </a:r>
            <a:r>
              <a:rPr lang="en-US" altLang="zh-CN" dirty="0" err="1"/>
              <a:t>curLength</a:t>
            </a:r>
            <a:r>
              <a:rPr lang="en-US" altLang="zh-CN" dirty="0"/>
              <a:t> = n;</a:t>
            </a:r>
          </a:p>
          <a:p>
            <a:pPr marL="0" indent="0">
              <a:buNone/>
            </a:pPr>
            <a:r>
              <a:rPr lang="en-US" altLang="zh-CN" dirty="0"/>
              <a:t>     </a:t>
            </a:r>
            <a:r>
              <a:rPr lang="en-US" altLang="zh-CN" dirty="0" err="1"/>
              <a:t>strcpy</a:t>
            </a:r>
            <a:r>
              <a:rPr lang="en-US" altLang="zh-CN" dirty="0"/>
              <a:t> (temp, </a:t>
            </a:r>
            <a:r>
              <a:rPr lang="en-US" altLang="zh-CN" dirty="0" err="1"/>
              <a:t>ch</a:t>
            </a:r>
            <a:r>
              <a:rPr lang="en-US" altLang="zh-CN" dirty="0"/>
              <a:t> );		 //</a:t>
            </a:r>
            <a:r>
              <a:rPr lang="zh-CN" altLang="en-US" dirty="0"/>
              <a:t>拷贝原串数组</a:t>
            </a:r>
          </a:p>
          <a:p>
            <a:pPr marL="0" indent="0">
              <a:buNone/>
            </a:pPr>
            <a:r>
              <a:rPr lang="zh-CN" altLang="en-US" dirty="0"/>
              <a:t>     </a:t>
            </a:r>
            <a:r>
              <a:rPr lang="en-US" altLang="zh-CN" dirty="0" err="1"/>
              <a:t>strcat</a:t>
            </a:r>
            <a:r>
              <a:rPr lang="en-US" altLang="zh-CN" dirty="0"/>
              <a:t> (temp, ob.ch );		 //</a:t>
            </a:r>
            <a:r>
              <a:rPr lang="zh-CN" altLang="en-US" dirty="0"/>
              <a:t>连接</a:t>
            </a:r>
            <a:r>
              <a:rPr lang="en-US" altLang="zh-CN" dirty="0" err="1"/>
              <a:t>ob</a:t>
            </a:r>
            <a:r>
              <a:rPr lang="zh-CN" altLang="en-US" dirty="0"/>
              <a:t>串数组</a:t>
            </a:r>
          </a:p>
          <a:p>
            <a:pPr marL="0" indent="0">
              <a:buNone/>
            </a:pPr>
            <a:r>
              <a:rPr lang="zh-CN" altLang="en-US" dirty="0"/>
              <a:t>     </a:t>
            </a:r>
            <a:r>
              <a:rPr lang="en-US" altLang="zh-CN" dirty="0"/>
              <a:t>delete [ ] </a:t>
            </a:r>
            <a:r>
              <a:rPr lang="en-US" altLang="zh-CN" dirty="0" err="1"/>
              <a:t>ch</a:t>
            </a:r>
            <a:r>
              <a:rPr lang="en-US" altLang="zh-CN" dirty="0"/>
              <a:t>;      </a:t>
            </a:r>
            <a:r>
              <a:rPr lang="en-US" altLang="zh-CN" dirty="0" err="1"/>
              <a:t>ch</a:t>
            </a:r>
            <a:r>
              <a:rPr lang="en-US" altLang="zh-CN" dirty="0"/>
              <a:t> = temp;</a:t>
            </a:r>
          </a:p>
          <a:p>
            <a:pPr marL="0" indent="0">
              <a:buNone/>
            </a:pPr>
            <a:r>
              <a:rPr lang="en-US" altLang="zh-CN" dirty="0"/>
              <a:t>     return *this;			</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2EAF3080-F1D6-8A20-D00C-1AB085883448}"/>
              </a:ext>
            </a:extLst>
          </p:cNvPr>
          <p:cNvSpPr>
            <a:spLocks noGrp="1"/>
          </p:cNvSpPr>
          <p:nvPr>
            <p:ph type="sldNum" sz="quarter" idx="12"/>
          </p:nvPr>
        </p:nvSpPr>
        <p:spPr/>
        <p:txBody>
          <a:bodyPr/>
          <a:lstStyle/>
          <a:p>
            <a:pPr>
              <a:defRPr/>
            </a:pPr>
            <a:fld id="{34C23A13-5672-41C0-8934-A4311B913B34}" type="slidenum">
              <a:rPr lang="en-US" altLang="zh-CN" smtClean="0"/>
              <a:pPr>
                <a:defRPr/>
              </a:pPr>
              <a:t>50</a:t>
            </a:fld>
            <a:endParaRPr lang="en-US" altLang="zh-CN"/>
          </a:p>
        </p:txBody>
      </p:sp>
    </p:spTree>
  </p:cSld>
  <p:clrMapOvr>
    <a:masterClrMapping/>
  </p:clrMapOvr>
  <p:transition>
    <p:split orient="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5F8E07A-CC96-49A2-AAF3-417F6F7DDECC}"/>
              </a:ext>
            </a:extLst>
          </p:cNvPr>
          <p:cNvSpPr>
            <a:spLocks noGrp="1"/>
          </p:cNvSpPr>
          <p:nvPr>
            <p:ph type="title"/>
          </p:nvPr>
        </p:nvSpPr>
        <p:spPr/>
        <p:txBody>
          <a:bodyPr/>
          <a:lstStyle/>
          <a:p>
            <a:r>
              <a:rPr lang="zh-CN" altLang="en-US" dirty="0"/>
              <a:t>例</a:t>
            </a:r>
          </a:p>
        </p:txBody>
      </p:sp>
      <p:sp>
        <p:nvSpPr>
          <p:cNvPr id="3" name="内容占位符 2">
            <a:extLst>
              <a:ext uri="{FF2B5EF4-FFF2-40B4-BE49-F238E27FC236}">
                <a16:creationId xmlns:a16="http://schemas.microsoft.com/office/drawing/2014/main" id="{A1941959-C360-4C43-BF25-6B885FC608EA}"/>
              </a:ext>
            </a:extLst>
          </p:cNvPr>
          <p:cNvSpPr>
            <a:spLocks noGrp="1"/>
          </p:cNvSpPr>
          <p:nvPr>
            <p:ph idx="1"/>
          </p:nvPr>
        </p:nvSpPr>
        <p:spPr/>
        <p:txBody>
          <a:bodyPr>
            <a:normAutofit lnSpcReduction="10000"/>
          </a:bodyPr>
          <a:lstStyle/>
          <a:p>
            <a:r>
              <a:rPr lang="zh-CN" altLang="en-US" dirty="0"/>
              <a:t>例：</a:t>
            </a:r>
            <a:endParaRPr lang="en-US" altLang="zh-CN" dirty="0"/>
          </a:p>
          <a:p>
            <a:pPr lvl="1"/>
            <a:r>
              <a:rPr lang="zh-CN" altLang="en-US" dirty="0"/>
              <a:t>串 </a:t>
            </a:r>
            <a:r>
              <a:rPr lang="en-US" altLang="zh-CN" dirty="0"/>
              <a:t>st1 = “China ”,  </a:t>
            </a:r>
          </a:p>
          <a:p>
            <a:pPr lvl="1"/>
            <a:r>
              <a:rPr lang="en-US" altLang="zh-CN" dirty="0"/>
              <a:t>st2 = “university”, </a:t>
            </a:r>
          </a:p>
          <a:p>
            <a:r>
              <a:rPr lang="zh-CN" altLang="en-US" dirty="0"/>
              <a:t>使用示例：</a:t>
            </a:r>
            <a:endParaRPr lang="en-US" altLang="zh-CN" dirty="0"/>
          </a:p>
          <a:p>
            <a:pPr lvl="1"/>
            <a:r>
              <a:rPr lang="en-US" altLang="zh-CN" dirty="0"/>
              <a:t>st1 += st2;</a:t>
            </a:r>
          </a:p>
          <a:p>
            <a:r>
              <a:rPr lang="zh-CN" altLang="en-US" dirty="0"/>
              <a:t>连接结果</a:t>
            </a:r>
            <a:endParaRPr lang="en-US" altLang="zh-CN" dirty="0"/>
          </a:p>
          <a:p>
            <a:pPr lvl="1"/>
            <a:r>
              <a:rPr lang="en-US" altLang="zh-CN" dirty="0"/>
              <a:t>st1</a:t>
            </a:r>
            <a:r>
              <a:rPr lang="zh-CN" altLang="en-US" dirty="0"/>
              <a:t>的内容为</a:t>
            </a:r>
            <a:r>
              <a:rPr lang="en-US" altLang="zh-CN" dirty="0"/>
              <a:t>“China university”</a:t>
            </a:r>
          </a:p>
          <a:p>
            <a:pPr lvl="1"/>
            <a:r>
              <a:rPr lang="en-US" altLang="zh-CN" dirty="0"/>
              <a:t>st2</a:t>
            </a:r>
            <a:r>
              <a:rPr lang="zh-CN" altLang="en-US" dirty="0"/>
              <a:t>的内容为</a:t>
            </a:r>
            <a:r>
              <a:rPr lang="en-US" altLang="zh-CN" dirty="0"/>
              <a:t>“university”</a:t>
            </a:r>
          </a:p>
          <a:p>
            <a:endParaRPr lang="zh-CN" altLang="en-US" dirty="0"/>
          </a:p>
        </p:txBody>
      </p:sp>
      <p:sp>
        <p:nvSpPr>
          <p:cNvPr id="5" name="灯片编号占位符 4">
            <a:extLst>
              <a:ext uri="{FF2B5EF4-FFF2-40B4-BE49-F238E27FC236}">
                <a16:creationId xmlns:a16="http://schemas.microsoft.com/office/drawing/2014/main" id="{692AE3C0-9360-7390-C930-2677A34245A1}"/>
              </a:ext>
            </a:extLst>
          </p:cNvPr>
          <p:cNvSpPr>
            <a:spLocks noGrp="1"/>
          </p:cNvSpPr>
          <p:nvPr>
            <p:ph type="sldNum" sz="quarter" idx="12"/>
          </p:nvPr>
        </p:nvSpPr>
        <p:spPr/>
        <p:txBody>
          <a:bodyPr/>
          <a:lstStyle/>
          <a:p>
            <a:pPr>
              <a:defRPr/>
            </a:pPr>
            <a:fld id="{34C23A13-5672-41C0-8934-A4311B913B34}" type="slidenum">
              <a:rPr lang="en-US" altLang="zh-CN" smtClean="0"/>
              <a:pPr>
                <a:defRPr/>
              </a:pPr>
              <a:t>51</a:t>
            </a:fld>
            <a:endParaRPr lang="en-US" altLang="zh-CN"/>
          </a:p>
        </p:txBody>
      </p:sp>
    </p:spTree>
  </p:cSld>
  <p:clrMapOvr>
    <a:masterClrMapping/>
  </p:clrMapOvr>
  <p:transition>
    <p:split orient="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2BBC8DB-0041-0F5B-E11A-0104D62D912A}"/>
              </a:ext>
            </a:extLst>
          </p:cNvPr>
          <p:cNvSpPr>
            <a:spLocks noGrp="1" noChangeArrowheads="1"/>
          </p:cNvSpPr>
          <p:nvPr>
            <p:ph type="title"/>
          </p:nvPr>
        </p:nvSpPr>
        <p:spPr/>
        <p:txBody>
          <a:bodyPr/>
          <a:lstStyle/>
          <a:p>
            <a:pPr eaLnBrk="1" hangingPunct="1"/>
            <a:r>
              <a:rPr lang="zh-CN" altLang="en-US"/>
              <a:t>字符串的模式匹配</a:t>
            </a:r>
          </a:p>
        </p:txBody>
      </p:sp>
      <p:sp>
        <p:nvSpPr>
          <p:cNvPr id="2" name="内容占位符 1">
            <a:extLst>
              <a:ext uri="{FF2B5EF4-FFF2-40B4-BE49-F238E27FC236}">
                <a16:creationId xmlns:a16="http://schemas.microsoft.com/office/drawing/2014/main" id="{36B1C8C3-227A-4E21-B06A-13641744FD96}"/>
              </a:ext>
            </a:extLst>
          </p:cNvPr>
          <p:cNvSpPr>
            <a:spLocks noGrp="1"/>
          </p:cNvSpPr>
          <p:nvPr>
            <p:ph idx="1"/>
          </p:nvPr>
        </p:nvSpPr>
        <p:spPr/>
        <p:txBody>
          <a:bodyPr>
            <a:normAutofit lnSpcReduction="10000"/>
          </a:bodyPr>
          <a:lstStyle/>
          <a:p>
            <a:r>
              <a:rPr lang="zh-CN" altLang="en-US" dirty="0"/>
              <a:t>定义：在主串中寻找子串在串中的位置。</a:t>
            </a:r>
          </a:p>
          <a:p>
            <a:r>
              <a:rPr lang="zh-CN" altLang="en-US" dirty="0"/>
              <a:t>在模式匹配中，子串称为</a:t>
            </a:r>
            <a:r>
              <a:rPr lang="zh-CN" altLang="en-US" b="1" dirty="0"/>
              <a:t>模式</a:t>
            </a:r>
            <a:r>
              <a:rPr lang="zh-CN" altLang="en-US" dirty="0"/>
              <a:t>，主串称为</a:t>
            </a:r>
            <a:r>
              <a:rPr lang="zh-CN" altLang="en-US" b="1" dirty="0"/>
              <a:t>目标</a:t>
            </a:r>
            <a:r>
              <a:rPr lang="zh-CN" altLang="en-US" dirty="0"/>
              <a:t>。</a:t>
            </a:r>
          </a:p>
          <a:p>
            <a:r>
              <a:rPr lang="zh-CN" altLang="en-US" dirty="0"/>
              <a:t>示例</a:t>
            </a:r>
            <a:endParaRPr lang="en-US" altLang="zh-CN" dirty="0"/>
          </a:p>
          <a:p>
            <a:pPr lvl="1"/>
            <a:r>
              <a:rPr lang="zh-CN" altLang="en-US" dirty="0"/>
              <a:t>目标 </a:t>
            </a:r>
            <a:r>
              <a:rPr lang="en-US" altLang="zh-CN" dirty="0"/>
              <a:t>T : “Beijing”</a:t>
            </a:r>
          </a:p>
          <a:p>
            <a:pPr lvl="1"/>
            <a:r>
              <a:rPr lang="zh-CN" altLang="en-US" dirty="0"/>
              <a:t>模式 </a:t>
            </a:r>
            <a:r>
              <a:rPr lang="en-US" altLang="zh-CN" dirty="0"/>
              <a:t>P : “</a:t>
            </a:r>
            <a:r>
              <a:rPr lang="en-US" altLang="zh-CN" dirty="0" err="1"/>
              <a:t>jin</a:t>
            </a:r>
            <a:r>
              <a:rPr lang="en-US" altLang="zh-CN" dirty="0"/>
              <a:t>”</a:t>
            </a:r>
          </a:p>
          <a:p>
            <a:pPr lvl="1"/>
            <a:r>
              <a:rPr lang="zh-CN" altLang="en-US" dirty="0"/>
              <a:t>匹配结果 </a:t>
            </a:r>
            <a:r>
              <a:rPr lang="en-US" altLang="zh-CN" dirty="0"/>
              <a:t>= 3 </a:t>
            </a:r>
            <a:endParaRPr lang="zh-CN" altLang="en-US" dirty="0"/>
          </a:p>
        </p:txBody>
      </p:sp>
      <p:sp>
        <p:nvSpPr>
          <p:cNvPr id="4" name="灯片编号占位符 3">
            <a:extLst>
              <a:ext uri="{FF2B5EF4-FFF2-40B4-BE49-F238E27FC236}">
                <a16:creationId xmlns:a16="http://schemas.microsoft.com/office/drawing/2014/main" id="{3B721D32-0F5F-4421-40FE-B273A1227CDD}"/>
              </a:ext>
            </a:extLst>
          </p:cNvPr>
          <p:cNvSpPr>
            <a:spLocks noGrp="1"/>
          </p:cNvSpPr>
          <p:nvPr>
            <p:ph type="sldNum" sz="quarter" idx="12"/>
          </p:nvPr>
        </p:nvSpPr>
        <p:spPr/>
        <p:txBody>
          <a:bodyPr/>
          <a:lstStyle/>
          <a:p>
            <a:pPr>
              <a:defRPr/>
            </a:pPr>
            <a:fld id="{34C23A13-5672-41C0-8934-A4311B913B34}" type="slidenum">
              <a:rPr lang="en-US" altLang="zh-CN" smtClean="0"/>
              <a:pPr>
                <a:defRPr/>
              </a:pPr>
              <a:t>52</a:t>
            </a:fld>
            <a:endParaRPr lang="en-US" altLang="zh-CN"/>
          </a:p>
        </p:txBody>
      </p:sp>
    </p:spTree>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FC09E5AD-6D0C-B9A3-486C-591F879CF139}"/>
              </a:ext>
            </a:extLst>
          </p:cNvPr>
          <p:cNvSpPr txBox="1">
            <a:spLocks noChangeArrowheads="1"/>
          </p:cNvSpPr>
          <p:nvPr/>
        </p:nvSpPr>
        <p:spPr bwMode="auto">
          <a:xfrm>
            <a:off x="794792" y="1768913"/>
            <a:ext cx="7554416" cy="5092163"/>
          </a:xfrm>
          <a:prstGeom prst="rect">
            <a:avLst/>
          </a:prstGeom>
          <a:noFill/>
          <a:ln w="9525">
            <a:noFill/>
            <a:miter lim="800000"/>
            <a:headEnd/>
            <a:tailEnd/>
          </a:ln>
        </p:spPr>
        <p:txBody>
          <a:bodyPr wrap="square">
            <a:spAutoFit/>
          </a:bodyPr>
          <a:lstStyle/>
          <a:p>
            <a:pPr eaLnBrk="1" fontAlgn="auto" hangingPunct="1">
              <a:lnSpc>
                <a:spcPct val="95000"/>
              </a:lnSpc>
              <a:spcBef>
                <a:spcPts val="0"/>
              </a:spcBef>
              <a:spcAft>
                <a:spcPts val="0"/>
              </a:spcAft>
              <a:defRPr/>
            </a:pPr>
            <a:r>
              <a:rPr lang="zh-CN" altLang="en-US" sz="3200" b="1" dirty="0">
                <a:solidFill>
                  <a:srgbClr val="FF3300"/>
                </a:solidFill>
                <a:effectLst>
                  <a:outerShdw blurRad="38100" dist="38100" dir="2700000" algn="tl">
                    <a:srgbClr val="C0C0C0"/>
                  </a:outerShdw>
                </a:effectLst>
                <a:latin typeface="+mn-lt"/>
                <a:ea typeface="仿宋_GB2312" pitchFamily="49" charset="-122"/>
              </a:rPr>
              <a:t>第</a:t>
            </a:r>
            <a:r>
              <a:rPr lang="en-US" altLang="zh-CN" sz="3200" b="1" dirty="0">
                <a:solidFill>
                  <a:srgbClr val="FF3300"/>
                </a:solidFill>
                <a:effectLst>
                  <a:outerShdw blurRad="38100" dist="38100" dir="2700000" algn="tl">
                    <a:srgbClr val="C0C0C0"/>
                  </a:outerShdw>
                </a:effectLst>
                <a:latin typeface="+mn-lt"/>
                <a:ea typeface="仿宋_GB2312" pitchFamily="49" charset="-122"/>
              </a:rPr>
              <a:t>1</a:t>
            </a:r>
            <a:r>
              <a:rPr lang="zh-CN" altLang="en-US" sz="3200" b="1" dirty="0">
                <a:solidFill>
                  <a:srgbClr val="FF3300"/>
                </a:solidFill>
                <a:effectLst>
                  <a:outerShdw blurRad="38100" dist="38100" dir="2700000" algn="tl">
                    <a:srgbClr val="C0C0C0"/>
                  </a:outerShdw>
                </a:effectLst>
                <a:latin typeface="+mn-lt"/>
                <a:ea typeface="仿宋_GB2312" pitchFamily="49" charset="-122"/>
              </a:rPr>
              <a:t>趟</a:t>
            </a:r>
            <a:r>
              <a:rPr lang="zh-CN" altLang="en-US" sz="2800" b="1" dirty="0">
                <a:solidFill>
                  <a:srgbClr val="000099"/>
                </a:solidFill>
                <a:effectLst>
                  <a:outerShdw blurRad="38100" dist="38100" dir="2700000" algn="tl">
                    <a:srgbClr val="C0C0C0"/>
                  </a:outerShdw>
                </a:effectLst>
                <a:latin typeface="+mn-lt"/>
                <a:ea typeface="仿宋_GB2312" pitchFamily="49" charset="-122"/>
              </a:rPr>
              <a:t>	 </a:t>
            </a:r>
            <a:r>
              <a:rPr lang="en-US" altLang="zh-CN" sz="3200" b="1" i="1" dirty="0">
                <a:solidFill>
                  <a:srgbClr val="000099"/>
                </a:solidFill>
                <a:effectLst>
                  <a:outerShdw blurRad="38100" dist="38100" dir="2700000" algn="tl">
                    <a:srgbClr val="C0C0C0"/>
                  </a:outerShdw>
                </a:effectLst>
                <a:latin typeface="+mn-lt"/>
                <a:ea typeface="仿宋_GB2312" pitchFamily="49" charset="-122"/>
              </a:rPr>
              <a:t>T	 </a:t>
            </a:r>
            <a:r>
              <a:rPr lang="en-US" altLang="zh-CN" sz="3200" b="1" dirty="0">
                <a:solidFill>
                  <a:srgbClr val="000099"/>
                </a:solidFill>
                <a:effectLst>
                  <a:outerShdw blurRad="38100" dist="38100" dir="2700000" algn="tl">
                    <a:srgbClr val="C0C0C0"/>
                  </a:outerShdw>
                </a:effectLst>
                <a:latin typeface="+mn-lt"/>
                <a:ea typeface="仿宋_GB2312" pitchFamily="49" charset="-122"/>
              </a:rPr>
              <a:t>a b </a:t>
            </a:r>
            <a:r>
              <a:rPr lang="en-US" altLang="zh-CN" sz="3200" b="1" dirty="0" err="1">
                <a:solidFill>
                  <a:srgbClr val="0000FF"/>
                </a:solidFill>
                <a:effectLst>
                  <a:outerShdw blurRad="38100" dist="38100" dir="2700000" algn="tl">
                    <a:srgbClr val="C0C0C0"/>
                  </a:outerShdw>
                </a:effectLst>
                <a:latin typeface="+mn-lt"/>
                <a:ea typeface="仿宋_GB2312" pitchFamily="49" charset="-122"/>
              </a:rPr>
              <a:t>b</a:t>
            </a:r>
            <a:r>
              <a:rPr lang="en-US" altLang="zh-CN" sz="3200" b="1" dirty="0">
                <a:solidFill>
                  <a:srgbClr val="000099"/>
                </a:solidFill>
                <a:effectLst>
                  <a:outerShdw blurRad="38100" dist="38100" dir="2700000" algn="tl">
                    <a:srgbClr val="C0C0C0"/>
                  </a:outerShdw>
                </a:effectLst>
                <a:latin typeface="+mn-lt"/>
                <a:ea typeface="仿宋_GB2312" pitchFamily="49" charset="-122"/>
              </a:rPr>
              <a:t> a b a</a:t>
            </a:r>
            <a:endParaRPr lang="zh-CN" altLang="en-US" sz="3200" b="1" dirty="0">
              <a:solidFill>
                <a:srgbClr val="000099"/>
              </a:solidFill>
              <a:effectLst>
                <a:outerShdw blurRad="38100" dist="38100" dir="2700000" algn="tl">
                  <a:srgbClr val="C0C0C0"/>
                </a:outerShdw>
              </a:effectLst>
              <a:latin typeface="+mn-lt"/>
              <a:ea typeface="仿宋_GB2312" pitchFamily="49" charset="-122"/>
            </a:endParaRPr>
          </a:p>
          <a:p>
            <a:pPr eaLnBrk="1" fontAlgn="auto" hangingPunct="1">
              <a:lnSpc>
                <a:spcPct val="95000"/>
              </a:lnSpc>
              <a:spcBef>
                <a:spcPts val="0"/>
              </a:spcBef>
              <a:spcAft>
                <a:spcPts val="0"/>
              </a:spcAft>
              <a:defRPr/>
            </a:pPr>
            <a:r>
              <a:rPr lang="zh-CN" altLang="en-US" sz="3200" b="1" i="1" dirty="0">
                <a:solidFill>
                  <a:srgbClr val="000099"/>
                </a:solidFill>
                <a:effectLst>
                  <a:outerShdw blurRad="38100" dist="38100" dir="2700000" algn="tl">
                    <a:srgbClr val="C0C0C0"/>
                  </a:outerShdw>
                </a:effectLst>
                <a:latin typeface="+mn-lt"/>
                <a:ea typeface="仿宋_GB2312" pitchFamily="49" charset="-122"/>
              </a:rPr>
              <a:t>		 </a:t>
            </a:r>
            <a:r>
              <a:rPr lang="en-US" altLang="zh-CN" sz="3200" b="1" i="1" dirty="0">
                <a:solidFill>
                  <a:srgbClr val="000099"/>
                </a:solidFill>
                <a:effectLst>
                  <a:outerShdw blurRad="38100" dist="38100" dir="2700000" algn="tl">
                    <a:srgbClr val="C0C0C0"/>
                  </a:outerShdw>
                </a:effectLst>
                <a:latin typeface="+mn-lt"/>
                <a:ea typeface="仿宋_GB2312" pitchFamily="49" charset="-122"/>
              </a:rPr>
              <a:t>P	 </a:t>
            </a:r>
            <a:r>
              <a:rPr lang="en-US" altLang="zh-CN" sz="3200" b="1" dirty="0">
                <a:solidFill>
                  <a:srgbClr val="000099"/>
                </a:solidFill>
                <a:effectLst>
                  <a:outerShdw blurRad="38100" dist="38100" dir="2700000" algn="tl">
                    <a:srgbClr val="C0C0C0"/>
                  </a:outerShdw>
                </a:effectLst>
                <a:latin typeface="+mn-lt"/>
                <a:ea typeface="仿宋_GB2312" pitchFamily="49" charset="-122"/>
              </a:rPr>
              <a:t>a b </a:t>
            </a:r>
            <a:r>
              <a:rPr lang="en-US" altLang="zh-CN" sz="3200" b="1" dirty="0">
                <a:solidFill>
                  <a:srgbClr val="0000FF"/>
                </a:solidFill>
                <a:effectLst>
                  <a:outerShdw blurRad="38100" dist="38100" dir="2700000" algn="tl">
                    <a:srgbClr val="C0C0C0"/>
                  </a:outerShdw>
                </a:effectLst>
                <a:latin typeface="+mn-lt"/>
                <a:ea typeface="仿宋_GB2312" pitchFamily="49" charset="-122"/>
              </a:rPr>
              <a:t>a</a:t>
            </a:r>
            <a:r>
              <a:rPr lang="en-US" altLang="zh-CN" sz="2800" b="1" dirty="0">
                <a:solidFill>
                  <a:srgbClr val="000099"/>
                </a:solidFill>
                <a:effectLst>
                  <a:outerShdw blurRad="38100" dist="38100" dir="2700000" algn="tl">
                    <a:srgbClr val="C0C0C0"/>
                  </a:outerShdw>
                </a:effectLst>
                <a:latin typeface="+mn-lt"/>
                <a:ea typeface="仿宋_GB2312" pitchFamily="49" charset="-122"/>
              </a:rPr>
              <a:t>	</a:t>
            </a:r>
            <a:endParaRPr lang="zh-CN" altLang="en-US" sz="2800" b="1" dirty="0">
              <a:solidFill>
                <a:srgbClr val="000099"/>
              </a:solidFill>
              <a:effectLst>
                <a:outerShdw blurRad="38100" dist="38100" dir="2700000" algn="tl">
                  <a:srgbClr val="C0C0C0"/>
                </a:outerShdw>
              </a:effectLst>
              <a:latin typeface="+mn-lt"/>
              <a:ea typeface="仿宋_GB2312" pitchFamily="49" charset="-122"/>
            </a:endParaRPr>
          </a:p>
          <a:p>
            <a:pPr eaLnBrk="1" fontAlgn="auto" hangingPunct="1">
              <a:lnSpc>
                <a:spcPct val="95000"/>
              </a:lnSpc>
              <a:spcBef>
                <a:spcPts val="0"/>
              </a:spcBef>
              <a:spcAft>
                <a:spcPts val="0"/>
              </a:spcAft>
              <a:defRPr/>
            </a:pPr>
            <a:r>
              <a:rPr lang="zh-CN" altLang="en-US" b="1" dirty="0">
                <a:solidFill>
                  <a:srgbClr val="000099"/>
                </a:solidFill>
                <a:effectLst>
                  <a:outerShdw blurRad="38100" dist="38100" dir="2700000" algn="tl">
                    <a:srgbClr val="C0C0C0"/>
                  </a:outerShdw>
                </a:effectLst>
                <a:latin typeface="+mn-lt"/>
                <a:ea typeface="仿宋_GB2312" pitchFamily="49" charset="-122"/>
              </a:rPr>
              <a:t>		 	</a:t>
            </a:r>
          </a:p>
          <a:p>
            <a:pPr eaLnBrk="1" fontAlgn="auto" hangingPunct="1">
              <a:lnSpc>
                <a:spcPct val="95000"/>
              </a:lnSpc>
              <a:spcBef>
                <a:spcPts val="0"/>
              </a:spcBef>
              <a:spcAft>
                <a:spcPts val="0"/>
              </a:spcAft>
              <a:defRPr/>
            </a:pPr>
            <a:r>
              <a:rPr lang="zh-CN" altLang="en-US" sz="3200" b="1" dirty="0">
                <a:solidFill>
                  <a:srgbClr val="FF3300"/>
                </a:solidFill>
                <a:effectLst>
                  <a:outerShdw blurRad="38100" dist="38100" dir="2700000" algn="tl">
                    <a:srgbClr val="C0C0C0"/>
                  </a:outerShdw>
                </a:effectLst>
                <a:latin typeface="+mn-lt"/>
                <a:ea typeface="仿宋_GB2312" pitchFamily="49" charset="-122"/>
              </a:rPr>
              <a:t>第</a:t>
            </a:r>
            <a:r>
              <a:rPr lang="en-US" altLang="zh-CN" sz="3200" b="1" dirty="0">
                <a:solidFill>
                  <a:srgbClr val="FF3300"/>
                </a:solidFill>
                <a:effectLst>
                  <a:outerShdw blurRad="38100" dist="38100" dir="2700000" algn="tl">
                    <a:srgbClr val="C0C0C0"/>
                  </a:outerShdw>
                </a:effectLst>
                <a:latin typeface="+mn-lt"/>
                <a:ea typeface="仿宋_GB2312" pitchFamily="49" charset="-122"/>
              </a:rPr>
              <a:t>2</a:t>
            </a:r>
            <a:r>
              <a:rPr lang="zh-CN" altLang="en-US" sz="3200" b="1" dirty="0">
                <a:solidFill>
                  <a:srgbClr val="FF3300"/>
                </a:solidFill>
                <a:effectLst>
                  <a:outerShdw blurRad="38100" dist="38100" dir="2700000" algn="tl">
                    <a:srgbClr val="C0C0C0"/>
                  </a:outerShdw>
                </a:effectLst>
                <a:latin typeface="+mn-lt"/>
                <a:ea typeface="仿宋_GB2312" pitchFamily="49" charset="-122"/>
              </a:rPr>
              <a:t>趟</a:t>
            </a:r>
            <a:r>
              <a:rPr lang="zh-CN" altLang="en-US" sz="2800" b="1" dirty="0">
                <a:solidFill>
                  <a:srgbClr val="000099"/>
                </a:solidFill>
                <a:effectLst>
                  <a:outerShdw blurRad="38100" dist="38100" dir="2700000" algn="tl">
                    <a:srgbClr val="C0C0C0"/>
                  </a:outerShdw>
                </a:effectLst>
                <a:latin typeface="+mn-lt"/>
                <a:ea typeface="仿宋_GB2312" pitchFamily="49" charset="-122"/>
              </a:rPr>
              <a:t>	 </a:t>
            </a:r>
            <a:r>
              <a:rPr lang="en-US" altLang="zh-CN" sz="3200" b="1" i="1" dirty="0">
                <a:solidFill>
                  <a:srgbClr val="000099"/>
                </a:solidFill>
                <a:effectLst>
                  <a:outerShdw blurRad="38100" dist="38100" dir="2700000" algn="tl">
                    <a:srgbClr val="C0C0C0"/>
                  </a:outerShdw>
                </a:effectLst>
                <a:latin typeface="+mn-lt"/>
                <a:ea typeface="仿宋_GB2312" pitchFamily="49" charset="-122"/>
              </a:rPr>
              <a:t>T</a:t>
            </a:r>
            <a:r>
              <a:rPr lang="en-US" altLang="zh-CN" sz="3200" b="1" dirty="0">
                <a:solidFill>
                  <a:srgbClr val="000099"/>
                </a:solidFill>
                <a:effectLst>
                  <a:outerShdw blurRad="38100" dist="38100" dir="2700000" algn="tl">
                    <a:srgbClr val="C0C0C0"/>
                  </a:outerShdw>
                </a:effectLst>
                <a:latin typeface="+mn-lt"/>
                <a:ea typeface="仿宋_GB2312" pitchFamily="49" charset="-122"/>
              </a:rPr>
              <a:t>	 a </a:t>
            </a:r>
            <a:r>
              <a:rPr lang="en-US" altLang="zh-CN" sz="3200" b="1" dirty="0">
                <a:solidFill>
                  <a:srgbClr val="0000FF"/>
                </a:solidFill>
                <a:effectLst>
                  <a:outerShdw blurRad="38100" dist="38100" dir="2700000" algn="tl">
                    <a:srgbClr val="C0C0C0"/>
                  </a:outerShdw>
                </a:effectLst>
                <a:latin typeface="+mn-lt"/>
                <a:ea typeface="仿宋_GB2312" pitchFamily="49" charset="-122"/>
              </a:rPr>
              <a:t>b</a:t>
            </a:r>
            <a:r>
              <a:rPr lang="en-US" altLang="zh-CN" sz="3200" b="1" dirty="0">
                <a:solidFill>
                  <a:srgbClr val="000099"/>
                </a:solidFill>
                <a:effectLst>
                  <a:outerShdw blurRad="38100" dist="38100" dir="2700000" algn="tl">
                    <a:srgbClr val="C0C0C0"/>
                  </a:outerShdw>
                </a:effectLst>
                <a:latin typeface="+mn-lt"/>
                <a:ea typeface="仿宋_GB2312" pitchFamily="49" charset="-122"/>
              </a:rPr>
              <a:t> </a:t>
            </a:r>
            <a:r>
              <a:rPr lang="en-US" altLang="zh-CN" sz="3200" b="1" dirty="0" err="1">
                <a:solidFill>
                  <a:srgbClr val="000099"/>
                </a:solidFill>
                <a:effectLst>
                  <a:outerShdw blurRad="38100" dist="38100" dir="2700000" algn="tl">
                    <a:srgbClr val="C0C0C0"/>
                  </a:outerShdw>
                </a:effectLst>
                <a:latin typeface="+mn-lt"/>
                <a:ea typeface="仿宋_GB2312" pitchFamily="49" charset="-122"/>
              </a:rPr>
              <a:t>b</a:t>
            </a:r>
            <a:r>
              <a:rPr lang="en-US" altLang="zh-CN" sz="3200" b="1" dirty="0">
                <a:solidFill>
                  <a:srgbClr val="000099"/>
                </a:solidFill>
                <a:effectLst>
                  <a:outerShdw blurRad="38100" dist="38100" dir="2700000" algn="tl">
                    <a:srgbClr val="C0C0C0"/>
                  </a:outerShdw>
                </a:effectLst>
                <a:latin typeface="+mn-lt"/>
                <a:ea typeface="仿宋_GB2312" pitchFamily="49" charset="-122"/>
              </a:rPr>
              <a:t> a b a</a:t>
            </a:r>
          </a:p>
          <a:p>
            <a:pPr eaLnBrk="1" fontAlgn="auto" hangingPunct="1">
              <a:lnSpc>
                <a:spcPct val="95000"/>
              </a:lnSpc>
              <a:spcBef>
                <a:spcPts val="0"/>
              </a:spcBef>
              <a:spcAft>
                <a:spcPts val="0"/>
              </a:spcAft>
              <a:defRPr/>
            </a:pPr>
            <a:r>
              <a:rPr lang="en-US" altLang="zh-CN" sz="3200" b="1" i="1" dirty="0">
                <a:solidFill>
                  <a:srgbClr val="000099"/>
                </a:solidFill>
                <a:effectLst>
                  <a:outerShdw blurRad="38100" dist="38100" dir="2700000" algn="tl">
                    <a:srgbClr val="C0C0C0"/>
                  </a:outerShdw>
                </a:effectLst>
                <a:latin typeface="+mn-lt"/>
                <a:ea typeface="仿宋_GB2312" pitchFamily="49" charset="-122"/>
              </a:rPr>
              <a:t>		 P</a:t>
            </a:r>
            <a:r>
              <a:rPr lang="en-US" altLang="zh-CN" sz="3200" b="1" dirty="0">
                <a:solidFill>
                  <a:srgbClr val="000099"/>
                </a:solidFill>
                <a:effectLst>
                  <a:outerShdw blurRad="38100" dist="38100" dir="2700000" algn="tl">
                    <a:srgbClr val="C0C0C0"/>
                  </a:outerShdw>
                </a:effectLst>
                <a:latin typeface="+mn-lt"/>
                <a:ea typeface="仿宋_GB2312" pitchFamily="49" charset="-122"/>
              </a:rPr>
              <a:t>	    </a:t>
            </a:r>
            <a:r>
              <a:rPr lang="en-US" altLang="zh-CN" sz="3200" b="1" dirty="0">
                <a:solidFill>
                  <a:srgbClr val="0000FF"/>
                </a:solidFill>
                <a:effectLst>
                  <a:outerShdw blurRad="38100" dist="38100" dir="2700000" algn="tl">
                    <a:srgbClr val="C0C0C0"/>
                  </a:outerShdw>
                </a:effectLst>
                <a:latin typeface="+mn-lt"/>
                <a:ea typeface="仿宋_GB2312" pitchFamily="49" charset="-122"/>
              </a:rPr>
              <a:t>a</a:t>
            </a:r>
            <a:r>
              <a:rPr lang="en-US" altLang="zh-CN" sz="3200" b="1" dirty="0">
                <a:solidFill>
                  <a:srgbClr val="000099"/>
                </a:solidFill>
                <a:effectLst>
                  <a:outerShdw blurRad="38100" dist="38100" dir="2700000" algn="tl">
                    <a:srgbClr val="C0C0C0"/>
                  </a:outerShdw>
                </a:effectLst>
                <a:latin typeface="+mn-lt"/>
                <a:ea typeface="仿宋_GB2312" pitchFamily="49" charset="-122"/>
              </a:rPr>
              <a:t> b a</a:t>
            </a:r>
            <a:r>
              <a:rPr lang="en-US" altLang="zh-CN" sz="2800" b="1" i="1" dirty="0">
                <a:solidFill>
                  <a:srgbClr val="000099"/>
                </a:solidFill>
                <a:effectLst>
                  <a:outerShdw blurRad="38100" dist="38100" dir="2700000" algn="tl">
                    <a:srgbClr val="C0C0C0"/>
                  </a:outerShdw>
                </a:effectLst>
                <a:latin typeface="+mn-lt"/>
                <a:ea typeface="仿宋_GB2312" pitchFamily="49" charset="-122"/>
              </a:rPr>
              <a:t>	</a:t>
            </a:r>
            <a:endParaRPr lang="en-US" altLang="zh-CN" sz="2800" b="1" dirty="0">
              <a:solidFill>
                <a:srgbClr val="000099"/>
              </a:solidFill>
              <a:effectLst>
                <a:outerShdw blurRad="38100" dist="38100" dir="2700000" algn="tl">
                  <a:srgbClr val="C0C0C0"/>
                </a:outerShdw>
              </a:effectLst>
              <a:latin typeface="+mn-lt"/>
              <a:ea typeface="仿宋_GB2312" pitchFamily="49" charset="-122"/>
            </a:endParaRPr>
          </a:p>
          <a:p>
            <a:pPr eaLnBrk="1" fontAlgn="auto" hangingPunct="1">
              <a:lnSpc>
                <a:spcPct val="95000"/>
              </a:lnSpc>
              <a:spcBef>
                <a:spcPts val="0"/>
              </a:spcBef>
              <a:spcAft>
                <a:spcPts val="0"/>
              </a:spcAft>
              <a:defRPr/>
            </a:pPr>
            <a:r>
              <a:rPr lang="en-US" altLang="zh-CN" b="1" dirty="0">
                <a:solidFill>
                  <a:srgbClr val="000099"/>
                </a:solidFill>
                <a:effectLst>
                  <a:outerShdw blurRad="38100" dist="38100" dir="2700000" algn="tl">
                    <a:srgbClr val="C0C0C0"/>
                  </a:outerShdw>
                </a:effectLst>
                <a:latin typeface="+mn-lt"/>
                <a:ea typeface="仿宋_GB2312" pitchFamily="49" charset="-122"/>
              </a:rPr>
              <a:t>			    		</a:t>
            </a:r>
          </a:p>
          <a:p>
            <a:pPr eaLnBrk="1" fontAlgn="auto" hangingPunct="1">
              <a:lnSpc>
                <a:spcPct val="95000"/>
              </a:lnSpc>
              <a:spcBef>
                <a:spcPts val="0"/>
              </a:spcBef>
              <a:spcAft>
                <a:spcPts val="0"/>
              </a:spcAft>
              <a:defRPr/>
            </a:pPr>
            <a:r>
              <a:rPr lang="zh-CN" altLang="en-US" sz="3200" b="1" dirty="0">
                <a:solidFill>
                  <a:srgbClr val="FF3300"/>
                </a:solidFill>
                <a:effectLst>
                  <a:outerShdw blurRad="38100" dist="38100" dir="2700000" algn="tl">
                    <a:srgbClr val="C0C0C0"/>
                  </a:outerShdw>
                </a:effectLst>
                <a:latin typeface="+mn-lt"/>
                <a:ea typeface="仿宋_GB2312" pitchFamily="49" charset="-122"/>
              </a:rPr>
              <a:t>第</a:t>
            </a:r>
            <a:r>
              <a:rPr lang="en-US" altLang="zh-CN" sz="3200" b="1" dirty="0">
                <a:solidFill>
                  <a:srgbClr val="FF3300"/>
                </a:solidFill>
                <a:effectLst>
                  <a:outerShdw blurRad="38100" dist="38100" dir="2700000" algn="tl">
                    <a:srgbClr val="C0C0C0"/>
                  </a:outerShdw>
                </a:effectLst>
                <a:latin typeface="+mn-lt"/>
                <a:ea typeface="仿宋_GB2312" pitchFamily="49" charset="-122"/>
              </a:rPr>
              <a:t>3</a:t>
            </a:r>
            <a:r>
              <a:rPr lang="zh-CN" altLang="en-US" sz="3200" b="1" dirty="0">
                <a:solidFill>
                  <a:srgbClr val="FF3300"/>
                </a:solidFill>
                <a:effectLst>
                  <a:outerShdw blurRad="38100" dist="38100" dir="2700000" algn="tl">
                    <a:srgbClr val="C0C0C0"/>
                  </a:outerShdw>
                </a:effectLst>
                <a:latin typeface="+mn-lt"/>
                <a:ea typeface="仿宋_GB2312" pitchFamily="49" charset="-122"/>
              </a:rPr>
              <a:t>趟</a:t>
            </a:r>
            <a:r>
              <a:rPr lang="zh-CN" altLang="en-US" sz="2800" b="1" dirty="0">
                <a:solidFill>
                  <a:srgbClr val="000099"/>
                </a:solidFill>
                <a:effectLst>
                  <a:outerShdw blurRad="38100" dist="38100" dir="2700000" algn="tl">
                    <a:srgbClr val="C0C0C0"/>
                  </a:outerShdw>
                </a:effectLst>
                <a:latin typeface="+mn-lt"/>
                <a:ea typeface="仿宋_GB2312" pitchFamily="49" charset="-122"/>
              </a:rPr>
              <a:t>	 </a:t>
            </a:r>
            <a:r>
              <a:rPr lang="en-US" altLang="zh-CN" sz="3200" b="1" i="1" dirty="0">
                <a:solidFill>
                  <a:srgbClr val="000099"/>
                </a:solidFill>
                <a:effectLst>
                  <a:outerShdw blurRad="38100" dist="38100" dir="2700000" algn="tl">
                    <a:srgbClr val="C0C0C0"/>
                  </a:outerShdw>
                </a:effectLst>
                <a:latin typeface="+mn-lt"/>
                <a:ea typeface="仿宋_GB2312" pitchFamily="49" charset="-122"/>
              </a:rPr>
              <a:t>T</a:t>
            </a:r>
            <a:r>
              <a:rPr lang="en-US" altLang="zh-CN" sz="3200" b="1" dirty="0">
                <a:solidFill>
                  <a:srgbClr val="000099"/>
                </a:solidFill>
                <a:effectLst>
                  <a:outerShdw blurRad="38100" dist="38100" dir="2700000" algn="tl">
                    <a:srgbClr val="C0C0C0"/>
                  </a:outerShdw>
                </a:effectLst>
                <a:latin typeface="+mn-lt"/>
                <a:ea typeface="仿宋_GB2312" pitchFamily="49" charset="-122"/>
              </a:rPr>
              <a:t>	 a b </a:t>
            </a:r>
            <a:r>
              <a:rPr lang="en-US" altLang="zh-CN" sz="3200" b="1" dirty="0" err="1">
                <a:solidFill>
                  <a:srgbClr val="0000FF"/>
                </a:solidFill>
                <a:effectLst>
                  <a:outerShdw blurRad="38100" dist="38100" dir="2700000" algn="tl">
                    <a:srgbClr val="C0C0C0"/>
                  </a:outerShdw>
                </a:effectLst>
                <a:latin typeface="+mn-lt"/>
                <a:ea typeface="仿宋_GB2312" pitchFamily="49" charset="-122"/>
              </a:rPr>
              <a:t>b</a:t>
            </a:r>
            <a:r>
              <a:rPr lang="en-US" altLang="zh-CN" sz="3200" b="1" dirty="0">
                <a:solidFill>
                  <a:srgbClr val="000099"/>
                </a:solidFill>
                <a:effectLst>
                  <a:outerShdw blurRad="38100" dist="38100" dir="2700000" algn="tl">
                    <a:srgbClr val="C0C0C0"/>
                  </a:outerShdw>
                </a:effectLst>
                <a:latin typeface="+mn-lt"/>
                <a:ea typeface="仿宋_GB2312" pitchFamily="49" charset="-122"/>
              </a:rPr>
              <a:t> a b a</a:t>
            </a:r>
          </a:p>
          <a:p>
            <a:pPr eaLnBrk="1" fontAlgn="auto" hangingPunct="1">
              <a:lnSpc>
                <a:spcPct val="95000"/>
              </a:lnSpc>
              <a:spcBef>
                <a:spcPts val="0"/>
              </a:spcBef>
              <a:spcAft>
                <a:spcPts val="0"/>
              </a:spcAft>
              <a:defRPr/>
            </a:pPr>
            <a:r>
              <a:rPr lang="en-US" altLang="zh-CN" sz="3200" b="1" i="1" dirty="0">
                <a:solidFill>
                  <a:srgbClr val="000099"/>
                </a:solidFill>
                <a:effectLst>
                  <a:outerShdw blurRad="38100" dist="38100" dir="2700000" algn="tl">
                    <a:srgbClr val="C0C0C0"/>
                  </a:outerShdw>
                </a:effectLst>
                <a:latin typeface="+mn-lt"/>
                <a:ea typeface="仿宋_GB2312" pitchFamily="49" charset="-122"/>
              </a:rPr>
              <a:t>		 P</a:t>
            </a:r>
            <a:r>
              <a:rPr lang="en-US" altLang="zh-CN" sz="3200" b="1" dirty="0">
                <a:solidFill>
                  <a:srgbClr val="000099"/>
                </a:solidFill>
                <a:effectLst>
                  <a:outerShdw blurRad="38100" dist="38100" dir="2700000" algn="tl">
                    <a:srgbClr val="C0C0C0"/>
                  </a:outerShdw>
                </a:effectLst>
                <a:latin typeface="+mn-lt"/>
                <a:ea typeface="仿宋_GB2312" pitchFamily="49" charset="-122"/>
              </a:rPr>
              <a:t> 	       </a:t>
            </a:r>
            <a:r>
              <a:rPr lang="en-US" altLang="zh-CN" sz="3200" b="1" dirty="0">
                <a:solidFill>
                  <a:srgbClr val="0000FF"/>
                </a:solidFill>
                <a:effectLst>
                  <a:outerShdw blurRad="38100" dist="38100" dir="2700000" algn="tl">
                    <a:srgbClr val="C0C0C0"/>
                  </a:outerShdw>
                </a:effectLst>
                <a:latin typeface="+mn-lt"/>
                <a:ea typeface="仿宋_GB2312" pitchFamily="49" charset="-122"/>
              </a:rPr>
              <a:t>a</a:t>
            </a:r>
            <a:r>
              <a:rPr lang="en-US" altLang="zh-CN" sz="3200" b="1" dirty="0">
                <a:solidFill>
                  <a:srgbClr val="000099"/>
                </a:solidFill>
                <a:effectLst>
                  <a:outerShdw blurRad="38100" dist="38100" dir="2700000" algn="tl">
                    <a:srgbClr val="C0C0C0"/>
                  </a:outerShdw>
                </a:effectLst>
                <a:latin typeface="+mn-lt"/>
                <a:ea typeface="仿宋_GB2312" pitchFamily="49" charset="-122"/>
              </a:rPr>
              <a:t> b a</a:t>
            </a:r>
          </a:p>
          <a:p>
            <a:pPr eaLnBrk="1" fontAlgn="auto" hangingPunct="1">
              <a:lnSpc>
                <a:spcPct val="95000"/>
              </a:lnSpc>
              <a:spcBef>
                <a:spcPts val="0"/>
              </a:spcBef>
              <a:spcAft>
                <a:spcPts val="0"/>
              </a:spcAft>
              <a:defRPr/>
            </a:pPr>
            <a:r>
              <a:rPr lang="en-US" altLang="zh-CN" b="1" dirty="0">
                <a:solidFill>
                  <a:srgbClr val="000099"/>
                </a:solidFill>
                <a:effectLst>
                  <a:outerShdw blurRad="38100" dist="38100" dir="2700000" algn="tl">
                    <a:srgbClr val="C0C0C0"/>
                  </a:outerShdw>
                </a:effectLst>
                <a:latin typeface="+mn-lt"/>
                <a:ea typeface="仿宋_GB2312" pitchFamily="49" charset="-122"/>
              </a:rPr>
              <a:t>		</a:t>
            </a:r>
            <a:endParaRPr lang="en-US" altLang="zh-CN" b="1" dirty="0">
              <a:solidFill>
                <a:srgbClr val="000099"/>
              </a:solidFill>
              <a:effectLst>
                <a:outerShdw blurRad="38100" dist="38100" dir="2700000" algn="tl">
                  <a:srgbClr val="C0C0C0"/>
                </a:outerShdw>
              </a:effectLst>
              <a:latin typeface="+mn-lt"/>
              <a:ea typeface="仿宋_GB2312" pitchFamily="49" charset="-122"/>
              <a:sym typeface="Symbol" pitchFamily="18" charset="2"/>
            </a:endParaRPr>
          </a:p>
          <a:p>
            <a:pPr eaLnBrk="1" fontAlgn="auto" hangingPunct="1">
              <a:lnSpc>
                <a:spcPct val="95000"/>
              </a:lnSpc>
              <a:spcBef>
                <a:spcPts val="0"/>
              </a:spcBef>
              <a:spcAft>
                <a:spcPts val="0"/>
              </a:spcAft>
              <a:defRPr/>
            </a:pPr>
            <a:r>
              <a:rPr lang="zh-CN" altLang="en-US" sz="3200" b="1" dirty="0">
                <a:solidFill>
                  <a:srgbClr val="FF3300"/>
                </a:solidFill>
                <a:effectLst>
                  <a:outerShdw blurRad="38100" dist="38100" dir="2700000" algn="tl">
                    <a:srgbClr val="C0C0C0"/>
                  </a:outerShdw>
                </a:effectLst>
                <a:latin typeface="+mn-lt"/>
                <a:ea typeface="仿宋_GB2312" pitchFamily="49" charset="-122"/>
              </a:rPr>
              <a:t>第</a:t>
            </a:r>
            <a:r>
              <a:rPr lang="en-US" altLang="zh-CN" sz="3200" b="1" dirty="0">
                <a:solidFill>
                  <a:srgbClr val="FF3300"/>
                </a:solidFill>
                <a:effectLst>
                  <a:outerShdw blurRad="38100" dist="38100" dir="2700000" algn="tl">
                    <a:srgbClr val="C0C0C0"/>
                  </a:outerShdw>
                </a:effectLst>
                <a:latin typeface="+mn-lt"/>
                <a:ea typeface="仿宋_GB2312" pitchFamily="49" charset="-122"/>
              </a:rPr>
              <a:t>4</a:t>
            </a:r>
            <a:r>
              <a:rPr lang="zh-CN" altLang="en-US" sz="3200" b="1" dirty="0">
                <a:solidFill>
                  <a:srgbClr val="FF3300"/>
                </a:solidFill>
                <a:effectLst>
                  <a:outerShdw blurRad="38100" dist="38100" dir="2700000" algn="tl">
                    <a:srgbClr val="C0C0C0"/>
                  </a:outerShdw>
                </a:effectLst>
                <a:latin typeface="+mn-lt"/>
                <a:ea typeface="仿宋_GB2312" pitchFamily="49" charset="-122"/>
              </a:rPr>
              <a:t>趟</a:t>
            </a:r>
            <a:r>
              <a:rPr lang="zh-CN" altLang="en-US" sz="2800" b="1" dirty="0">
                <a:solidFill>
                  <a:srgbClr val="000099"/>
                </a:solidFill>
                <a:effectLst>
                  <a:outerShdw blurRad="38100" dist="38100" dir="2700000" algn="tl">
                    <a:srgbClr val="C0C0C0"/>
                  </a:outerShdw>
                </a:effectLst>
                <a:latin typeface="+mn-lt"/>
                <a:ea typeface="楷体_GB2312" pitchFamily="49" charset="-122"/>
              </a:rPr>
              <a:t>	 </a:t>
            </a:r>
            <a:r>
              <a:rPr lang="en-US" altLang="zh-CN" sz="3200" b="1" i="1" dirty="0">
                <a:solidFill>
                  <a:srgbClr val="000099"/>
                </a:solidFill>
                <a:effectLst>
                  <a:outerShdw blurRad="38100" dist="38100" dir="2700000" algn="tl">
                    <a:srgbClr val="C0C0C0"/>
                  </a:outerShdw>
                </a:effectLst>
                <a:latin typeface="+mn-lt"/>
                <a:ea typeface="楷体_GB2312" pitchFamily="49" charset="-122"/>
              </a:rPr>
              <a:t>T	 </a:t>
            </a:r>
            <a:r>
              <a:rPr lang="en-US" altLang="zh-CN" sz="3200" b="1" dirty="0">
                <a:solidFill>
                  <a:srgbClr val="000099"/>
                </a:solidFill>
                <a:effectLst>
                  <a:outerShdw blurRad="38100" dist="38100" dir="2700000" algn="tl">
                    <a:srgbClr val="C0C0C0"/>
                  </a:outerShdw>
                </a:effectLst>
                <a:latin typeface="+mn-lt"/>
                <a:ea typeface="楷体_GB2312" pitchFamily="49" charset="-122"/>
              </a:rPr>
              <a:t>a b </a:t>
            </a:r>
            <a:r>
              <a:rPr lang="en-US" altLang="zh-CN" sz="3200" b="1" dirty="0" err="1">
                <a:solidFill>
                  <a:srgbClr val="000099"/>
                </a:solidFill>
                <a:effectLst>
                  <a:outerShdw blurRad="38100" dist="38100" dir="2700000" algn="tl">
                    <a:srgbClr val="C0C0C0"/>
                  </a:outerShdw>
                </a:effectLst>
                <a:latin typeface="+mn-lt"/>
                <a:ea typeface="楷体_GB2312" pitchFamily="49" charset="-122"/>
              </a:rPr>
              <a:t>b</a:t>
            </a:r>
            <a:r>
              <a:rPr lang="en-US" altLang="zh-CN" sz="3200" b="1" dirty="0">
                <a:solidFill>
                  <a:srgbClr val="000099"/>
                </a:solidFill>
                <a:effectLst>
                  <a:outerShdw blurRad="38100" dist="38100" dir="2700000" algn="tl">
                    <a:srgbClr val="C0C0C0"/>
                  </a:outerShdw>
                </a:effectLst>
                <a:latin typeface="+mn-lt"/>
                <a:ea typeface="楷体_GB2312" pitchFamily="49" charset="-122"/>
              </a:rPr>
              <a:t> </a:t>
            </a:r>
            <a:r>
              <a:rPr lang="en-US" altLang="zh-CN" sz="3200" b="1" dirty="0">
                <a:solidFill>
                  <a:srgbClr val="0000FF"/>
                </a:solidFill>
                <a:effectLst>
                  <a:outerShdw blurRad="38100" dist="38100" dir="2700000" algn="tl">
                    <a:srgbClr val="C0C0C0"/>
                  </a:outerShdw>
                </a:effectLst>
                <a:latin typeface="+mn-lt"/>
                <a:ea typeface="楷体_GB2312" pitchFamily="49" charset="-122"/>
              </a:rPr>
              <a:t>a</a:t>
            </a:r>
            <a:r>
              <a:rPr lang="en-US" altLang="zh-CN" sz="3200" b="1" dirty="0">
                <a:solidFill>
                  <a:srgbClr val="000099"/>
                </a:solidFill>
                <a:effectLst>
                  <a:outerShdw blurRad="38100" dist="38100" dir="2700000" algn="tl">
                    <a:srgbClr val="C0C0C0"/>
                  </a:outerShdw>
                </a:effectLst>
                <a:latin typeface="+mn-lt"/>
                <a:ea typeface="楷体_GB2312" pitchFamily="49" charset="-122"/>
              </a:rPr>
              <a:t> </a:t>
            </a:r>
            <a:r>
              <a:rPr lang="en-US" altLang="zh-CN" sz="3200" b="1" dirty="0">
                <a:solidFill>
                  <a:srgbClr val="0000FF"/>
                </a:solidFill>
                <a:effectLst>
                  <a:outerShdw blurRad="38100" dist="38100" dir="2700000" algn="tl">
                    <a:srgbClr val="C0C0C0"/>
                  </a:outerShdw>
                </a:effectLst>
                <a:latin typeface="+mn-lt"/>
                <a:ea typeface="楷体_GB2312" pitchFamily="49" charset="-122"/>
              </a:rPr>
              <a:t>b a</a:t>
            </a:r>
            <a:endParaRPr lang="en-US" altLang="zh-CN" sz="3200" b="1" dirty="0">
              <a:solidFill>
                <a:srgbClr val="000099"/>
              </a:solidFill>
              <a:effectLst>
                <a:outerShdw blurRad="38100" dist="38100" dir="2700000" algn="tl">
                  <a:srgbClr val="C0C0C0"/>
                </a:outerShdw>
              </a:effectLst>
              <a:latin typeface="+mn-lt"/>
              <a:ea typeface="楷体_GB2312" pitchFamily="49" charset="-122"/>
            </a:endParaRPr>
          </a:p>
          <a:p>
            <a:pPr eaLnBrk="1" fontAlgn="auto" hangingPunct="1">
              <a:lnSpc>
                <a:spcPct val="95000"/>
              </a:lnSpc>
              <a:spcBef>
                <a:spcPts val="0"/>
              </a:spcBef>
              <a:spcAft>
                <a:spcPts val="0"/>
              </a:spcAft>
              <a:defRPr/>
            </a:pPr>
            <a:r>
              <a:rPr lang="en-US" altLang="zh-CN" sz="3200" b="1" i="1" dirty="0">
                <a:solidFill>
                  <a:srgbClr val="000099"/>
                </a:solidFill>
                <a:effectLst>
                  <a:outerShdw blurRad="38100" dist="38100" dir="2700000" algn="tl">
                    <a:srgbClr val="C0C0C0"/>
                  </a:outerShdw>
                </a:effectLst>
                <a:latin typeface="+mn-lt"/>
                <a:ea typeface="楷体_GB2312" pitchFamily="49" charset="-122"/>
              </a:rPr>
              <a:t>	         P               </a:t>
            </a:r>
            <a:r>
              <a:rPr lang="en-US" altLang="zh-CN" sz="3200" b="1" dirty="0">
                <a:solidFill>
                  <a:srgbClr val="0000FF"/>
                </a:solidFill>
                <a:effectLst>
                  <a:outerShdw blurRad="38100" dist="38100" dir="2700000" algn="tl">
                    <a:srgbClr val="C0C0C0"/>
                  </a:outerShdw>
                </a:effectLst>
                <a:latin typeface="+mn-lt"/>
                <a:ea typeface="楷体_GB2312" pitchFamily="49" charset="-122"/>
              </a:rPr>
              <a:t>a</a:t>
            </a:r>
            <a:r>
              <a:rPr lang="en-US" altLang="zh-CN" sz="3200" b="1" dirty="0">
                <a:solidFill>
                  <a:srgbClr val="000099"/>
                </a:solidFill>
                <a:effectLst>
                  <a:outerShdw blurRad="38100" dist="38100" dir="2700000" algn="tl">
                    <a:srgbClr val="C0C0C0"/>
                  </a:outerShdw>
                </a:effectLst>
                <a:latin typeface="+mn-lt"/>
                <a:ea typeface="楷体_GB2312" pitchFamily="49" charset="-122"/>
              </a:rPr>
              <a:t> </a:t>
            </a:r>
            <a:r>
              <a:rPr lang="en-US" altLang="zh-CN" sz="3200" b="1" dirty="0">
                <a:solidFill>
                  <a:srgbClr val="0000FF"/>
                </a:solidFill>
                <a:effectLst>
                  <a:outerShdw blurRad="38100" dist="38100" dir="2700000" algn="tl">
                    <a:srgbClr val="C0C0C0"/>
                  </a:outerShdw>
                </a:effectLst>
                <a:latin typeface="+mn-lt"/>
                <a:ea typeface="楷体_GB2312" pitchFamily="49" charset="-122"/>
              </a:rPr>
              <a:t>b a</a:t>
            </a:r>
            <a:endParaRPr lang="en-US" altLang="zh-CN" sz="3200" b="1" dirty="0">
              <a:solidFill>
                <a:srgbClr val="000099"/>
              </a:solidFill>
              <a:effectLst>
                <a:outerShdw blurRad="38100" dist="38100" dir="2700000" algn="tl">
                  <a:srgbClr val="C0C0C0"/>
                </a:outerShdw>
              </a:effectLst>
              <a:latin typeface="+mn-lt"/>
              <a:ea typeface="楷体_GB2312" pitchFamily="49" charset="-122"/>
            </a:endParaRPr>
          </a:p>
          <a:p>
            <a:pPr eaLnBrk="1" fontAlgn="auto" hangingPunct="1">
              <a:lnSpc>
                <a:spcPct val="95000"/>
              </a:lnSpc>
              <a:spcBef>
                <a:spcPts val="0"/>
              </a:spcBef>
              <a:spcAft>
                <a:spcPts val="0"/>
              </a:spcAft>
              <a:defRPr/>
            </a:pPr>
            <a:r>
              <a:rPr lang="en-US" altLang="zh-CN" sz="3200" b="1" dirty="0">
                <a:solidFill>
                  <a:srgbClr val="000099"/>
                </a:solidFill>
                <a:effectLst>
                  <a:outerShdw blurRad="38100" dist="38100" dir="2700000" algn="tl">
                    <a:srgbClr val="C0C0C0"/>
                  </a:outerShdw>
                </a:effectLst>
                <a:latin typeface="+mn-lt"/>
                <a:ea typeface="楷体_GB2312" pitchFamily="49" charset="-122"/>
              </a:rPr>
              <a:t>				        </a:t>
            </a:r>
            <a:r>
              <a:rPr lang="en-US" altLang="zh-CN" sz="3200" b="1" dirty="0">
                <a:solidFill>
                  <a:srgbClr val="FF3300"/>
                </a:solidFill>
                <a:latin typeface="+mn-lt"/>
                <a:ea typeface="楷体_GB2312" pitchFamily="49" charset="-122"/>
                <a:sym typeface="Symbol" pitchFamily="18" charset="2"/>
              </a:rPr>
              <a:t></a:t>
            </a:r>
            <a:r>
              <a:rPr lang="en-US" altLang="zh-CN" sz="1600" dirty="0">
                <a:latin typeface="+mn-lt"/>
                <a:ea typeface="+mn-ea"/>
              </a:rPr>
              <a:t>	</a:t>
            </a:r>
          </a:p>
        </p:txBody>
      </p:sp>
      <p:sp>
        <p:nvSpPr>
          <p:cNvPr id="2" name="标题 1">
            <a:extLst>
              <a:ext uri="{FF2B5EF4-FFF2-40B4-BE49-F238E27FC236}">
                <a16:creationId xmlns:a16="http://schemas.microsoft.com/office/drawing/2014/main" id="{939C8C12-083C-4B3A-A615-8AAA4FC0743C}"/>
              </a:ext>
            </a:extLst>
          </p:cNvPr>
          <p:cNvSpPr>
            <a:spLocks noGrp="1"/>
          </p:cNvSpPr>
          <p:nvPr>
            <p:ph type="title"/>
          </p:nvPr>
        </p:nvSpPr>
        <p:spPr/>
        <p:txBody>
          <a:bodyPr/>
          <a:lstStyle/>
          <a:p>
            <a:r>
              <a:rPr lang="zh-CN" altLang="en-US" dirty="0"/>
              <a:t>穷举的模式匹配过程示例</a:t>
            </a:r>
          </a:p>
        </p:txBody>
      </p:sp>
      <p:sp>
        <p:nvSpPr>
          <p:cNvPr id="4" name="灯片编号占位符 3">
            <a:extLst>
              <a:ext uri="{FF2B5EF4-FFF2-40B4-BE49-F238E27FC236}">
                <a16:creationId xmlns:a16="http://schemas.microsoft.com/office/drawing/2014/main" id="{C9CA2D17-82B8-5775-B015-AB9659EA983B}"/>
              </a:ext>
            </a:extLst>
          </p:cNvPr>
          <p:cNvSpPr>
            <a:spLocks noGrp="1"/>
          </p:cNvSpPr>
          <p:nvPr>
            <p:ph type="sldNum" sz="quarter" idx="12"/>
          </p:nvPr>
        </p:nvSpPr>
        <p:spPr/>
        <p:txBody>
          <a:bodyPr/>
          <a:lstStyle/>
          <a:p>
            <a:pPr>
              <a:defRPr/>
            </a:pPr>
            <a:fld id="{75DB822A-0CFA-4B70-89C2-4987E9BB9761}" type="slidenum">
              <a:rPr lang="en-US" altLang="zh-CN" smtClean="0"/>
              <a:pPr>
                <a:defRPr/>
              </a:pPr>
              <a:t>53</a:t>
            </a:fld>
            <a:endParaRPr lang="en-US" altLang="zh-CN"/>
          </a:p>
        </p:txBody>
      </p:sp>
    </p:spTree>
  </p:cSld>
  <p:clrMapOvr>
    <a:masterClrMapping/>
  </p:clrMapOvr>
  <p:transition>
    <p:split orient="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D7C2FB-C1C1-4E5A-B3C5-77154D6FB260}"/>
              </a:ext>
            </a:extLst>
          </p:cNvPr>
          <p:cNvSpPr>
            <a:spLocks noGrp="1"/>
          </p:cNvSpPr>
          <p:nvPr>
            <p:ph type="title"/>
          </p:nvPr>
        </p:nvSpPr>
        <p:spPr/>
        <p:txBody>
          <a:bodyPr/>
          <a:lstStyle/>
          <a:p>
            <a:r>
              <a:rPr lang="zh-CN" altLang="en-US" dirty="0"/>
              <a:t>穷举的模式匹配程序</a:t>
            </a:r>
          </a:p>
        </p:txBody>
      </p:sp>
      <p:sp>
        <p:nvSpPr>
          <p:cNvPr id="3" name="内容占位符 2">
            <a:extLst>
              <a:ext uri="{FF2B5EF4-FFF2-40B4-BE49-F238E27FC236}">
                <a16:creationId xmlns:a16="http://schemas.microsoft.com/office/drawing/2014/main" id="{9D518545-FFB4-4FD6-B971-82ACB8E29C18}"/>
              </a:ext>
            </a:extLst>
          </p:cNvPr>
          <p:cNvSpPr>
            <a:spLocks noGrp="1"/>
          </p:cNvSpPr>
          <p:nvPr>
            <p:ph idx="1"/>
          </p:nvPr>
        </p:nvSpPr>
        <p:spPr>
          <a:xfrm>
            <a:off x="179512" y="1825625"/>
            <a:ext cx="8712968" cy="4351338"/>
          </a:xfrm>
        </p:spPr>
        <p:txBody>
          <a:bodyPr>
            <a:normAutofit fontScale="70000" lnSpcReduction="20000"/>
          </a:bodyPr>
          <a:lstStyle/>
          <a:p>
            <a:pPr marL="0" indent="0">
              <a:buNone/>
            </a:pPr>
            <a:r>
              <a:rPr lang="en-US" altLang="zh-CN" dirty="0"/>
              <a:t> int </a:t>
            </a:r>
            <a:r>
              <a:rPr lang="en-US" altLang="zh-CN" dirty="0" err="1"/>
              <a:t>AString</a:t>
            </a:r>
            <a:r>
              <a:rPr lang="en-US" altLang="zh-CN" dirty="0"/>
              <a:t> :: Find ( </a:t>
            </a:r>
            <a:r>
              <a:rPr lang="en-US" altLang="zh-CN" dirty="0" err="1"/>
              <a:t>AString</a:t>
            </a:r>
            <a:r>
              <a:rPr lang="en-US" altLang="zh-CN" dirty="0"/>
              <a:t>&amp; pat, int k ) const {</a:t>
            </a:r>
          </a:p>
          <a:p>
            <a:pPr marL="0" indent="0">
              <a:buNone/>
            </a:pPr>
            <a:r>
              <a:rPr lang="en-US" altLang="zh-CN" dirty="0"/>
              <a:t>      int </a:t>
            </a:r>
            <a:r>
              <a:rPr lang="en-US" altLang="zh-CN" dirty="0" err="1"/>
              <a:t>i</a:t>
            </a:r>
            <a:r>
              <a:rPr lang="en-US" altLang="zh-CN" dirty="0"/>
              <a:t>, j;	</a:t>
            </a:r>
          </a:p>
          <a:p>
            <a:pPr marL="0" indent="0">
              <a:buNone/>
            </a:pPr>
            <a:r>
              <a:rPr lang="en-US" altLang="zh-CN" dirty="0"/>
              <a:t>      for ( </a:t>
            </a:r>
            <a:r>
              <a:rPr lang="en-US" altLang="zh-CN" dirty="0" err="1"/>
              <a:t>i</a:t>
            </a:r>
            <a:r>
              <a:rPr lang="en-US" altLang="zh-CN" dirty="0"/>
              <a:t> = k; </a:t>
            </a:r>
            <a:r>
              <a:rPr lang="en-US" altLang="zh-CN" dirty="0" err="1"/>
              <a:t>i</a:t>
            </a:r>
            <a:r>
              <a:rPr lang="en-US" altLang="zh-CN" dirty="0"/>
              <a:t>&lt;= </a:t>
            </a:r>
            <a:r>
              <a:rPr lang="en-US" altLang="zh-CN" dirty="0" err="1"/>
              <a:t>curLength</a:t>
            </a:r>
            <a:r>
              <a:rPr lang="en-US" altLang="zh-CN" dirty="0"/>
              <a:t> - </a:t>
            </a:r>
            <a:r>
              <a:rPr lang="en-US" altLang="zh-CN" dirty="0" err="1"/>
              <a:t>pat.curLength</a:t>
            </a:r>
            <a:r>
              <a:rPr lang="en-US" altLang="zh-CN" dirty="0"/>
              <a:t>; </a:t>
            </a:r>
            <a:r>
              <a:rPr lang="en-US" altLang="zh-CN" dirty="0" err="1"/>
              <a:t>i</a:t>
            </a:r>
            <a:r>
              <a:rPr lang="en-US" altLang="zh-CN" dirty="0"/>
              <a:t>++)</a:t>
            </a:r>
          </a:p>
          <a:p>
            <a:pPr marL="0" indent="0">
              <a:buNone/>
            </a:pPr>
            <a:r>
              <a:rPr lang="en-US" altLang="zh-CN" dirty="0"/>
              <a:t>      { </a:t>
            </a:r>
          </a:p>
          <a:p>
            <a:pPr marL="0" indent="0">
              <a:buNone/>
            </a:pPr>
            <a:r>
              <a:rPr lang="en-US" altLang="zh-CN" dirty="0"/>
              <a:t>           for ( j=0; j&lt;</a:t>
            </a:r>
            <a:r>
              <a:rPr lang="en-US" altLang="zh-CN" dirty="0" err="1"/>
              <a:t>pat.curlength</a:t>
            </a:r>
            <a:r>
              <a:rPr lang="en-US" altLang="zh-CN" dirty="0"/>
              <a:t>; </a:t>
            </a:r>
            <a:r>
              <a:rPr lang="en-US" altLang="zh-CN" dirty="0" err="1"/>
              <a:t>j++</a:t>
            </a:r>
            <a:r>
              <a:rPr lang="en-US" altLang="zh-CN" dirty="0"/>
              <a:t>) </a:t>
            </a:r>
          </a:p>
          <a:p>
            <a:pPr marL="0" indent="0">
              <a:buNone/>
            </a:pPr>
            <a:r>
              <a:rPr lang="en-US" altLang="zh-CN" dirty="0"/>
              <a:t>	         if ( </a:t>
            </a:r>
            <a:r>
              <a:rPr lang="en-US" altLang="zh-CN" dirty="0" err="1"/>
              <a:t>ch</a:t>
            </a:r>
            <a:r>
              <a:rPr lang="en-US" altLang="zh-CN" dirty="0"/>
              <a:t>[</a:t>
            </a:r>
            <a:r>
              <a:rPr lang="en-US" altLang="zh-CN" dirty="0" err="1"/>
              <a:t>i+j</a:t>
            </a:r>
            <a:r>
              <a:rPr lang="en-US" altLang="zh-CN" dirty="0"/>
              <a:t>] != pat. </a:t>
            </a:r>
            <a:r>
              <a:rPr lang="en-US" altLang="zh-CN" dirty="0" err="1"/>
              <a:t>ch</a:t>
            </a:r>
            <a:r>
              <a:rPr lang="en-US" altLang="zh-CN" dirty="0"/>
              <a:t>[j] ) break; </a:t>
            </a:r>
          </a:p>
          <a:p>
            <a:pPr marL="0" indent="0">
              <a:buNone/>
            </a:pPr>
            <a:r>
              <a:rPr lang="en-US" altLang="zh-CN" dirty="0"/>
              <a:t>           if (j == pat. </a:t>
            </a:r>
            <a:r>
              <a:rPr lang="en-US" altLang="zh-CN" dirty="0" err="1"/>
              <a:t>curLength</a:t>
            </a:r>
            <a:r>
              <a:rPr lang="en-US" altLang="zh-CN" dirty="0"/>
              <a:t> ) return </a:t>
            </a:r>
            <a:r>
              <a:rPr lang="en-US" altLang="zh-CN" dirty="0" err="1"/>
              <a:t>i</a:t>
            </a:r>
            <a:r>
              <a:rPr lang="en-US" altLang="zh-CN" dirty="0"/>
              <a:t>;	  </a:t>
            </a:r>
          </a:p>
          <a:p>
            <a:pPr marL="0" indent="0">
              <a:buNone/>
            </a:pPr>
            <a:r>
              <a:rPr lang="en-US" altLang="zh-CN" dirty="0"/>
              <a:t>       }</a:t>
            </a:r>
          </a:p>
          <a:p>
            <a:pPr marL="0" indent="0">
              <a:buNone/>
            </a:pPr>
            <a:r>
              <a:rPr lang="en-US" altLang="zh-CN" dirty="0"/>
              <a:t>       return -1;</a:t>
            </a:r>
          </a:p>
          <a:p>
            <a:pPr marL="0" indent="0">
              <a:buNone/>
            </a:pPr>
            <a:r>
              <a:rPr lang="en-US" altLang="zh-CN" dirty="0"/>
              <a:t> }</a:t>
            </a:r>
          </a:p>
          <a:p>
            <a:pPr marL="0" indent="0">
              <a:buNone/>
            </a:pPr>
            <a:endParaRPr lang="zh-CN" altLang="en-US" dirty="0"/>
          </a:p>
        </p:txBody>
      </p:sp>
      <p:sp>
        <p:nvSpPr>
          <p:cNvPr id="5" name="灯片编号占位符 4">
            <a:extLst>
              <a:ext uri="{FF2B5EF4-FFF2-40B4-BE49-F238E27FC236}">
                <a16:creationId xmlns:a16="http://schemas.microsoft.com/office/drawing/2014/main" id="{3EBFF9EF-CD62-FB7D-6011-130A2BB8C600}"/>
              </a:ext>
            </a:extLst>
          </p:cNvPr>
          <p:cNvSpPr>
            <a:spLocks noGrp="1"/>
          </p:cNvSpPr>
          <p:nvPr>
            <p:ph type="sldNum" sz="quarter" idx="12"/>
          </p:nvPr>
        </p:nvSpPr>
        <p:spPr/>
        <p:txBody>
          <a:bodyPr/>
          <a:lstStyle/>
          <a:p>
            <a:pPr>
              <a:defRPr/>
            </a:pPr>
            <a:fld id="{34C23A13-5672-41C0-8934-A4311B913B34}" type="slidenum">
              <a:rPr lang="en-US" altLang="zh-CN" smtClean="0"/>
              <a:pPr>
                <a:defRPr/>
              </a:pPr>
              <a:t>54</a:t>
            </a:fld>
            <a:endParaRPr lang="en-US" altLang="zh-CN"/>
          </a:p>
        </p:txBody>
      </p:sp>
    </p:spTree>
  </p:cSld>
  <p:clrMapOvr>
    <a:masterClrMapping/>
  </p:clrMapOvr>
  <p:transition>
    <p:split orient="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a:extLst>
              <a:ext uri="{FF2B5EF4-FFF2-40B4-BE49-F238E27FC236}">
                <a16:creationId xmlns:a16="http://schemas.microsoft.com/office/drawing/2014/main" id="{A17A89D9-9E57-9FA2-A2EA-F1739219F88D}"/>
              </a:ext>
            </a:extLst>
          </p:cNvPr>
          <p:cNvSpPr txBox="1">
            <a:spLocks noChangeArrowheads="1"/>
          </p:cNvSpPr>
          <p:nvPr/>
        </p:nvSpPr>
        <p:spPr bwMode="auto">
          <a:xfrm>
            <a:off x="467544" y="1690688"/>
            <a:ext cx="8375848" cy="4595104"/>
          </a:xfrm>
          <a:prstGeom prst="rect">
            <a:avLst/>
          </a:prstGeom>
          <a:noFill/>
          <a:ln w="9525">
            <a:noFill/>
            <a:miter lim="800000"/>
            <a:headEnd/>
            <a:tailEnd/>
          </a:ln>
        </p:spPr>
        <p:txBody>
          <a:bodyPr wrap="square">
            <a:spAutoFit/>
          </a:bodyPr>
          <a:lstStyle/>
          <a:p>
            <a:pPr eaLnBrk="1" fontAlgn="auto" hangingPunct="1">
              <a:lnSpc>
                <a:spcPct val="95000"/>
              </a:lnSpc>
              <a:spcBef>
                <a:spcPts val="0"/>
              </a:spcBef>
              <a:spcAft>
                <a:spcPts val="0"/>
              </a:spcAft>
              <a:defRPr/>
            </a:pPr>
            <a:r>
              <a:rPr lang="en-US" altLang="zh-CN" sz="1600" dirty="0">
                <a:latin typeface="+mn-lt"/>
                <a:ea typeface="+mn-ea"/>
              </a:rPr>
              <a:t>   </a:t>
            </a:r>
            <a:r>
              <a:rPr lang="zh-CN" altLang="en-US" sz="2800" b="1" dirty="0">
                <a:solidFill>
                  <a:srgbClr val="FF3300"/>
                </a:solidFill>
                <a:effectLst>
                  <a:outerShdw blurRad="38100" dist="38100" dir="2700000" algn="tl">
                    <a:srgbClr val="C0C0C0"/>
                  </a:outerShdw>
                </a:effectLst>
                <a:latin typeface="+mn-lt"/>
                <a:ea typeface="仿宋_GB2312" pitchFamily="49" charset="-122"/>
              </a:rPr>
              <a:t>目标</a:t>
            </a:r>
            <a:r>
              <a:rPr lang="zh-CN" altLang="en-US" sz="2800" b="1" dirty="0">
                <a:solidFill>
                  <a:srgbClr val="FF3300"/>
                </a:solidFill>
                <a:latin typeface="+mn-lt"/>
                <a:ea typeface="仿宋_GB2312" pitchFamily="49" charset="-122"/>
              </a:rPr>
              <a:t> </a:t>
            </a:r>
            <a:r>
              <a:rPr lang="en-US" altLang="zh-CN" sz="2800" b="1" i="1" dirty="0">
                <a:solidFill>
                  <a:srgbClr val="FF3300"/>
                </a:solidFill>
                <a:latin typeface="+mn-lt"/>
                <a:ea typeface="仿宋_GB2312" pitchFamily="49" charset="-122"/>
              </a:rPr>
              <a:t>T</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baseline="-25000" dirty="0">
                <a:solidFill>
                  <a:srgbClr val="000099"/>
                </a:solidFill>
                <a:latin typeface="+mn-lt"/>
                <a:ea typeface="仿宋_GB2312" pitchFamily="49" charset="-122"/>
              </a:rPr>
              <a:t>0</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baseline="-25000" dirty="0">
                <a:solidFill>
                  <a:srgbClr val="000099"/>
                </a:solidFill>
                <a:latin typeface="+mn-lt"/>
                <a:ea typeface="仿宋_GB2312" pitchFamily="49" charset="-122"/>
              </a:rPr>
              <a:t>2</a:t>
            </a:r>
            <a:r>
              <a:rPr lang="en-US" altLang="zh-CN" sz="2800" b="1" dirty="0">
                <a:solidFill>
                  <a:srgbClr val="000099"/>
                </a:solidFill>
                <a:latin typeface="+mn-lt"/>
                <a:ea typeface="仿宋_GB2312" pitchFamily="49" charset="-122"/>
              </a:rPr>
              <a:t>  ……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m</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n</a:t>
            </a:r>
            <a:r>
              <a:rPr lang="en-US" altLang="zh-CN" sz="2800" b="1" baseline="-25000" dirty="0">
                <a:solidFill>
                  <a:srgbClr val="000099"/>
                </a:solidFill>
                <a:latin typeface="+mn-lt"/>
                <a:ea typeface="仿宋_GB2312" pitchFamily="49" charset="-122"/>
              </a:rPr>
              <a:t>-1</a:t>
            </a:r>
            <a:endParaRPr lang="en-US" altLang="zh-CN" sz="2800" b="1" dirty="0">
              <a:solidFill>
                <a:srgbClr val="000099"/>
              </a:solidFill>
              <a:latin typeface="+mn-lt"/>
              <a:ea typeface="仿宋_GB2312" pitchFamily="49" charset="-122"/>
            </a:endParaRP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仿宋_GB2312" pitchFamily="49" charset="-122"/>
                <a:sym typeface="MT Extra" pitchFamily="18" charset="2"/>
              </a:rPr>
              <a:t></a:t>
            </a: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仿宋_GB2312" pitchFamily="49" charset="-122"/>
                <a:sym typeface="MT Extra" pitchFamily="18" charset="2"/>
              </a:rPr>
              <a:t></a:t>
            </a: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仿宋_GB2312" pitchFamily="49" charset="-122"/>
                <a:sym typeface="MT Extra" pitchFamily="18" charset="2"/>
              </a:rPr>
              <a:t></a:t>
            </a: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仿宋_GB2312" pitchFamily="49" charset="-122"/>
                <a:sym typeface="MT Extra" pitchFamily="18" charset="2"/>
              </a:rPr>
              <a:t></a:t>
            </a:r>
            <a:r>
              <a:rPr lang="en-US" altLang="zh-CN" sz="2800" b="1" dirty="0">
                <a:solidFill>
                  <a:srgbClr val="000099"/>
                </a:solidFill>
                <a:latin typeface="+mn-lt"/>
                <a:ea typeface="仿宋_GB2312" pitchFamily="49" charset="-122"/>
              </a:rPr>
              <a:t>		</a:t>
            </a: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a:t>
            </a:r>
            <a:r>
              <a:rPr lang="zh-CN" altLang="en-US" sz="2800" b="1" dirty="0">
                <a:solidFill>
                  <a:srgbClr val="FF3300"/>
                </a:solidFill>
                <a:effectLst>
                  <a:outerShdw blurRad="38100" dist="38100" dir="2700000" algn="tl">
                    <a:srgbClr val="C0C0C0"/>
                  </a:outerShdw>
                </a:effectLst>
                <a:latin typeface="+mn-lt"/>
                <a:ea typeface="仿宋_GB2312" pitchFamily="49" charset="-122"/>
              </a:rPr>
              <a:t>模式</a:t>
            </a:r>
            <a:r>
              <a:rPr lang="zh-CN" altLang="en-US" sz="2800" b="1" dirty="0">
                <a:solidFill>
                  <a:srgbClr val="FF3300"/>
                </a:solidFill>
                <a:latin typeface="+mn-lt"/>
                <a:ea typeface="仿宋_GB2312" pitchFamily="49" charset="-122"/>
              </a:rPr>
              <a:t> </a:t>
            </a:r>
            <a:r>
              <a:rPr lang="en-US" altLang="zh-CN" sz="2800" b="1" i="1" dirty="0">
                <a:solidFill>
                  <a:srgbClr val="FF3300"/>
                </a:solidFill>
                <a:latin typeface="+mn-lt"/>
                <a:ea typeface="仿宋_GB2312" pitchFamily="49" charset="-122"/>
              </a:rPr>
              <a:t>pat</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p</a:t>
            </a:r>
            <a:r>
              <a:rPr lang="en-US" altLang="zh-CN" sz="2800" b="1" baseline="-25000" dirty="0">
                <a:solidFill>
                  <a:srgbClr val="000099"/>
                </a:solidFill>
                <a:latin typeface="+mn-lt"/>
                <a:ea typeface="仿宋_GB2312" pitchFamily="49" charset="-122"/>
              </a:rPr>
              <a:t>0</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p</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p</a:t>
            </a:r>
            <a:r>
              <a:rPr lang="en-US" altLang="zh-CN" sz="2800" b="1" baseline="-25000" dirty="0">
                <a:solidFill>
                  <a:srgbClr val="000099"/>
                </a:solidFill>
                <a:latin typeface="+mn-lt"/>
                <a:ea typeface="仿宋_GB2312" pitchFamily="49" charset="-122"/>
              </a:rPr>
              <a:t>2</a:t>
            </a:r>
            <a:r>
              <a:rPr lang="en-US" altLang="zh-CN" sz="2800" b="1" dirty="0">
                <a:solidFill>
                  <a:srgbClr val="000099"/>
                </a:solidFill>
                <a:latin typeface="+mn-lt"/>
                <a:ea typeface="仿宋_GB2312" pitchFamily="49" charset="-122"/>
              </a:rPr>
              <a:t> …… </a:t>
            </a:r>
            <a:r>
              <a:rPr lang="en-US" altLang="zh-CN" sz="2800" b="1" i="1" dirty="0">
                <a:solidFill>
                  <a:srgbClr val="000099"/>
                </a:solidFill>
                <a:latin typeface="+mn-lt"/>
                <a:ea typeface="仿宋_GB2312" pitchFamily="49" charset="-122"/>
              </a:rPr>
              <a:t>p</a:t>
            </a:r>
            <a:r>
              <a:rPr lang="en-US" altLang="zh-CN" sz="2800" b="1" i="1" baseline="-25000" dirty="0">
                <a:solidFill>
                  <a:srgbClr val="000099"/>
                </a:solidFill>
                <a:latin typeface="+mn-lt"/>
                <a:ea typeface="仿宋_GB2312" pitchFamily="49" charset="-122"/>
              </a:rPr>
              <a:t>m</a:t>
            </a:r>
            <a:r>
              <a:rPr lang="en-US" altLang="zh-CN" sz="2800" b="1" baseline="-25000" dirty="0">
                <a:solidFill>
                  <a:srgbClr val="000099"/>
                </a:solidFill>
                <a:latin typeface="+mn-lt"/>
                <a:ea typeface="仿宋_GB2312" pitchFamily="49" charset="-122"/>
              </a:rPr>
              <a:t>-1</a:t>
            </a:r>
            <a:endParaRPr lang="en-US" altLang="zh-CN" sz="2800" b="1" dirty="0">
              <a:solidFill>
                <a:srgbClr val="000099"/>
              </a:solidFill>
              <a:latin typeface="+mn-lt"/>
              <a:ea typeface="仿宋_GB2312" pitchFamily="49" charset="-122"/>
            </a:endParaRP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a:t>
            </a: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a:t>
            </a:r>
            <a:r>
              <a:rPr lang="zh-CN" altLang="en-US" sz="2800" b="1" dirty="0">
                <a:solidFill>
                  <a:srgbClr val="FF3300"/>
                </a:solidFill>
                <a:effectLst>
                  <a:outerShdw blurRad="38100" dist="38100" dir="2700000" algn="tl">
                    <a:srgbClr val="C0C0C0"/>
                  </a:outerShdw>
                </a:effectLst>
                <a:latin typeface="+mn-lt"/>
                <a:ea typeface="仿宋_GB2312" pitchFamily="49" charset="-122"/>
              </a:rPr>
              <a:t>目标</a:t>
            </a:r>
            <a:r>
              <a:rPr lang="zh-CN" altLang="en-US" sz="2800" b="1" dirty="0">
                <a:solidFill>
                  <a:srgbClr val="FF3300"/>
                </a:solidFill>
                <a:latin typeface="+mn-lt"/>
                <a:ea typeface="仿宋_GB2312" pitchFamily="49" charset="-122"/>
              </a:rPr>
              <a:t> </a:t>
            </a:r>
            <a:r>
              <a:rPr lang="en-US" altLang="zh-CN" sz="2800" b="1" i="1" dirty="0">
                <a:solidFill>
                  <a:srgbClr val="FF3300"/>
                </a:solidFill>
                <a:latin typeface="+mn-lt"/>
                <a:ea typeface="仿宋_GB2312" pitchFamily="49" charset="-122"/>
              </a:rPr>
              <a:t>T</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baseline="-25000" dirty="0">
                <a:solidFill>
                  <a:srgbClr val="000099"/>
                </a:solidFill>
                <a:latin typeface="+mn-lt"/>
                <a:ea typeface="仿宋_GB2312" pitchFamily="49" charset="-122"/>
              </a:rPr>
              <a:t>0</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baseline="-25000" dirty="0">
                <a:solidFill>
                  <a:srgbClr val="000099"/>
                </a:solidFill>
                <a:latin typeface="+mn-lt"/>
                <a:ea typeface="仿宋_GB2312" pitchFamily="49" charset="-122"/>
              </a:rPr>
              <a:t>2</a:t>
            </a:r>
            <a:r>
              <a:rPr lang="en-US" altLang="zh-CN" sz="2800" b="1" dirty="0">
                <a:solidFill>
                  <a:srgbClr val="000099"/>
                </a:solidFill>
                <a:latin typeface="+mn-lt"/>
                <a:ea typeface="仿宋_GB2312" pitchFamily="49" charset="-122"/>
              </a:rPr>
              <a:t>  ……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m</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m  </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n</a:t>
            </a:r>
            <a:r>
              <a:rPr lang="en-US" altLang="zh-CN" sz="2800" b="1" baseline="-25000" dirty="0">
                <a:solidFill>
                  <a:srgbClr val="000099"/>
                </a:solidFill>
                <a:latin typeface="+mn-lt"/>
                <a:ea typeface="仿宋_GB2312" pitchFamily="49" charset="-122"/>
              </a:rPr>
              <a:t>-1</a:t>
            </a:r>
            <a:endParaRPr lang="en-US" altLang="zh-CN" sz="2800" b="1" dirty="0">
              <a:solidFill>
                <a:srgbClr val="000099"/>
              </a:solidFill>
              <a:latin typeface="+mn-lt"/>
              <a:ea typeface="仿宋_GB2312" pitchFamily="49" charset="-122"/>
            </a:endParaRP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仿宋_GB2312" pitchFamily="49" charset="-122"/>
                <a:sym typeface="MT Extra" pitchFamily="18" charset="2"/>
              </a:rPr>
              <a:t></a:t>
            </a: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仿宋_GB2312" pitchFamily="49" charset="-122"/>
                <a:sym typeface="MT Extra" pitchFamily="18" charset="2"/>
              </a:rPr>
              <a:t></a:t>
            </a: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仿宋_GB2312" pitchFamily="49" charset="-122"/>
                <a:sym typeface="MT Extra" pitchFamily="18" charset="2"/>
              </a:rPr>
              <a:t></a:t>
            </a: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仿宋_GB2312" pitchFamily="49" charset="-122"/>
                <a:sym typeface="MT Extra" pitchFamily="18" charset="2"/>
              </a:rPr>
              <a:t></a:t>
            </a:r>
            <a:r>
              <a:rPr lang="en-US" altLang="zh-CN" sz="2800" b="1" dirty="0">
                <a:solidFill>
                  <a:srgbClr val="000099"/>
                </a:solidFill>
                <a:latin typeface="+mn-lt"/>
                <a:ea typeface="仿宋_GB2312" pitchFamily="49" charset="-122"/>
              </a:rPr>
              <a:t> </a:t>
            </a: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a:t>
            </a:r>
            <a:r>
              <a:rPr lang="zh-CN" altLang="en-US" sz="2800" b="1" dirty="0">
                <a:solidFill>
                  <a:srgbClr val="FF3300"/>
                </a:solidFill>
                <a:effectLst>
                  <a:outerShdw blurRad="38100" dist="38100" dir="2700000" algn="tl">
                    <a:srgbClr val="C0C0C0"/>
                  </a:outerShdw>
                </a:effectLst>
                <a:latin typeface="+mn-lt"/>
                <a:ea typeface="仿宋_GB2312" pitchFamily="49" charset="-122"/>
              </a:rPr>
              <a:t>模式</a:t>
            </a:r>
            <a:r>
              <a:rPr lang="zh-CN" altLang="en-US" sz="2800" b="1" dirty="0">
                <a:solidFill>
                  <a:srgbClr val="FF3300"/>
                </a:solidFill>
                <a:latin typeface="+mn-lt"/>
                <a:ea typeface="仿宋_GB2312" pitchFamily="49" charset="-122"/>
              </a:rPr>
              <a:t> </a:t>
            </a:r>
            <a:r>
              <a:rPr lang="en-US" altLang="zh-CN" sz="2800" b="1" i="1" dirty="0">
                <a:solidFill>
                  <a:srgbClr val="FF3300"/>
                </a:solidFill>
                <a:latin typeface="+mn-lt"/>
                <a:ea typeface="仿宋_GB2312" pitchFamily="49" charset="-122"/>
              </a:rPr>
              <a:t>pat</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p</a:t>
            </a:r>
            <a:r>
              <a:rPr lang="en-US" altLang="zh-CN" sz="2800" b="1" baseline="-25000" dirty="0">
                <a:solidFill>
                  <a:srgbClr val="000099"/>
                </a:solidFill>
                <a:latin typeface="+mn-lt"/>
                <a:ea typeface="仿宋_GB2312" pitchFamily="49" charset="-122"/>
              </a:rPr>
              <a:t>0</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p</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 </a:t>
            </a:r>
            <a:r>
              <a:rPr lang="en-US" altLang="zh-CN" sz="2800" b="1" i="1" dirty="0">
                <a:solidFill>
                  <a:srgbClr val="000099"/>
                </a:solidFill>
                <a:latin typeface="+mn-lt"/>
                <a:ea typeface="仿宋_GB2312" pitchFamily="49" charset="-122"/>
              </a:rPr>
              <a:t>p</a:t>
            </a:r>
            <a:r>
              <a:rPr lang="en-US" altLang="zh-CN" sz="2800" b="1" i="1" baseline="-25000" dirty="0">
                <a:solidFill>
                  <a:srgbClr val="000099"/>
                </a:solidFill>
                <a:latin typeface="+mn-lt"/>
                <a:ea typeface="仿宋_GB2312" pitchFamily="49" charset="-122"/>
              </a:rPr>
              <a:t>m</a:t>
            </a:r>
            <a:r>
              <a:rPr lang="en-US" altLang="zh-CN" sz="2800" b="1" baseline="-25000" dirty="0">
                <a:solidFill>
                  <a:srgbClr val="000099"/>
                </a:solidFill>
                <a:latin typeface="+mn-lt"/>
                <a:ea typeface="仿宋_GB2312" pitchFamily="49" charset="-122"/>
              </a:rPr>
              <a:t>-2   </a:t>
            </a:r>
            <a:r>
              <a:rPr lang="en-US" altLang="zh-CN" sz="2800" b="1" i="1" dirty="0">
                <a:solidFill>
                  <a:srgbClr val="000099"/>
                </a:solidFill>
                <a:latin typeface="+mn-lt"/>
                <a:ea typeface="仿宋_GB2312" pitchFamily="49" charset="-122"/>
              </a:rPr>
              <a:t>p</a:t>
            </a:r>
            <a:r>
              <a:rPr lang="en-US" altLang="zh-CN" sz="2800" b="1" i="1" baseline="-25000" dirty="0">
                <a:solidFill>
                  <a:srgbClr val="000099"/>
                </a:solidFill>
                <a:latin typeface="+mn-lt"/>
                <a:ea typeface="仿宋_GB2312" pitchFamily="49" charset="-122"/>
              </a:rPr>
              <a:t>m</a:t>
            </a:r>
            <a:r>
              <a:rPr lang="en-US" altLang="zh-CN" sz="2800" b="1" baseline="-25000" dirty="0">
                <a:solidFill>
                  <a:srgbClr val="000099"/>
                </a:solidFill>
                <a:latin typeface="+mn-lt"/>
                <a:ea typeface="仿宋_GB2312" pitchFamily="49" charset="-122"/>
              </a:rPr>
              <a:t>-1</a:t>
            </a:r>
            <a:endParaRPr lang="en-US" altLang="zh-CN" sz="2800" b="1" dirty="0">
              <a:solidFill>
                <a:srgbClr val="000099"/>
              </a:solidFill>
              <a:latin typeface="+mn-lt"/>
              <a:ea typeface="仿宋_GB2312" pitchFamily="49" charset="-122"/>
            </a:endParaRPr>
          </a:p>
          <a:p>
            <a:pPr eaLnBrk="1" fontAlgn="auto" hangingPunct="1">
              <a:lnSpc>
                <a:spcPct val="95000"/>
              </a:lnSpc>
              <a:spcBef>
                <a:spcPts val="0"/>
              </a:spcBef>
              <a:spcAft>
                <a:spcPts val="0"/>
              </a:spcAft>
              <a:defRPr/>
            </a:pPr>
            <a:endParaRPr lang="en-US" altLang="zh-CN" sz="2800" b="1" dirty="0">
              <a:solidFill>
                <a:srgbClr val="000099"/>
              </a:solidFill>
              <a:latin typeface="+mn-lt"/>
              <a:ea typeface="仿宋_GB2312" pitchFamily="49" charset="-122"/>
            </a:endParaRP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a:t>
            </a:r>
            <a:r>
              <a:rPr lang="zh-CN" altLang="en-US" sz="2800" b="1" dirty="0">
                <a:solidFill>
                  <a:srgbClr val="FF3300"/>
                </a:solidFill>
                <a:effectLst>
                  <a:outerShdw blurRad="38100" dist="38100" dir="2700000" algn="tl">
                    <a:srgbClr val="C0C0C0"/>
                  </a:outerShdw>
                </a:effectLst>
                <a:latin typeface="+mn-lt"/>
                <a:ea typeface="仿宋_GB2312" pitchFamily="49" charset="-122"/>
              </a:rPr>
              <a:t>目标</a:t>
            </a:r>
            <a:r>
              <a:rPr lang="zh-CN" altLang="en-US" sz="2800" b="1" dirty="0">
                <a:solidFill>
                  <a:srgbClr val="FF3300"/>
                </a:solidFill>
                <a:latin typeface="+mn-lt"/>
                <a:ea typeface="仿宋_GB2312" pitchFamily="49" charset="-122"/>
              </a:rPr>
              <a:t> </a:t>
            </a:r>
            <a:r>
              <a:rPr lang="en-US" altLang="zh-CN" sz="2800" b="1" i="1" dirty="0">
                <a:solidFill>
                  <a:srgbClr val="FF3300"/>
                </a:solidFill>
                <a:latin typeface="+mn-lt"/>
                <a:ea typeface="仿宋_GB2312" pitchFamily="49" charset="-122"/>
              </a:rPr>
              <a:t>T</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baseline="-25000" dirty="0">
                <a:solidFill>
                  <a:srgbClr val="000099"/>
                </a:solidFill>
                <a:latin typeface="+mn-lt"/>
                <a:ea typeface="仿宋_GB2312" pitchFamily="49" charset="-122"/>
              </a:rPr>
              <a:t>0</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 </a:t>
            </a:r>
            <a:r>
              <a:rPr lang="en-US" altLang="zh-CN" sz="2800" b="1" i="1" dirty="0" err="1">
                <a:solidFill>
                  <a:srgbClr val="000099"/>
                </a:solidFill>
                <a:latin typeface="+mn-lt"/>
                <a:ea typeface="仿宋_GB2312" pitchFamily="49" charset="-122"/>
              </a:rPr>
              <a:t>t</a:t>
            </a:r>
            <a:r>
              <a:rPr lang="en-US" altLang="zh-CN" sz="2800" b="1" i="1" baseline="-25000" dirty="0" err="1">
                <a:solidFill>
                  <a:srgbClr val="000099"/>
                </a:solidFill>
                <a:latin typeface="+mn-lt"/>
                <a:ea typeface="仿宋_GB2312" pitchFamily="49" charset="-122"/>
              </a:rPr>
              <a:t>i</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i</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i+m</a:t>
            </a:r>
            <a:r>
              <a:rPr lang="en-US" altLang="zh-CN" sz="2800" b="1" baseline="-25000" dirty="0">
                <a:solidFill>
                  <a:srgbClr val="000099"/>
                </a:solidFill>
                <a:latin typeface="+mn-lt"/>
                <a:ea typeface="仿宋_GB2312" pitchFamily="49" charset="-122"/>
              </a:rPr>
              <a:t>-2</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i+m</a:t>
            </a:r>
            <a:r>
              <a:rPr lang="en-US" altLang="zh-CN" sz="2800" b="1" baseline="-25000" dirty="0">
                <a:solidFill>
                  <a:srgbClr val="000099"/>
                </a:solidFill>
                <a:latin typeface="+mn-lt"/>
                <a:ea typeface="仿宋_GB2312" pitchFamily="49" charset="-122"/>
              </a:rPr>
              <a:t>-1</a:t>
            </a:r>
            <a:r>
              <a:rPr lang="en-US" altLang="zh-CN" sz="2800" b="1" dirty="0">
                <a:solidFill>
                  <a:srgbClr val="000099"/>
                </a:solidFill>
                <a:latin typeface="+mn-lt"/>
                <a:ea typeface="仿宋_GB2312" pitchFamily="49" charset="-122"/>
              </a:rPr>
              <a:t>… </a:t>
            </a:r>
            <a:r>
              <a:rPr lang="en-US" altLang="zh-CN" sz="2800" b="1" i="1" dirty="0">
                <a:solidFill>
                  <a:srgbClr val="000099"/>
                </a:solidFill>
                <a:latin typeface="+mn-lt"/>
                <a:ea typeface="仿宋_GB2312" pitchFamily="49" charset="-122"/>
              </a:rPr>
              <a:t>t</a:t>
            </a:r>
            <a:r>
              <a:rPr lang="en-US" altLang="zh-CN" sz="2800" b="1" i="1" baseline="-25000" dirty="0">
                <a:solidFill>
                  <a:srgbClr val="000099"/>
                </a:solidFill>
                <a:latin typeface="+mn-lt"/>
                <a:ea typeface="仿宋_GB2312" pitchFamily="49" charset="-122"/>
              </a:rPr>
              <a:t>n</a:t>
            </a:r>
            <a:r>
              <a:rPr lang="en-US" altLang="zh-CN" sz="2800" b="1" baseline="-25000" dirty="0">
                <a:solidFill>
                  <a:srgbClr val="000099"/>
                </a:solidFill>
                <a:latin typeface="+mn-lt"/>
                <a:ea typeface="仿宋_GB2312" pitchFamily="49" charset="-122"/>
              </a:rPr>
              <a:t>-1</a:t>
            </a:r>
            <a:endParaRPr lang="en-US" altLang="zh-CN" sz="2800" b="1" dirty="0">
              <a:solidFill>
                <a:srgbClr val="000099"/>
              </a:solidFill>
              <a:latin typeface="+mn-lt"/>
              <a:ea typeface="仿宋_GB2312" pitchFamily="49" charset="-122"/>
            </a:endParaRP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    ‖           ‖      ‖</a:t>
            </a:r>
          </a:p>
          <a:p>
            <a:pPr eaLnBrk="1" fontAlgn="auto" hangingPunct="1">
              <a:lnSpc>
                <a:spcPct val="95000"/>
              </a:lnSpc>
              <a:spcBef>
                <a:spcPts val="0"/>
              </a:spcBef>
              <a:spcAft>
                <a:spcPts val="0"/>
              </a:spcAft>
              <a:defRPr/>
            </a:pPr>
            <a:r>
              <a:rPr lang="en-US" altLang="zh-CN" sz="2800" b="1" dirty="0">
                <a:solidFill>
                  <a:srgbClr val="000099"/>
                </a:solidFill>
                <a:latin typeface="+mn-lt"/>
                <a:ea typeface="仿宋_GB2312" pitchFamily="49" charset="-122"/>
              </a:rPr>
              <a:t>  </a:t>
            </a:r>
            <a:r>
              <a:rPr lang="zh-CN" altLang="en-US" sz="2800" b="1" dirty="0">
                <a:solidFill>
                  <a:srgbClr val="FF3300"/>
                </a:solidFill>
                <a:effectLst>
                  <a:outerShdw blurRad="38100" dist="38100" dir="2700000" algn="tl">
                    <a:srgbClr val="C0C0C0"/>
                  </a:outerShdw>
                </a:effectLst>
                <a:latin typeface="+mn-lt"/>
                <a:ea typeface="仿宋_GB2312" pitchFamily="49" charset="-122"/>
              </a:rPr>
              <a:t>模式</a:t>
            </a:r>
            <a:r>
              <a:rPr lang="zh-CN" altLang="en-US" sz="2800" b="1" dirty="0">
                <a:solidFill>
                  <a:srgbClr val="FF3300"/>
                </a:solidFill>
                <a:latin typeface="+mn-lt"/>
                <a:ea typeface="仿宋_GB2312" pitchFamily="49" charset="-122"/>
              </a:rPr>
              <a:t> </a:t>
            </a:r>
            <a:r>
              <a:rPr lang="en-US" altLang="zh-CN" sz="2800" b="1" i="1" dirty="0">
                <a:solidFill>
                  <a:srgbClr val="FF3300"/>
                </a:solidFill>
                <a:latin typeface="+mn-lt"/>
                <a:ea typeface="仿宋_GB2312" pitchFamily="49" charset="-122"/>
              </a:rPr>
              <a:t>pat</a:t>
            </a:r>
            <a:r>
              <a:rPr lang="en-US" altLang="zh-CN" sz="2800" b="1" dirty="0">
                <a:solidFill>
                  <a:srgbClr val="000099"/>
                </a:solidFill>
                <a:latin typeface="+mn-lt"/>
                <a:ea typeface="仿宋_GB2312" pitchFamily="49" charset="-122"/>
              </a:rPr>
              <a:t>	</a:t>
            </a:r>
            <a:r>
              <a:rPr lang="en-US" altLang="zh-CN" sz="2800" b="1" dirty="0">
                <a:solidFill>
                  <a:srgbClr val="000099"/>
                </a:solidFill>
                <a:latin typeface="+mn-lt"/>
                <a:ea typeface="隶书" pitchFamily="49" charset="-122"/>
              </a:rPr>
              <a:t>                   </a:t>
            </a:r>
            <a:r>
              <a:rPr lang="en-US" altLang="zh-CN" sz="2800" b="1" i="1" dirty="0">
                <a:solidFill>
                  <a:srgbClr val="000099"/>
                </a:solidFill>
                <a:latin typeface="+mn-lt"/>
                <a:ea typeface="隶书" pitchFamily="49" charset="-122"/>
              </a:rPr>
              <a:t>p</a:t>
            </a:r>
            <a:r>
              <a:rPr lang="en-US" altLang="zh-CN" sz="2800" b="1" baseline="-25000" dirty="0">
                <a:solidFill>
                  <a:srgbClr val="000099"/>
                </a:solidFill>
                <a:latin typeface="+mn-lt"/>
                <a:ea typeface="隶书" pitchFamily="49" charset="-122"/>
              </a:rPr>
              <a:t>0</a:t>
            </a:r>
            <a:r>
              <a:rPr lang="en-US" altLang="zh-CN" sz="2800" b="1" dirty="0">
                <a:solidFill>
                  <a:srgbClr val="000099"/>
                </a:solidFill>
                <a:latin typeface="+mn-lt"/>
                <a:ea typeface="隶书" pitchFamily="49" charset="-122"/>
              </a:rPr>
              <a:t>  </a:t>
            </a:r>
            <a:r>
              <a:rPr lang="en-US" altLang="zh-CN" sz="2800" b="1" i="1" dirty="0">
                <a:solidFill>
                  <a:srgbClr val="000099"/>
                </a:solidFill>
                <a:latin typeface="+mn-lt"/>
                <a:ea typeface="隶书" pitchFamily="49" charset="-122"/>
              </a:rPr>
              <a:t>p</a:t>
            </a:r>
            <a:r>
              <a:rPr lang="en-US" altLang="zh-CN" sz="2800" b="1" baseline="-25000" dirty="0">
                <a:solidFill>
                  <a:srgbClr val="000099"/>
                </a:solidFill>
                <a:latin typeface="+mn-lt"/>
                <a:ea typeface="隶书" pitchFamily="49" charset="-122"/>
              </a:rPr>
              <a:t>1</a:t>
            </a:r>
            <a:r>
              <a:rPr lang="en-US" altLang="zh-CN" sz="2800" b="1" dirty="0">
                <a:solidFill>
                  <a:srgbClr val="000099"/>
                </a:solidFill>
                <a:latin typeface="+mn-lt"/>
                <a:ea typeface="隶书" pitchFamily="49" charset="-122"/>
              </a:rPr>
              <a:t> …… </a:t>
            </a:r>
            <a:r>
              <a:rPr lang="en-US" altLang="zh-CN" sz="2800" b="1" i="1" dirty="0">
                <a:solidFill>
                  <a:srgbClr val="000099"/>
                </a:solidFill>
                <a:latin typeface="+mn-lt"/>
                <a:ea typeface="隶书" pitchFamily="49" charset="-122"/>
              </a:rPr>
              <a:t>p</a:t>
            </a:r>
            <a:r>
              <a:rPr lang="en-US" altLang="zh-CN" sz="2800" b="1" i="1" baseline="-25000" dirty="0">
                <a:solidFill>
                  <a:srgbClr val="000099"/>
                </a:solidFill>
                <a:latin typeface="+mn-lt"/>
                <a:ea typeface="隶书" pitchFamily="49" charset="-122"/>
              </a:rPr>
              <a:t>m</a:t>
            </a:r>
            <a:r>
              <a:rPr lang="en-US" altLang="zh-CN" sz="2800" b="1" baseline="-25000" dirty="0">
                <a:solidFill>
                  <a:srgbClr val="000099"/>
                </a:solidFill>
                <a:latin typeface="+mn-lt"/>
                <a:ea typeface="隶书" pitchFamily="49" charset="-122"/>
              </a:rPr>
              <a:t>-2   </a:t>
            </a:r>
            <a:r>
              <a:rPr lang="en-US" altLang="zh-CN" sz="2800" b="1" i="1" dirty="0">
                <a:solidFill>
                  <a:srgbClr val="000099"/>
                </a:solidFill>
                <a:latin typeface="+mn-lt"/>
                <a:ea typeface="隶书" pitchFamily="49" charset="-122"/>
              </a:rPr>
              <a:t>p</a:t>
            </a:r>
            <a:r>
              <a:rPr lang="en-US" altLang="zh-CN" sz="2800" b="1" i="1" baseline="-25000" dirty="0">
                <a:solidFill>
                  <a:srgbClr val="000099"/>
                </a:solidFill>
                <a:latin typeface="+mn-lt"/>
                <a:ea typeface="隶书" pitchFamily="49" charset="-122"/>
              </a:rPr>
              <a:t>m</a:t>
            </a:r>
            <a:r>
              <a:rPr lang="en-US" altLang="zh-CN" sz="2800" b="1" baseline="-25000" dirty="0">
                <a:solidFill>
                  <a:srgbClr val="000099"/>
                </a:solidFill>
                <a:latin typeface="+mn-lt"/>
                <a:ea typeface="隶书" pitchFamily="49" charset="-122"/>
              </a:rPr>
              <a:t>-1</a:t>
            </a:r>
            <a:endParaRPr lang="en-US" altLang="zh-CN" sz="1600" dirty="0">
              <a:latin typeface="+mn-lt"/>
              <a:ea typeface="+mn-ea"/>
            </a:endParaRPr>
          </a:p>
        </p:txBody>
      </p:sp>
      <p:sp>
        <p:nvSpPr>
          <p:cNvPr id="2" name="标题 1">
            <a:extLst>
              <a:ext uri="{FF2B5EF4-FFF2-40B4-BE49-F238E27FC236}">
                <a16:creationId xmlns:a16="http://schemas.microsoft.com/office/drawing/2014/main" id="{F5F16D45-5287-4509-AE44-57721842F907}"/>
              </a:ext>
            </a:extLst>
          </p:cNvPr>
          <p:cNvSpPr>
            <a:spLocks noGrp="1"/>
          </p:cNvSpPr>
          <p:nvPr>
            <p:ph type="title"/>
          </p:nvPr>
        </p:nvSpPr>
        <p:spPr/>
        <p:txBody>
          <a:bodyPr/>
          <a:lstStyle/>
          <a:p>
            <a:r>
              <a:rPr lang="zh-CN" altLang="en-US" dirty="0"/>
              <a:t>改进模式匹配</a:t>
            </a:r>
          </a:p>
        </p:txBody>
      </p:sp>
      <p:sp>
        <p:nvSpPr>
          <p:cNvPr id="3" name="灯片编号占位符 2">
            <a:extLst>
              <a:ext uri="{FF2B5EF4-FFF2-40B4-BE49-F238E27FC236}">
                <a16:creationId xmlns:a16="http://schemas.microsoft.com/office/drawing/2014/main" id="{5B164430-C19F-870B-5BA1-74BC31B85808}"/>
              </a:ext>
            </a:extLst>
          </p:cNvPr>
          <p:cNvSpPr>
            <a:spLocks noGrp="1"/>
          </p:cNvSpPr>
          <p:nvPr>
            <p:ph type="sldNum" sz="quarter" idx="12"/>
          </p:nvPr>
        </p:nvSpPr>
        <p:spPr/>
        <p:txBody>
          <a:bodyPr/>
          <a:lstStyle/>
          <a:p>
            <a:pPr>
              <a:defRPr/>
            </a:pPr>
            <a:fld id="{75DB822A-0CFA-4B70-89C2-4987E9BB9761}" type="slidenum">
              <a:rPr lang="en-US" altLang="zh-CN" smtClean="0"/>
              <a:pPr>
                <a:defRPr/>
              </a:pPr>
              <a:t>55</a:t>
            </a:fld>
            <a:endParaRPr lang="en-US" altLang="zh-CN"/>
          </a:p>
        </p:txBody>
      </p:sp>
    </p:spTree>
  </p:cSld>
  <p:clrMapOvr>
    <a:masterClrMapping/>
  </p:clrMapOvr>
  <p:transition>
    <p:split orient="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EFB2E9E2-2C14-50E4-9DD9-3FB1B525B122}"/>
              </a:ext>
            </a:extLst>
          </p:cNvPr>
          <p:cNvSpPr txBox="1">
            <a:spLocks noChangeArrowheads="1"/>
          </p:cNvSpPr>
          <p:nvPr/>
        </p:nvSpPr>
        <p:spPr bwMode="auto">
          <a:xfrm>
            <a:off x="76200" y="200025"/>
            <a:ext cx="8960296" cy="5570756"/>
          </a:xfrm>
          <a:prstGeom prst="rect">
            <a:avLst/>
          </a:prstGeom>
          <a:noFill/>
          <a:ln w="9525">
            <a:noFill/>
            <a:miter lim="800000"/>
            <a:headEnd/>
            <a:tailEnd/>
          </a:ln>
        </p:spPr>
        <p:txBody>
          <a:bodyPr wrap="square">
            <a:spAutoFit/>
          </a:bodyPr>
          <a:lstStyle/>
          <a:p>
            <a:pPr eaLnBrk="1" fontAlgn="auto" hangingPunct="1">
              <a:spcBef>
                <a:spcPts val="0"/>
              </a:spcBef>
              <a:spcAft>
                <a:spcPts val="0"/>
              </a:spcAft>
              <a:defRPr/>
            </a:pPr>
            <a:r>
              <a:rPr lang="en-US" altLang="zh-CN" sz="2800" b="1" i="1" dirty="0">
                <a:solidFill>
                  <a:srgbClr val="CC0000"/>
                </a:solidFill>
                <a:latin typeface="+mn-lt"/>
                <a:ea typeface="+mn-ea"/>
              </a:rPr>
              <a:t> T</a:t>
            </a:r>
            <a:r>
              <a:rPr lang="en-US" altLang="zh-CN" sz="2800" b="1" i="1" dirty="0">
                <a:solidFill>
                  <a:srgbClr val="000099"/>
                </a:solidFill>
                <a:latin typeface="+mn-lt"/>
                <a:ea typeface="+mn-ea"/>
              </a:rPr>
              <a:t>    t</a:t>
            </a:r>
            <a:r>
              <a:rPr lang="en-US" altLang="zh-CN" sz="2800" b="1" baseline="-25000" dirty="0">
                <a:solidFill>
                  <a:srgbClr val="000099"/>
                </a:solidFill>
                <a:latin typeface="+mn-lt"/>
                <a:ea typeface="+mn-ea"/>
              </a:rPr>
              <a:t>0</a:t>
            </a:r>
            <a:r>
              <a:rPr lang="en-US" altLang="zh-CN" sz="2800" b="1" dirty="0">
                <a:solidFill>
                  <a:srgbClr val="000099"/>
                </a:solidFill>
                <a:latin typeface="+mn-lt"/>
                <a:ea typeface="+mn-ea"/>
              </a:rPr>
              <a:t>  </a:t>
            </a:r>
            <a:r>
              <a:rPr lang="en-US" altLang="zh-CN" sz="2800" b="1" i="1" dirty="0">
                <a:solidFill>
                  <a:srgbClr val="000099"/>
                </a:solidFill>
                <a:latin typeface="+mn-lt"/>
                <a:ea typeface="+mn-ea"/>
              </a:rPr>
              <a:t>t</a:t>
            </a:r>
            <a:r>
              <a:rPr lang="en-US" altLang="zh-CN" sz="2800" b="1" baseline="-25000" dirty="0">
                <a:solidFill>
                  <a:srgbClr val="000099"/>
                </a:solidFill>
                <a:latin typeface="+mn-lt"/>
                <a:ea typeface="+mn-ea"/>
              </a:rPr>
              <a:t>1</a:t>
            </a:r>
            <a:r>
              <a:rPr lang="en-US" altLang="zh-CN" sz="2800" b="1" dirty="0">
                <a:solidFill>
                  <a:srgbClr val="000099"/>
                </a:solidFill>
                <a:latin typeface="+mn-lt"/>
                <a:ea typeface="+mn-ea"/>
              </a:rPr>
              <a:t>  … </a:t>
            </a:r>
            <a:r>
              <a:rPr lang="en-US" altLang="zh-CN" sz="2800" b="1" i="1" dirty="0">
                <a:solidFill>
                  <a:srgbClr val="000099"/>
                </a:solidFill>
                <a:latin typeface="+mn-lt"/>
                <a:ea typeface="+mn-ea"/>
              </a:rPr>
              <a:t>t</a:t>
            </a:r>
            <a:r>
              <a:rPr lang="en-US" altLang="zh-CN" sz="2800" b="1" i="1" baseline="-25000" dirty="0">
                <a:solidFill>
                  <a:srgbClr val="000099"/>
                </a:solidFill>
                <a:latin typeface="+mn-lt"/>
                <a:ea typeface="+mn-ea"/>
              </a:rPr>
              <a:t>s</a:t>
            </a:r>
            <a:r>
              <a:rPr lang="en-US" altLang="zh-CN" sz="2800" b="1" baseline="-25000" dirty="0">
                <a:solidFill>
                  <a:srgbClr val="000099"/>
                </a:solidFill>
                <a:latin typeface="+mn-lt"/>
                <a:ea typeface="+mn-ea"/>
              </a:rPr>
              <a:t>-1</a:t>
            </a:r>
            <a:r>
              <a:rPr lang="en-US" altLang="zh-CN" sz="2800" b="1" dirty="0">
                <a:solidFill>
                  <a:srgbClr val="000099"/>
                </a:solidFill>
                <a:latin typeface="+mn-lt"/>
                <a:ea typeface="+mn-ea"/>
              </a:rPr>
              <a:t>  </a:t>
            </a:r>
            <a:r>
              <a:rPr lang="en-US" altLang="zh-CN" sz="2800" b="1" i="1" dirty="0" err="1">
                <a:solidFill>
                  <a:srgbClr val="000099"/>
                </a:solidFill>
                <a:latin typeface="+mn-lt"/>
                <a:ea typeface="+mn-ea"/>
              </a:rPr>
              <a:t>t</a:t>
            </a:r>
            <a:r>
              <a:rPr lang="en-US" altLang="zh-CN" sz="2800" b="1" i="1" baseline="-25000" dirty="0" err="1">
                <a:solidFill>
                  <a:srgbClr val="000099"/>
                </a:solidFill>
                <a:latin typeface="+mn-lt"/>
                <a:ea typeface="+mn-ea"/>
              </a:rPr>
              <a:t>s</a:t>
            </a:r>
            <a:r>
              <a:rPr lang="en-US" altLang="zh-CN" sz="2800" b="1" dirty="0">
                <a:solidFill>
                  <a:srgbClr val="000099"/>
                </a:solidFill>
                <a:latin typeface="+mn-lt"/>
                <a:ea typeface="+mn-ea"/>
              </a:rPr>
              <a:t>  </a:t>
            </a:r>
            <a:r>
              <a:rPr lang="en-US" altLang="zh-CN" sz="2800" b="1" i="1" dirty="0">
                <a:solidFill>
                  <a:srgbClr val="000099"/>
                </a:solidFill>
                <a:latin typeface="+mn-lt"/>
                <a:ea typeface="+mn-ea"/>
              </a:rPr>
              <a:t>t</a:t>
            </a:r>
            <a:r>
              <a:rPr lang="en-US" altLang="zh-CN" sz="2800" b="1" i="1" baseline="-25000" dirty="0">
                <a:solidFill>
                  <a:srgbClr val="000099"/>
                </a:solidFill>
                <a:latin typeface="+mn-lt"/>
                <a:ea typeface="+mn-ea"/>
              </a:rPr>
              <a:t>s</a:t>
            </a:r>
            <a:r>
              <a:rPr lang="en-US" altLang="zh-CN" sz="2800" b="1" baseline="-25000" dirty="0">
                <a:solidFill>
                  <a:srgbClr val="000099"/>
                </a:solidFill>
                <a:latin typeface="+mn-lt"/>
                <a:ea typeface="+mn-ea"/>
              </a:rPr>
              <a:t>+1</a:t>
            </a:r>
            <a:r>
              <a:rPr lang="en-US" altLang="zh-CN" sz="2800" b="1" dirty="0">
                <a:solidFill>
                  <a:srgbClr val="000099"/>
                </a:solidFill>
                <a:latin typeface="+mn-lt"/>
                <a:ea typeface="+mn-ea"/>
              </a:rPr>
              <a:t>  </a:t>
            </a:r>
            <a:r>
              <a:rPr lang="en-US" altLang="zh-CN" sz="2800" b="1" i="1" dirty="0">
                <a:solidFill>
                  <a:srgbClr val="000099"/>
                </a:solidFill>
                <a:latin typeface="+mn-lt"/>
                <a:ea typeface="+mn-ea"/>
              </a:rPr>
              <a:t>t</a:t>
            </a:r>
            <a:r>
              <a:rPr lang="en-US" altLang="zh-CN" sz="2800" b="1" i="1" baseline="-25000" dirty="0">
                <a:solidFill>
                  <a:srgbClr val="000099"/>
                </a:solidFill>
                <a:latin typeface="+mn-lt"/>
                <a:ea typeface="+mn-ea"/>
              </a:rPr>
              <a:t>s</a:t>
            </a:r>
            <a:r>
              <a:rPr lang="en-US" altLang="zh-CN" sz="2800" b="1" baseline="-25000" dirty="0">
                <a:solidFill>
                  <a:srgbClr val="000099"/>
                </a:solidFill>
                <a:latin typeface="+mn-lt"/>
                <a:ea typeface="+mn-ea"/>
              </a:rPr>
              <a:t>+2</a:t>
            </a:r>
            <a:r>
              <a:rPr lang="en-US" altLang="zh-CN" sz="2800" b="1" dirty="0">
                <a:solidFill>
                  <a:srgbClr val="000099"/>
                </a:solidFill>
                <a:latin typeface="+mn-lt"/>
                <a:ea typeface="+mn-ea"/>
              </a:rPr>
              <a:t>  …  </a:t>
            </a:r>
            <a:r>
              <a:rPr lang="en-US" altLang="zh-CN" sz="2800" b="1" i="1" dirty="0">
                <a:solidFill>
                  <a:srgbClr val="000099"/>
                </a:solidFill>
                <a:latin typeface="+mn-lt"/>
                <a:ea typeface="+mn-ea"/>
              </a:rPr>
              <a:t>t</a:t>
            </a:r>
            <a:r>
              <a:rPr lang="en-US" altLang="zh-CN" sz="2800" b="1" i="1" baseline="-25000" dirty="0">
                <a:solidFill>
                  <a:srgbClr val="000099"/>
                </a:solidFill>
                <a:latin typeface="+mn-lt"/>
                <a:ea typeface="+mn-ea"/>
              </a:rPr>
              <a:t>s+j</a:t>
            </a:r>
            <a:r>
              <a:rPr lang="en-US" altLang="zh-CN" sz="2800" b="1" baseline="-25000" dirty="0">
                <a:solidFill>
                  <a:srgbClr val="000099"/>
                </a:solidFill>
                <a:effectLst>
                  <a:outerShdw blurRad="38100" dist="38100" dir="2700000" algn="tl">
                    <a:srgbClr val="C0C0C0"/>
                  </a:outerShdw>
                </a:effectLst>
                <a:latin typeface="+mn-lt"/>
                <a:ea typeface="+mn-ea"/>
              </a:rPr>
              <a:t>-</a:t>
            </a:r>
            <a:r>
              <a:rPr lang="en-US" altLang="zh-CN" sz="2800" b="1" baseline="-25000" dirty="0">
                <a:solidFill>
                  <a:srgbClr val="000099"/>
                </a:solidFill>
                <a:latin typeface="+mn-lt"/>
                <a:ea typeface="+mn-ea"/>
              </a:rPr>
              <a:t>1</a:t>
            </a:r>
            <a:r>
              <a:rPr lang="en-US" altLang="zh-CN" sz="2800" b="1" dirty="0">
                <a:solidFill>
                  <a:srgbClr val="000099"/>
                </a:solidFill>
                <a:latin typeface="+mn-lt"/>
                <a:ea typeface="+mn-ea"/>
              </a:rPr>
              <a:t>  </a:t>
            </a:r>
            <a:r>
              <a:rPr lang="en-US" altLang="zh-CN" sz="2800" b="1" i="1" dirty="0" err="1">
                <a:solidFill>
                  <a:srgbClr val="000099"/>
                </a:solidFill>
                <a:latin typeface="+mn-lt"/>
                <a:ea typeface="+mn-ea"/>
              </a:rPr>
              <a:t>t</a:t>
            </a:r>
            <a:r>
              <a:rPr lang="en-US" altLang="zh-CN" sz="2800" b="1" i="1" baseline="-25000" dirty="0" err="1">
                <a:solidFill>
                  <a:srgbClr val="000099"/>
                </a:solidFill>
                <a:latin typeface="+mn-lt"/>
                <a:ea typeface="+mn-ea"/>
              </a:rPr>
              <a:t>s+j</a:t>
            </a:r>
            <a:r>
              <a:rPr lang="en-US" altLang="zh-CN" sz="2800" b="1" dirty="0">
                <a:solidFill>
                  <a:srgbClr val="000099"/>
                </a:solidFill>
                <a:latin typeface="+mn-lt"/>
                <a:ea typeface="+mn-ea"/>
              </a:rPr>
              <a:t>  … </a:t>
            </a:r>
            <a:r>
              <a:rPr lang="en-US" altLang="zh-CN" sz="2800" b="1" i="1" dirty="0">
                <a:solidFill>
                  <a:srgbClr val="000099"/>
                </a:solidFill>
                <a:latin typeface="+mn-lt"/>
                <a:ea typeface="+mn-ea"/>
              </a:rPr>
              <a:t>t</a:t>
            </a:r>
            <a:r>
              <a:rPr lang="en-US" altLang="zh-CN" sz="2800" b="1" i="1" baseline="-25000" dirty="0">
                <a:solidFill>
                  <a:srgbClr val="000099"/>
                </a:solidFill>
                <a:latin typeface="+mn-lt"/>
                <a:ea typeface="+mn-ea"/>
              </a:rPr>
              <a:t>n</a:t>
            </a:r>
            <a:r>
              <a:rPr lang="en-US" altLang="zh-CN" sz="2800" b="1" baseline="-25000" dirty="0">
                <a:solidFill>
                  <a:srgbClr val="000099"/>
                </a:solidFill>
                <a:latin typeface="+mn-lt"/>
                <a:ea typeface="+mn-ea"/>
              </a:rPr>
              <a:t>-1</a:t>
            </a:r>
          </a:p>
          <a:p>
            <a:pPr eaLnBrk="1" fontAlgn="auto" hangingPunct="1">
              <a:spcBef>
                <a:spcPts val="0"/>
              </a:spcBef>
              <a:spcAft>
                <a:spcPts val="0"/>
              </a:spcAft>
              <a:defRPr/>
            </a:pPr>
            <a:r>
              <a:rPr lang="en-US" altLang="zh-CN" sz="2800" b="1" dirty="0">
                <a:solidFill>
                  <a:srgbClr val="000099"/>
                </a:solidFill>
                <a:latin typeface="+mn-lt"/>
                <a:ea typeface="+mn-ea"/>
              </a:rPr>
              <a:t>                            </a:t>
            </a:r>
            <a:r>
              <a:rPr lang="en-US" altLang="zh-CN" sz="2800" b="1" dirty="0">
                <a:solidFill>
                  <a:srgbClr val="FF3300"/>
                </a:solidFill>
                <a:latin typeface="+mn-lt"/>
                <a:ea typeface="+mn-ea"/>
              </a:rPr>
              <a:t>‖   ‖     ‖          ‖       </a:t>
            </a:r>
            <a:r>
              <a:rPr lang="en-US" altLang="zh-CN" sz="2800" b="1" dirty="0">
                <a:solidFill>
                  <a:srgbClr val="FF3300"/>
                </a:solidFill>
                <a:effectLst>
                  <a:outerShdw blurRad="38100" dist="38100" dir="2700000" algn="tl">
                    <a:srgbClr val="C0C0C0"/>
                  </a:outerShdw>
                </a:effectLst>
                <a:latin typeface="+mn-lt"/>
                <a:ea typeface="+mn-ea"/>
                <a:sym typeface="Symbol" pitchFamily="18" charset="2"/>
              </a:rPr>
              <a:t></a:t>
            </a:r>
            <a:endParaRPr lang="en-US" altLang="zh-CN" sz="2800" b="1" dirty="0">
              <a:solidFill>
                <a:srgbClr val="000099"/>
              </a:solidFill>
              <a:latin typeface="+mn-lt"/>
              <a:ea typeface="+mn-ea"/>
            </a:endParaRPr>
          </a:p>
          <a:p>
            <a:pPr eaLnBrk="1" fontAlgn="auto" hangingPunct="1">
              <a:spcBef>
                <a:spcPts val="0"/>
              </a:spcBef>
              <a:spcAft>
                <a:spcPts val="0"/>
              </a:spcAft>
              <a:defRPr/>
            </a:pPr>
            <a:r>
              <a:rPr lang="en-US" altLang="zh-CN" sz="2800" b="1" i="1" dirty="0">
                <a:solidFill>
                  <a:srgbClr val="CC0000"/>
                </a:solidFill>
                <a:latin typeface="+mn-lt"/>
                <a:ea typeface="+mn-ea"/>
              </a:rPr>
              <a:t> P</a:t>
            </a:r>
            <a:r>
              <a:rPr lang="en-US" altLang="zh-CN" sz="2800" b="1" dirty="0">
                <a:solidFill>
                  <a:srgbClr val="000099"/>
                </a:solidFill>
                <a:latin typeface="+mn-lt"/>
                <a:ea typeface="+mn-ea"/>
              </a:rPr>
              <a:t>	                  </a:t>
            </a:r>
            <a:r>
              <a:rPr lang="en-US" altLang="zh-CN" sz="2800" b="1" i="1" dirty="0">
                <a:solidFill>
                  <a:srgbClr val="000099"/>
                </a:solidFill>
                <a:latin typeface="+mn-lt"/>
                <a:ea typeface="+mn-ea"/>
              </a:rPr>
              <a:t>p</a:t>
            </a:r>
            <a:r>
              <a:rPr lang="en-US" altLang="zh-CN" sz="2800" b="1" baseline="-25000" dirty="0">
                <a:solidFill>
                  <a:srgbClr val="000099"/>
                </a:solidFill>
                <a:latin typeface="+mn-lt"/>
                <a:ea typeface="+mn-ea"/>
              </a:rPr>
              <a:t>0</a:t>
            </a:r>
            <a:r>
              <a:rPr lang="en-US" altLang="zh-CN" sz="2800" b="1" dirty="0">
                <a:solidFill>
                  <a:srgbClr val="000099"/>
                </a:solidFill>
                <a:latin typeface="+mn-lt"/>
                <a:ea typeface="+mn-ea"/>
              </a:rPr>
              <a:t>  </a:t>
            </a:r>
            <a:r>
              <a:rPr lang="en-US" altLang="zh-CN" sz="2800" b="1" i="1" dirty="0">
                <a:solidFill>
                  <a:srgbClr val="000099"/>
                </a:solidFill>
                <a:latin typeface="+mn-lt"/>
                <a:ea typeface="+mn-ea"/>
              </a:rPr>
              <a:t>p</a:t>
            </a:r>
            <a:r>
              <a:rPr lang="en-US" altLang="zh-CN" sz="2800" b="1" baseline="-25000" dirty="0">
                <a:solidFill>
                  <a:srgbClr val="000099"/>
                </a:solidFill>
                <a:latin typeface="+mn-lt"/>
                <a:ea typeface="+mn-ea"/>
              </a:rPr>
              <a:t>1</a:t>
            </a:r>
            <a:r>
              <a:rPr lang="en-US" altLang="zh-CN" sz="2800" b="1" dirty="0">
                <a:solidFill>
                  <a:srgbClr val="000099"/>
                </a:solidFill>
                <a:latin typeface="+mn-lt"/>
                <a:ea typeface="+mn-ea"/>
              </a:rPr>
              <a:t>   </a:t>
            </a:r>
            <a:r>
              <a:rPr lang="en-US" altLang="zh-CN" sz="2800" b="1" i="1" dirty="0">
                <a:solidFill>
                  <a:srgbClr val="000099"/>
                </a:solidFill>
                <a:latin typeface="+mn-lt"/>
                <a:ea typeface="+mn-ea"/>
              </a:rPr>
              <a:t>p</a:t>
            </a:r>
            <a:r>
              <a:rPr lang="en-US" altLang="zh-CN" sz="2800" b="1" baseline="-25000" dirty="0">
                <a:solidFill>
                  <a:srgbClr val="000099"/>
                </a:solidFill>
                <a:latin typeface="+mn-lt"/>
                <a:ea typeface="+mn-ea"/>
              </a:rPr>
              <a:t>2    </a:t>
            </a:r>
            <a:r>
              <a:rPr lang="en-US" altLang="zh-CN" sz="2800" b="1" dirty="0">
                <a:solidFill>
                  <a:srgbClr val="000099"/>
                </a:solidFill>
                <a:latin typeface="+mn-lt"/>
                <a:ea typeface="+mn-ea"/>
              </a:rPr>
              <a:t>…  </a:t>
            </a:r>
            <a:r>
              <a:rPr lang="en-US" altLang="zh-CN" sz="2800" b="1" i="1" dirty="0">
                <a:solidFill>
                  <a:srgbClr val="000099"/>
                </a:solidFill>
                <a:latin typeface="+mn-lt"/>
                <a:ea typeface="+mn-ea"/>
              </a:rPr>
              <a:t>p</a:t>
            </a:r>
            <a:r>
              <a:rPr lang="en-US" altLang="zh-CN" sz="2800" b="1" i="1" baseline="-25000" dirty="0">
                <a:solidFill>
                  <a:srgbClr val="000099"/>
                </a:solidFill>
                <a:latin typeface="+mn-lt"/>
                <a:ea typeface="+mn-ea"/>
              </a:rPr>
              <a:t>j</a:t>
            </a:r>
            <a:r>
              <a:rPr lang="en-US" altLang="zh-CN" sz="2800" b="1" i="1" baseline="-25000" dirty="0">
                <a:solidFill>
                  <a:srgbClr val="000099"/>
                </a:solidFill>
                <a:effectLst>
                  <a:outerShdw blurRad="38100" dist="38100" dir="2700000" algn="tl">
                    <a:srgbClr val="C0C0C0"/>
                  </a:outerShdw>
                </a:effectLst>
                <a:latin typeface="+mn-lt"/>
                <a:ea typeface="+mn-ea"/>
              </a:rPr>
              <a:t>-</a:t>
            </a:r>
            <a:r>
              <a:rPr lang="en-US" altLang="zh-CN" sz="2800" b="1" baseline="-25000" dirty="0">
                <a:solidFill>
                  <a:srgbClr val="000099"/>
                </a:solidFill>
                <a:latin typeface="+mn-lt"/>
                <a:ea typeface="+mn-ea"/>
              </a:rPr>
              <a:t>1</a:t>
            </a:r>
            <a:r>
              <a:rPr lang="en-US" altLang="zh-CN" sz="2800" b="1" dirty="0">
                <a:solidFill>
                  <a:srgbClr val="000099"/>
                </a:solidFill>
                <a:latin typeface="+mn-lt"/>
                <a:ea typeface="+mn-ea"/>
              </a:rPr>
              <a:t>    </a:t>
            </a:r>
            <a:r>
              <a:rPr lang="en-US" altLang="zh-CN" sz="2800" b="1" i="1" dirty="0" err="1">
                <a:solidFill>
                  <a:srgbClr val="000099"/>
                </a:solidFill>
                <a:latin typeface="+mn-lt"/>
                <a:ea typeface="+mn-ea"/>
              </a:rPr>
              <a:t>p</a:t>
            </a:r>
            <a:r>
              <a:rPr lang="en-US" altLang="zh-CN" sz="2800" b="1" i="1" baseline="-25000" dirty="0" err="1">
                <a:solidFill>
                  <a:srgbClr val="000099"/>
                </a:solidFill>
                <a:latin typeface="+mn-lt"/>
                <a:ea typeface="+mn-ea"/>
              </a:rPr>
              <a:t>j</a:t>
            </a:r>
            <a:r>
              <a:rPr lang="en-US" altLang="zh-CN" sz="2800" b="1" i="1" baseline="-25000" dirty="0">
                <a:solidFill>
                  <a:srgbClr val="000099"/>
                </a:solidFill>
                <a:latin typeface="+mn-lt"/>
                <a:ea typeface="+mn-ea"/>
              </a:rPr>
              <a:t>     </a:t>
            </a:r>
            <a:endParaRPr lang="en-US" altLang="zh-CN" sz="2800" b="1" baseline="-25000" dirty="0">
              <a:solidFill>
                <a:srgbClr val="000099"/>
              </a:solidFill>
              <a:latin typeface="+mn-lt"/>
              <a:ea typeface="+mn-ea"/>
            </a:endParaRPr>
          </a:p>
          <a:p>
            <a:pPr eaLnBrk="1" fontAlgn="auto" hangingPunct="1">
              <a:spcBef>
                <a:spcPts val="0"/>
              </a:spcBef>
              <a:spcAft>
                <a:spcPts val="0"/>
              </a:spcAft>
              <a:defRPr/>
            </a:pPr>
            <a:endParaRPr lang="en-US" altLang="zh-CN" sz="1200" b="1" dirty="0">
              <a:effectLst>
                <a:outerShdw blurRad="38100" dist="38100" dir="2700000" algn="tl">
                  <a:srgbClr val="C0C0C0"/>
                </a:outerShdw>
              </a:effectLst>
              <a:latin typeface="+mn-lt"/>
              <a:ea typeface="黑体" pitchFamily="2" charset="-122"/>
            </a:endParaRPr>
          </a:p>
          <a:p>
            <a:pPr eaLnBrk="1" fontAlgn="auto" hangingPunct="1">
              <a:spcBef>
                <a:spcPts val="0"/>
              </a:spcBef>
              <a:spcAft>
                <a:spcPts val="0"/>
              </a:spcAft>
              <a:defRPr/>
            </a:pPr>
            <a:r>
              <a:rPr lang="en-US" altLang="zh-CN" sz="2800" b="1" dirty="0">
                <a:effectLst>
                  <a:outerShdw blurRad="38100" dist="38100" dir="2700000" algn="tl">
                    <a:srgbClr val="C0C0C0"/>
                  </a:outerShdw>
                </a:effectLst>
                <a:latin typeface="+mn-lt"/>
                <a:ea typeface="黑体" pitchFamily="2" charset="-122"/>
              </a:rPr>
              <a:t> </a:t>
            </a:r>
            <a:r>
              <a:rPr lang="zh-CN" altLang="en-US" sz="2800" b="1" dirty="0">
                <a:solidFill>
                  <a:srgbClr val="006600"/>
                </a:solidFill>
                <a:effectLst>
                  <a:outerShdw blurRad="38100" dist="38100" dir="2700000" algn="tl">
                    <a:srgbClr val="C0C0C0"/>
                  </a:outerShdw>
                </a:effectLst>
                <a:latin typeface="+mn-lt"/>
                <a:ea typeface="仿宋_GB2312" pitchFamily="49" charset="-122"/>
              </a:rPr>
              <a:t>则有</a:t>
            </a:r>
            <a:r>
              <a:rPr lang="zh-CN" altLang="en-US" sz="2800" b="1" dirty="0">
                <a:solidFill>
                  <a:srgbClr val="000099"/>
                </a:solidFill>
                <a:latin typeface="+mn-lt"/>
                <a:ea typeface="仿宋_GB2312" pitchFamily="49" charset="-122"/>
              </a:rPr>
              <a:t>  </a:t>
            </a:r>
            <a:r>
              <a:rPr lang="en-US" altLang="zh-CN" sz="3200" b="1" i="1" dirty="0" err="1">
                <a:solidFill>
                  <a:srgbClr val="000099"/>
                </a:solidFill>
                <a:latin typeface="+mn-lt"/>
                <a:ea typeface="仿宋_GB2312" pitchFamily="49" charset="-122"/>
              </a:rPr>
              <a:t>t</a:t>
            </a:r>
            <a:r>
              <a:rPr lang="en-US" altLang="zh-CN" sz="3200" b="1" i="1" baseline="-25000" dirty="0" err="1">
                <a:solidFill>
                  <a:srgbClr val="000099"/>
                </a:solidFill>
                <a:latin typeface="+mn-lt"/>
                <a:ea typeface="仿宋_GB2312" pitchFamily="49" charset="-122"/>
              </a:rPr>
              <a:t>s</a:t>
            </a:r>
            <a:r>
              <a:rPr lang="en-US" altLang="zh-CN" sz="3200" b="1" i="1" dirty="0">
                <a:solidFill>
                  <a:srgbClr val="000099"/>
                </a:solidFill>
                <a:latin typeface="+mn-lt"/>
                <a:ea typeface="仿宋_GB2312" pitchFamily="49" charset="-122"/>
              </a:rPr>
              <a:t> 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+2</a:t>
            </a:r>
            <a:r>
              <a:rPr lang="en-US" altLang="zh-CN" sz="3200" b="1" dirty="0">
                <a:solidFill>
                  <a:srgbClr val="000099"/>
                </a:solidFill>
                <a:latin typeface="+mn-lt"/>
                <a:ea typeface="仿宋_GB2312" pitchFamily="49" charset="-122"/>
              </a:rPr>
              <a:t> …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s+j-1</a:t>
            </a:r>
            <a:r>
              <a:rPr lang="en-US" altLang="zh-CN" sz="3200" b="1" i="1" dirty="0">
                <a:solidFill>
                  <a:srgbClr val="000099"/>
                </a:solidFill>
                <a:latin typeface="+mn-lt"/>
                <a:ea typeface="仿宋_GB2312" pitchFamily="49" charset="-122"/>
              </a:rPr>
              <a:t> </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2 </a:t>
            </a:r>
            <a:r>
              <a:rPr lang="en-US" altLang="zh-CN" sz="3200" b="1" dirty="0">
                <a:solidFill>
                  <a:srgbClr val="000099"/>
                </a:solidFill>
                <a:latin typeface="+mn-lt"/>
                <a:ea typeface="仿宋_GB2312" pitchFamily="49" charset="-122"/>
              </a:rPr>
              <a:t>…</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j-1</a:t>
            </a:r>
            <a:r>
              <a:rPr lang="en-US" altLang="zh-CN" sz="2800" b="1" dirty="0">
                <a:solidFill>
                  <a:srgbClr val="000099"/>
                </a:solidFill>
                <a:latin typeface="+mn-lt"/>
                <a:ea typeface="仿宋_GB2312" pitchFamily="49" charset="-122"/>
              </a:rPr>
              <a:t>        (1)</a:t>
            </a:r>
          </a:p>
          <a:p>
            <a:pPr eaLnBrk="1" fontAlgn="auto" hangingPunct="1">
              <a:spcBef>
                <a:spcPts val="0"/>
              </a:spcBef>
              <a:spcAft>
                <a:spcPts val="0"/>
              </a:spcAft>
              <a:defRPr/>
            </a:pPr>
            <a:endParaRPr lang="en-US" altLang="zh-CN" sz="1200" b="1" dirty="0">
              <a:effectLst>
                <a:outerShdw blurRad="38100" dist="38100" dir="2700000" algn="tl">
                  <a:srgbClr val="C0C0C0"/>
                </a:outerShdw>
              </a:effectLst>
              <a:latin typeface="+mn-lt"/>
              <a:ea typeface="仿宋_GB2312" pitchFamily="49" charset="-122"/>
            </a:endParaRPr>
          </a:p>
          <a:p>
            <a:pPr eaLnBrk="1" fontAlgn="auto" hangingPunct="1">
              <a:spcBef>
                <a:spcPts val="0"/>
              </a:spcBef>
              <a:spcAft>
                <a:spcPts val="0"/>
              </a:spcAft>
              <a:defRPr/>
            </a:pPr>
            <a:r>
              <a:rPr lang="en-US" altLang="zh-CN" sz="2800" b="1" dirty="0">
                <a:effectLst>
                  <a:outerShdw blurRad="38100" dist="38100" dir="2700000" algn="tl">
                    <a:srgbClr val="C0C0C0"/>
                  </a:outerShdw>
                </a:effectLst>
                <a:latin typeface="+mn-lt"/>
                <a:ea typeface="仿宋_GB2312" pitchFamily="49" charset="-122"/>
              </a:rPr>
              <a:t> </a:t>
            </a:r>
            <a:r>
              <a:rPr lang="zh-CN" altLang="en-US" sz="2800" b="1" dirty="0">
                <a:solidFill>
                  <a:srgbClr val="006600"/>
                </a:solidFill>
                <a:effectLst>
                  <a:outerShdw blurRad="38100" dist="38100" dir="2700000" algn="tl">
                    <a:srgbClr val="C0C0C0"/>
                  </a:outerShdw>
                </a:effectLst>
                <a:latin typeface="+mn-lt"/>
                <a:ea typeface="仿宋_GB2312" pitchFamily="49" charset="-122"/>
              </a:rPr>
              <a:t>如果下一趟</a:t>
            </a:r>
            <a:r>
              <a:rPr lang="zh-CN" altLang="en-US" sz="2800" b="1" dirty="0">
                <a:effectLst>
                  <a:outerShdw blurRad="38100" dist="38100" dir="2700000" algn="tl">
                    <a:srgbClr val="C0C0C0"/>
                  </a:outerShdw>
                </a:effectLst>
                <a:latin typeface="+mn-lt"/>
                <a:ea typeface="仿宋_GB2312" pitchFamily="49" charset="-122"/>
              </a:rPr>
              <a:t> </a:t>
            </a:r>
            <a:r>
              <a:rPr lang="en-US" altLang="zh-CN" sz="2800" b="1" i="1" dirty="0">
                <a:solidFill>
                  <a:srgbClr val="FF3300"/>
                </a:solidFill>
                <a:effectLst>
                  <a:outerShdw blurRad="38100" dist="38100" dir="2700000" algn="tl">
                    <a:srgbClr val="C0C0C0"/>
                  </a:outerShdw>
                </a:effectLst>
                <a:latin typeface="+mn-lt"/>
                <a:ea typeface="仿宋_GB2312" pitchFamily="49" charset="-122"/>
              </a:rPr>
              <a:t>P </a:t>
            </a:r>
            <a:r>
              <a:rPr lang="zh-CN" altLang="en-US" sz="2800" b="1" dirty="0">
                <a:solidFill>
                  <a:srgbClr val="006600"/>
                </a:solidFill>
                <a:effectLst>
                  <a:outerShdw blurRad="38100" dist="38100" dir="2700000" algn="tl">
                    <a:srgbClr val="C0C0C0"/>
                  </a:outerShdw>
                </a:effectLst>
                <a:latin typeface="+mn-lt"/>
                <a:ea typeface="仿宋_GB2312" pitchFamily="49" charset="-122"/>
              </a:rPr>
              <a:t>能与</a:t>
            </a:r>
            <a:r>
              <a:rPr lang="zh-CN" altLang="en-US" sz="2800" b="1" dirty="0">
                <a:effectLst>
                  <a:outerShdw blurRad="38100" dist="38100" dir="2700000" algn="tl">
                    <a:srgbClr val="C0C0C0"/>
                  </a:outerShdw>
                </a:effectLst>
                <a:latin typeface="+mn-lt"/>
                <a:ea typeface="仿宋_GB2312" pitchFamily="49" charset="-122"/>
              </a:rPr>
              <a:t> </a:t>
            </a:r>
            <a:r>
              <a:rPr lang="en-US" altLang="zh-CN" sz="2800" b="1" i="1" dirty="0">
                <a:solidFill>
                  <a:srgbClr val="FF3300"/>
                </a:solidFill>
                <a:effectLst>
                  <a:outerShdw blurRad="38100" dist="38100" dir="2700000" algn="tl">
                    <a:srgbClr val="C0C0C0"/>
                  </a:outerShdw>
                </a:effectLst>
                <a:latin typeface="+mn-lt"/>
                <a:ea typeface="仿宋_GB2312" pitchFamily="49" charset="-122"/>
              </a:rPr>
              <a:t>T </a:t>
            </a:r>
            <a:r>
              <a:rPr lang="zh-CN" altLang="en-US" sz="2800" b="1" dirty="0">
                <a:solidFill>
                  <a:srgbClr val="006600"/>
                </a:solidFill>
                <a:effectLst>
                  <a:outerShdw blurRad="38100" dist="38100" dir="2700000" algn="tl">
                    <a:srgbClr val="C0C0C0"/>
                  </a:outerShdw>
                </a:effectLst>
                <a:latin typeface="+mn-lt"/>
                <a:ea typeface="仿宋_GB2312" pitchFamily="49" charset="-122"/>
              </a:rPr>
              <a:t>匹配，必须满足</a:t>
            </a:r>
            <a:endParaRPr lang="zh-CN" altLang="en-US" sz="2800" b="1" dirty="0">
              <a:solidFill>
                <a:srgbClr val="006600"/>
              </a:solidFill>
              <a:latin typeface="+mn-lt"/>
              <a:ea typeface="仿宋_GB2312" pitchFamily="49" charset="-122"/>
            </a:endParaRPr>
          </a:p>
          <a:p>
            <a:pPr eaLnBrk="1" fontAlgn="auto" hangingPunct="1">
              <a:spcBef>
                <a:spcPts val="0"/>
              </a:spcBef>
              <a:spcAft>
                <a:spcPts val="0"/>
              </a:spcAft>
              <a:defRPr/>
            </a:pPr>
            <a:r>
              <a:rPr lang="zh-CN" altLang="en-US" sz="28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2 </a:t>
            </a:r>
            <a:r>
              <a:rPr lang="en-US" altLang="zh-CN" sz="3200" b="1" dirty="0">
                <a:solidFill>
                  <a:srgbClr val="000099"/>
                </a:solidFill>
                <a:latin typeface="+mn-lt"/>
                <a:ea typeface="仿宋_GB2312" pitchFamily="49" charset="-122"/>
              </a:rPr>
              <a:t>…</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a:t>
            </a:r>
            <a:r>
              <a:rPr lang="en-US" altLang="zh-CN" sz="3200" b="1" baseline="-25000" dirty="0">
                <a:solidFill>
                  <a:srgbClr val="000099"/>
                </a:solidFill>
                <a:latin typeface="+mn-lt"/>
                <a:ea typeface="仿宋_GB2312" pitchFamily="49" charset="-122"/>
              </a:rPr>
              <a:t>-1 </a:t>
            </a:r>
            <a:r>
              <a:rPr lang="en-US" altLang="zh-CN" sz="3200" b="1" dirty="0">
                <a:solidFill>
                  <a:srgbClr val="000099"/>
                </a:solidFill>
                <a:latin typeface="+mn-lt"/>
                <a:ea typeface="仿宋_GB2312" pitchFamily="49" charset="-122"/>
              </a:rPr>
              <a:t>…</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m</a:t>
            </a:r>
            <a:r>
              <a:rPr lang="en-US" altLang="zh-CN" sz="3200" b="1" baseline="-25000" dirty="0">
                <a:solidFill>
                  <a:srgbClr val="000099"/>
                </a:solidFill>
                <a:latin typeface="+mn-lt"/>
                <a:ea typeface="仿宋_GB2312" pitchFamily="49" charset="-122"/>
              </a:rPr>
              <a:t>-1  </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+2</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+3</a:t>
            </a:r>
            <a:r>
              <a:rPr lang="en-US" altLang="zh-CN" sz="3200" b="1" dirty="0">
                <a:solidFill>
                  <a:srgbClr val="000099"/>
                </a:solidFill>
                <a:latin typeface="+mn-lt"/>
                <a:ea typeface="仿宋_GB2312" pitchFamily="49" charset="-122"/>
              </a:rPr>
              <a:t> … </a:t>
            </a:r>
            <a:r>
              <a:rPr lang="en-US" altLang="zh-CN" sz="3200" b="1" i="1" dirty="0" err="1">
                <a:solidFill>
                  <a:srgbClr val="000099"/>
                </a:solidFill>
                <a:latin typeface="+mn-lt"/>
                <a:ea typeface="仿宋_GB2312" pitchFamily="49" charset="-122"/>
              </a:rPr>
              <a:t>t</a:t>
            </a:r>
            <a:r>
              <a:rPr lang="en-US" altLang="zh-CN" sz="3200" b="1" i="1" baseline="-25000" dirty="0" err="1">
                <a:solidFill>
                  <a:srgbClr val="000099"/>
                </a:solidFill>
                <a:latin typeface="+mn-lt"/>
                <a:ea typeface="仿宋_GB2312" pitchFamily="49" charset="-122"/>
              </a:rPr>
              <a:t>s+j</a:t>
            </a:r>
            <a:r>
              <a:rPr lang="en-US" altLang="zh-CN" sz="3200" b="1" dirty="0">
                <a:solidFill>
                  <a:srgbClr val="000099"/>
                </a:solidFill>
                <a:latin typeface="+mn-lt"/>
                <a:ea typeface="仿宋_GB2312" pitchFamily="49" charset="-122"/>
              </a:rPr>
              <a:t> … </a:t>
            </a:r>
            <a:r>
              <a:rPr lang="en-US" altLang="zh-CN" sz="3200" b="1" i="1" dirty="0" err="1">
                <a:solidFill>
                  <a:srgbClr val="000099"/>
                </a:solidFill>
                <a:latin typeface="+mn-lt"/>
                <a:ea typeface="仿宋_GB2312" pitchFamily="49" charset="-122"/>
              </a:rPr>
              <a:t>t</a:t>
            </a:r>
            <a:r>
              <a:rPr lang="en-US" altLang="zh-CN" sz="3200" b="1" i="1" baseline="-25000" dirty="0" err="1">
                <a:solidFill>
                  <a:srgbClr val="000099"/>
                </a:solidFill>
                <a:latin typeface="+mn-lt"/>
                <a:ea typeface="仿宋_GB2312" pitchFamily="49" charset="-122"/>
              </a:rPr>
              <a:t>s+m</a:t>
            </a:r>
            <a:endParaRPr lang="en-US" altLang="zh-CN" sz="2800" b="1" baseline="-25000" dirty="0">
              <a:solidFill>
                <a:srgbClr val="000099"/>
              </a:solidFill>
              <a:latin typeface="+mn-lt"/>
              <a:ea typeface="仿宋_GB2312" pitchFamily="49" charset="-122"/>
            </a:endParaRPr>
          </a:p>
          <a:p>
            <a:pPr eaLnBrk="1" fontAlgn="auto" hangingPunct="1">
              <a:spcBef>
                <a:spcPts val="0"/>
              </a:spcBef>
              <a:spcAft>
                <a:spcPts val="0"/>
              </a:spcAft>
              <a:defRPr/>
            </a:pPr>
            <a:endParaRPr lang="en-US" altLang="zh-CN" sz="1200" b="1" dirty="0">
              <a:effectLst>
                <a:outerShdw blurRad="38100" dist="38100" dir="2700000" algn="tl">
                  <a:srgbClr val="C0C0C0"/>
                </a:outerShdw>
              </a:effectLst>
              <a:latin typeface="+mn-lt"/>
              <a:ea typeface="仿宋_GB2312" pitchFamily="49" charset="-122"/>
            </a:endParaRPr>
          </a:p>
          <a:p>
            <a:pPr eaLnBrk="1" fontAlgn="auto" hangingPunct="1">
              <a:spcBef>
                <a:spcPts val="0"/>
              </a:spcBef>
              <a:spcAft>
                <a:spcPts val="0"/>
              </a:spcAft>
              <a:defRPr/>
            </a:pPr>
            <a:r>
              <a:rPr lang="en-US" altLang="zh-CN" sz="2800" b="1" dirty="0">
                <a:effectLst>
                  <a:outerShdw blurRad="38100" dist="38100" dir="2700000" algn="tl">
                    <a:srgbClr val="C0C0C0"/>
                  </a:outerShdw>
                </a:effectLst>
                <a:latin typeface="+mn-lt"/>
                <a:ea typeface="仿宋_GB2312" pitchFamily="49" charset="-122"/>
              </a:rPr>
              <a:t> </a:t>
            </a:r>
            <a:r>
              <a:rPr lang="zh-CN" altLang="en-US" sz="2800" b="1" dirty="0">
                <a:solidFill>
                  <a:srgbClr val="006600"/>
                </a:solidFill>
                <a:effectLst>
                  <a:outerShdw blurRad="38100" dist="38100" dir="2700000" algn="tl">
                    <a:srgbClr val="C0C0C0"/>
                  </a:outerShdw>
                </a:effectLst>
                <a:latin typeface="+mn-lt"/>
                <a:ea typeface="仿宋_GB2312" pitchFamily="49" charset="-122"/>
              </a:rPr>
              <a:t>如果</a:t>
            </a:r>
            <a:r>
              <a:rPr lang="zh-CN" altLang="en-US" sz="2800" b="1" dirty="0">
                <a:effectLst>
                  <a:outerShdw blurRad="38100" dist="38100" dir="2700000" algn="tl">
                    <a:srgbClr val="C0C0C0"/>
                  </a:outerShdw>
                </a:effectLst>
                <a:latin typeface="+mn-lt"/>
                <a:ea typeface="仿宋_GB2312" pitchFamily="49" charset="-122"/>
              </a:rPr>
              <a:t>  </a:t>
            </a:r>
            <a:r>
              <a:rPr lang="zh-CN" altLang="en-US" sz="28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a:t>
            </a:r>
            <a:r>
              <a:rPr lang="en-US" altLang="zh-CN" sz="3200" b="1" baseline="-25000" dirty="0">
                <a:solidFill>
                  <a:srgbClr val="000099"/>
                </a:solidFill>
                <a:latin typeface="+mn-lt"/>
                <a:ea typeface="仿宋_GB2312" pitchFamily="49" charset="-122"/>
              </a:rPr>
              <a:t>-2  </a:t>
            </a:r>
            <a:r>
              <a:rPr lang="en-US" altLang="zh-CN" sz="3200" b="1" dirty="0">
                <a:solidFill>
                  <a:srgbClr val="000099"/>
                </a:solidFill>
                <a:latin typeface="+mn-lt"/>
                <a:ea typeface="仿宋_GB2312" pitchFamily="49" charset="-122"/>
                <a:sym typeface="Symbol" pitchFamily="18" charset="2"/>
              </a:rPr>
              <a:t></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2 </a:t>
            </a:r>
            <a:r>
              <a:rPr lang="en-US" altLang="zh-CN" sz="3200" b="1" dirty="0">
                <a:solidFill>
                  <a:srgbClr val="000099"/>
                </a:solidFill>
                <a:latin typeface="+mn-lt"/>
                <a:ea typeface="仿宋_GB2312" pitchFamily="49" charset="-122"/>
              </a:rPr>
              <a:t>…</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j-1  </a:t>
            </a:r>
            <a:r>
              <a:rPr lang="en-US" altLang="zh-CN" sz="2800" b="1" dirty="0">
                <a:solidFill>
                  <a:srgbClr val="000099"/>
                </a:solidFill>
                <a:latin typeface="+mn-lt"/>
                <a:ea typeface="仿宋_GB2312" pitchFamily="49" charset="-122"/>
              </a:rPr>
              <a:t>	  	       (2)</a:t>
            </a:r>
          </a:p>
          <a:p>
            <a:pPr eaLnBrk="1" fontAlgn="auto" hangingPunct="1">
              <a:spcBef>
                <a:spcPts val="0"/>
              </a:spcBef>
              <a:spcAft>
                <a:spcPts val="0"/>
              </a:spcAft>
              <a:defRPr/>
            </a:pPr>
            <a:endParaRPr lang="en-US" altLang="zh-CN" sz="1200" b="1" dirty="0">
              <a:effectLst>
                <a:outerShdw blurRad="38100" dist="38100" dir="2700000" algn="tl">
                  <a:srgbClr val="C0C0C0"/>
                </a:outerShdw>
              </a:effectLst>
              <a:latin typeface="+mn-lt"/>
              <a:ea typeface="仿宋_GB2312" pitchFamily="49" charset="-122"/>
            </a:endParaRPr>
          </a:p>
          <a:p>
            <a:pPr eaLnBrk="1" fontAlgn="auto" hangingPunct="1">
              <a:spcBef>
                <a:spcPts val="0"/>
              </a:spcBef>
              <a:spcAft>
                <a:spcPts val="0"/>
              </a:spcAft>
              <a:defRPr/>
            </a:pPr>
            <a:r>
              <a:rPr lang="en-US" altLang="zh-CN" sz="2800" b="1" dirty="0">
                <a:effectLst>
                  <a:outerShdw blurRad="38100" dist="38100" dir="2700000" algn="tl">
                    <a:srgbClr val="C0C0C0"/>
                  </a:outerShdw>
                </a:effectLst>
                <a:latin typeface="+mn-lt"/>
                <a:ea typeface="仿宋_GB2312" pitchFamily="49" charset="-122"/>
              </a:rPr>
              <a:t> </a:t>
            </a:r>
            <a:r>
              <a:rPr lang="zh-CN" altLang="en-US" sz="2800" b="1" dirty="0">
                <a:solidFill>
                  <a:srgbClr val="006600"/>
                </a:solidFill>
                <a:effectLst>
                  <a:outerShdw blurRad="38100" dist="38100" dir="2700000" algn="tl">
                    <a:srgbClr val="C0C0C0"/>
                  </a:outerShdw>
                </a:effectLst>
                <a:latin typeface="+mn-lt"/>
                <a:ea typeface="仿宋_GB2312" pitchFamily="49" charset="-122"/>
              </a:rPr>
              <a:t>则立刻可以断定</a:t>
            </a:r>
            <a:endParaRPr lang="zh-CN" altLang="en-US" sz="2800" b="1" dirty="0">
              <a:solidFill>
                <a:srgbClr val="006600"/>
              </a:solidFill>
              <a:latin typeface="+mn-lt"/>
              <a:ea typeface="仿宋_GB2312" pitchFamily="49" charset="-122"/>
            </a:endParaRPr>
          </a:p>
          <a:p>
            <a:pPr eaLnBrk="1" fontAlgn="auto" hangingPunct="1">
              <a:spcBef>
                <a:spcPts val="0"/>
              </a:spcBef>
              <a:spcAft>
                <a:spcPts val="0"/>
              </a:spcAft>
              <a:defRPr/>
            </a:pPr>
            <a:r>
              <a:rPr lang="zh-CN" altLang="en-US" sz="28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a:t>
            </a:r>
            <a:r>
              <a:rPr lang="en-US" altLang="zh-CN" sz="3200" b="1" baseline="-25000" dirty="0">
                <a:solidFill>
                  <a:srgbClr val="000099"/>
                </a:solidFill>
                <a:latin typeface="+mn-lt"/>
                <a:ea typeface="仿宋_GB2312" pitchFamily="49" charset="-122"/>
              </a:rPr>
              <a:t>-2  </a:t>
            </a:r>
            <a:r>
              <a:rPr lang="en-US" altLang="zh-CN" sz="3200" b="1" dirty="0">
                <a:solidFill>
                  <a:srgbClr val="000099"/>
                </a:solidFill>
                <a:latin typeface="+mn-lt"/>
                <a:ea typeface="仿宋_GB2312" pitchFamily="49" charset="-122"/>
                <a:sym typeface="Symbol" pitchFamily="18" charset="2"/>
              </a:rPr>
              <a:t></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+2</a:t>
            </a:r>
            <a:r>
              <a:rPr lang="en-US" altLang="zh-CN" sz="3200" b="1" dirty="0">
                <a:solidFill>
                  <a:srgbClr val="000099"/>
                </a:solidFill>
                <a:latin typeface="+mn-lt"/>
                <a:ea typeface="仿宋_GB2312" pitchFamily="49" charset="-122"/>
              </a:rPr>
              <a:t> …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s+j-1</a:t>
            </a:r>
          </a:p>
          <a:p>
            <a:pPr eaLnBrk="1" fontAlgn="auto" hangingPunct="1">
              <a:spcBef>
                <a:spcPts val="0"/>
              </a:spcBef>
              <a:spcAft>
                <a:spcPts val="0"/>
              </a:spcAft>
              <a:defRPr/>
            </a:pPr>
            <a:endParaRPr lang="en-US" altLang="zh-CN" sz="1200" b="1" dirty="0">
              <a:solidFill>
                <a:srgbClr val="000099"/>
              </a:solidFill>
              <a:latin typeface="+mn-lt"/>
              <a:ea typeface="仿宋_GB2312" pitchFamily="49" charset="-122"/>
            </a:endParaRPr>
          </a:p>
          <a:p>
            <a:pPr eaLnBrk="1" fontAlgn="auto" hangingPunct="1">
              <a:spcBef>
                <a:spcPts val="0"/>
              </a:spcBef>
              <a:spcAft>
                <a:spcPts val="0"/>
              </a:spcAft>
              <a:defRPr/>
            </a:pPr>
            <a:r>
              <a:rPr lang="en-US" altLang="zh-CN" sz="2800" b="1" dirty="0">
                <a:effectLst>
                  <a:outerShdw blurRad="38100" dist="38100" dir="2700000" algn="tl">
                    <a:srgbClr val="C0C0C0"/>
                  </a:outerShdw>
                </a:effectLst>
                <a:latin typeface="+mn-lt"/>
                <a:ea typeface="仿宋_GB2312" pitchFamily="49" charset="-122"/>
              </a:rPr>
              <a:t> </a:t>
            </a:r>
            <a:r>
              <a:rPr lang="zh-CN" altLang="en-US" sz="2800" b="1" dirty="0">
                <a:solidFill>
                  <a:srgbClr val="006600"/>
                </a:solidFill>
                <a:effectLst>
                  <a:outerShdw blurRad="38100" dist="38100" dir="2700000" algn="tl">
                    <a:srgbClr val="C0C0C0"/>
                  </a:outerShdw>
                </a:effectLst>
                <a:latin typeface="+mn-lt"/>
                <a:ea typeface="仿宋_GB2312" pitchFamily="49" charset="-122"/>
              </a:rPr>
              <a:t>下一趟必不匹配</a:t>
            </a:r>
            <a:endParaRPr lang="zh-CN" altLang="en-US" sz="2800" b="1" dirty="0">
              <a:solidFill>
                <a:srgbClr val="006600"/>
              </a:solidFill>
              <a:latin typeface="+mn-lt"/>
              <a:ea typeface="+mn-ea"/>
            </a:endParaRPr>
          </a:p>
        </p:txBody>
      </p:sp>
      <p:sp>
        <p:nvSpPr>
          <p:cNvPr id="2" name="灯片编号占位符 1">
            <a:extLst>
              <a:ext uri="{FF2B5EF4-FFF2-40B4-BE49-F238E27FC236}">
                <a16:creationId xmlns:a16="http://schemas.microsoft.com/office/drawing/2014/main" id="{C3822D88-B1EA-8CE3-C23C-21F872F28FCA}"/>
              </a:ext>
            </a:extLst>
          </p:cNvPr>
          <p:cNvSpPr>
            <a:spLocks noGrp="1"/>
          </p:cNvSpPr>
          <p:nvPr>
            <p:ph type="sldNum" sz="quarter" idx="12"/>
          </p:nvPr>
        </p:nvSpPr>
        <p:spPr/>
        <p:txBody>
          <a:bodyPr/>
          <a:lstStyle/>
          <a:p>
            <a:pPr>
              <a:defRPr/>
            </a:pPr>
            <a:fld id="{C268C1A0-320C-49BD-A39F-8B87144325CB}" type="slidenum">
              <a:rPr lang="en-US" altLang="zh-CN" smtClean="0"/>
              <a:pPr>
                <a:defRPr/>
              </a:pPr>
              <a:t>56</a:t>
            </a:fld>
            <a:endParaRPr lang="en-US" altLang="zh-CN"/>
          </a:p>
        </p:txBody>
      </p:sp>
    </p:spTree>
  </p:cSld>
  <p:clrMapOvr>
    <a:masterClrMapping/>
  </p:clrMapOvr>
  <p:transition>
    <p:split orient="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6E97D206-F0A5-C77B-39A2-4C35D5285D92}"/>
              </a:ext>
            </a:extLst>
          </p:cNvPr>
          <p:cNvSpPr>
            <a:spLocks noChangeArrowheads="1"/>
          </p:cNvSpPr>
          <p:nvPr/>
        </p:nvSpPr>
        <p:spPr bwMode="auto">
          <a:xfrm>
            <a:off x="381000" y="620539"/>
            <a:ext cx="8382000" cy="5616922"/>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lang="zh-CN" altLang="en-US" sz="2800" b="1" dirty="0">
                <a:solidFill>
                  <a:srgbClr val="006600"/>
                </a:solidFill>
                <a:effectLst>
                  <a:outerShdw blurRad="38100" dist="38100" dir="2700000" algn="tl">
                    <a:srgbClr val="C0C0C0"/>
                  </a:outerShdw>
                </a:effectLst>
                <a:latin typeface="+mn-lt"/>
                <a:ea typeface="仿宋_GB2312" pitchFamily="49" charset="-122"/>
              </a:rPr>
              <a:t>同样，若</a:t>
            </a:r>
            <a:r>
              <a:rPr lang="zh-CN" altLang="en-US" sz="28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a:t>
            </a:r>
            <a:r>
              <a:rPr lang="en-US" altLang="zh-CN" sz="3200" b="1" baseline="-25000" dirty="0">
                <a:solidFill>
                  <a:srgbClr val="000099"/>
                </a:solidFill>
                <a:latin typeface="+mn-lt"/>
                <a:ea typeface="仿宋_GB2312" pitchFamily="49" charset="-122"/>
              </a:rPr>
              <a:t>-3  </a:t>
            </a:r>
            <a:r>
              <a:rPr lang="en-US" altLang="zh-CN" sz="3200" b="1" dirty="0">
                <a:solidFill>
                  <a:srgbClr val="000099"/>
                </a:solidFill>
                <a:latin typeface="+mn-lt"/>
                <a:ea typeface="仿宋_GB2312" pitchFamily="49" charset="-122"/>
                <a:sym typeface="Symbol" pitchFamily="18" charset="2"/>
              </a:rPr>
              <a:t></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2</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3 </a:t>
            </a:r>
            <a:r>
              <a:rPr lang="en-US" altLang="zh-CN" sz="3200" b="1" dirty="0">
                <a:solidFill>
                  <a:srgbClr val="000099"/>
                </a:solidFill>
                <a:latin typeface="+mn-lt"/>
                <a:ea typeface="仿宋_GB2312" pitchFamily="49" charset="-122"/>
              </a:rPr>
              <a:t>…</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j-1</a:t>
            </a:r>
          </a:p>
          <a:p>
            <a:pPr eaLnBrk="1" fontAlgn="auto" hangingPunct="1">
              <a:spcBef>
                <a:spcPts val="0"/>
              </a:spcBef>
              <a:spcAft>
                <a:spcPts val="0"/>
              </a:spcAft>
              <a:defRPr/>
            </a:pPr>
            <a:endParaRPr lang="en-US" altLang="zh-CN" sz="1200" b="1" i="1" baseline="-25000" dirty="0">
              <a:solidFill>
                <a:srgbClr val="000099"/>
              </a:solidFill>
              <a:latin typeface="+mn-lt"/>
              <a:ea typeface="仿宋_GB2312" pitchFamily="49" charset="-122"/>
            </a:endParaRPr>
          </a:p>
          <a:p>
            <a:pPr eaLnBrk="1" fontAlgn="auto" hangingPunct="1">
              <a:spcBef>
                <a:spcPts val="0"/>
              </a:spcBef>
              <a:spcAft>
                <a:spcPts val="0"/>
              </a:spcAft>
              <a:defRPr/>
            </a:pPr>
            <a:r>
              <a:rPr lang="zh-CN" altLang="en-US" sz="2800" b="1" dirty="0">
                <a:solidFill>
                  <a:srgbClr val="006600"/>
                </a:solidFill>
                <a:effectLst>
                  <a:outerShdw blurRad="38100" dist="38100" dir="2700000" algn="tl">
                    <a:srgbClr val="C0C0C0"/>
                  </a:outerShdw>
                </a:effectLst>
                <a:latin typeface="+mn-lt"/>
                <a:ea typeface="仿宋_GB2312" pitchFamily="49" charset="-122"/>
              </a:rPr>
              <a:t>则再下一趟也不匹配，因为有</a:t>
            </a:r>
          </a:p>
          <a:p>
            <a:pPr eaLnBrk="1" fontAlgn="auto" hangingPunct="1">
              <a:spcBef>
                <a:spcPts val="0"/>
              </a:spcBef>
              <a:spcAft>
                <a:spcPts val="0"/>
              </a:spcAft>
              <a:defRPr/>
            </a:pPr>
            <a:endParaRPr lang="zh-CN" altLang="en-US" sz="1200" b="1" i="1" baseline="-25000" dirty="0">
              <a:solidFill>
                <a:srgbClr val="000099"/>
              </a:solidFill>
              <a:latin typeface="+mn-lt"/>
              <a:ea typeface="仿宋_GB2312" pitchFamily="49" charset="-122"/>
            </a:endParaRPr>
          </a:p>
          <a:p>
            <a:pPr eaLnBrk="1" fontAlgn="auto" hangingPunct="1">
              <a:spcBef>
                <a:spcPts val="0"/>
              </a:spcBef>
              <a:spcAft>
                <a:spcPts val="0"/>
              </a:spcAft>
              <a:defRPr/>
            </a:pPr>
            <a:r>
              <a:rPr lang="zh-CN" altLang="en-US" sz="28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j-3</a:t>
            </a:r>
            <a:r>
              <a:rPr lang="en-US" altLang="zh-CN" sz="3200" b="1" baseline="-25000" dirty="0">
                <a:solidFill>
                  <a:srgbClr val="000099"/>
                </a:solidFill>
                <a:latin typeface="+mn-lt"/>
                <a:ea typeface="仿宋_GB2312" pitchFamily="49" charset="-122"/>
              </a:rPr>
              <a:t>  </a:t>
            </a:r>
            <a:r>
              <a:rPr lang="en-US" altLang="zh-CN" sz="3200" b="1" dirty="0">
                <a:solidFill>
                  <a:srgbClr val="000099"/>
                </a:solidFill>
                <a:latin typeface="+mn-lt"/>
                <a:ea typeface="仿宋_GB2312" pitchFamily="49" charset="-122"/>
                <a:sym typeface="Symbol" pitchFamily="18" charset="2"/>
              </a:rPr>
              <a:t></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+2</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a:t>
            </a:r>
            <a:r>
              <a:rPr lang="en-US" altLang="zh-CN" sz="3200" b="1" baseline="-25000" dirty="0">
                <a:solidFill>
                  <a:srgbClr val="000099"/>
                </a:solidFill>
                <a:latin typeface="+mn-lt"/>
                <a:ea typeface="仿宋_GB2312" pitchFamily="49" charset="-122"/>
              </a:rPr>
              <a:t>+3</a:t>
            </a:r>
            <a:r>
              <a:rPr lang="en-US" altLang="zh-CN" sz="3200" b="1" dirty="0">
                <a:solidFill>
                  <a:srgbClr val="000099"/>
                </a:solidFill>
                <a:latin typeface="+mn-lt"/>
                <a:ea typeface="仿宋_GB2312" pitchFamily="49" charset="-122"/>
              </a:rPr>
              <a:t> …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s+j-1</a:t>
            </a:r>
            <a:endParaRPr lang="en-US" altLang="zh-CN" sz="2800" b="1" baseline="-25000" dirty="0">
              <a:solidFill>
                <a:srgbClr val="000099"/>
              </a:solidFill>
              <a:latin typeface="+mn-lt"/>
              <a:ea typeface="仿宋_GB2312" pitchFamily="49" charset="-122"/>
            </a:endParaRPr>
          </a:p>
          <a:p>
            <a:pPr eaLnBrk="1" fontAlgn="auto" hangingPunct="1">
              <a:spcBef>
                <a:spcPts val="0"/>
              </a:spcBef>
              <a:spcAft>
                <a:spcPts val="0"/>
              </a:spcAft>
              <a:defRPr/>
            </a:pPr>
            <a:endParaRPr lang="en-US" altLang="zh-CN" sz="1200" b="1" dirty="0">
              <a:solidFill>
                <a:srgbClr val="000099"/>
              </a:solidFill>
              <a:latin typeface="+mn-lt"/>
              <a:ea typeface="仿宋_GB2312" pitchFamily="49" charset="-122"/>
            </a:endParaRPr>
          </a:p>
          <a:p>
            <a:pPr eaLnBrk="1" fontAlgn="auto" hangingPunct="1">
              <a:spcBef>
                <a:spcPts val="0"/>
              </a:spcBef>
              <a:spcAft>
                <a:spcPts val="0"/>
              </a:spcAft>
              <a:defRPr/>
            </a:pPr>
            <a:r>
              <a:rPr lang="zh-CN" altLang="en-US" sz="2800" b="1" dirty="0">
                <a:solidFill>
                  <a:srgbClr val="006600"/>
                </a:solidFill>
                <a:effectLst>
                  <a:outerShdw blurRad="38100" dist="38100" dir="2700000" algn="tl">
                    <a:srgbClr val="C0C0C0"/>
                  </a:outerShdw>
                </a:effectLst>
                <a:latin typeface="+mn-lt"/>
                <a:ea typeface="仿宋_GB2312" pitchFamily="49" charset="-122"/>
              </a:rPr>
              <a:t>直到对于某一个“</a:t>
            </a:r>
            <a:r>
              <a:rPr lang="en-US" altLang="zh-CN" sz="2800" b="1" i="1" dirty="0">
                <a:solidFill>
                  <a:srgbClr val="FF3300"/>
                </a:solidFill>
                <a:latin typeface="+mn-lt"/>
                <a:ea typeface="仿宋_GB2312" pitchFamily="49" charset="-122"/>
              </a:rPr>
              <a:t>k</a:t>
            </a:r>
            <a:r>
              <a:rPr lang="en-US" altLang="zh-CN" sz="2800" b="1" dirty="0">
                <a:solidFill>
                  <a:srgbClr val="006600"/>
                </a:solidFill>
                <a:effectLst>
                  <a:outerShdw blurRad="38100" dist="38100" dir="2700000" algn="tl">
                    <a:srgbClr val="C0C0C0"/>
                  </a:outerShdw>
                </a:effectLst>
                <a:latin typeface="+mn-lt"/>
                <a:ea typeface="仿宋_GB2312" pitchFamily="49" charset="-122"/>
              </a:rPr>
              <a:t>”</a:t>
            </a:r>
            <a:r>
              <a:rPr lang="zh-CN" altLang="en-US" sz="2800" b="1" dirty="0">
                <a:solidFill>
                  <a:srgbClr val="006600"/>
                </a:solidFill>
                <a:effectLst>
                  <a:outerShdw blurRad="38100" dist="38100" dir="2700000" algn="tl">
                    <a:srgbClr val="C0C0C0"/>
                  </a:outerShdw>
                </a:effectLst>
                <a:latin typeface="+mn-lt"/>
                <a:ea typeface="仿宋_GB2312" pitchFamily="49" charset="-122"/>
              </a:rPr>
              <a:t>值，使得</a:t>
            </a:r>
            <a:endParaRPr lang="zh-CN" altLang="en-US" sz="2800" b="1" dirty="0">
              <a:solidFill>
                <a:srgbClr val="006600"/>
              </a:solidFill>
              <a:latin typeface="+mn-lt"/>
              <a:ea typeface="仿宋_GB2312" pitchFamily="49" charset="-122"/>
            </a:endParaRPr>
          </a:p>
          <a:p>
            <a:pPr eaLnBrk="1" fontAlgn="auto" hangingPunct="1">
              <a:spcBef>
                <a:spcPts val="0"/>
              </a:spcBef>
              <a:spcAft>
                <a:spcPts val="0"/>
              </a:spcAft>
              <a:defRPr/>
            </a:pPr>
            <a:endParaRPr lang="zh-CN" altLang="en-US" sz="1200" b="1" dirty="0">
              <a:solidFill>
                <a:srgbClr val="000099"/>
              </a:solidFill>
              <a:latin typeface="+mn-lt"/>
              <a:ea typeface="仿宋_GB2312" pitchFamily="49" charset="-122"/>
            </a:endParaRPr>
          </a:p>
          <a:p>
            <a:pPr eaLnBrk="1" fontAlgn="auto" hangingPunct="1">
              <a:spcBef>
                <a:spcPts val="0"/>
              </a:spcBef>
              <a:spcAft>
                <a:spcPts val="0"/>
              </a:spcAft>
              <a:defRPr/>
            </a:pPr>
            <a:r>
              <a:rPr lang="zh-CN" altLang="en-US" sz="28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k</a:t>
            </a:r>
            <a:r>
              <a:rPr lang="en-US" altLang="zh-CN" sz="3200" b="1" baseline="-25000" dirty="0">
                <a:solidFill>
                  <a:srgbClr val="000099"/>
                </a:solidFill>
                <a:latin typeface="+mn-lt"/>
                <a:ea typeface="仿宋_GB2312" pitchFamily="49" charset="-122"/>
              </a:rPr>
              <a:t>+1  </a:t>
            </a:r>
            <a:r>
              <a:rPr lang="en-US" altLang="zh-CN" sz="3200" b="1" dirty="0">
                <a:solidFill>
                  <a:srgbClr val="000099"/>
                </a:solidFill>
                <a:latin typeface="+mn-lt"/>
                <a:ea typeface="仿宋_GB2312" pitchFamily="49" charset="-122"/>
                <a:sym typeface="Symbol" pitchFamily="18" charset="2"/>
              </a:rPr>
              <a:t></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j-k</a:t>
            </a:r>
            <a:r>
              <a:rPr lang="en-US" altLang="zh-CN" sz="3200" b="1" baseline="-25000" dirty="0">
                <a:solidFill>
                  <a:srgbClr val="000099"/>
                </a:solidFill>
                <a:latin typeface="+mn-lt"/>
                <a:ea typeface="仿宋_GB2312" pitchFamily="49" charset="-122"/>
              </a:rPr>
              <a:t>-2</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j-k-1</a:t>
            </a:r>
            <a:r>
              <a:rPr lang="en-US" altLang="zh-CN" sz="3200" b="1" baseline="-25000" dirty="0">
                <a:solidFill>
                  <a:srgbClr val="000099"/>
                </a:solidFill>
                <a:latin typeface="+mn-lt"/>
                <a:ea typeface="仿宋_GB2312" pitchFamily="49" charset="-122"/>
              </a:rPr>
              <a:t>         </a:t>
            </a:r>
            <a:r>
              <a:rPr lang="en-US" altLang="zh-CN" sz="3200" b="1" dirty="0">
                <a:solidFill>
                  <a:srgbClr val="000099"/>
                </a:solidFill>
                <a:latin typeface="+mn-lt"/>
                <a:ea typeface="仿宋_GB2312" pitchFamily="49" charset="-122"/>
              </a:rPr>
              <a:t>…</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j-1</a:t>
            </a:r>
            <a:r>
              <a:rPr lang="en-US" altLang="zh-CN" sz="2800" b="1" baseline="-25000" dirty="0">
                <a:solidFill>
                  <a:srgbClr val="000099"/>
                </a:solidFill>
                <a:latin typeface="+mn-lt"/>
                <a:ea typeface="仿宋_GB2312" pitchFamily="49" charset="-122"/>
              </a:rPr>
              <a:t>  </a:t>
            </a:r>
          </a:p>
          <a:p>
            <a:pPr eaLnBrk="1" fontAlgn="auto" hangingPunct="1">
              <a:spcBef>
                <a:spcPts val="0"/>
              </a:spcBef>
              <a:spcAft>
                <a:spcPts val="0"/>
              </a:spcAft>
              <a:defRPr/>
            </a:pPr>
            <a:endParaRPr lang="en-US" altLang="zh-CN" sz="1100" b="1" dirty="0">
              <a:effectLst>
                <a:outerShdw blurRad="38100" dist="38100" dir="2700000" algn="tl">
                  <a:srgbClr val="C0C0C0"/>
                </a:outerShdw>
              </a:effectLst>
              <a:latin typeface="+mn-lt"/>
              <a:ea typeface="仿宋_GB2312" pitchFamily="49" charset="-122"/>
            </a:endParaRPr>
          </a:p>
          <a:p>
            <a:pPr eaLnBrk="1" fontAlgn="auto" hangingPunct="1">
              <a:spcBef>
                <a:spcPts val="0"/>
              </a:spcBef>
              <a:spcAft>
                <a:spcPts val="0"/>
              </a:spcAft>
              <a:defRPr/>
            </a:pPr>
            <a:r>
              <a:rPr lang="zh-CN" altLang="en-US" sz="2800" b="1" dirty="0">
                <a:solidFill>
                  <a:srgbClr val="006600"/>
                </a:solidFill>
                <a:effectLst>
                  <a:outerShdw blurRad="38100" dist="38100" dir="2700000" algn="tl">
                    <a:srgbClr val="C0C0C0"/>
                  </a:outerShdw>
                </a:effectLst>
                <a:latin typeface="+mn-lt"/>
                <a:ea typeface="仿宋_GB2312" pitchFamily="49" charset="-122"/>
              </a:rPr>
              <a:t>且</a:t>
            </a:r>
            <a:r>
              <a:rPr lang="zh-CN" altLang="en-US" sz="2800" b="1" baseline="-25000"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err="1">
                <a:solidFill>
                  <a:srgbClr val="000099"/>
                </a:solidFill>
                <a:latin typeface="+mn-lt"/>
                <a:ea typeface="仿宋_GB2312" pitchFamily="49" charset="-122"/>
              </a:rPr>
              <a:t>p</a:t>
            </a:r>
            <a:r>
              <a:rPr lang="en-US" altLang="zh-CN" sz="3200" b="1" i="1" baseline="-25000" dirty="0" err="1">
                <a:solidFill>
                  <a:srgbClr val="000099"/>
                </a:solidFill>
                <a:latin typeface="+mn-lt"/>
                <a:ea typeface="仿宋_GB2312" pitchFamily="49" charset="-122"/>
              </a:rPr>
              <a:t>k</a:t>
            </a:r>
            <a:r>
              <a:rPr lang="en-US" altLang="zh-CN" sz="3200" b="1" baseline="-25000" dirty="0">
                <a:solidFill>
                  <a:srgbClr val="000099"/>
                </a:solidFill>
                <a:latin typeface="+mn-lt"/>
                <a:ea typeface="仿宋_GB2312" pitchFamily="49" charset="-122"/>
              </a:rPr>
              <a:t>          </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j-k-1</a:t>
            </a:r>
            <a:r>
              <a:rPr lang="en-US" altLang="zh-CN" sz="3200" b="1" dirty="0">
                <a:solidFill>
                  <a:srgbClr val="000099"/>
                </a:solidFill>
                <a:latin typeface="+mn-lt"/>
                <a:ea typeface="仿宋_GB2312" pitchFamily="49" charset="-122"/>
              </a:rPr>
              <a:t> </a:t>
            </a:r>
            <a:r>
              <a:rPr lang="en-US" altLang="zh-CN" sz="3200" b="1" i="1" dirty="0" err="1">
                <a:solidFill>
                  <a:srgbClr val="000099"/>
                </a:solidFill>
                <a:latin typeface="+mn-lt"/>
                <a:ea typeface="仿宋_GB2312" pitchFamily="49" charset="-122"/>
              </a:rPr>
              <a:t>p</a:t>
            </a:r>
            <a:r>
              <a:rPr lang="en-US" altLang="zh-CN" sz="3200" b="1" i="1" baseline="-25000" dirty="0" err="1">
                <a:solidFill>
                  <a:srgbClr val="000099"/>
                </a:solidFill>
                <a:latin typeface="+mn-lt"/>
                <a:ea typeface="仿宋_GB2312" pitchFamily="49" charset="-122"/>
              </a:rPr>
              <a:t>j</a:t>
            </a:r>
            <a:r>
              <a:rPr lang="en-US" altLang="zh-CN" sz="3200" b="1" i="1" baseline="-25000" dirty="0">
                <a:solidFill>
                  <a:srgbClr val="000099"/>
                </a:solidFill>
                <a:latin typeface="+mn-lt"/>
                <a:ea typeface="仿宋_GB2312" pitchFamily="49" charset="-122"/>
              </a:rPr>
              <a:t>-k</a:t>
            </a:r>
            <a:r>
              <a:rPr lang="en-US" altLang="zh-CN" sz="3200" b="1" baseline="-25000" dirty="0">
                <a:solidFill>
                  <a:srgbClr val="000099"/>
                </a:solidFill>
                <a:latin typeface="+mn-lt"/>
                <a:ea typeface="仿宋_GB2312" pitchFamily="49" charset="-122"/>
              </a:rPr>
              <a:t> </a:t>
            </a:r>
            <a:r>
              <a:rPr lang="en-US" altLang="zh-CN" sz="3200" b="1" dirty="0">
                <a:solidFill>
                  <a:srgbClr val="000099"/>
                </a:solidFill>
                <a:latin typeface="+mn-lt"/>
                <a:ea typeface="仿宋_GB2312" pitchFamily="49" charset="-122"/>
              </a:rPr>
              <a:t>…</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j-1</a:t>
            </a:r>
            <a:endParaRPr lang="en-US" altLang="zh-CN" sz="3200" b="1" dirty="0">
              <a:solidFill>
                <a:srgbClr val="000099"/>
              </a:solidFill>
              <a:latin typeface="+mn-lt"/>
              <a:ea typeface="仿宋_GB2312" pitchFamily="49" charset="-122"/>
            </a:endParaRPr>
          </a:p>
          <a:p>
            <a:pPr eaLnBrk="1" fontAlgn="auto" hangingPunct="1">
              <a:spcBef>
                <a:spcPts val="0"/>
              </a:spcBef>
              <a:spcAft>
                <a:spcPts val="0"/>
              </a:spcAft>
              <a:defRPr/>
            </a:pPr>
            <a:endParaRPr lang="en-US" altLang="zh-CN" sz="2800" b="1" dirty="0">
              <a:solidFill>
                <a:srgbClr val="000099"/>
              </a:solidFill>
              <a:latin typeface="+mn-lt"/>
              <a:ea typeface="仿宋_GB2312" pitchFamily="49" charset="-122"/>
            </a:endParaRPr>
          </a:p>
          <a:p>
            <a:pPr eaLnBrk="1" fontAlgn="auto" hangingPunct="1">
              <a:spcBef>
                <a:spcPts val="0"/>
              </a:spcBef>
              <a:spcAft>
                <a:spcPts val="0"/>
              </a:spcAft>
              <a:defRPr/>
            </a:pPr>
            <a:r>
              <a:rPr lang="zh-CN" altLang="en-US" sz="2800" b="1" dirty="0">
                <a:solidFill>
                  <a:srgbClr val="006600"/>
                </a:solidFill>
                <a:effectLst>
                  <a:outerShdw blurRad="38100" dist="38100" dir="2700000" algn="tl">
                    <a:srgbClr val="C0C0C0"/>
                  </a:outerShdw>
                </a:effectLst>
                <a:latin typeface="+mn-lt"/>
                <a:ea typeface="仿宋_GB2312" pitchFamily="49" charset="-122"/>
              </a:rPr>
              <a:t>则</a:t>
            </a:r>
            <a:r>
              <a:rPr lang="zh-CN" altLang="en-US" sz="28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0</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baseline="-25000" dirty="0">
                <a:solidFill>
                  <a:srgbClr val="000099"/>
                </a:solidFill>
                <a:latin typeface="+mn-lt"/>
                <a:ea typeface="仿宋_GB2312" pitchFamily="49" charset="-122"/>
              </a:rPr>
              <a:t>1</a:t>
            </a:r>
            <a:r>
              <a:rPr lang="en-US" altLang="zh-CN" sz="3200" b="1" dirty="0">
                <a:solidFill>
                  <a:srgbClr val="000099"/>
                </a:solidFill>
                <a:latin typeface="+mn-lt"/>
                <a:ea typeface="仿宋_GB2312" pitchFamily="49" charset="-122"/>
              </a:rPr>
              <a:t> …</a:t>
            </a:r>
            <a:r>
              <a:rPr lang="en-US" altLang="zh-CN" sz="3200" b="1" i="1" dirty="0" err="1">
                <a:solidFill>
                  <a:srgbClr val="000099"/>
                </a:solidFill>
                <a:latin typeface="+mn-lt"/>
                <a:ea typeface="仿宋_GB2312" pitchFamily="49" charset="-122"/>
              </a:rPr>
              <a:t>p</a:t>
            </a:r>
            <a:r>
              <a:rPr lang="en-US" altLang="zh-CN" sz="3200" b="1" i="1" baseline="-25000" dirty="0" err="1">
                <a:solidFill>
                  <a:srgbClr val="000099"/>
                </a:solidFill>
                <a:latin typeface="+mn-lt"/>
                <a:ea typeface="仿宋_GB2312" pitchFamily="49" charset="-122"/>
              </a:rPr>
              <a:t>k</a:t>
            </a:r>
            <a:r>
              <a:rPr lang="en-US" altLang="zh-CN" sz="3200" b="1" baseline="-25000" dirty="0">
                <a:solidFill>
                  <a:srgbClr val="000099"/>
                </a:solidFill>
                <a:latin typeface="+mn-lt"/>
                <a:ea typeface="仿宋_GB2312" pitchFamily="49" charset="-122"/>
              </a:rPr>
              <a:t> </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s+j-k-1</a:t>
            </a:r>
            <a:r>
              <a:rPr lang="en-US" altLang="zh-CN" sz="3200" b="1" dirty="0">
                <a:solidFill>
                  <a:srgbClr val="000099"/>
                </a:solidFill>
                <a:latin typeface="+mn-lt"/>
                <a:ea typeface="仿宋_GB2312" pitchFamily="49" charset="-122"/>
              </a:rPr>
              <a:t> </a:t>
            </a:r>
            <a:r>
              <a:rPr lang="en-US" altLang="zh-CN" sz="3200" b="1" i="1" dirty="0" err="1">
                <a:solidFill>
                  <a:srgbClr val="000099"/>
                </a:solidFill>
                <a:latin typeface="+mn-lt"/>
                <a:ea typeface="仿宋_GB2312" pitchFamily="49" charset="-122"/>
              </a:rPr>
              <a:t>t</a:t>
            </a:r>
            <a:r>
              <a:rPr lang="en-US" altLang="zh-CN" sz="3200" b="1" i="1" baseline="-25000" dirty="0" err="1">
                <a:solidFill>
                  <a:srgbClr val="000099"/>
                </a:solidFill>
                <a:latin typeface="+mn-lt"/>
                <a:ea typeface="仿宋_GB2312" pitchFamily="49" charset="-122"/>
              </a:rPr>
              <a:t>s+j</a:t>
            </a:r>
            <a:r>
              <a:rPr lang="en-US" altLang="zh-CN" sz="3200" b="1" i="1" baseline="-25000" dirty="0">
                <a:solidFill>
                  <a:srgbClr val="000099"/>
                </a:solidFill>
                <a:latin typeface="+mn-lt"/>
                <a:ea typeface="仿宋_GB2312" pitchFamily="49" charset="-122"/>
              </a:rPr>
              <a:t>-k</a:t>
            </a:r>
            <a:r>
              <a:rPr lang="en-US" altLang="zh-CN" sz="3200" b="1" baseline="-25000" dirty="0">
                <a:solidFill>
                  <a:srgbClr val="000099"/>
                </a:solidFill>
                <a:latin typeface="+mn-lt"/>
                <a:ea typeface="仿宋_GB2312" pitchFamily="49" charset="-122"/>
              </a:rPr>
              <a:t> </a:t>
            </a:r>
            <a:r>
              <a:rPr lang="en-US" altLang="zh-CN" sz="3200" b="1" dirty="0">
                <a:solidFill>
                  <a:srgbClr val="000099"/>
                </a:solidFill>
                <a:latin typeface="+mn-lt"/>
                <a:ea typeface="仿宋_GB2312" pitchFamily="49" charset="-122"/>
              </a:rPr>
              <a:t> … </a:t>
            </a:r>
            <a:r>
              <a:rPr lang="en-US" altLang="zh-CN" sz="3200" b="1" i="1" dirty="0">
                <a:solidFill>
                  <a:srgbClr val="000099"/>
                </a:solidFill>
                <a:latin typeface="+mn-lt"/>
                <a:ea typeface="仿宋_GB2312" pitchFamily="49" charset="-122"/>
              </a:rPr>
              <a:t>t</a:t>
            </a:r>
            <a:r>
              <a:rPr lang="en-US" altLang="zh-CN" sz="3200" b="1" i="1" baseline="-25000" dirty="0">
                <a:solidFill>
                  <a:srgbClr val="000099"/>
                </a:solidFill>
                <a:latin typeface="+mn-lt"/>
                <a:ea typeface="仿宋_GB2312" pitchFamily="49" charset="-122"/>
              </a:rPr>
              <a:t>s+j-1</a:t>
            </a:r>
            <a:endParaRPr lang="en-US" altLang="zh-CN" sz="3200" b="1" dirty="0">
              <a:solidFill>
                <a:srgbClr val="000099"/>
              </a:solidFill>
              <a:latin typeface="+mn-lt"/>
              <a:ea typeface="仿宋_GB2312" pitchFamily="49" charset="-122"/>
            </a:endParaRPr>
          </a:p>
          <a:p>
            <a:pPr eaLnBrk="1" fontAlgn="auto" hangingPunct="1">
              <a:spcBef>
                <a:spcPts val="0"/>
              </a:spcBef>
              <a:spcAft>
                <a:spcPts val="0"/>
              </a:spcAft>
              <a:defRPr/>
            </a:pPr>
            <a:r>
              <a:rPr lang="en-US" altLang="zh-CN" sz="3200" b="1" dirty="0">
                <a:solidFill>
                  <a:srgbClr val="000099"/>
                </a:solidFill>
                <a:latin typeface="+mn-lt"/>
                <a:ea typeface="仿宋_GB2312" pitchFamily="49" charset="-122"/>
              </a:rPr>
              <a:t>                                    </a:t>
            </a:r>
            <a:r>
              <a:rPr lang="en-US" altLang="zh-CN" sz="3200" b="1" dirty="0">
                <a:solidFill>
                  <a:srgbClr val="FF3300"/>
                </a:solidFill>
                <a:latin typeface="+mn-lt"/>
                <a:ea typeface="仿宋_GB2312" pitchFamily="49" charset="-122"/>
              </a:rPr>
              <a:t>‖    ‖          ‖</a:t>
            </a:r>
            <a:endParaRPr lang="en-US" altLang="zh-CN" sz="3200" b="1" dirty="0">
              <a:solidFill>
                <a:srgbClr val="000099"/>
              </a:solidFill>
              <a:latin typeface="+mn-lt"/>
              <a:ea typeface="仿宋_GB2312" pitchFamily="49" charset="-122"/>
            </a:endParaRPr>
          </a:p>
          <a:p>
            <a:pPr eaLnBrk="1" fontAlgn="auto" hangingPunct="1">
              <a:spcBef>
                <a:spcPts val="0"/>
              </a:spcBef>
              <a:spcAft>
                <a:spcPts val="0"/>
              </a:spcAft>
              <a:defRPr/>
            </a:pP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j-k-1</a:t>
            </a:r>
            <a:r>
              <a:rPr lang="en-US" altLang="zh-CN" sz="3200" b="1" baseline="-25000" dirty="0">
                <a:solidFill>
                  <a:srgbClr val="000099"/>
                </a:solidFill>
                <a:latin typeface="+mn-lt"/>
                <a:ea typeface="仿宋_GB2312" pitchFamily="49" charset="-122"/>
              </a:rPr>
              <a:t>   </a:t>
            </a:r>
            <a:r>
              <a:rPr lang="en-US" altLang="zh-CN" sz="3200" b="1" i="1" dirty="0" err="1">
                <a:solidFill>
                  <a:srgbClr val="000099"/>
                </a:solidFill>
                <a:latin typeface="+mn-lt"/>
                <a:ea typeface="仿宋_GB2312" pitchFamily="49" charset="-122"/>
              </a:rPr>
              <a:t>p</a:t>
            </a:r>
            <a:r>
              <a:rPr lang="en-US" altLang="zh-CN" sz="3200" b="1" i="1" baseline="-25000" dirty="0" err="1">
                <a:solidFill>
                  <a:srgbClr val="000099"/>
                </a:solidFill>
                <a:latin typeface="+mn-lt"/>
                <a:ea typeface="仿宋_GB2312" pitchFamily="49" charset="-122"/>
              </a:rPr>
              <a:t>j</a:t>
            </a:r>
            <a:r>
              <a:rPr lang="en-US" altLang="zh-CN" sz="3200" b="1" i="1" baseline="-25000" dirty="0">
                <a:solidFill>
                  <a:srgbClr val="000099"/>
                </a:solidFill>
                <a:latin typeface="+mn-lt"/>
                <a:ea typeface="仿宋_GB2312" pitchFamily="49" charset="-122"/>
              </a:rPr>
              <a:t>-k</a:t>
            </a:r>
            <a:r>
              <a:rPr lang="en-US" altLang="zh-CN" sz="3200" b="1" baseline="-25000" dirty="0">
                <a:solidFill>
                  <a:srgbClr val="000099"/>
                </a:solidFill>
                <a:latin typeface="+mn-lt"/>
                <a:ea typeface="仿宋_GB2312" pitchFamily="49" charset="-122"/>
              </a:rPr>
              <a:t>   </a:t>
            </a:r>
            <a:r>
              <a:rPr lang="en-US" altLang="zh-CN" sz="3200" b="1" dirty="0">
                <a:solidFill>
                  <a:srgbClr val="000099"/>
                </a:solidFill>
                <a:latin typeface="+mn-lt"/>
                <a:ea typeface="仿宋_GB2312" pitchFamily="49" charset="-122"/>
              </a:rPr>
              <a:t>…    </a:t>
            </a:r>
            <a:r>
              <a:rPr lang="en-US" altLang="zh-CN" sz="3200" b="1" i="1" dirty="0">
                <a:solidFill>
                  <a:srgbClr val="000099"/>
                </a:solidFill>
                <a:latin typeface="+mn-lt"/>
                <a:ea typeface="仿宋_GB2312" pitchFamily="49" charset="-122"/>
              </a:rPr>
              <a:t>p</a:t>
            </a:r>
            <a:r>
              <a:rPr lang="en-US" altLang="zh-CN" sz="3200" b="1" i="1" baseline="-25000" dirty="0">
                <a:solidFill>
                  <a:srgbClr val="000099"/>
                </a:solidFill>
                <a:latin typeface="+mn-lt"/>
                <a:ea typeface="仿宋_GB2312" pitchFamily="49" charset="-122"/>
              </a:rPr>
              <a:t>j-1</a:t>
            </a:r>
            <a:endParaRPr lang="en-US" altLang="zh-CN" sz="2800" b="1" dirty="0">
              <a:solidFill>
                <a:srgbClr val="000099"/>
              </a:solidFill>
              <a:latin typeface="+mn-lt"/>
              <a:ea typeface="+mn-ea"/>
            </a:endParaRPr>
          </a:p>
        </p:txBody>
      </p:sp>
      <p:sp>
        <p:nvSpPr>
          <p:cNvPr id="3" name="灯片编号占位符 2">
            <a:extLst>
              <a:ext uri="{FF2B5EF4-FFF2-40B4-BE49-F238E27FC236}">
                <a16:creationId xmlns:a16="http://schemas.microsoft.com/office/drawing/2014/main" id="{41F80822-62DD-2DB4-AF09-2DD12A7AA236}"/>
              </a:ext>
            </a:extLst>
          </p:cNvPr>
          <p:cNvSpPr>
            <a:spLocks noGrp="1"/>
          </p:cNvSpPr>
          <p:nvPr>
            <p:ph type="sldNum" sz="quarter" idx="12"/>
          </p:nvPr>
        </p:nvSpPr>
        <p:spPr/>
        <p:txBody>
          <a:bodyPr/>
          <a:lstStyle/>
          <a:p>
            <a:pPr>
              <a:defRPr/>
            </a:pPr>
            <a:fld id="{C268C1A0-320C-49BD-A39F-8B87144325CB}" type="slidenum">
              <a:rPr lang="en-US" altLang="zh-CN" smtClean="0"/>
              <a:pPr>
                <a:defRPr/>
              </a:pPr>
              <a:t>57</a:t>
            </a:fld>
            <a:endParaRPr lang="en-US" altLang="zh-CN"/>
          </a:p>
        </p:txBody>
      </p:sp>
    </p:spTree>
  </p:cSld>
  <p:clrMapOvr>
    <a:masterClrMapping/>
  </p:clrMapOvr>
  <p:transition>
    <p:split orient="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a:extLst>
              <a:ext uri="{FF2B5EF4-FFF2-40B4-BE49-F238E27FC236}">
                <a16:creationId xmlns:a16="http://schemas.microsoft.com/office/drawing/2014/main" id="{AA52B5F4-510C-42AD-C49B-6D60551E82E0}"/>
              </a:ext>
            </a:extLst>
          </p:cNvPr>
          <p:cNvSpPr txBox="1">
            <a:spLocks noChangeArrowheads="1"/>
          </p:cNvSpPr>
          <p:nvPr/>
        </p:nvSpPr>
        <p:spPr bwMode="auto">
          <a:xfrm>
            <a:off x="-138113" y="20638"/>
            <a:ext cx="27622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zh-CN" sz="2400">
              <a:latin typeface="Times New Roman" panose="02020603050405020304" pitchFamily="18" charset="0"/>
              <a:ea typeface="宋体" panose="02010600030101010101" pitchFamily="2" charset="-122"/>
            </a:endParaRPr>
          </a:p>
        </p:txBody>
      </p:sp>
      <p:sp>
        <p:nvSpPr>
          <p:cNvPr id="65539" name="Text Box 3">
            <a:extLst>
              <a:ext uri="{FF2B5EF4-FFF2-40B4-BE49-F238E27FC236}">
                <a16:creationId xmlns:a16="http://schemas.microsoft.com/office/drawing/2014/main" id="{9A754121-58D3-70C3-6240-19D57EC89838}"/>
              </a:ext>
            </a:extLst>
          </p:cNvPr>
          <p:cNvSpPr txBox="1">
            <a:spLocks noChangeArrowheads="1"/>
          </p:cNvSpPr>
          <p:nvPr/>
        </p:nvSpPr>
        <p:spPr bwMode="auto">
          <a:xfrm>
            <a:off x="-138113" y="96838"/>
            <a:ext cx="27622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5F11810B-981A-4FB9-A3BE-4756685C208A}"/>
              </a:ext>
            </a:extLst>
          </p:cNvPr>
          <p:cNvSpPr>
            <a:spLocks noGrp="1"/>
          </p:cNvSpPr>
          <p:nvPr>
            <p:ph type="title"/>
          </p:nvPr>
        </p:nvSpPr>
        <p:spPr/>
        <p:txBody>
          <a:bodyPr/>
          <a:lstStyle/>
          <a:p>
            <a:r>
              <a:rPr lang="en-US" altLang="zh-CN" dirty="0"/>
              <a:t>k </a:t>
            </a:r>
            <a:r>
              <a:rPr lang="zh-CN" altLang="en-US" dirty="0"/>
              <a:t>的确定方法</a:t>
            </a:r>
          </a:p>
        </p:txBody>
      </p:sp>
      <p:sp>
        <p:nvSpPr>
          <p:cNvPr id="3" name="内容占位符 2">
            <a:extLst>
              <a:ext uri="{FF2B5EF4-FFF2-40B4-BE49-F238E27FC236}">
                <a16:creationId xmlns:a16="http://schemas.microsoft.com/office/drawing/2014/main" id="{6DEF691A-85FB-4515-BF9F-2FA88970581E}"/>
              </a:ext>
            </a:extLst>
          </p:cNvPr>
          <p:cNvSpPr>
            <a:spLocks noGrp="1"/>
          </p:cNvSpPr>
          <p:nvPr>
            <p:ph idx="1"/>
          </p:nvPr>
        </p:nvSpPr>
        <p:spPr/>
        <p:txBody>
          <a:bodyPr/>
          <a:lstStyle/>
          <a:p>
            <a:r>
              <a:rPr lang="zh-CN" altLang="en-US" dirty="0"/>
              <a:t>当比较到模式第 </a:t>
            </a:r>
            <a:r>
              <a:rPr lang="en-US" altLang="zh-CN" dirty="0"/>
              <a:t>j </a:t>
            </a:r>
            <a:r>
              <a:rPr lang="zh-CN" altLang="en-US" dirty="0"/>
              <a:t>个字符失配时， </a:t>
            </a:r>
            <a:r>
              <a:rPr lang="en-US" altLang="zh-CN" dirty="0"/>
              <a:t>k </a:t>
            </a:r>
            <a:r>
              <a:rPr lang="zh-CN" altLang="en-US" dirty="0"/>
              <a:t>的值与模式的前 </a:t>
            </a:r>
            <a:r>
              <a:rPr lang="en-US" altLang="zh-CN" dirty="0"/>
              <a:t>j </a:t>
            </a:r>
            <a:r>
              <a:rPr lang="zh-CN" altLang="en-US" dirty="0"/>
              <a:t>个字符有关，不必考虑目标串。</a:t>
            </a:r>
          </a:p>
          <a:p>
            <a:r>
              <a:rPr lang="zh-CN" altLang="en-US" dirty="0"/>
              <a:t>利用特征函数 </a:t>
            </a:r>
            <a:r>
              <a:rPr lang="en-US" altLang="zh-CN" dirty="0"/>
              <a:t>next (j)</a:t>
            </a:r>
            <a:r>
              <a:rPr lang="zh-CN" altLang="en-US" dirty="0"/>
              <a:t>可描述。</a:t>
            </a:r>
          </a:p>
        </p:txBody>
      </p:sp>
      <p:sp>
        <p:nvSpPr>
          <p:cNvPr id="5" name="灯片编号占位符 4">
            <a:extLst>
              <a:ext uri="{FF2B5EF4-FFF2-40B4-BE49-F238E27FC236}">
                <a16:creationId xmlns:a16="http://schemas.microsoft.com/office/drawing/2014/main" id="{600568E6-5A32-641D-12E5-27EB723A46A6}"/>
              </a:ext>
            </a:extLst>
          </p:cNvPr>
          <p:cNvSpPr>
            <a:spLocks noGrp="1"/>
          </p:cNvSpPr>
          <p:nvPr>
            <p:ph type="sldNum" sz="quarter" idx="12"/>
          </p:nvPr>
        </p:nvSpPr>
        <p:spPr/>
        <p:txBody>
          <a:bodyPr/>
          <a:lstStyle/>
          <a:p>
            <a:pPr>
              <a:defRPr/>
            </a:pPr>
            <a:fld id="{34C23A13-5672-41C0-8934-A4311B913B34}" type="slidenum">
              <a:rPr lang="en-US" altLang="zh-CN" smtClean="0"/>
              <a:pPr>
                <a:defRPr/>
              </a:pPr>
              <a:t>58</a:t>
            </a:fld>
            <a:endParaRPr lang="en-US" altLang="zh-CN"/>
          </a:p>
        </p:txBody>
      </p:sp>
    </p:spTree>
  </p:cSld>
  <p:clrMapOvr>
    <a:masterClrMapping/>
  </p:clrMapOvr>
  <p:transition>
    <p:split orient="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EA770AD-9F63-2A3E-B023-5F952A0C5272}"/>
              </a:ext>
            </a:extLst>
          </p:cNvPr>
          <p:cNvSpPr>
            <a:spLocks noChangeArrowheads="1"/>
          </p:cNvSpPr>
          <p:nvPr/>
        </p:nvSpPr>
        <p:spPr bwMode="auto">
          <a:xfrm>
            <a:off x="533400" y="463550"/>
            <a:ext cx="7924800" cy="579438"/>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lang="zh-CN"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若设</a:t>
            </a:r>
            <a:r>
              <a:rPr lang="zh-CN" altLang="en-US" sz="3200" dirty="0">
                <a:latin typeface="仿宋_GB2312" pitchFamily="49" charset="-122"/>
                <a:ea typeface="仿宋_GB2312" pitchFamily="49" charset="-122"/>
              </a:rPr>
              <a:t>  </a:t>
            </a:r>
            <a:r>
              <a:rPr lang="zh-CN" altLang="en-US" sz="3200" b="1" dirty="0">
                <a:solidFill>
                  <a:srgbClr val="CC0000"/>
                </a:solidFill>
                <a:effectLst>
                  <a:outerShdw blurRad="38100" dist="38100" dir="2700000" algn="tl">
                    <a:srgbClr val="C0C0C0"/>
                  </a:outerShdw>
                </a:effectLst>
                <a:latin typeface="仿宋_GB2312" pitchFamily="49" charset="-122"/>
                <a:ea typeface="仿宋_GB2312" pitchFamily="49" charset="-122"/>
              </a:rPr>
              <a:t>模式</a:t>
            </a:r>
            <a:r>
              <a:rPr lang="zh-CN" altLang="en-US" sz="3200" dirty="0">
                <a:latin typeface="+mn-lt"/>
                <a:ea typeface="楷体_GB2312" pitchFamily="49" charset="-122"/>
              </a:rPr>
              <a:t>  </a:t>
            </a:r>
            <a:r>
              <a:rPr lang="en-US" altLang="zh-CN" sz="3200" b="1" i="1" dirty="0">
                <a:solidFill>
                  <a:srgbClr val="CC0000"/>
                </a:solidFill>
                <a:latin typeface="+mn-lt"/>
                <a:ea typeface="楷体_GB2312" pitchFamily="49" charset="-122"/>
              </a:rPr>
              <a:t>P</a:t>
            </a:r>
            <a:r>
              <a:rPr lang="en-US" altLang="zh-CN" sz="3200" b="1" dirty="0">
                <a:solidFill>
                  <a:srgbClr val="CC0000"/>
                </a:solidFill>
                <a:latin typeface="+mn-lt"/>
                <a:ea typeface="楷体_GB2312" pitchFamily="49" charset="-122"/>
              </a:rPr>
              <a:t> = </a:t>
            </a:r>
            <a:r>
              <a:rPr lang="en-US" altLang="zh-CN" sz="3200" b="1" i="1" dirty="0">
                <a:solidFill>
                  <a:srgbClr val="CC0000"/>
                </a:solidFill>
                <a:latin typeface="+mn-lt"/>
                <a:ea typeface="楷体_GB2312" pitchFamily="49" charset="-122"/>
              </a:rPr>
              <a:t>p</a:t>
            </a:r>
            <a:r>
              <a:rPr lang="en-US" altLang="zh-CN" sz="3200" b="1" baseline="-25000" dirty="0">
                <a:solidFill>
                  <a:srgbClr val="CC0000"/>
                </a:solidFill>
                <a:latin typeface="+mn-lt"/>
                <a:ea typeface="楷体_GB2312" pitchFamily="49" charset="-122"/>
              </a:rPr>
              <a:t>0 </a:t>
            </a:r>
            <a:r>
              <a:rPr lang="en-US" altLang="zh-CN" sz="3200" b="1" i="1" dirty="0">
                <a:solidFill>
                  <a:srgbClr val="CC0000"/>
                </a:solidFill>
                <a:latin typeface="+mn-lt"/>
                <a:ea typeface="楷体_GB2312" pitchFamily="49" charset="-122"/>
              </a:rPr>
              <a:t>p</a:t>
            </a:r>
            <a:r>
              <a:rPr lang="en-US" altLang="zh-CN" sz="3200" b="1" baseline="-25000" dirty="0">
                <a:solidFill>
                  <a:srgbClr val="CC0000"/>
                </a:solidFill>
                <a:latin typeface="+mn-lt"/>
                <a:ea typeface="楷体_GB2312" pitchFamily="49" charset="-122"/>
              </a:rPr>
              <a:t>1</a:t>
            </a:r>
            <a:r>
              <a:rPr lang="en-US" altLang="zh-CN" sz="3200" b="1" dirty="0">
                <a:solidFill>
                  <a:srgbClr val="CC0000"/>
                </a:solidFill>
                <a:latin typeface="+mn-lt"/>
                <a:ea typeface="楷体_GB2312" pitchFamily="49" charset="-122"/>
              </a:rPr>
              <a:t>…</a:t>
            </a:r>
            <a:r>
              <a:rPr lang="en-US" altLang="zh-CN" sz="3200" b="1" i="1" dirty="0">
                <a:solidFill>
                  <a:srgbClr val="CC0000"/>
                </a:solidFill>
                <a:latin typeface="+mn-lt"/>
                <a:ea typeface="楷体_GB2312" pitchFamily="49" charset="-122"/>
              </a:rPr>
              <a:t>p</a:t>
            </a:r>
            <a:r>
              <a:rPr lang="en-US" altLang="zh-CN" sz="3200" b="1" i="1" baseline="-25000" dirty="0">
                <a:solidFill>
                  <a:srgbClr val="CC0000"/>
                </a:solidFill>
                <a:latin typeface="+mn-lt"/>
                <a:ea typeface="楷体_GB2312" pitchFamily="49" charset="-122"/>
              </a:rPr>
              <a:t>m-</a:t>
            </a:r>
            <a:r>
              <a:rPr lang="en-US" altLang="zh-CN" sz="3200" b="1" baseline="-25000" dirty="0">
                <a:solidFill>
                  <a:srgbClr val="CC0000"/>
                </a:solidFill>
                <a:latin typeface="+mn-lt"/>
                <a:ea typeface="楷体_GB2312" pitchFamily="49" charset="-122"/>
              </a:rPr>
              <a:t>2 </a:t>
            </a:r>
            <a:r>
              <a:rPr lang="en-US" altLang="zh-CN" sz="3200" b="1" i="1" dirty="0">
                <a:solidFill>
                  <a:srgbClr val="CC0000"/>
                </a:solidFill>
                <a:latin typeface="+mn-lt"/>
                <a:ea typeface="楷体_GB2312" pitchFamily="49" charset="-122"/>
              </a:rPr>
              <a:t>p</a:t>
            </a:r>
            <a:r>
              <a:rPr lang="en-US" altLang="zh-CN" sz="3200" b="1" i="1" baseline="-25000" dirty="0">
                <a:solidFill>
                  <a:srgbClr val="CC0000"/>
                </a:solidFill>
                <a:latin typeface="+mn-lt"/>
                <a:ea typeface="楷体_GB2312" pitchFamily="49" charset="-122"/>
              </a:rPr>
              <a:t>m</a:t>
            </a:r>
            <a:r>
              <a:rPr lang="en-US" altLang="zh-CN" sz="3200" b="1" baseline="-25000" dirty="0">
                <a:solidFill>
                  <a:srgbClr val="CC0000"/>
                </a:solidFill>
                <a:latin typeface="+mn-lt"/>
                <a:ea typeface="楷体_GB2312" pitchFamily="49" charset="-122"/>
              </a:rPr>
              <a:t>-1</a:t>
            </a:r>
          </a:p>
        </p:txBody>
      </p:sp>
      <p:sp>
        <p:nvSpPr>
          <p:cNvPr id="73733" name="Rectangle 5">
            <a:extLst>
              <a:ext uri="{FF2B5EF4-FFF2-40B4-BE49-F238E27FC236}">
                <a16:creationId xmlns:a16="http://schemas.microsoft.com/office/drawing/2014/main" id="{5BBC4992-964B-A145-84BE-271EF40E914A}"/>
              </a:ext>
            </a:extLst>
          </p:cNvPr>
          <p:cNvSpPr>
            <a:spLocks noChangeArrowheads="1"/>
          </p:cNvSpPr>
          <p:nvPr/>
        </p:nvSpPr>
        <p:spPr bwMode="auto">
          <a:xfrm>
            <a:off x="743272" y="1618922"/>
            <a:ext cx="8077200" cy="3970318"/>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                 -1, </a:t>
            </a:r>
            <a:r>
              <a:rPr lang="zh-CN" altLang="en-US" sz="2800" b="1" dirty="0">
                <a:solidFill>
                  <a:srgbClr val="000099"/>
                </a:solidFill>
                <a:effectLst>
                  <a:outerShdw blurRad="38100" dist="38100" dir="2700000" algn="tl">
                    <a:srgbClr val="C0C0C0"/>
                  </a:outerShdw>
                </a:effectLst>
                <a:latin typeface="仿宋_GB2312" pitchFamily="49" charset="-122"/>
                <a:ea typeface="仿宋_GB2312" pitchFamily="49" charset="-122"/>
              </a:rPr>
              <a:t>当</a:t>
            </a: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j=0</a:t>
            </a:r>
          </a:p>
          <a:p>
            <a:pPr eaLnBrk="1" fontAlgn="auto" hangingPunct="1">
              <a:spcBef>
                <a:spcPts val="0"/>
              </a:spcBef>
              <a:spcAft>
                <a:spcPts val="0"/>
              </a:spcAft>
              <a:defRPr/>
            </a:pP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next(j)=   k+1, </a:t>
            </a:r>
            <a:r>
              <a:rPr lang="zh-CN" altLang="en-US" sz="2800" b="1" dirty="0">
                <a:solidFill>
                  <a:srgbClr val="000099"/>
                </a:solidFill>
                <a:effectLst>
                  <a:outerShdw blurRad="38100" dist="38100" dir="2700000" algn="tl">
                    <a:srgbClr val="C0C0C0"/>
                  </a:outerShdw>
                </a:effectLst>
                <a:latin typeface="仿宋_GB2312" pitchFamily="49" charset="-122"/>
                <a:ea typeface="仿宋_GB2312" pitchFamily="49" charset="-122"/>
              </a:rPr>
              <a:t>当</a:t>
            </a: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0&lt;=k&lt;j-1</a:t>
            </a:r>
            <a:r>
              <a:rPr lang="zh-CN" altLang="en-US" sz="2800" b="1" dirty="0">
                <a:solidFill>
                  <a:srgbClr val="000099"/>
                </a:solidFill>
                <a:effectLst>
                  <a:outerShdw blurRad="38100" dist="38100" dir="2700000" algn="tl">
                    <a:srgbClr val="C0C0C0"/>
                  </a:outerShdw>
                </a:effectLst>
                <a:latin typeface="仿宋_GB2312" pitchFamily="49" charset="-122"/>
                <a:ea typeface="仿宋_GB2312" pitchFamily="49" charset="-122"/>
              </a:rPr>
              <a:t>，且 </a:t>
            </a:r>
            <a:r>
              <a:rPr lang="en-US" altLang="zh-CN" sz="2800" b="1" i="1" dirty="0">
                <a:solidFill>
                  <a:srgbClr val="CC0000"/>
                </a:solidFill>
                <a:latin typeface="+mn-lt"/>
                <a:ea typeface="楷体_GB2312" pitchFamily="49" charset="-122"/>
              </a:rPr>
              <a:t>p</a:t>
            </a:r>
            <a:r>
              <a:rPr lang="en-US" altLang="zh-CN" sz="2800" b="1" baseline="-25000" dirty="0">
                <a:solidFill>
                  <a:srgbClr val="CC0000"/>
                </a:solidFill>
                <a:latin typeface="+mn-lt"/>
                <a:ea typeface="楷体_GB2312" pitchFamily="49" charset="-122"/>
              </a:rPr>
              <a:t>0 </a:t>
            </a:r>
            <a:r>
              <a:rPr lang="en-US" altLang="zh-CN" sz="2800" b="1" i="1" dirty="0">
                <a:solidFill>
                  <a:srgbClr val="CC0000"/>
                </a:solidFill>
                <a:latin typeface="+mn-lt"/>
                <a:ea typeface="楷体_GB2312" pitchFamily="49" charset="-122"/>
              </a:rPr>
              <a:t>p</a:t>
            </a:r>
            <a:r>
              <a:rPr lang="en-US" altLang="zh-CN" sz="2800" b="1" baseline="-25000" dirty="0">
                <a:solidFill>
                  <a:srgbClr val="CC0000"/>
                </a:solidFill>
                <a:latin typeface="+mn-lt"/>
                <a:ea typeface="楷体_GB2312" pitchFamily="49" charset="-122"/>
              </a:rPr>
              <a:t>1</a:t>
            </a:r>
            <a:r>
              <a:rPr lang="en-US" altLang="zh-CN" sz="2800" b="1" dirty="0">
                <a:solidFill>
                  <a:srgbClr val="CC0000"/>
                </a:solidFill>
                <a:latin typeface="+mn-lt"/>
                <a:ea typeface="楷体_GB2312" pitchFamily="49" charset="-122"/>
              </a:rPr>
              <a:t>…</a:t>
            </a:r>
            <a:r>
              <a:rPr lang="en-US" altLang="zh-CN" sz="2800" b="1" i="1" dirty="0">
                <a:solidFill>
                  <a:srgbClr val="CC0000"/>
                </a:solidFill>
                <a:latin typeface="+mn-lt"/>
                <a:ea typeface="楷体_GB2312" pitchFamily="49" charset="-122"/>
              </a:rPr>
              <a:t>p</a:t>
            </a:r>
            <a:r>
              <a:rPr lang="en-US" altLang="zh-CN" sz="2800" b="1" i="1" baseline="-25000" dirty="0">
                <a:solidFill>
                  <a:srgbClr val="CC0000"/>
                </a:solidFill>
                <a:latin typeface="+mn-lt"/>
                <a:ea typeface="楷体_GB2312" pitchFamily="49" charset="-122"/>
              </a:rPr>
              <a:t>k</a:t>
            </a:r>
            <a:r>
              <a:rPr lang="en-US" altLang="zh-CN" sz="2800" b="1" baseline="-25000" dirty="0">
                <a:solidFill>
                  <a:srgbClr val="CC0000"/>
                </a:solidFill>
                <a:latin typeface="+mn-lt"/>
                <a:ea typeface="楷体_GB2312" pitchFamily="49" charset="-122"/>
              </a:rPr>
              <a:t> </a:t>
            </a:r>
            <a:r>
              <a:rPr lang="en-US" altLang="zh-CN" sz="2800" b="1" dirty="0">
                <a:solidFill>
                  <a:srgbClr val="CC0000"/>
                </a:solidFill>
                <a:latin typeface="+mn-lt"/>
                <a:ea typeface="楷体_GB2312" pitchFamily="49" charset="-122"/>
              </a:rPr>
              <a:t>=</a:t>
            </a:r>
            <a:endParaRPr lang="en-US" altLang="zh-CN" sz="2800" b="1" baseline="-25000" dirty="0">
              <a:solidFill>
                <a:srgbClr val="CC0000"/>
              </a:solidFill>
              <a:latin typeface="+mn-lt"/>
              <a:ea typeface="楷体_GB2312" pitchFamily="49" charset="-122"/>
            </a:endParaRPr>
          </a:p>
          <a:p>
            <a:pPr eaLnBrk="1" fontAlgn="auto" hangingPunct="1">
              <a:spcBef>
                <a:spcPts val="0"/>
              </a:spcBef>
              <a:spcAft>
                <a:spcPts val="0"/>
              </a:spcAft>
              <a:defRPr/>
            </a:pPr>
            <a:r>
              <a:rPr lang="en-US" altLang="zh-CN" sz="2800" b="1" i="1" dirty="0">
                <a:solidFill>
                  <a:srgbClr val="CC0000"/>
                </a:solidFill>
                <a:latin typeface="+mn-lt"/>
                <a:ea typeface="楷体_GB2312" pitchFamily="49" charset="-122"/>
              </a:rPr>
              <a:t>                          p</a:t>
            </a:r>
            <a:r>
              <a:rPr lang="en-US" altLang="zh-CN" sz="2800" b="1" baseline="-25000" dirty="0">
                <a:solidFill>
                  <a:srgbClr val="CC0000"/>
                </a:solidFill>
                <a:latin typeface="+mn-lt"/>
                <a:ea typeface="楷体_GB2312" pitchFamily="49" charset="-122"/>
              </a:rPr>
              <a:t>j-k-1 </a:t>
            </a:r>
            <a:r>
              <a:rPr lang="en-US" altLang="zh-CN" sz="2800" b="1" i="1" dirty="0" err="1">
                <a:solidFill>
                  <a:srgbClr val="CC0000"/>
                </a:solidFill>
                <a:latin typeface="+mn-lt"/>
                <a:ea typeface="楷体_GB2312" pitchFamily="49" charset="-122"/>
              </a:rPr>
              <a:t>p</a:t>
            </a:r>
            <a:r>
              <a:rPr lang="en-US" altLang="zh-CN" sz="2800" b="1" baseline="-25000" dirty="0" err="1">
                <a:solidFill>
                  <a:srgbClr val="CC0000"/>
                </a:solidFill>
                <a:latin typeface="+mn-lt"/>
                <a:ea typeface="楷体_GB2312" pitchFamily="49" charset="-122"/>
              </a:rPr>
              <a:t>j</a:t>
            </a:r>
            <a:r>
              <a:rPr lang="en-US" altLang="zh-CN" sz="2800" b="1" baseline="-25000" dirty="0">
                <a:solidFill>
                  <a:srgbClr val="CC0000"/>
                </a:solidFill>
                <a:latin typeface="+mn-lt"/>
                <a:ea typeface="楷体_GB2312" pitchFamily="49" charset="-122"/>
              </a:rPr>
              <a:t>-k</a:t>
            </a:r>
            <a:r>
              <a:rPr lang="en-US" altLang="zh-CN" sz="2800" b="1" dirty="0">
                <a:solidFill>
                  <a:srgbClr val="CC0000"/>
                </a:solidFill>
                <a:latin typeface="+mn-lt"/>
                <a:ea typeface="楷体_GB2312" pitchFamily="49" charset="-122"/>
              </a:rPr>
              <a:t>…</a:t>
            </a:r>
            <a:r>
              <a:rPr lang="en-US" altLang="zh-CN" sz="2800" b="1" baseline="-25000" dirty="0">
                <a:solidFill>
                  <a:srgbClr val="CC0000"/>
                </a:solidFill>
                <a:latin typeface="+mn-lt"/>
                <a:ea typeface="楷体_GB2312" pitchFamily="49" charset="-122"/>
              </a:rPr>
              <a:t> </a:t>
            </a:r>
            <a:r>
              <a:rPr lang="en-US" altLang="zh-CN" sz="2800" b="1" i="1" dirty="0">
                <a:solidFill>
                  <a:srgbClr val="CC0000"/>
                </a:solidFill>
                <a:latin typeface="+mn-lt"/>
                <a:ea typeface="楷体_GB2312" pitchFamily="49" charset="-122"/>
              </a:rPr>
              <a:t>p</a:t>
            </a:r>
            <a:r>
              <a:rPr lang="en-US" altLang="zh-CN" sz="2800" b="1" i="1" baseline="-25000" dirty="0">
                <a:solidFill>
                  <a:srgbClr val="CC0000"/>
                </a:solidFill>
                <a:latin typeface="+mn-lt"/>
                <a:ea typeface="楷体_GB2312" pitchFamily="49" charset="-122"/>
              </a:rPr>
              <a:t>j</a:t>
            </a:r>
            <a:r>
              <a:rPr lang="en-US" altLang="zh-CN" sz="2800" b="1" baseline="-25000" dirty="0">
                <a:solidFill>
                  <a:srgbClr val="CC0000"/>
                </a:solidFill>
                <a:latin typeface="+mn-lt"/>
                <a:ea typeface="楷体_GB2312" pitchFamily="49" charset="-122"/>
              </a:rPr>
              <a:t>-1</a:t>
            </a:r>
            <a:r>
              <a:rPr lang="zh-CN" altLang="en-US" sz="2800" b="1" dirty="0">
                <a:solidFill>
                  <a:srgbClr val="000099"/>
                </a:solidFill>
                <a:effectLst>
                  <a:outerShdw blurRad="38100" dist="38100" dir="2700000" algn="tl">
                    <a:srgbClr val="C0C0C0"/>
                  </a:outerShdw>
                </a:effectLst>
                <a:latin typeface="仿宋_GB2312" pitchFamily="49" charset="-122"/>
                <a:ea typeface="仿宋_GB2312" pitchFamily="49" charset="-122"/>
              </a:rPr>
              <a:t>的最大整数  </a:t>
            </a:r>
          </a:p>
          <a:p>
            <a:pPr eaLnBrk="1" fontAlgn="auto" hangingPunct="1">
              <a:spcBef>
                <a:spcPts val="0"/>
              </a:spcBef>
              <a:spcAft>
                <a:spcPts val="0"/>
              </a:spcAft>
              <a:defRPr/>
            </a:pPr>
            <a:r>
              <a:rPr lang="zh-CN" altLang="en-US" sz="2800" b="1" dirty="0">
                <a:solidFill>
                  <a:srgbClr val="000099"/>
                </a:solidFill>
                <a:effectLst>
                  <a:outerShdw blurRad="38100" dist="38100" dir="2700000" algn="tl">
                    <a:srgbClr val="C0C0C0"/>
                  </a:outerShdw>
                </a:effectLst>
                <a:latin typeface="仿宋_GB2312" pitchFamily="49" charset="-122"/>
                <a:ea typeface="仿宋_GB2312" pitchFamily="49" charset="-122"/>
              </a:rPr>
              <a:t>                 </a:t>
            </a: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0, </a:t>
            </a:r>
            <a:r>
              <a:rPr lang="zh-CN" altLang="en-US" sz="2800" b="1" dirty="0">
                <a:solidFill>
                  <a:srgbClr val="000099"/>
                </a:solidFill>
                <a:effectLst>
                  <a:outerShdw blurRad="38100" dist="38100" dir="2700000" algn="tl">
                    <a:srgbClr val="C0C0C0"/>
                  </a:outerShdw>
                </a:effectLst>
                <a:latin typeface="仿宋_GB2312" pitchFamily="49" charset="-122"/>
                <a:ea typeface="仿宋_GB2312" pitchFamily="49" charset="-122"/>
              </a:rPr>
              <a:t>其它情况   </a:t>
            </a:r>
          </a:p>
          <a:p>
            <a:pPr eaLnBrk="1" fontAlgn="auto" hangingPunct="1">
              <a:spcBef>
                <a:spcPts val="0"/>
              </a:spcBef>
              <a:spcAft>
                <a:spcPts val="0"/>
              </a:spcAft>
              <a:defRPr/>
            </a:pPr>
            <a:endParaRPr lang="zh-CN" altLang="en-US" sz="2800" b="1" dirty="0">
              <a:solidFill>
                <a:srgbClr val="000099"/>
              </a:solidFill>
              <a:effectLst>
                <a:outerShdw blurRad="38100" dist="38100" dir="2700000" algn="tl">
                  <a:srgbClr val="C0C0C0"/>
                </a:outerShdw>
              </a:effectLst>
              <a:latin typeface="仿宋_GB2312" pitchFamily="49" charset="-122"/>
              <a:ea typeface="仿宋_GB2312" pitchFamily="49" charset="-122"/>
            </a:endParaRPr>
          </a:p>
          <a:p>
            <a:pPr eaLnBrk="1" fontAlgn="auto" hangingPunct="1">
              <a:spcBef>
                <a:spcPts val="0"/>
              </a:spcBef>
              <a:spcAft>
                <a:spcPts val="0"/>
              </a:spcAft>
              <a:defRPr/>
            </a:pPr>
            <a:r>
              <a:rPr lang="zh-CN"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示例 ：特征函数</a:t>
            </a:r>
            <a:r>
              <a:rPr lang="zh-CN" altLang="zh-CN" sz="2800" b="1" i="1" dirty="0">
                <a:effectLst>
                  <a:outerShdw blurRad="38100" dist="38100" dir="2700000" algn="tl">
                    <a:srgbClr val="C0C0C0"/>
                  </a:outerShdw>
                </a:effectLst>
                <a:latin typeface="+mn-lt"/>
                <a:ea typeface="楷体_GB2312" pitchFamily="49" charset="-122"/>
              </a:rPr>
              <a:t> </a:t>
            </a:r>
            <a:r>
              <a:rPr lang="en-US" altLang="zh-CN" sz="2800" b="1" i="1" dirty="0">
                <a:solidFill>
                  <a:srgbClr val="FF3300"/>
                </a:solidFill>
                <a:effectLst>
                  <a:outerShdw blurRad="38100" dist="38100" dir="2700000" algn="tl">
                    <a:srgbClr val="C0C0C0"/>
                  </a:outerShdw>
                </a:effectLst>
                <a:latin typeface="+mn-lt"/>
                <a:ea typeface="楷体_GB2312" pitchFamily="49" charset="-122"/>
              </a:rPr>
              <a:t>next </a:t>
            </a:r>
            <a:r>
              <a:rPr lang="en-US" altLang="zh-CN" sz="2800" b="1" dirty="0">
                <a:solidFill>
                  <a:srgbClr val="FF3300"/>
                </a:solidFill>
                <a:effectLst>
                  <a:outerShdw blurRad="38100" dist="38100" dir="2700000" algn="tl">
                    <a:srgbClr val="C0C0C0"/>
                  </a:outerShdw>
                </a:effectLst>
                <a:latin typeface="+mn-lt"/>
                <a:ea typeface="楷体_GB2312" pitchFamily="49" charset="-122"/>
              </a:rPr>
              <a:t>(</a:t>
            </a:r>
            <a:r>
              <a:rPr lang="en-US" altLang="zh-CN" sz="2800" b="1" i="1" dirty="0">
                <a:solidFill>
                  <a:srgbClr val="FF3300"/>
                </a:solidFill>
                <a:effectLst>
                  <a:outerShdw blurRad="38100" dist="38100" dir="2700000" algn="tl">
                    <a:srgbClr val="C0C0C0"/>
                  </a:outerShdw>
                </a:effectLst>
                <a:latin typeface="+mn-lt"/>
                <a:ea typeface="楷体_GB2312" pitchFamily="49" charset="-122"/>
              </a:rPr>
              <a:t>j</a:t>
            </a:r>
            <a:r>
              <a:rPr lang="en-US" altLang="zh-CN" sz="2800" b="1" dirty="0">
                <a:solidFill>
                  <a:srgbClr val="FF3300"/>
                </a:solidFill>
                <a:effectLst>
                  <a:outerShdw blurRad="38100" dist="38100" dir="2700000" algn="tl">
                    <a:srgbClr val="C0C0C0"/>
                  </a:outerShdw>
                </a:effectLst>
                <a:latin typeface="+mn-lt"/>
                <a:ea typeface="楷体_GB2312" pitchFamily="49" charset="-122"/>
              </a:rPr>
              <a:t>)</a:t>
            </a:r>
          </a:p>
          <a:p>
            <a:pPr eaLnBrk="1" fontAlgn="auto" hangingPunct="1">
              <a:spcBef>
                <a:spcPts val="0"/>
              </a:spcBef>
              <a:spcAft>
                <a:spcPts val="0"/>
              </a:spcAft>
              <a:defRPr/>
            </a:pP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    j          0  1  2  3  4  5  6  7 </a:t>
            </a:r>
          </a:p>
          <a:p>
            <a:pPr eaLnBrk="1" fontAlgn="auto" hangingPunct="1">
              <a:spcBef>
                <a:spcPts val="0"/>
              </a:spcBef>
              <a:spcAft>
                <a:spcPts val="0"/>
              </a:spcAft>
              <a:defRPr/>
            </a:pP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   P          a  b  a  </a:t>
            </a:r>
            <a:r>
              <a:rPr lang="en-US" altLang="zh-CN" sz="2800" b="1" dirty="0" err="1">
                <a:solidFill>
                  <a:srgbClr val="000099"/>
                </a:solidFill>
                <a:effectLst>
                  <a:outerShdw blurRad="38100" dist="38100" dir="2700000" algn="tl">
                    <a:srgbClr val="C0C0C0"/>
                  </a:outerShdw>
                </a:effectLst>
                <a:latin typeface="仿宋_GB2312" pitchFamily="49" charset="-122"/>
                <a:ea typeface="仿宋_GB2312" pitchFamily="49" charset="-122"/>
              </a:rPr>
              <a:t>a</a:t>
            </a: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  b  c  a  c</a:t>
            </a:r>
          </a:p>
          <a:p>
            <a:pPr eaLnBrk="1" fontAlgn="auto" hangingPunct="1">
              <a:spcBef>
                <a:spcPts val="0"/>
              </a:spcBef>
              <a:spcAft>
                <a:spcPts val="0"/>
              </a:spcAft>
              <a:defRPr/>
            </a:pP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next(j)  </a:t>
            </a:r>
            <a:r>
              <a:rPr lang="en-US" altLang="zh-CN" sz="2800" b="1" dirty="0">
                <a:solidFill>
                  <a:srgbClr val="000099"/>
                </a:solidFill>
                <a:effectLst>
                  <a:outerShdw blurRad="38100" dist="38100" dir="2700000" algn="tl">
                    <a:srgbClr val="C0C0C0"/>
                  </a:outerShdw>
                </a:effectLst>
                <a:latin typeface="Times New Roman"/>
                <a:ea typeface="仿宋_GB2312" pitchFamily="49" charset="-122"/>
              </a:rPr>
              <a:t>–</a:t>
            </a:r>
            <a:r>
              <a:rPr lang="en-US" altLang="zh-CN" sz="2800" b="1" dirty="0">
                <a:solidFill>
                  <a:srgbClr val="000099"/>
                </a:solidFill>
                <a:effectLst>
                  <a:outerShdw blurRad="38100" dist="38100" dir="2700000" algn="tl">
                    <a:srgbClr val="C0C0C0"/>
                  </a:outerShdw>
                </a:effectLst>
                <a:latin typeface="仿宋_GB2312" pitchFamily="49" charset="-122"/>
                <a:ea typeface="仿宋_GB2312" pitchFamily="49" charset="-122"/>
              </a:rPr>
              <a:t>1  0  0  1  1  2  0  1</a:t>
            </a:r>
          </a:p>
        </p:txBody>
      </p:sp>
      <p:sp>
        <p:nvSpPr>
          <p:cNvPr id="66564" name="AutoShape 6">
            <a:extLst>
              <a:ext uri="{FF2B5EF4-FFF2-40B4-BE49-F238E27FC236}">
                <a16:creationId xmlns:a16="http://schemas.microsoft.com/office/drawing/2014/main" id="{C000F053-6E8D-BFDF-7FDE-B40D48452306}"/>
              </a:ext>
            </a:extLst>
          </p:cNvPr>
          <p:cNvSpPr>
            <a:spLocks/>
          </p:cNvSpPr>
          <p:nvPr/>
        </p:nvSpPr>
        <p:spPr bwMode="auto">
          <a:xfrm>
            <a:off x="2339752" y="1700808"/>
            <a:ext cx="288032" cy="1587865"/>
          </a:xfrm>
          <a:prstGeom prst="leftBrace">
            <a:avLst>
              <a:gd name="adj1" fmla="val 54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6565" name="Line 7">
            <a:extLst>
              <a:ext uri="{FF2B5EF4-FFF2-40B4-BE49-F238E27FC236}">
                <a16:creationId xmlns:a16="http://schemas.microsoft.com/office/drawing/2014/main" id="{6A725D42-0F54-85FB-289D-E62652204961}"/>
              </a:ext>
            </a:extLst>
          </p:cNvPr>
          <p:cNvSpPr>
            <a:spLocks noChangeShapeType="1"/>
          </p:cNvSpPr>
          <p:nvPr/>
        </p:nvSpPr>
        <p:spPr bwMode="auto">
          <a:xfrm>
            <a:off x="447328" y="4615462"/>
            <a:ext cx="792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66" name="Line 8">
            <a:extLst>
              <a:ext uri="{FF2B5EF4-FFF2-40B4-BE49-F238E27FC236}">
                <a16:creationId xmlns:a16="http://schemas.microsoft.com/office/drawing/2014/main" id="{4807DA59-C53B-7A56-C6D4-6764EBF5458B}"/>
              </a:ext>
            </a:extLst>
          </p:cNvPr>
          <p:cNvSpPr>
            <a:spLocks noChangeShapeType="1"/>
          </p:cNvSpPr>
          <p:nvPr/>
        </p:nvSpPr>
        <p:spPr bwMode="auto">
          <a:xfrm>
            <a:off x="2123728" y="4158262"/>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灯片编号占位符 2">
            <a:extLst>
              <a:ext uri="{FF2B5EF4-FFF2-40B4-BE49-F238E27FC236}">
                <a16:creationId xmlns:a16="http://schemas.microsoft.com/office/drawing/2014/main" id="{57951017-C9D0-7290-D7EF-24AE95F1771D}"/>
              </a:ext>
            </a:extLst>
          </p:cNvPr>
          <p:cNvSpPr>
            <a:spLocks noGrp="1"/>
          </p:cNvSpPr>
          <p:nvPr>
            <p:ph type="sldNum" sz="quarter" idx="12"/>
          </p:nvPr>
        </p:nvSpPr>
        <p:spPr/>
        <p:txBody>
          <a:bodyPr/>
          <a:lstStyle/>
          <a:p>
            <a:pPr>
              <a:defRPr/>
            </a:pPr>
            <a:fld id="{C268C1A0-320C-49BD-A39F-8B87144325CB}" type="slidenum">
              <a:rPr lang="en-US" altLang="zh-CN" smtClean="0"/>
              <a:pPr>
                <a:defRPr/>
              </a:pPr>
              <a:t>59</a:t>
            </a:fld>
            <a:endParaRPr lang="en-US" altLang="zh-CN"/>
          </a:p>
        </p:txBody>
      </p:sp>
    </p:spTree>
  </p:cSld>
  <p:clrMapOvr>
    <a:masterClrMapping/>
  </p:clrMapOvr>
  <p:transition>
    <p:split orient="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Rectangle 5">
            <a:extLst>
              <a:ext uri="{FF2B5EF4-FFF2-40B4-BE49-F238E27FC236}">
                <a16:creationId xmlns:a16="http://schemas.microsoft.com/office/drawing/2014/main" id="{1244F967-70C4-AB6D-5FFD-CE80A86C5045}"/>
              </a:ext>
            </a:extLst>
          </p:cNvPr>
          <p:cNvSpPr>
            <a:spLocks noChangeArrowheads="1"/>
          </p:cNvSpPr>
          <p:nvPr/>
        </p:nvSpPr>
        <p:spPr bwMode="auto">
          <a:xfrm>
            <a:off x="533400" y="1968500"/>
            <a:ext cx="8077200" cy="4524375"/>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          -1,</a:t>
            </a:r>
            <a:r>
              <a:rPr lang="zh-CN" altLang="en-US" sz="3200" b="1" dirty="0">
                <a:solidFill>
                  <a:srgbClr val="000099"/>
                </a:solidFill>
                <a:effectLst>
                  <a:outerShdw blurRad="38100" dist="38100" dir="2700000" algn="tl">
                    <a:srgbClr val="C0C0C0"/>
                  </a:outerShdw>
                </a:effectLst>
                <a:latin typeface="仿宋_GB2312" pitchFamily="49" charset="-122"/>
                <a:ea typeface="仿宋_GB2312" pitchFamily="49" charset="-122"/>
              </a:rPr>
              <a:t>  其它情况 </a:t>
            </a:r>
            <a:endPar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endParaRPr>
          </a:p>
          <a:p>
            <a:pPr eaLnBrk="1" fontAlgn="auto" hangingPunct="1">
              <a:spcBef>
                <a:spcPts val="0"/>
              </a:spcBef>
              <a:spcAft>
                <a:spcPts val="0"/>
              </a:spcAft>
              <a:defRPr/>
            </a:pPr>
            <a:r>
              <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f(j)=   k,  </a:t>
            </a:r>
            <a:r>
              <a:rPr lang="zh-CN" altLang="en-US" sz="3200" b="1" dirty="0">
                <a:solidFill>
                  <a:srgbClr val="000099"/>
                </a:solidFill>
                <a:effectLst>
                  <a:outerShdw blurRad="38100" dist="38100" dir="2700000" algn="tl">
                    <a:srgbClr val="C0C0C0"/>
                  </a:outerShdw>
                </a:effectLst>
                <a:latin typeface="仿宋_GB2312" pitchFamily="49" charset="-122"/>
                <a:ea typeface="仿宋_GB2312" pitchFamily="49" charset="-122"/>
              </a:rPr>
              <a:t>当</a:t>
            </a:r>
            <a:r>
              <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0&lt;=k&lt;j</a:t>
            </a:r>
            <a:r>
              <a:rPr lang="zh-CN" altLang="en-US" sz="3200" b="1" dirty="0">
                <a:solidFill>
                  <a:srgbClr val="000099"/>
                </a:solidFill>
                <a:effectLst>
                  <a:outerShdw blurRad="38100" dist="38100" dir="2700000" algn="tl">
                    <a:srgbClr val="C0C0C0"/>
                  </a:outerShdw>
                </a:effectLst>
                <a:latin typeface="仿宋_GB2312" pitchFamily="49" charset="-122"/>
                <a:ea typeface="仿宋_GB2312" pitchFamily="49" charset="-122"/>
              </a:rPr>
              <a:t>，且</a:t>
            </a:r>
            <a:r>
              <a:rPr lang="en-US" altLang="zh-CN" sz="3200" b="1" i="1" dirty="0">
                <a:solidFill>
                  <a:srgbClr val="CC0000"/>
                </a:solidFill>
                <a:latin typeface="+mn-lt"/>
                <a:ea typeface="楷体_GB2312" pitchFamily="49" charset="-122"/>
              </a:rPr>
              <a:t>p</a:t>
            </a:r>
            <a:r>
              <a:rPr lang="en-US" altLang="zh-CN" sz="3200" b="1" baseline="-25000" dirty="0">
                <a:solidFill>
                  <a:srgbClr val="CC0000"/>
                </a:solidFill>
                <a:latin typeface="+mn-lt"/>
                <a:ea typeface="楷体_GB2312" pitchFamily="49" charset="-122"/>
              </a:rPr>
              <a:t>0 </a:t>
            </a:r>
            <a:r>
              <a:rPr lang="en-US" altLang="zh-CN" sz="3200" b="1" i="1" dirty="0">
                <a:solidFill>
                  <a:srgbClr val="CC0000"/>
                </a:solidFill>
                <a:latin typeface="+mn-lt"/>
                <a:ea typeface="楷体_GB2312" pitchFamily="49" charset="-122"/>
              </a:rPr>
              <a:t>p</a:t>
            </a:r>
            <a:r>
              <a:rPr lang="en-US" altLang="zh-CN" sz="3200" b="1" baseline="-25000" dirty="0">
                <a:solidFill>
                  <a:srgbClr val="CC0000"/>
                </a:solidFill>
                <a:latin typeface="+mn-lt"/>
                <a:ea typeface="楷体_GB2312" pitchFamily="49" charset="-122"/>
              </a:rPr>
              <a:t>1</a:t>
            </a:r>
            <a:r>
              <a:rPr lang="en-US" altLang="zh-CN" sz="3200" b="1" dirty="0">
                <a:solidFill>
                  <a:srgbClr val="CC0000"/>
                </a:solidFill>
                <a:latin typeface="+mn-lt"/>
                <a:ea typeface="楷体_GB2312" pitchFamily="49" charset="-122"/>
              </a:rPr>
              <a:t>…</a:t>
            </a:r>
            <a:r>
              <a:rPr lang="en-US" altLang="zh-CN" sz="3200" b="1" i="1" dirty="0" err="1">
                <a:solidFill>
                  <a:srgbClr val="CC0000"/>
                </a:solidFill>
                <a:latin typeface="+mn-lt"/>
                <a:ea typeface="楷体_GB2312" pitchFamily="49" charset="-122"/>
              </a:rPr>
              <a:t>p</a:t>
            </a:r>
            <a:r>
              <a:rPr lang="en-US" altLang="zh-CN" sz="3200" b="1" i="1" baseline="-25000" dirty="0" err="1">
                <a:solidFill>
                  <a:srgbClr val="CC0000"/>
                </a:solidFill>
                <a:latin typeface="+mn-lt"/>
                <a:ea typeface="楷体_GB2312" pitchFamily="49" charset="-122"/>
              </a:rPr>
              <a:t>k</a:t>
            </a:r>
            <a:r>
              <a:rPr lang="en-US" altLang="zh-CN" sz="3200" b="1" baseline="-25000" dirty="0">
                <a:solidFill>
                  <a:srgbClr val="CC0000"/>
                </a:solidFill>
                <a:latin typeface="+mn-lt"/>
                <a:ea typeface="楷体_GB2312" pitchFamily="49" charset="-122"/>
              </a:rPr>
              <a:t> </a:t>
            </a:r>
            <a:r>
              <a:rPr lang="en-US" altLang="zh-CN" sz="3200" b="1" dirty="0">
                <a:solidFill>
                  <a:srgbClr val="CC0000"/>
                </a:solidFill>
                <a:latin typeface="+mn-lt"/>
                <a:ea typeface="楷体_GB2312" pitchFamily="49" charset="-122"/>
              </a:rPr>
              <a:t>=</a:t>
            </a:r>
            <a:endParaRPr lang="en-US" altLang="zh-CN" sz="3200" b="1" baseline="-25000" dirty="0">
              <a:solidFill>
                <a:srgbClr val="CC0000"/>
              </a:solidFill>
              <a:latin typeface="+mn-lt"/>
              <a:ea typeface="楷体_GB2312" pitchFamily="49" charset="-122"/>
            </a:endParaRPr>
          </a:p>
          <a:p>
            <a:pPr eaLnBrk="1" fontAlgn="auto" hangingPunct="1">
              <a:spcBef>
                <a:spcPts val="0"/>
              </a:spcBef>
              <a:spcAft>
                <a:spcPts val="0"/>
              </a:spcAft>
              <a:defRPr/>
            </a:pPr>
            <a:r>
              <a:rPr lang="en-US" altLang="zh-CN" sz="3200" b="1" i="1" dirty="0">
                <a:solidFill>
                  <a:srgbClr val="CC0000"/>
                </a:solidFill>
                <a:latin typeface="+mn-lt"/>
                <a:ea typeface="楷体_GB2312" pitchFamily="49" charset="-122"/>
              </a:rPr>
              <a:t>                               </a:t>
            </a:r>
            <a:r>
              <a:rPr lang="en-US" altLang="zh-CN" sz="3200" b="1" i="1" dirty="0" err="1">
                <a:solidFill>
                  <a:srgbClr val="CC0000"/>
                </a:solidFill>
                <a:latin typeface="+mn-lt"/>
                <a:ea typeface="楷体_GB2312" pitchFamily="49" charset="-122"/>
              </a:rPr>
              <a:t>p</a:t>
            </a:r>
            <a:r>
              <a:rPr lang="en-US" altLang="zh-CN" sz="3200" b="1" baseline="-25000" dirty="0" err="1">
                <a:solidFill>
                  <a:srgbClr val="CC0000"/>
                </a:solidFill>
                <a:latin typeface="+mn-lt"/>
                <a:ea typeface="楷体_GB2312" pitchFamily="49" charset="-122"/>
              </a:rPr>
              <a:t>j</a:t>
            </a:r>
            <a:r>
              <a:rPr lang="en-US" altLang="zh-CN" sz="3200" b="1" baseline="-25000" dirty="0">
                <a:solidFill>
                  <a:srgbClr val="CC0000"/>
                </a:solidFill>
                <a:latin typeface="+mn-lt"/>
                <a:ea typeface="楷体_GB2312" pitchFamily="49" charset="-122"/>
              </a:rPr>
              <a:t>-k </a:t>
            </a:r>
            <a:r>
              <a:rPr lang="en-US" altLang="zh-CN" sz="3200" b="1" i="1" dirty="0">
                <a:solidFill>
                  <a:srgbClr val="CC0000"/>
                </a:solidFill>
                <a:latin typeface="+mn-lt"/>
                <a:ea typeface="楷体_GB2312" pitchFamily="49" charset="-122"/>
              </a:rPr>
              <a:t>p</a:t>
            </a:r>
            <a:r>
              <a:rPr lang="en-US" altLang="zh-CN" sz="3200" b="1" baseline="-25000" dirty="0">
                <a:solidFill>
                  <a:srgbClr val="CC0000"/>
                </a:solidFill>
                <a:latin typeface="+mn-lt"/>
                <a:ea typeface="楷体_GB2312" pitchFamily="49" charset="-122"/>
              </a:rPr>
              <a:t>j-k+1</a:t>
            </a:r>
            <a:r>
              <a:rPr lang="en-US" altLang="zh-CN" sz="3200" b="1" dirty="0">
                <a:solidFill>
                  <a:srgbClr val="CC0000"/>
                </a:solidFill>
                <a:latin typeface="+mn-lt"/>
                <a:ea typeface="楷体_GB2312" pitchFamily="49" charset="-122"/>
              </a:rPr>
              <a:t>…</a:t>
            </a:r>
            <a:r>
              <a:rPr lang="en-US" altLang="zh-CN" sz="3200" b="1" baseline="-25000" dirty="0">
                <a:solidFill>
                  <a:srgbClr val="CC0000"/>
                </a:solidFill>
                <a:latin typeface="+mn-lt"/>
                <a:ea typeface="楷体_GB2312" pitchFamily="49" charset="-122"/>
              </a:rPr>
              <a:t> </a:t>
            </a:r>
            <a:r>
              <a:rPr lang="en-US" altLang="zh-CN" sz="3200" b="1" i="1" dirty="0" err="1">
                <a:solidFill>
                  <a:srgbClr val="CC0000"/>
                </a:solidFill>
                <a:latin typeface="+mn-lt"/>
                <a:ea typeface="楷体_GB2312" pitchFamily="49" charset="-122"/>
              </a:rPr>
              <a:t>p</a:t>
            </a:r>
            <a:r>
              <a:rPr lang="en-US" altLang="zh-CN" sz="3200" b="1" i="1" baseline="-25000" dirty="0" err="1">
                <a:solidFill>
                  <a:srgbClr val="CC0000"/>
                </a:solidFill>
                <a:latin typeface="+mn-lt"/>
                <a:ea typeface="楷体_GB2312" pitchFamily="49" charset="-122"/>
              </a:rPr>
              <a:t>j</a:t>
            </a:r>
            <a:r>
              <a:rPr lang="zh-CN" altLang="en-US" sz="3200" b="1" dirty="0">
                <a:solidFill>
                  <a:srgbClr val="000099"/>
                </a:solidFill>
                <a:effectLst>
                  <a:outerShdw blurRad="38100" dist="38100" dir="2700000" algn="tl">
                    <a:srgbClr val="C0C0C0"/>
                  </a:outerShdw>
                </a:effectLst>
                <a:latin typeface="仿宋_GB2312" pitchFamily="49" charset="-122"/>
                <a:ea typeface="仿宋_GB2312" pitchFamily="49" charset="-122"/>
              </a:rPr>
              <a:t>的最大整数</a:t>
            </a:r>
          </a:p>
          <a:p>
            <a:pPr eaLnBrk="1" fontAlgn="auto" hangingPunct="1">
              <a:spcBef>
                <a:spcPts val="0"/>
              </a:spcBef>
              <a:spcAft>
                <a:spcPts val="0"/>
              </a:spcAft>
              <a:defRPr/>
            </a:pPr>
            <a:endParaRPr lang="zh-CN" altLang="en-US" sz="3200" b="1" dirty="0">
              <a:solidFill>
                <a:srgbClr val="000099"/>
              </a:solidFill>
              <a:effectLst>
                <a:outerShdw blurRad="38100" dist="38100" dir="2700000" algn="tl">
                  <a:srgbClr val="C0C0C0"/>
                </a:outerShdw>
              </a:effectLst>
              <a:latin typeface="仿宋_GB2312" pitchFamily="49" charset="-122"/>
              <a:ea typeface="仿宋_GB2312" pitchFamily="49" charset="-122"/>
            </a:endParaRPr>
          </a:p>
          <a:p>
            <a:pPr eaLnBrk="1" fontAlgn="auto" hangingPunct="1">
              <a:spcBef>
                <a:spcPts val="0"/>
              </a:spcBef>
              <a:spcAft>
                <a:spcPts val="0"/>
              </a:spcAft>
              <a:defRPr/>
            </a:pPr>
            <a:r>
              <a:rPr lang="zh-CN"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示例 ：</a:t>
            </a:r>
            <a:r>
              <a:rPr lang="zh-CN" altLang="en-US" sz="3200" b="1" dirty="0">
                <a:solidFill>
                  <a:srgbClr val="000099"/>
                </a:solidFill>
                <a:effectLst>
                  <a:outerShdw blurRad="38100" dist="38100" dir="2700000" algn="tl">
                    <a:srgbClr val="C0C0C0"/>
                  </a:outerShdw>
                </a:effectLst>
                <a:latin typeface="仿宋_GB2312" pitchFamily="49" charset="-122"/>
                <a:ea typeface="仿宋_GB2312" pitchFamily="49" charset="-122"/>
              </a:rPr>
              <a:t>二者关系</a:t>
            </a:r>
            <a:r>
              <a:rPr lang="en-US" altLang="zh-CN" sz="3200" b="1" i="1" dirty="0">
                <a:solidFill>
                  <a:srgbClr val="FF3300"/>
                </a:solidFill>
                <a:effectLst>
                  <a:outerShdw blurRad="38100" dist="38100" dir="2700000" algn="tl">
                    <a:srgbClr val="C0C0C0"/>
                  </a:outerShdw>
                </a:effectLst>
                <a:latin typeface="+mn-lt"/>
                <a:ea typeface="楷体_GB2312" pitchFamily="49" charset="-122"/>
              </a:rPr>
              <a:t> </a:t>
            </a:r>
            <a:r>
              <a:rPr lang="en-US" altLang="zh-CN" sz="3200" b="1" dirty="0">
                <a:solidFill>
                  <a:srgbClr val="FF3300"/>
                </a:solidFill>
                <a:effectLst>
                  <a:outerShdw blurRad="38100" dist="38100" dir="2700000" algn="tl">
                    <a:srgbClr val="C0C0C0"/>
                  </a:outerShdw>
                </a:effectLst>
                <a:latin typeface="+mn-lt"/>
                <a:ea typeface="楷体_GB2312" pitchFamily="49" charset="-122"/>
              </a:rPr>
              <a:t>next(j) = </a:t>
            </a:r>
            <a:r>
              <a:rPr lang="en-US" altLang="zh-CN" sz="3200" b="1" i="1" dirty="0">
                <a:solidFill>
                  <a:srgbClr val="FF3300"/>
                </a:solidFill>
                <a:effectLst>
                  <a:outerShdw blurRad="38100" dist="38100" dir="2700000" algn="tl">
                    <a:srgbClr val="C0C0C0"/>
                  </a:outerShdw>
                </a:effectLst>
                <a:latin typeface="+mn-lt"/>
                <a:ea typeface="楷体_GB2312" pitchFamily="49" charset="-122"/>
              </a:rPr>
              <a:t>f</a:t>
            </a:r>
            <a:r>
              <a:rPr lang="en-US" altLang="zh-CN" sz="3200" b="1" dirty="0">
                <a:solidFill>
                  <a:srgbClr val="FF3300"/>
                </a:solidFill>
                <a:effectLst>
                  <a:outerShdw blurRad="38100" dist="38100" dir="2700000" algn="tl">
                    <a:srgbClr val="C0C0C0"/>
                  </a:outerShdw>
                </a:effectLst>
                <a:latin typeface="+mn-lt"/>
                <a:ea typeface="楷体_GB2312" pitchFamily="49" charset="-122"/>
              </a:rPr>
              <a:t>(</a:t>
            </a:r>
            <a:r>
              <a:rPr lang="en-US" altLang="zh-CN" sz="3200" b="1" i="1" dirty="0">
                <a:solidFill>
                  <a:srgbClr val="FF3300"/>
                </a:solidFill>
                <a:effectLst>
                  <a:outerShdw blurRad="38100" dist="38100" dir="2700000" algn="tl">
                    <a:srgbClr val="C0C0C0"/>
                  </a:outerShdw>
                </a:effectLst>
                <a:latin typeface="+mn-lt"/>
                <a:ea typeface="楷体_GB2312" pitchFamily="49" charset="-122"/>
              </a:rPr>
              <a:t>j-1</a:t>
            </a:r>
            <a:r>
              <a:rPr lang="en-US" altLang="zh-CN" sz="3200" b="1" dirty="0">
                <a:solidFill>
                  <a:srgbClr val="FF3300"/>
                </a:solidFill>
                <a:effectLst>
                  <a:outerShdw blurRad="38100" dist="38100" dir="2700000" algn="tl">
                    <a:srgbClr val="C0C0C0"/>
                  </a:outerShdw>
                </a:effectLst>
                <a:latin typeface="+mn-lt"/>
                <a:ea typeface="楷体_GB2312" pitchFamily="49" charset="-122"/>
              </a:rPr>
              <a:t>)+1</a:t>
            </a:r>
          </a:p>
          <a:p>
            <a:pPr eaLnBrk="1" fontAlgn="auto" hangingPunct="1">
              <a:spcBef>
                <a:spcPts val="0"/>
              </a:spcBef>
              <a:spcAft>
                <a:spcPts val="0"/>
              </a:spcAft>
              <a:defRPr/>
            </a:pPr>
            <a:r>
              <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          j     0  1  2  3  4   5  6   7 </a:t>
            </a:r>
          </a:p>
          <a:p>
            <a:pPr eaLnBrk="1" fontAlgn="auto" hangingPunct="1">
              <a:spcBef>
                <a:spcPts val="0"/>
              </a:spcBef>
              <a:spcAft>
                <a:spcPts val="0"/>
              </a:spcAft>
              <a:defRPr/>
            </a:pPr>
            <a:r>
              <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         P     a  b  a  </a:t>
            </a:r>
            <a:r>
              <a:rPr lang="en-US" altLang="zh-CN" sz="3200" b="1" dirty="0" err="1">
                <a:solidFill>
                  <a:srgbClr val="000099"/>
                </a:solidFill>
                <a:effectLst>
                  <a:outerShdw blurRad="38100" dist="38100" dir="2700000" algn="tl">
                    <a:srgbClr val="C0C0C0"/>
                  </a:outerShdw>
                </a:effectLst>
                <a:latin typeface="仿宋_GB2312" pitchFamily="49" charset="-122"/>
                <a:ea typeface="仿宋_GB2312" pitchFamily="49" charset="-122"/>
              </a:rPr>
              <a:t>a</a:t>
            </a:r>
            <a:r>
              <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  b   c  a   c</a:t>
            </a:r>
          </a:p>
          <a:p>
            <a:pPr eaLnBrk="1" fontAlgn="auto" hangingPunct="1">
              <a:spcBef>
                <a:spcPts val="0"/>
              </a:spcBef>
              <a:spcAft>
                <a:spcPts val="0"/>
              </a:spcAft>
              <a:defRPr/>
            </a:pPr>
            <a:r>
              <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next(j)   -1  0  0  1  1   2  0   1</a:t>
            </a:r>
          </a:p>
          <a:p>
            <a:pPr eaLnBrk="1" fontAlgn="auto" hangingPunct="1">
              <a:spcBef>
                <a:spcPts val="0"/>
              </a:spcBef>
              <a:spcAft>
                <a:spcPts val="0"/>
              </a:spcAft>
              <a:defRPr/>
            </a:pPr>
            <a:r>
              <a:rPr lang="en-US" altLang="zh-CN" sz="3200" b="1" dirty="0">
                <a:solidFill>
                  <a:srgbClr val="000099"/>
                </a:solidFill>
                <a:effectLst>
                  <a:outerShdw blurRad="38100" dist="38100" dir="2700000" algn="tl">
                    <a:srgbClr val="C0C0C0"/>
                  </a:outerShdw>
                </a:effectLst>
                <a:latin typeface="仿宋_GB2312" pitchFamily="49" charset="-122"/>
                <a:ea typeface="仿宋_GB2312" pitchFamily="49" charset="-122"/>
              </a:rPr>
              <a:t>      f(j)   -1 -1  0  0  1 -1  0  -1</a:t>
            </a:r>
          </a:p>
        </p:txBody>
      </p:sp>
      <p:sp>
        <p:nvSpPr>
          <p:cNvPr id="67588" name="AutoShape 6">
            <a:extLst>
              <a:ext uri="{FF2B5EF4-FFF2-40B4-BE49-F238E27FC236}">
                <a16:creationId xmlns:a16="http://schemas.microsoft.com/office/drawing/2014/main" id="{86FDE782-2D4F-20B5-CBC8-50DC21CC6245}"/>
              </a:ext>
            </a:extLst>
          </p:cNvPr>
          <p:cNvSpPr>
            <a:spLocks/>
          </p:cNvSpPr>
          <p:nvPr/>
        </p:nvSpPr>
        <p:spPr bwMode="auto">
          <a:xfrm>
            <a:off x="1547664" y="1981200"/>
            <a:ext cx="288032" cy="1447800"/>
          </a:xfrm>
          <a:prstGeom prst="leftBrace">
            <a:avLst>
              <a:gd name="adj1" fmla="val 54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67589" name="Line 7">
            <a:extLst>
              <a:ext uri="{FF2B5EF4-FFF2-40B4-BE49-F238E27FC236}">
                <a16:creationId xmlns:a16="http://schemas.microsoft.com/office/drawing/2014/main" id="{82976108-8646-ECD4-6D71-513229F13EDB}"/>
              </a:ext>
            </a:extLst>
          </p:cNvPr>
          <p:cNvSpPr>
            <a:spLocks noChangeShapeType="1"/>
          </p:cNvSpPr>
          <p:nvPr/>
        </p:nvSpPr>
        <p:spPr bwMode="auto">
          <a:xfrm>
            <a:off x="395536" y="4941168"/>
            <a:ext cx="792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0" name="Line 8">
            <a:extLst>
              <a:ext uri="{FF2B5EF4-FFF2-40B4-BE49-F238E27FC236}">
                <a16:creationId xmlns:a16="http://schemas.microsoft.com/office/drawing/2014/main" id="{1CE197D3-B56C-98AC-B5A5-DE822F292B1B}"/>
              </a:ext>
            </a:extLst>
          </p:cNvPr>
          <p:cNvSpPr>
            <a:spLocks noChangeShapeType="1"/>
          </p:cNvSpPr>
          <p:nvPr/>
        </p:nvSpPr>
        <p:spPr bwMode="auto">
          <a:xfrm flipH="1">
            <a:off x="2051720" y="4483967"/>
            <a:ext cx="20216" cy="20088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a:extLst>
              <a:ext uri="{FF2B5EF4-FFF2-40B4-BE49-F238E27FC236}">
                <a16:creationId xmlns:a16="http://schemas.microsoft.com/office/drawing/2014/main" id="{73075FB1-5A70-41C2-835E-0B691C6E5203}"/>
              </a:ext>
            </a:extLst>
          </p:cNvPr>
          <p:cNvSpPr>
            <a:spLocks noGrp="1"/>
          </p:cNvSpPr>
          <p:nvPr>
            <p:ph type="title"/>
          </p:nvPr>
        </p:nvSpPr>
        <p:spPr/>
        <p:txBody>
          <a:bodyPr/>
          <a:lstStyle/>
          <a:p>
            <a:r>
              <a:rPr lang="zh-CN" altLang="en-US" dirty="0"/>
              <a:t>有些资料中采用的是失效函数</a:t>
            </a:r>
            <a:r>
              <a:rPr lang="en-US" altLang="zh-CN" dirty="0"/>
              <a:t>f</a:t>
            </a:r>
            <a:endParaRPr lang="zh-CN" altLang="en-US" dirty="0"/>
          </a:p>
        </p:txBody>
      </p:sp>
      <p:sp>
        <p:nvSpPr>
          <p:cNvPr id="4" name="灯片编号占位符 3">
            <a:extLst>
              <a:ext uri="{FF2B5EF4-FFF2-40B4-BE49-F238E27FC236}">
                <a16:creationId xmlns:a16="http://schemas.microsoft.com/office/drawing/2014/main" id="{81220145-D680-F6BA-92EA-CCF9B75E90E7}"/>
              </a:ext>
            </a:extLst>
          </p:cNvPr>
          <p:cNvSpPr>
            <a:spLocks noGrp="1"/>
          </p:cNvSpPr>
          <p:nvPr>
            <p:ph type="sldNum" sz="quarter" idx="12"/>
          </p:nvPr>
        </p:nvSpPr>
        <p:spPr/>
        <p:txBody>
          <a:bodyPr/>
          <a:lstStyle/>
          <a:p>
            <a:pPr>
              <a:defRPr/>
            </a:pPr>
            <a:fld id="{75DB822A-0CFA-4B70-89C2-4987E9BB9761}" type="slidenum">
              <a:rPr lang="en-US" altLang="zh-CN" smtClean="0"/>
              <a:pPr>
                <a:defRPr/>
              </a:pPr>
              <a:t>60</a:t>
            </a:fld>
            <a:endParaRPr lang="en-US" altLang="zh-CN"/>
          </a:p>
        </p:txBody>
      </p:sp>
    </p:spTree>
  </p:cSld>
  <p:clrMapOvr>
    <a:masterClrMapping/>
  </p:clrMapOvr>
  <p:transition>
    <p:split orient="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59325C5-9CF8-4DB8-BB06-6E302D1C9FFE}"/>
              </a:ext>
            </a:extLst>
          </p:cNvPr>
          <p:cNvSpPr>
            <a:spLocks noGrp="1"/>
          </p:cNvSpPr>
          <p:nvPr>
            <p:ph idx="1"/>
          </p:nvPr>
        </p:nvSpPr>
        <p:spPr>
          <a:xfrm>
            <a:off x="628650" y="476672"/>
            <a:ext cx="8335838" cy="6048672"/>
          </a:xfrm>
        </p:spPr>
        <p:txBody>
          <a:bodyPr>
            <a:normAutofit fontScale="70000" lnSpcReduction="20000"/>
          </a:bodyPr>
          <a:lstStyle/>
          <a:p>
            <a:pPr marL="0" indent="0">
              <a:buNone/>
            </a:pPr>
            <a:r>
              <a:rPr lang="en-US" altLang="zh-CN" dirty="0"/>
              <a:t>int </a:t>
            </a:r>
            <a:r>
              <a:rPr lang="en-US" altLang="zh-CN" dirty="0" err="1"/>
              <a:t>AString</a:t>
            </a:r>
            <a:r>
              <a:rPr lang="en-US" altLang="zh-CN" dirty="0"/>
              <a:t> :: </a:t>
            </a:r>
            <a:r>
              <a:rPr lang="en-US" altLang="zh-CN" dirty="0" err="1"/>
              <a:t>fastFind</a:t>
            </a:r>
            <a:r>
              <a:rPr lang="en-US" altLang="zh-CN" dirty="0"/>
              <a:t> ( </a:t>
            </a:r>
            <a:r>
              <a:rPr lang="en-US" altLang="zh-CN" dirty="0" err="1"/>
              <a:t>AString</a:t>
            </a:r>
            <a:r>
              <a:rPr lang="en-US" altLang="zh-CN" dirty="0"/>
              <a:t> &amp;pat, int k, int next[] ) const {</a:t>
            </a:r>
          </a:p>
          <a:p>
            <a:pPr marL="0" indent="0">
              <a:buNone/>
            </a:pPr>
            <a:r>
              <a:rPr lang="en-US" altLang="zh-CN" dirty="0"/>
              <a:t>//</a:t>
            </a:r>
            <a:r>
              <a:rPr lang="zh-CN" altLang="en-US" dirty="0"/>
              <a:t>从 </a:t>
            </a:r>
            <a:r>
              <a:rPr lang="en-US" altLang="zh-CN" dirty="0"/>
              <a:t>k </a:t>
            </a:r>
            <a:r>
              <a:rPr lang="zh-CN" altLang="en-US" dirty="0"/>
              <a:t>开始寻找 </a:t>
            </a:r>
            <a:r>
              <a:rPr lang="en-US" altLang="zh-CN" dirty="0"/>
              <a:t>pat </a:t>
            </a:r>
            <a:r>
              <a:rPr lang="zh-CN" altLang="en-US" dirty="0"/>
              <a:t>在 </a:t>
            </a:r>
            <a:r>
              <a:rPr lang="en-US" altLang="zh-CN" dirty="0"/>
              <a:t>this </a:t>
            </a:r>
            <a:r>
              <a:rPr lang="zh-CN" altLang="en-US" dirty="0"/>
              <a:t>串中匹配的位置。若找</a:t>
            </a:r>
          </a:p>
          <a:p>
            <a:pPr marL="0" indent="0">
              <a:buNone/>
            </a:pPr>
            <a:r>
              <a:rPr lang="en-US" altLang="zh-CN" dirty="0"/>
              <a:t>//</a:t>
            </a:r>
            <a:r>
              <a:rPr lang="zh-CN" altLang="en-US" dirty="0"/>
              <a:t>到，函数返回 </a:t>
            </a:r>
            <a:r>
              <a:rPr lang="en-US" altLang="zh-CN" dirty="0"/>
              <a:t>pat </a:t>
            </a:r>
            <a:r>
              <a:rPr lang="zh-CN" altLang="en-US" dirty="0"/>
              <a:t>在 </a:t>
            </a:r>
            <a:r>
              <a:rPr lang="en-US" altLang="zh-CN" dirty="0"/>
              <a:t>this </a:t>
            </a:r>
            <a:r>
              <a:rPr lang="zh-CN" altLang="en-US" dirty="0"/>
              <a:t>串中开始位置，否则函</a:t>
            </a:r>
          </a:p>
          <a:p>
            <a:pPr marL="0" indent="0">
              <a:buNone/>
            </a:pPr>
            <a:r>
              <a:rPr lang="en-US" altLang="zh-CN" dirty="0"/>
              <a:t>//</a:t>
            </a:r>
            <a:r>
              <a:rPr lang="zh-CN" altLang="en-US" dirty="0"/>
              <a:t>返回</a:t>
            </a:r>
            <a:r>
              <a:rPr lang="en-US" altLang="zh-CN" dirty="0"/>
              <a:t>-1</a:t>
            </a:r>
            <a:r>
              <a:rPr lang="zh-CN" altLang="en-US" dirty="0"/>
              <a:t>。数组</a:t>
            </a:r>
            <a:r>
              <a:rPr lang="en-US" altLang="zh-CN" dirty="0"/>
              <a:t>next[ ] </a:t>
            </a:r>
            <a:r>
              <a:rPr lang="zh-CN" altLang="en-US" dirty="0"/>
              <a:t>存放 </a:t>
            </a:r>
            <a:r>
              <a:rPr lang="en-US" altLang="zh-CN" dirty="0"/>
              <a:t>pat </a:t>
            </a:r>
            <a:r>
              <a:rPr lang="zh-CN" altLang="en-US" dirty="0"/>
              <a:t>的</a:t>
            </a:r>
            <a:r>
              <a:rPr lang="en-US" altLang="zh-CN" dirty="0"/>
              <a:t>next[j] </a:t>
            </a:r>
            <a:r>
              <a:rPr lang="zh-CN" altLang="en-US" dirty="0"/>
              <a:t>值</a:t>
            </a:r>
            <a:endParaRPr lang="en-US" altLang="zh-CN" dirty="0"/>
          </a:p>
          <a:p>
            <a:pPr marL="0" indent="0">
              <a:buNone/>
            </a:pPr>
            <a:r>
              <a:rPr lang="en-US" altLang="zh-CN" dirty="0"/>
              <a:t>     int </a:t>
            </a:r>
            <a:r>
              <a:rPr lang="en-US" altLang="zh-CN" dirty="0" err="1"/>
              <a:t>posP</a:t>
            </a:r>
            <a:r>
              <a:rPr lang="en-US" altLang="zh-CN" dirty="0"/>
              <a:t> = 0,  </a:t>
            </a:r>
            <a:r>
              <a:rPr lang="en-US" altLang="zh-CN" dirty="0" err="1"/>
              <a:t>posT</a:t>
            </a:r>
            <a:r>
              <a:rPr lang="en-US" altLang="zh-CN" dirty="0"/>
              <a:t> = k;				</a:t>
            </a:r>
          </a:p>
          <a:p>
            <a:pPr marL="0" indent="0">
              <a:buNone/>
            </a:pPr>
            <a:r>
              <a:rPr lang="en-US" altLang="zh-CN" dirty="0"/>
              <a:t>     int </a:t>
            </a:r>
            <a:r>
              <a:rPr lang="en-US" altLang="zh-CN" dirty="0" err="1"/>
              <a:t>lengthP</a:t>
            </a:r>
            <a:r>
              <a:rPr lang="en-US" altLang="zh-CN" dirty="0"/>
              <a:t> = </a:t>
            </a:r>
            <a:r>
              <a:rPr lang="en-US" altLang="zh-CN" dirty="0" err="1"/>
              <a:t>pat.curLength</a:t>
            </a:r>
            <a:r>
              <a:rPr lang="en-US" altLang="zh-CN" dirty="0"/>
              <a:t>;</a:t>
            </a:r>
          </a:p>
          <a:p>
            <a:pPr marL="0" indent="0">
              <a:buNone/>
            </a:pPr>
            <a:r>
              <a:rPr lang="en-US" altLang="zh-CN" dirty="0"/>
              <a:t>     int </a:t>
            </a:r>
            <a:r>
              <a:rPr lang="en-US" altLang="zh-CN" dirty="0" err="1"/>
              <a:t>lengthT</a:t>
            </a:r>
            <a:r>
              <a:rPr lang="en-US" altLang="zh-CN" dirty="0"/>
              <a:t> = </a:t>
            </a:r>
            <a:r>
              <a:rPr lang="en-US" altLang="zh-CN" dirty="0" err="1"/>
              <a:t>curLength</a:t>
            </a:r>
            <a:r>
              <a:rPr lang="en-US" altLang="zh-CN" dirty="0"/>
              <a:t>;	</a:t>
            </a:r>
          </a:p>
          <a:p>
            <a:pPr marL="0" indent="0">
              <a:buNone/>
            </a:pPr>
            <a:r>
              <a:rPr lang="en-US" altLang="zh-CN" dirty="0"/>
              <a:t>     while ( </a:t>
            </a:r>
            <a:r>
              <a:rPr lang="en-US" altLang="zh-CN" dirty="0" err="1"/>
              <a:t>posP</a:t>
            </a:r>
            <a:r>
              <a:rPr lang="en-US" altLang="zh-CN" dirty="0"/>
              <a:t> &lt; </a:t>
            </a:r>
            <a:r>
              <a:rPr lang="en-US" altLang="zh-CN" dirty="0" err="1"/>
              <a:t>lengthP</a:t>
            </a:r>
            <a:r>
              <a:rPr lang="en-US" altLang="zh-CN" dirty="0"/>
              <a:t> &amp;&amp; </a:t>
            </a:r>
            <a:r>
              <a:rPr lang="en-US" altLang="zh-CN" dirty="0" err="1"/>
              <a:t>posT</a:t>
            </a:r>
            <a:r>
              <a:rPr lang="en-US" altLang="zh-CN" dirty="0"/>
              <a:t> &lt; </a:t>
            </a:r>
            <a:r>
              <a:rPr lang="en-US" altLang="zh-CN" dirty="0" err="1"/>
              <a:t>lengthT</a:t>
            </a:r>
            <a:r>
              <a:rPr lang="en-US" altLang="zh-CN" dirty="0"/>
              <a:t> )</a:t>
            </a:r>
          </a:p>
          <a:p>
            <a:pPr marL="0" indent="0">
              <a:buNone/>
            </a:pPr>
            <a:r>
              <a:rPr lang="en-US" altLang="zh-CN" dirty="0"/>
              <a:t>          if (</a:t>
            </a:r>
            <a:r>
              <a:rPr lang="en-US" altLang="zh-CN" dirty="0" err="1"/>
              <a:t>posP</a:t>
            </a:r>
            <a:r>
              <a:rPr lang="en-US" altLang="zh-CN" dirty="0"/>
              <a:t> == -1 ||  pat.ch[</a:t>
            </a:r>
            <a:r>
              <a:rPr lang="en-US" altLang="zh-CN" dirty="0" err="1"/>
              <a:t>posP</a:t>
            </a:r>
            <a:r>
              <a:rPr lang="en-US" altLang="zh-CN" dirty="0"/>
              <a:t>] == </a:t>
            </a:r>
            <a:r>
              <a:rPr lang="en-US" altLang="zh-CN" dirty="0" err="1"/>
              <a:t>ch</a:t>
            </a:r>
            <a:r>
              <a:rPr lang="en-US" altLang="zh-CN" dirty="0"/>
              <a:t>[</a:t>
            </a:r>
            <a:r>
              <a:rPr lang="en-US" altLang="zh-CN" dirty="0" err="1"/>
              <a:t>posT</a:t>
            </a:r>
            <a:r>
              <a:rPr lang="en-US" altLang="zh-CN" dirty="0"/>
              <a:t>] )  </a:t>
            </a:r>
          </a:p>
          <a:p>
            <a:pPr marL="0" indent="0">
              <a:buNone/>
            </a:pPr>
            <a:r>
              <a:rPr lang="en-US" altLang="zh-CN" dirty="0"/>
              <a:t>         {    </a:t>
            </a:r>
            <a:r>
              <a:rPr lang="en-US" altLang="zh-CN" dirty="0" err="1"/>
              <a:t>posP</a:t>
            </a:r>
            <a:r>
              <a:rPr lang="en-US" altLang="zh-CN" dirty="0"/>
              <a:t>++;  </a:t>
            </a:r>
            <a:r>
              <a:rPr lang="en-US" altLang="zh-CN" dirty="0" err="1"/>
              <a:t>posT</a:t>
            </a:r>
            <a:r>
              <a:rPr lang="en-US" altLang="zh-CN" dirty="0"/>
              <a:t>++; } //</a:t>
            </a:r>
            <a:r>
              <a:rPr lang="zh-CN" altLang="en-US" dirty="0"/>
              <a:t>相等继续比较</a:t>
            </a:r>
          </a:p>
          <a:p>
            <a:pPr marL="0" indent="0">
              <a:buNone/>
            </a:pPr>
            <a:r>
              <a:rPr lang="zh-CN" altLang="en-US" dirty="0"/>
              <a:t>          </a:t>
            </a:r>
            <a:r>
              <a:rPr lang="en-US" altLang="zh-CN" dirty="0"/>
              <a:t>else </a:t>
            </a:r>
            <a:r>
              <a:rPr lang="en-US" altLang="zh-CN" dirty="0" err="1"/>
              <a:t>posP</a:t>
            </a:r>
            <a:r>
              <a:rPr lang="en-US" altLang="zh-CN" dirty="0"/>
              <a:t> = next[</a:t>
            </a:r>
            <a:r>
              <a:rPr lang="en-US" altLang="zh-CN" dirty="0" err="1"/>
              <a:t>posP</a:t>
            </a:r>
            <a:r>
              <a:rPr lang="en-US" altLang="zh-CN" dirty="0"/>
              <a:t>];     //</a:t>
            </a:r>
            <a:r>
              <a:rPr lang="zh-CN" altLang="en-US" dirty="0"/>
              <a:t>不相等</a:t>
            </a:r>
          </a:p>
          <a:p>
            <a:pPr marL="0" indent="0">
              <a:buNone/>
            </a:pPr>
            <a:r>
              <a:rPr lang="zh-CN" altLang="en-US" dirty="0"/>
              <a:t>     </a:t>
            </a:r>
            <a:r>
              <a:rPr lang="en-US" altLang="zh-CN" dirty="0"/>
              <a:t>if ( </a:t>
            </a:r>
            <a:r>
              <a:rPr lang="en-US" altLang="zh-CN" dirty="0" err="1"/>
              <a:t>posP</a:t>
            </a:r>
            <a:r>
              <a:rPr lang="en-US" altLang="zh-CN" dirty="0"/>
              <a:t> &lt; </a:t>
            </a:r>
            <a:r>
              <a:rPr lang="en-US" altLang="zh-CN" dirty="0" err="1"/>
              <a:t>lengthP</a:t>
            </a:r>
            <a:r>
              <a:rPr lang="en-US" altLang="zh-CN" dirty="0"/>
              <a:t> ) return -1;		</a:t>
            </a:r>
          </a:p>
          <a:p>
            <a:pPr marL="0" indent="0">
              <a:buNone/>
            </a:pPr>
            <a:r>
              <a:rPr lang="en-US" altLang="zh-CN" dirty="0"/>
              <a:t>     else return </a:t>
            </a:r>
            <a:r>
              <a:rPr lang="en-US" altLang="zh-CN" dirty="0" err="1"/>
              <a:t>posT</a:t>
            </a:r>
            <a:r>
              <a:rPr lang="en-US" altLang="zh-CN" dirty="0"/>
              <a:t> - </a:t>
            </a:r>
            <a:r>
              <a:rPr lang="en-US" altLang="zh-CN" dirty="0" err="1"/>
              <a:t>lengthP</a:t>
            </a:r>
            <a:r>
              <a:rPr lang="en-US" altLang="zh-CN" dirty="0"/>
              <a:t>;			</a:t>
            </a:r>
          </a:p>
          <a:p>
            <a:pPr marL="0" indent="0">
              <a:buNone/>
            </a:pPr>
            <a:r>
              <a:rPr lang="en-US" altLang="zh-CN" dirty="0"/>
              <a:t> }</a:t>
            </a:r>
          </a:p>
          <a:p>
            <a:pPr marL="0" indent="0">
              <a:buNone/>
            </a:pPr>
            <a:endParaRPr lang="zh-CN" altLang="en-US" dirty="0"/>
          </a:p>
        </p:txBody>
      </p:sp>
      <p:sp>
        <p:nvSpPr>
          <p:cNvPr id="4" name="灯片编号占位符 3">
            <a:extLst>
              <a:ext uri="{FF2B5EF4-FFF2-40B4-BE49-F238E27FC236}">
                <a16:creationId xmlns:a16="http://schemas.microsoft.com/office/drawing/2014/main" id="{4E850A7E-825D-EDA4-0831-4DCEEB5093F4}"/>
              </a:ext>
            </a:extLst>
          </p:cNvPr>
          <p:cNvSpPr>
            <a:spLocks noGrp="1"/>
          </p:cNvSpPr>
          <p:nvPr>
            <p:ph type="sldNum" sz="quarter" idx="12"/>
          </p:nvPr>
        </p:nvSpPr>
        <p:spPr/>
        <p:txBody>
          <a:bodyPr/>
          <a:lstStyle/>
          <a:p>
            <a:pPr>
              <a:defRPr/>
            </a:pPr>
            <a:fld id="{34C23A13-5672-41C0-8934-A4311B913B34}" type="slidenum">
              <a:rPr lang="en-US" altLang="zh-CN" smtClean="0"/>
              <a:pPr>
                <a:defRPr/>
              </a:pPr>
              <a:t>61</a:t>
            </a:fld>
            <a:endParaRPr lang="en-US" altLang="zh-CN"/>
          </a:p>
        </p:txBody>
      </p:sp>
    </p:spTree>
  </p:cSld>
  <p:clrMapOvr>
    <a:masterClrMapping/>
  </p:clrMapOvr>
  <p:transition>
    <p:split orient="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A9324EE-67B7-4674-AACC-414F24B3E1F3}"/>
              </a:ext>
            </a:extLst>
          </p:cNvPr>
          <p:cNvSpPr>
            <a:spLocks noGrp="1"/>
          </p:cNvSpPr>
          <p:nvPr>
            <p:ph idx="1"/>
          </p:nvPr>
        </p:nvSpPr>
        <p:spPr>
          <a:xfrm>
            <a:off x="628650" y="404664"/>
            <a:ext cx="7886700" cy="5772299"/>
          </a:xfrm>
        </p:spPr>
        <p:txBody>
          <a:bodyPr>
            <a:normAutofit fontScale="92500" lnSpcReduction="20000"/>
          </a:bodyPr>
          <a:lstStyle/>
          <a:p>
            <a:pPr marL="0" indent="0">
              <a:buNone/>
            </a:pPr>
            <a:r>
              <a:rPr lang="en-US" altLang="zh-CN" dirty="0"/>
              <a:t>//</a:t>
            </a:r>
            <a:r>
              <a:rPr lang="zh-CN" altLang="en-US" dirty="0"/>
              <a:t>计算</a:t>
            </a:r>
            <a:r>
              <a:rPr lang="en-US" altLang="zh-CN" dirty="0"/>
              <a:t>next</a:t>
            </a:r>
            <a:r>
              <a:rPr lang="zh-CN" altLang="en-US" dirty="0"/>
              <a:t>函数</a:t>
            </a:r>
            <a:endParaRPr lang="en-US" altLang="zh-CN" dirty="0"/>
          </a:p>
          <a:p>
            <a:pPr marL="0" indent="0">
              <a:buNone/>
            </a:pPr>
            <a:r>
              <a:rPr lang="en-US" altLang="zh-CN" dirty="0"/>
              <a:t>void </a:t>
            </a:r>
            <a:r>
              <a:rPr lang="en-US" altLang="zh-CN" dirty="0" err="1"/>
              <a:t>AString</a:t>
            </a:r>
            <a:r>
              <a:rPr lang="en-US" altLang="zh-CN" dirty="0"/>
              <a:t> :: </a:t>
            </a:r>
            <a:r>
              <a:rPr lang="en-US" altLang="zh-CN" dirty="0" err="1"/>
              <a:t>getNext</a:t>
            </a:r>
            <a:r>
              <a:rPr lang="en-US" altLang="zh-CN" dirty="0"/>
              <a:t> ( int next[] ) {</a:t>
            </a:r>
            <a:r>
              <a:rPr lang="zh-CN" altLang="en-US" dirty="0"/>
              <a:t>	</a:t>
            </a:r>
          </a:p>
          <a:p>
            <a:pPr marL="0" indent="0">
              <a:buNone/>
            </a:pPr>
            <a:r>
              <a:rPr lang="zh-CN" altLang="en-US" dirty="0"/>
              <a:t>    </a:t>
            </a:r>
            <a:r>
              <a:rPr lang="en-US" altLang="zh-CN" dirty="0"/>
              <a:t>int j = 0, k = - 1, </a:t>
            </a:r>
            <a:r>
              <a:rPr lang="en-US" altLang="zh-CN" dirty="0" err="1"/>
              <a:t>lengthP</a:t>
            </a:r>
            <a:r>
              <a:rPr lang="en-US" altLang="zh-CN" dirty="0"/>
              <a:t> = </a:t>
            </a:r>
            <a:r>
              <a:rPr lang="en-US" altLang="zh-CN" dirty="0" err="1"/>
              <a:t>curLength</a:t>
            </a:r>
            <a:r>
              <a:rPr lang="en-US" altLang="zh-CN" dirty="0"/>
              <a:t>;</a:t>
            </a:r>
          </a:p>
          <a:p>
            <a:pPr marL="0" indent="0">
              <a:buNone/>
            </a:pPr>
            <a:r>
              <a:rPr lang="en-US" altLang="zh-CN" dirty="0"/>
              <a:t>    next[0] = -1;</a:t>
            </a:r>
          </a:p>
          <a:p>
            <a:pPr marL="0" indent="0">
              <a:buNone/>
            </a:pPr>
            <a:r>
              <a:rPr lang="en-US" altLang="zh-CN" dirty="0"/>
              <a:t>    while ( j &lt; </a:t>
            </a:r>
            <a:r>
              <a:rPr lang="en-US" altLang="zh-CN" dirty="0" err="1"/>
              <a:t>lengthP</a:t>
            </a:r>
            <a:r>
              <a:rPr lang="en-US" altLang="zh-CN" dirty="0"/>
              <a:t> )   </a:t>
            </a:r>
          </a:p>
          <a:p>
            <a:pPr marL="0" indent="0">
              <a:buNone/>
            </a:pPr>
            <a:r>
              <a:rPr lang="en-US" altLang="zh-CN" dirty="0"/>
              <a:t>        if ( k == -1 || </a:t>
            </a:r>
            <a:r>
              <a:rPr lang="en-US" altLang="zh-CN" dirty="0" err="1"/>
              <a:t>ch</a:t>
            </a:r>
            <a:r>
              <a:rPr lang="en-US" altLang="zh-CN" dirty="0"/>
              <a:t>[j] == </a:t>
            </a:r>
            <a:r>
              <a:rPr lang="en-US" altLang="zh-CN" dirty="0" err="1"/>
              <a:t>ch</a:t>
            </a:r>
            <a:r>
              <a:rPr lang="en-US" altLang="zh-CN" dirty="0"/>
              <a:t>[k] ) {</a:t>
            </a:r>
          </a:p>
          <a:p>
            <a:pPr marL="0" indent="0">
              <a:buNone/>
            </a:pPr>
            <a:r>
              <a:rPr lang="en-US" altLang="zh-CN" dirty="0"/>
              <a:t>            </a:t>
            </a:r>
            <a:r>
              <a:rPr lang="en-US" altLang="zh-CN" dirty="0" err="1"/>
              <a:t>j++</a:t>
            </a:r>
            <a:r>
              <a:rPr lang="en-US" altLang="zh-CN" dirty="0"/>
              <a:t>; k++;</a:t>
            </a:r>
          </a:p>
          <a:p>
            <a:pPr marL="0" indent="0">
              <a:buNone/>
            </a:pPr>
            <a:r>
              <a:rPr lang="en-US" altLang="zh-CN" dirty="0"/>
              <a:t>           next[j] = k;</a:t>
            </a:r>
          </a:p>
          <a:p>
            <a:pPr marL="0" indent="0">
              <a:buNone/>
            </a:pPr>
            <a:r>
              <a:rPr lang="en-US" altLang="zh-CN" dirty="0"/>
              <a:t>        }</a:t>
            </a:r>
          </a:p>
          <a:p>
            <a:pPr marL="0" indent="0">
              <a:buNone/>
            </a:pPr>
            <a:r>
              <a:rPr lang="en-US" altLang="zh-CN" dirty="0"/>
              <a:t>        else k = next [k];</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C4E15AD1-2FEB-2FB8-1846-F251D5D720C0}"/>
              </a:ext>
            </a:extLst>
          </p:cNvPr>
          <p:cNvSpPr>
            <a:spLocks noGrp="1"/>
          </p:cNvSpPr>
          <p:nvPr>
            <p:ph type="sldNum" sz="quarter" idx="12"/>
          </p:nvPr>
        </p:nvSpPr>
        <p:spPr/>
        <p:txBody>
          <a:bodyPr/>
          <a:lstStyle/>
          <a:p>
            <a:pPr>
              <a:defRPr/>
            </a:pPr>
            <a:fld id="{34C23A13-5672-41C0-8934-A4311B913B34}" type="slidenum">
              <a:rPr lang="en-US" altLang="zh-CN" smtClean="0"/>
              <a:pPr>
                <a:defRPr/>
              </a:pPr>
              <a:t>62</a:t>
            </a:fld>
            <a:endParaRPr lang="en-US" altLang="zh-CN"/>
          </a:p>
        </p:txBody>
      </p:sp>
    </p:spTree>
  </p:cSld>
  <p:clrMapOvr>
    <a:masterClrMapping/>
  </p:clrMapOvr>
  <p:transition>
    <p:split orient="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962DA0-F6BE-7C84-2B9D-2D240512457C}"/>
              </a:ext>
            </a:extLst>
          </p:cNvPr>
          <p:cNvSpPr>
            <a:spLocks noGrp="1"/>
          </p:cNvSpPr>
          <p:nvPr>
            <p:ph type="title"/>
          </p:nvPr>
        </p:nvSpPr>
        <p:spPr/>
        <p:txBody>
          <a:bodyPr/>
          <a:lstStyle/>
          <a:p>
            <a:r>
              <a:rPr lang="zh-CN" altLang="en-US" dirty="0"/>
              <a:t>自学</a:t>
            </a:r>
          </a:p>
        </p:txBody>
      </p:sp>
      <p:sp>
        <p:nvSpPr>
          <p:cNvPr id="3" name="内容占位符 2">
            <a:extLst>
              <a:ext uri="{FF2B5EF4-FFF2-40B4-BE49-F238E27FC236}">
                <a16:creationId xmlns:a16="http://schemas.microsoft.com/office/drawing/2014/main" id="{8349D2A6-E00E-4086-58D2-190B6699AC2B}"/>
              </a:ext>
            </a:extLst>
          </p:cNvPr>
          <p:cNvSpPr>
            <a:spLocks noGrp="1"/>
          </p:cNvSpPr>
          <p:nvPr>
            <p:ph idx="1"/>
          </p:nvPr>
        </p:nvSpPr>
        <p:spPr/>
        <p:txBody>
          <a:bodyPr/>
          <a:lstStyle/>
          <a:p>
            <a:r>
              <a:rPr lang="en-US" altLang="zh-CN" dirty="0"/>
              <a:t>Next</a:t>
            </a:r>
            <a:r>
              <a:rPr lang="zh-CN" altLang="en-US" dirty="0"/>
              <a:t>数组的进一步改进</a:t>
            </a:r>
            <a:endParaRPr lang="en-US" altLang="zh-CN" dirty="0"/>
          </a:p>
          <a:p>
            <a:r>
              <a:rPr lang="en-US" altLang="zh-CN" dirty="0"/>
              <a:t>BM(Boyer-Moore)</a:t>
            </a:r>
            <a:r>
              <a:rPr lang="zh-CN" altLang="en-US" dirty="0"/>
              <a:t>算法</a:t>
            </a:r>
            <a:endParaRPr lang="en-US" altLang="zh-CN" dirty="0"/>
          </a:p>
          <a:p>
            <a:r>
              <a:rPr lang="zh-CN" altLang="en-US" dirty="0"/>
              <a:t>字符串的存储方式</a:t>
            </a:r>
          </a:p>
        </p:txBody>
      </p:sp>
      <p:sp>
        <p:nvSpPr>
          <p:cNvPr id="4" name="灯片编号占位符 3">
            <a:extLst>
              <a:ext uri="{FF2B5EF4-FFF2-40B4-BE49-F238E27FC236}">
                <a16:creationId xmlns:a16="http://schemas.microsoft.com/office/drawing/2014/main" id="{67C47D75-0EF5-9806-A148-EAFC4AC7890D}"/>
              </a:ext>
            </a:extLst>
          </p:cNvPr>
          <p:cNvSpPr>
            <a:spLocks noGrp="1"/>
          </p:cNvSpPr>
          <p:nvPr>
            <p:ph type="sldNum" sz="quarter" idx="12"/>
          </p:nvPr>
        </p:nvSpPr>
        <p:spPr/>
        <p:txBody>
          <a:bodyPr/>
          <a:lstStyle/>
          <a:p>
            <a:pPr>
              <a:defRPr/>
            </a:pPr>
            <a:fld id="{34C23A13-5672-41C0-8934-A4311B913B34}" type="slidenum">
              <a:rPr lang="en-US" altLang="zh-CN" smtClean="0"/>
              <a:pPr>
                <a:defRPr/>
              </a:pPr>
              <a:t>63</a:t>
            </a:fld>
            <a:endParaRPr lang="en-US" altLang="zh-CN"/>
          </a:p>
        </p:txBody>
      </p:sp>
    </p:spTree>
    <p:extLst>
      <p:ext uri="{BB962C8B-B14F-4D97-AF65-F5344CB8AC3E}">
        <p14:creationId xmlns:p14="http://schemas.microsoft.com/office/powerpoint/2010/main" val="1087305510"/>
      </p:ext>
    </p:extLst>
  </p:cSld>
  <p:clrMapOvr>
    <a:masterClrMapping/>
  </p:clrMapOvr>
  <p:transition>
    <p:spli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5A6C11D-104E-C97B-B521-908CFB6F0FC5}"/>
              </a:ext>
            </a:extLst>
          </p:cNvPr>
          <p:cNvSpPr>
            <a:spLocks noGrp="1" noChangeArrowheads="1"/>
          </p:cNvSpPr>
          <p:nvPr>
            <p:ph type="title"/>
          </p:nvPr>
        </p:nvSpPr>
        <p:spPr/>
        <p:txBody>
          <a:bodyPr/>
          <a:lstStyle/>
          <a:p>
            <a:pPr eaLnBrk="1" hangingPunct="1"/>
            <a:r>
              <a:rPr lang="zh-CN" altLang="en-US" dirty="0"/>
              <a:t>第</a:t>
            </a:r>
            <a:r>
              <a:rPr lang="en-US" altLang="zh-CN" dirty="0"/>
              <a:t>4</a:t>
            </a:r>
            <a:r>
              <a:rPr lang="zh-CN" altLang="en-US" dirty="0"/>
              <a:t>章作业</a:t>
            </a:r>
            <a:r>
              <a:rPr lang="en-US" altLang="zh-CN" dirty="0"/>
              <a:t>1</a:t>
            </a:r>
            <a:r>
              <a:rPr lang="zh-CN" altLang="en-US" dirty="0"/>
              <a:t>（</a:t>
            </a:r>
            <a:r>
              <a:rPr lang="en-US" altLang="zh-CN" dirty="0"/>
              <a:t>1</a:t>
            </a:r>
            <a:r>
              <a:rPr lang="zh-CN" altLang="en-US" dirty="0"/>
              <a:t>）</a:t>
            </a:r>
          </a:p>
        </p:txBody>
      </p:sp>
      <p:sp>
        <p:nvSpPr>
          <p:cNvPr id="96259" name="Rectangle 3">
            <a:extLst>
              <a:ext uri="{FF2B5EF4-FFF2-40B4-BE49-F238E27FC236}">
                <a16:creationId xmlns:a16="http://schemas.microsoft.com/office/drawing/2014/main" id="{28F9F2F7-E87D-3847-02EA-B76FCB846427}"/>
              </a:ext>
            </a:extLst>
          </p:cNvPr>
          <p:cNvSpPr>
            <a:spLocks noGrp="1" noChangeArrowheads="1"/>
          </p:cNvSpPr>
          <p:nvPr>
            <p:ph idx="1"/>
          </p:nvPr>
        </p:nvSpPr>
        <p:spPr/>
        <p:txBody>
          <a:bodyPr>
            <a:normAutofit/>
          </a:bodyPr>
          <a:lstStyle/>
          <a:p>
            <a:pPr eaLnBrk="1" hangingPunct="1"/>
            <a:r>
              <a:rPr lang="en-US" altLang="zh-CN" dirty="0"/>
              <a:t>1. </a:t>
            </a:r>
            <a:r>
              <a:rPr lang="zh-CN" altLang="en-US" dirty="0"/>
              <a:t>二维数组</a:t>
            </a:r>
            <a:r>
              <a:rPr lang="en-US" altLang="zh-CN" dirty="0"/>
              <a:t>A[m][n]</a:t>
            </a:r>
            <a:r>
              <a:rPr lang="zh-CN" altLang="en-US" dirty="0"/>
              <a:t>，用</a:t>
            </a:r>
            <a:r>
              <a:rPr lang="en-US" altLang="zh-CN" dirty="0"/>
              <a:t>10</a:t>
            </a:r>
            <a:r>
              <a:rPr lang="zh-CN" altLang="en-US" dirty="0"/>
              <a:t>进制表示存放地址，设</a:t>
            </a:r>
            <a:r>
              <a:rPr lang="en-US" altLang="zh-CN" dirty="0"/>
              <a:t>A[0][0]</a:t>
            </a:r>
            <a:r>
              <a:rPr lang="zh-CN" altLang="en-US" dirty="0"/>
              <a:t>存放地址为</a:t>
            </a:r>
            <a:r>
              <a:rPr lang="en-US" altLang="zh-CN" dirty="0"/>
              <a:t>644</a:t>
            </a:r>
            <a:r>
              <a:rPr lang="zh-CN" altLang="en-US" dirty="0"/>
              <a:t>， </a:t>
            </a:r>
            <a:r>
              <a:rPr lang="en-US" altLang="zh-CN" dirty="0"/>
              <a:t>A[2][2]</a:t>
            </a:r>
            <a:r>
              <a:rPr lang="zh-CN" altLang="en-US" dirty="0"/>
              <a:t>存放地址为</a:t>
            </a:r>
            <a:r>
              <a:rPr lang="en-US" altLang="zh-CN" dirty="0"/>
              <a:t>676</a:t>
            </a:r>
            <a:r>
              <a:rPr lang="zh-CN" altLang="en-US" dirty="0"/>
              <a:t>，每个元素占一个空间，问</a:t>
            </a:r>
            <a:r>
              <a:rPr lang="en-US" altLang="zh-CN" dirty="0"/>
              <a:t>A[3][3]</a:t>
            </a:r>
            <a:r>
              <a:rPr lang="zh-CN" altLang="en-US" dirty="0"/>
              <a:t>存放在什么地址？（事先不知道矩阵是否是行优先存储、或者是三角阵、带状矩阵）</a:t>
            </a:r>
          </a:p>
        </p:txBody>
      </p:sp>
      <p:sp>
        <p:nvSpPr>
          <p:cNvPr id="3" name="灯片编号占位符 2">
            <a:extLst>
              <a:ext uri="{FF2B5EF4-FFF2-40B4-BE49-F238E27FC236}">
                <a16:creationId xmlns:a16="http://schemas.microsoft.com/office/drawing/2014/main" id="{9D43E8CC-042A-8F72-E6E7-9B49562AA071}"/>
              </a:ext>
            </a:extLst>
          </p:cNvPr>
          <p:cNvSpPr>
            <a:spLocks noGrp="1"/>
          </p:cNvSpPr>
          <p:nvPr>
            <p:ph type="sldNum" sz="quarter" idx="12"/>
          </p:nvPr>
        </p:nvSpPr>
        <p:spPr/>
        <p:txBody>
          <a:bodyPr/>
          <a:lstStyle/>
          <a:p>
            <a:pPr>
              <a:defRPr/>
            </a:pPr>
            <a:fld id="{34C23A13-5672-41C0-8934-A4311B913B34}" type="slidenum">
              <a:rPr lang="en-US" altLang="zh-CN" smtClean="0"/>
              <a:pPr>
                <a:defRPr/>
              </a:pPr>
              <a:t>64</a:t>
            </a:fld>
            <a:endParaRPr lang="en-US" altLang="zh-CN"/>
          </a:p>
        </p:txBody>
      </p:sp>
    </p:spTree>
    <p:extLst>
      <p:ext uri="{BB962C8B-B14F-4D97-AF65-F5344CB8AC3E}">
        <p14:creationId xmlns:p14="http://schemas.microsoft.com/office/powerpoint/2010/main" val="224830745"/>
      </p:ext>
    </p:extLst>
  </p:cSld>
  <p:clrMapOvr>
    <a:masterClrMapping/>
  </p:clrMapOvr>
  <p:transition>
    <p:spli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a:t>
            </a:r>
            <a:r>
              <a:rPr lang="en-US" altLang="zh-CN" dirty="0"/>
              <a:t>4</a:t>
            </a:r>
            <a:r>
              <a:rPr lang="zh-CN" altLang="en-US" dirty="0"/>
              <a:t>章作业</a:t>
            </a:r>
            <a:r>
              <a:rPr lang="en-US" altLang="zh-CN" dirty="0"/>
              <a:t>1</a:t>
            </a:r>
            <a:r>
              <a:rPr lang="zh-CN" altLang="en-US" dirty="0"/>
              <a:t>（</a:t>
            </a:r>
            <a:r>
              <a:rPr lang="en-US" altLang="zh-CN" dirty="0"/>
              <a:t>2</a:t>
            </a:r>
            <a:r>
              <a:rPr lang="zh-CN" altLang="en-US" dirty="0"/>
              <a:t>）</a:t>
            </a:r>
          </a:p>
        </p:txBody>
      </p:sp>
      <p:sp>
        <p:nvSpPr>
          <p:cNvPr id="3" name="内容占位符 2"/>
          <p:cNvSpPr>
            <a:spLocks noGrp="1"/>
          </p:cNvSpPr>
          <p:nvPr>
            <p:ph idx="1"/>
          </p:nvPr>
        </p:nvSpPr>
        <p:spPr/>
        <p:txBody>
          <a:bodyPr>
            <a:normAutofit fontScale="92500" lnSpcReduction="20000"/>
          </a:bodyPr>
          <a:lstStyle/>
          <a:p>
            <a:r>
              <a:rPr lang="en-US" altLang="zh-CN" dirty="0"/>
              <a:t>2. </a:t>
            </a:r>
            <a:r>
              <a:rPr lang="zh-CN" altLang="en-US" dirty="0"/>
              <a:t>以下题目要求用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altLang="zh-CN" dirty="0"/>
          </a:p>
          <a:p>
            <a:pPr lvl="1"/>
            <a:r>
              <a:rPr lang="en-US" altLang="zh-CN" dirty="0"/>
              <a:t>2. 1 </a:t>
            </a:r>
            <a:r>
              <a:rPr lang="zh-CN" altLang="en-US" dirty="0"/>
              <a:t>编写一个效率尽量高的函数“</a:t>
            </a:r>
            <a:r>
              <a:rPr lang="en-US" altLang="zh-CN" dirty="0"/>
              <a:t>void Del(char *</a:t>
            </a:r>
            <a:r>
              <a:rPr lang="en-US" altLang="zh-CN" dirty="0" err="1"/>
              <a:t>s,char</a:t>
            </a:r>
            <a:r>
              <a:rPr lang="en-US" altLang="zh-CN" dirty="0"/>
              <a:t> </a:t>
            </a:r>
            <a:r>
              <a:rPr lang="en-US" altLang="zh-CN" dirty="0" err="1"/>
              <a:t>ch</a:t>
            </a:r>
            <a:r>
              <a:rPr lang="en-US" altLang="zh-CN" dirty="0"/>
              <a:t>) ”</a:t>
            </a:r>
            <a:r>
              <a:rPr lang="zh-CN" altLang="en-US" dirty="0"/>
              <a:t>删除</a:t>
            </a:r>
            <a:r>
              <a:rPr lang="en-US" altLang="zh-CN" dirty="0"/>
              <a:t>s</a:t>
            </a:r>
            <a:r>
              <a:rPr lang="zh-CN" altLang="en-US" dirty="0"/>
              <a:t>中值等于</a:t>
            </a:r>
            <a:r>
              <a:rPr lang="en-US" altLang="zh-CN" dirty="0" err="1"/>
              <a:t>ch</a:t>
            </a:r>
            <a:r>
              <a:rPr lang="zh-CN" altLang="en-US" dirty="0"/>
              <a:t>的所有字符。</a:t>
            </a:r>
            <a:r>
              <a:rPr lang="en-US" altLang="zh-CN" dirty="0"/>
              <a:t>s</a:t>
            </a:r>
            <a:r>
              <a:rPr lang="zh-CN" altLang="en-US" dirty="0"/>
              <a:t>是符合</a:t>
            </a:r>
            <a:r>
              <a:rPr lang="en-US" altLang="zh-CN" dirty="0"/>
              <a:t>c</a:t>
            </a:r>
            <a:r>
              <a:rPr lang="zh-CN" altLang="en-US" dirty="0"/>
              <a:t>的规定的字符串。</a:t>
            </a:r>
          </a:p>
          <a:p>
            <a:pPr lvl="1"/>
            <a:r>
              <a:rPr lang="en-US" altLang="zh-CN" dirty="0"/>
              <a:t>2.2 </a:t>
            </a:r>
            <a:r>
              <a:rPr lang="zh-CN" altLang="en-US" dirty="0"/>
              <a:t>写一个函数“</a:t>
            </a:r>
            <a:r>
              <a:rPr lang="en-US" altLang="zh-CN" dirty="0"/>
              <a:t>char </a:t>
            </a:r>
            <a:r>
              <a:rPr lang="en-US" altLang="zh-CN" dirty="0" err="1"/>
              <a:t>firstSingle</a:t>
            </a:r>
            <a:r>
              <a:rPr lang="en-US" altLang="zh-CN" dirty="0"/>
              <a:t>(char * str)”</a:t>
            </a:r>
            <a:r>
              <a:rPr lang="zh-CN" altLang="en-US" dirty="0"/>
              <a:t>用尽量快的速度在字符串</a:t>
            </a:r>
            <a:r>
              <a:rPr lang="en-US" altLang="zh-CN" dirty="0"/>
              <a:t>str</a:t>
            </a:r>
            <a:r>
              <a:rPr lang="zh-CN" altLang="en-US" dirty="0"/>
              <a:t>中找到第一个只出现一次的字符。如输入</a:t>
            </a:r>
            <a:r>
              <a:rPr lang="en-US" altLang="zh-CN" dirty="0" err="1"/>
              <a:t>abaccdeff</a:t>
            </a:r>
            <a:r>
              <a:rPr lang="zh-CN" altLang="en-US" dirty="0"/>
              <a:t>，则输出</a:t>
            </a:r>
            <a:r>
              <a:rPr lang="en-US" altLang="zh-CN" dirty="0"/>
              <a:t>b</a:t>
            </a:r>
            <a:r>
              <a:rPr lang="zh-CN" altLang="en-US" dirty="0"/>
              <a:t>。限定</a:t>
            </a:r>
            <a:r>
              <a:rPr lang="en-US" altLang="zh-CN" dirty="0"/>
              <a:t>str</a:t>
            </a:r>
            <a:r>
              <a:rPr lang="zh-CN" altLang="en-US" dirty="0"/>
              <a:t>中仅包含英文小写字母。</a:t>
            </a:r>
          </a:p>
        </p:txBody>
      </p:sp>
      <p:sp>
        <p:nvSpPr>
          <p:cNvPr id="4" name="灯片编号占位符 3"/>
          <p:cNvSpPr>
            <a:spLocks noGrp="1"/>
          </p:cNvSpPr>
          <p:nvPr>
            <p:ph type="sldNum" sz="quarter" idx="12"/>
          </p:nvPr>
        </p:nvSpPr>
        <p:spPr/>
        <p:txBody>
          <a:bodyPr/>
          <a:lstStyle/>
          <a:p>
            <a:fld id="{C8283BC9-C505-498E-A445-42B3E3C5981A}" type="slidenum">
              <a:rPr lang="en-US" altLang="zh-CN" smtClean="0"/>
              <a:pPr/>
              <a:t>65</a:t>
            </a:fld>
            <a:endParaRPr lang="en-US" altLang="zh-CN"/>
          </a:p>
        </p:txBody>
      </p:sp>
    </p:spTree>
    <p:extLst>
      <p:ext uri="{BB962C8B-B14F-4D97-AF65-F5344CB8AC3E}">
        <p14:creationId xmlns:p14="http://schemas.microsoft.com/office/powerpoint/2010/main" val="1300370950"/>
      </p:ext>
    </p:extLst>
  </p:cSld>
  <p:clrMapOvr>
    <a:masterClrMapping/>
  </p:clrMapOvr>
  <p:transition>
    <p:spli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C6C405-EB81-4E05-9587-DB8B953DC810}"/>
              </a:ext>
            </a:extLst>
          </p:cNvPr>
          <p:cNvSpPr>
            <a:spLocks noGrp="1"/>
          </p:cNvSpPr>
          <p:nvPr>
            <p:ph type="title"/>
          </p:nvPr>
        </p:nvSpPr>
        <p:spPr/>
        <p:txBody>
          <a:bodyPr/>
          <a:lstStyle/>
          <a:p>
            <a:r>
              <a:rPr lang="en-US" altLang="zh-CN" dirty="0"/>
              <a:t>4.5 </a:t>
            </a:r>
            <a:r>
              <a:rPr lang="zh-CN" altLang="en-US" dirty="0"/>
              <a:t>广义表 </a:t>
            </a:r>
            <a:r>
              <a:rPr lang="en-US" altLang="zh-CN" dirty="0"/>
              <a:t>(General Lists )</a:t>
            </a:r>
            <a:endParaRPr lang="zh-CN" altLang="en-US" dirty="0"/>
          </a:p>
        </p:txBody>
      </p:sp>
      <p:sp>
        <p:nvSpPr>
          <p:cNvPr id="3" name="内容占位符 2">
            <a:extLst>
              <a:ext uri="{FF2B5EF4-FFF2-40B4-BE49-F238E27FC236}">
                <a16:creationId xmlns:a16="http://schemas.microsoft.com/office/drawing/2014/main" id="{64AF78CC-BBCA-4B0E-BE38-3ACA734A065E}"/>
              </a:ext>
            </a:extLst>
          </p:cNvPr>
          <p:cNvSpPr>
            <a:spLocks noGrp="1"/>
          </p:cNvSpPr>
          <p:nvPr>
            <p:ph idx="1"/>
          </p:nvPr>
        </p:nvSpPr>
        <p:spPr/>
        <p:txBody>
          <a:bodyPr>
            <a:normAutofit fontScale="92500" lnSpcReduction="20000"/>
          </a:bodyPr>
          <a:lstStyle/>
          <a:p>
            <a:r>
              <a:rPr lang="zh-CN" altLang="en-US" dirty="0"/>
              <a:t>广义表的概念：</a:t>
            </a:r>
            <a:r>
              <a:rPr lang="en-US" altLang="zh-CN" dirty="0"/>
              <a:t>n (≥0)</a:t>
            </a:r>
            <a:r>
              <a:rPr lang="zh-CN" altLang="en-US" dirty="0"/>
              <a:t>个表元素组成的有限序列，记作：</a:t>
            </a:r>
            <a:endParaRPr lang="en-US" altLang="zh-CN" dirty="0"/>
          </a:p>
          <a:p>
            <a:pPr lvl="1"/>
            <a:r>
              <a:rPr lang="en-US" altLang="zh-CN" dirty="0"/>
              <a:t>LS (a</a:t>
            </a:r>
            <a:r>
              <a:rPr lang="en-US" altLang="zh-CN" baseline="-25000" dirty="0"/>
              <a:t>0</a:t>
            </a:r>
            <a:r>
              <a:rPr lang="en-US" altLang="zh-CN" dirty="0"/>
              <a:t>, a</a:t>
            </a:r>
            <a:r>
              <a:rPr lang="en-US" altLang="zh-CN" baseline="-25000" dirty="0"/>
              <a:t>1</a:t>
            </a:r>
            <a:r>
              <a:rPr lang="en-US" altLang="zh-CN" dirty="0"/>
              <a:t>, a</a:t>
            </a:r>
            <a:r>
              <a:rPr lang="en-US" altLang="zh-CN" baseline="-25000" dirty="0"/>
              <a:t>2</a:t>
            </a:r>
            <a:r>
              <a:rPr lang="en-US" altLang="zh-CN" dirty="0"/>
              <a:t>, …, a</a:t>
            </a:r>
            <a:r>
              <a:rPr lang="en-US" altLang="zh-CN" baseline="-25000" dirty="0"/>
              <a:t>n-1</a:t>
            </a:r>
            <a:r>
              <a:rPr lang="en-US" altLang="zh-CN" dirty="0"/>
              <a:t>)</a:t>
            </a:r>
          </a:p>
          <a:p>
            <a:r>
              <a:rPr lang="en-US" altLang="zh-CN" dirty="0"/>
              <a:t>LS</a:t>
            </a:r>
            <a:r>
              <a:rPr lang="zh-CN" altLang="en-US" dirty="0"/>
              <a:t>是表名，</a:t>
            </a:r>
            <a:r>
              <a:rPr lang="en-US" altLang="zh-CN" dirty="0"/>
              <a:t>a</a:t>
            </a:r>
            <a:r>
              <a:rPr lang="en-US" altLang="zh-CN" baseline="-25000" dirty="0"/>
              <a:t>i</a:t>
            </a:r>
            <a:r>
              <a:rPr lang="zh-CN" altLang="en-US" dirty="0"/>
              <a:t>是表元素，它可以是表 </a:t>
            </a:r>
            <a:r>
              <a:rPr lang="en-US" altLang="zh-CN" dirty="0"/>
              <a:t>(</a:t>
            </a:r>
            <a:r>
              <a:rPr lang="zh-CN" altLang="en-US" dirty="0"/>
              <a:t>称为子表</a:t>
            </a:r>
            <a:r>
              <a:rPr lang="en-US" altLang="zh-CN" dirty="0"/>
              <a:t>)</a:t>
            </a:r>
            <a:r>
              <a:rPr lang="zh-CN" altLang="en-US" dirty="0"/>
              <a:t>，也可以是数据元素</a:t>
            </a:r>
            <a:r>
              <a:rPr lang="en-US" altLang="zh-CN" dirty="0"/>
              <a:t>(</a:t>
            </a:r>
            <a:r>
              <a:rPr lang="zh-CN" altLang="en-US" dirty="0"/>
              <a:t>称为原子</a:t>
            </a:r>
            <a:r>
              <a:rPr lang="en-US" altLang="zh-CN" dirty="0"/>
              <a:t>)</a:t>
            </a:r>
            <a:r>
              <a:rPr lang="zh-CN" altLang="en-US" dirty="0"/>
              <a:t>。</a:t>
            </a:r>
          </a:p>
          <a:p>
            <a:r>
              <a:rPr lang="en-US" altLang="zh-CN" dirty="0"/>
              <a:t>n</a:t>
            </a:r>
            <a:r>
              <a:rPr lang="zh-CN" altLang="en-US" dirty="0"/>
              <a:t>为表的长度。</a:t>
            </a:r>
            <a:r>
              <a:rPr lang="en-US" altLang="zh-CN" dirty="0"/>
              <a:t>n = 0 </a:t>
            </a:r>
            <a:r>
              <a:rPr lang="zh-CN" altLang="en-US" dirty="0"/>
              <a:t>的广义表为空表。</a:t>
            </a:r>
          </a:p>
          <a:p>
            <a:r>
              <a:rPr lang="en-US" altLang="zh-CN" dirty="0"/>
              <a:t>n &gt; 0</a:t>
            </a:r>
            <a:r>
              <a:rPr lang="zh-CN" altLang="en-US" dirty="0"/>
              <a:t>时，表的第一个</a:t>
            </a:r>
            <a:r>
              <a:rPr lang="zh-CN" altLang="en-US" b="1" u="sng" dirty="0"/>
              <a:t>表元素</a:t>
            </a:r>
            <a:r>
              <a:rPr lang="zh-CN" altLang="en-US" dirty="0"/>
              <a:t>称为广义表的表头</a:t>
            </a:r>
            <a:r>
              <a:rPr lang="en-US" altLang="zh-CN" dirty="0"/>
              <a:t>(head)</a:t>
            </a:r>
            <a:r>
              <a:rPr lang="zh-CN" altLang="en-US" dirty="0"/>
              <a:t>，除此之外，其他表元素组成的</a:t>
            </a:r>
            <a:r>
              <a:rPr lang="zh-CN" altLang="en-US" b="1" u="sng" dirty="0"/>
              <a:t>表</a:t>
            </a:r>
            <a:r>
              <a:rPr lang="zh-CN" altLang="en-US" dirty="0"/>
              <a:t>称为广义表的表尾</a:t>
            </a:r>
            <a:r>
              <a:rPr lang="en-US" altLang="zh-CN" dirty="0"/>
              <a:t>(tail)</a:t>
            </a:r>
            <a:r>
              <a:rPr lang="zh-CN" altLang="en-US" dirty="0"/>
              <a:t>。</a:t>
            </a:r>
          </a:p>
        </p:txBody>
      </p:sp>
      <p:sp>
        <p:nvSpPr>
          <p:cNvPr id="4" name="灯片编号占位符 3">
            <a:extLst>
              <a:ext uri="{FF2B5EF4-FFF2-40B4-BE49-F238E27FC236}">
                <a16:creationId xmlns:a16="http://schemas.microsoft.com/office/drawing/2014/main" id="{62088C2A-FF27-49BE-B9EA-4BEEC6504DE7}"/>
              </a:ext>
            </a:extLst>
          </p:cNvPr>
          <p:cNvSpPr>
            <a:spLocks noGrp="1"/>
          </p:cNvSpPr>
          <p:nvPr>
            <p:ph type="sldNum" sz="quarter" idx="12"/>
          </p:nvPr>
        </p:nvSpPr>
        <p:spPr/>
        <p:txBody>
          <a:bodyPr/>
          <a:lstStyle/>
          <a:p>
            <a:pPr>
              <a:defRPr/>
            </a:pPr>
            <a:fld id="{34C23A13-5672-41C0-8934-A4311B913B34}" type="slidenum">
              <a:rPr lang="en-US" altLang="zh-CN" smtClean="0"/>
              <a:pPr>
                <a:defRPr/>
              </a:pPr>
              <a:t>66</a:t>
            </a:fld>
            <a:endParaRPr lang="en-US" altLang="zh-CN" dirty="0"/>
          </a:p>
        </p:txBody>
      </p:sp>
    </p:spTree>
    <p:extLst>
      <p:ext uri="{BB962C8B-B14F-4D97-AF65-F5344CB8AC3E}">
        <p14:creationId xmlns:p14="http://schemas.microsoft.com/office/powerpoint/2010/main" val="3744560712"/>
      </p:ext>
    </p:extLst>
  </p:cSld>
  <p:clrMapOvr>
    <a:masterClrMapping/>
  </p:clrMapOvr>
  <p:transition>
    <p:spli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DBA0A7-D3B6-4CB2-BFD4-6B341F07B9AC}"/>
              </a:ext>
            </a:extLst>
          </p:cNvPr>
          <p:cNvSpPr>
            <a:spLocks noGrp="1"/>
          </p:cNvSpPr>
          <p:nvPr>
            <p:ph type="title"/>
          </p:nvPr>
        </p:nvSpPr>
        <p:spPr/>
        <p:txBody>
          <a:bodyPr/>
          <a:lstStyle/>
          <a:p>
            <a:r>
              <a:rPr lang="zh-CN" altLang="en-US" dirty="0"/>
              <a:t>广义表的特性</a:t>
            </a:r>
          </a:p>
        </p:txBody>
      </p:sp>
      <p:sp>
        <p:nvSpPr>
          <p:cNvPr id="3" name="内容占位符 2">
            <a:extLst>
              <a:ext uri="{FF2B5EF4-FFF2-40B4-BE49-F238E27FC236}">
                <a16:creationId xmlns:a16="http://schemas.microsoft.com/office/drawing/2014/main" id="{2C439ED6-83A4-4A20-BD71-4D3FA675322E}"/>
              </a:ext>
            </a:extLst>
          </p:cNvPr>
          <p:cNvSpPr>
            <a:spLocks noGrp="1"/>
          </p:cNvSpPr>
          <p:nvPr>
            <p:ph idx="1"/>
          </p:nvPr>
        </p:nvSpPr>
        <p:spPr/>
        <p:txBody>
          <a:bodyPr>
            <a:normAutofit fontScale="92500" lnSpcReduction="20000"/>
          </a:bodyPr>
          <a:lstStyle/>
          <a:p>
            <a:r>
              <a:rPr lang="zh-CN" altLang="en-US" dirty="0"/>
              <a:t>广义表的特性：有次序性、有长度、有深度、可共享、可递归</a:t>
            </a:r>
          </a:p>
          <a:p>
            <a:r>
              <a:rPr lang="zh-CN" altLang="en-US" dirty="0"/>
              <a:t>广义表示例</a:t>
            </a:r>
            <a:endParaRPr lang="en-US" altLang="zh-CN" dirty="0"/>
          </a:p>
          <a:p>
            <a:pPr lvl="1"/>
            <a:r>
              <a:rPr lang="en-US" altLang="zh-CN" dirty="0"/>
              <a:t>A( )</a:t>
            </a:r>
          </a:p>
          <a:p>
            <a:pPr lvl="1"/>
            <a:r>
              <a:rPr lang="en-US" altLang="zh-CN" dirty="0"/>
              <a:t>B( 6, 2 )</a:t>
            </a:r>
          </a:p>
          <a:p>
            <a:pPr lvl="2"/>
            <a:r>
              <a:rPr lang="en-US" altLang="zh-CN" dirty="0"/>
              <a:t>head(B) = 6, tail(B) =(2)</a:t>
            </a:r>
          </a:p>
          <a:p>
            <a:pPr lvl="1"/>
            <a:r>
              <a:rPr lang="en-US" altLang="zh-CN" dirty="0"/>
              <a:t>C( ‘a’, ( 5,  3,  ‘x’ ) )  </a:t>
            </a:r>
          </a:p>
          <a:p>
            <a:pPr lvl="2"/>
            <a:r>
              <a:rPr lang="en-US" altLang="zh-CN" dirty="0"/>
              <a:t>head(C) =‘a’</a:t>
            </a:r>
            <a:r>
              <a:rPr lang="zh-CN" altLang="en-US" dirty="0"/>
              <a:t>，</a:t>
            </a:r>
            <a:r>
              <a:rPr lang="en-US" altLang="zh-CN" dirty="0"/>
              <a:t>tail(C) = ((5,3,’x’))</a:t>
            </a:r>
          </a:p>
          <a:p>
            <a:pPr lvl="1"/>
            <a:r>
              <a:rPr lang="en-US" altLang="zh-CN" dirty="0"/>
              <a:t>head( ((5,3,’x’)) ) = (5,3,’x’)</a:t>
            </a:r>
          </a:p>
          <a:p>
            <a:pPr lvl="1"/>
            <a:r>
              <a:rPr lang="en-US" altLang="zh-CN" dirty="0"/>
              <a:t>tail( ((5,3,’x’)) ) = ( )</a:t>
            </a:r>
          </a:p>
          <a:p>
            <a:endParaRPr lang="zh-CN" altLang="en-US" dirty="0"/>
          </a:p>
        </p:txBody>
      </p:sp>
      <p:sp>
        <p:nvSpPr>
          <p:cNvPr id="5" name="灯片编号占位符 4">
            <a:extLst>
              <a:ext uri="{FF2B5EF4-FFF2-40B4-BE49-F238E27FC236}">
                <a16:creationId xmlns:a16="http://schemas.microsoft.com/office/drawing/2014/main" id="{1C886469-52EB-EDD5-FC7A-666E2B39AAA7}"/>
              </a:ext>
            </a:extLst>
          </p:cNvPr>
          <p:cNvSpPr>
            <a:spLocks noGrp="1"/>
          </p:cNvSpPr>
          <p:nvPr>
            <p:ph type="sldNum" sz="quarter" idx="12"/>
          </p:nvPr>
        </p:nvSpPr>
        <p:spPr/>
        <p:txBody>
          <a:bodyPr/>
          <a:lstStyle/>
          <a:p>
            <a:pPr>
              <a:defRPr/>
            </a:pPr>
            <a:fld id="{34C23A13-5672-41C0-8934-A4311B913B34}" type="slidenum">
              <a:rPr lang="en-US" altLang="zh-CN" smtClean="0"/>
              <a:pPr>
                <a:defRPr/>
              </a:pPr>
              <a:t>67</a:t>
            </a:fld>
            <a:endParaRPr lang="en-US" altLang="zh-CN"/>
          </a:p>
        </p:txBody>
      </p:sp>
    </p:spTree>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730" name="Group 2">
            <a:extLst>
              <a:ext uri="{FF2B5EF4-FFF2-40B4-BE49-F238E27FC236}">
                <a16:creationId xmlns:a16="http://schemas.microsoft.com/office/drawing/2014/main" id="{1F407D03-3240-05C7-A092-57EDDE47796B}"/>
              </a:ext>
            </a:extLst>
          </p:cNvPr>
          <p:cNvGrpSpPr>
            <a:grpSpLocks/>
          </p:cNvGrpSpPr>
          <p:nvPr/>
        </p:nvGrpSpPr>
        <p:grpSpPr bwMode="auto">
          <a:xfrm>
            <a:off x="533400" y="381000"/>
            <a:ext cx="7945438" cy="5765800"/>
            <a:chOff x="343" y="222"/>
            <a:chExt cx="5005" cy="3632"/>
          </a:xfrm>
        </p:grpSpPr>
        <p:sp>
          <p:nvSpPr>
            <p:cNvPr id="73731" name="Line 3">
              <a:extLst>
                <a:ext uri="{FF2B5EF4-FFF2-40B4-BE49-F238E27FC236}">
                  <a16:creationId xmlns:a16="http://schemas.microsoft.com/office/drawing/2014/main" id="{A1A27F1B-A4A5-A9D7-21B6-2A5D906ABD26}"/>
                </a:ext>
              </a:extLst>
            </p:cNvPr>
            <p:cNvSpPr>
              <a:spLocks noChangeShapeType="1"/>
            </p:cNvSpPr>
            <p:nvPr/>
          </p:nvSpPr>
          <p:spPr bwMode="auto">
            <a:xfrm flipH="1">
              <a:off x="3682" y="2867"/>
              <a:ext cx="199" cy="33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2" name="Oval 4">
              <a:extLst>
                <a:ext uri="{FF2B5EF4-FFF2-40B4-BE49-F238E27FC236}">
                  <a16:creationId xmlns:a16="http://schemas.microsoft.com/office/drawing/2014/main" id="{B34871ED-7113-72C1-DCD5-8EFB176E7B18}"/>
                </a:ext>
              </a:extLst>
            </p:cNvPr>
            <p:cNvSpPr>
              <a:spLocks noChangeArrowheads="1"/>
            </p:cNvSpPr>
            <p:nvPr/>
          </p:nvSpPr>
          <p:spPr bwMode="auto">
            <a:xfrm>
              <a:off x="549" y="530"/>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23909" name="Text Box 5">
              <a:extLst>
                <a:ext uri="{FF2B5EF4-FFF2-40B4-BE49-F238E27FC236}">
                  <a16:creationId xmlns:a16="http://schemas.microsoft.com/office/drawing/2014/main" id="{8F8FB18F-C3C9-78C2-F3B2-140242F69949}"/>
                </a:ext>
              </a:extLst>
            </p:cNvPr>
            <p:cNvSpPr txBox="1">
              <a:spLocks noChangeArrowheads="1"/>
            </p:cNvSpPr>
            <p:nvPr/>
          </p:nvSpPr>
          <p:spPr bwMode="auto">
            <a:xfrm>
              <a:off x="495" y="226"/>
              <a:ext cx="278"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A</a:t>
              </a:r>
              <a:endParaRPr lang="en-US" altLang="zh-CN" b="1">
                <a:latin typeface="+mn-lt"/>
                <a:ea typeface="+mn-ea"/>
              </a:endParaRPr>
            </a:p>
          </p:txBody>
        </p:sp>
        <p:grpSp>
          <p:nvGrpSpPr>
            <p:cNvPr id="73734" name="Group 6">
              <a:extLst>
                <a:ext uri="{FF2B5EF4-FFF2-40B4-BE49-F238E27FC236}">
                  <a16:creationId xmlns:a16="http://schemas.microsoft.com/office/drawing/2014/main" id="{71D26D91-CE5C-8A0E-64A4-492C32F1040A}"/>
                </a:ext>
              </a:extLst>
            </p:cNvPr>
            <p:cNvGrpSpPr>
              <a:grpSpLocks/>
            </p:cNvGrpSpPr>
            <p:nvPr/>
          </p:nvGrpSpPr>
          <p:grpSpPr bwMode="auto">
            <a:xfrm>
              <a:off x="1167" y="535"/>
              <a:ext cx="417" cy="494"/>
              <a:chOff x="949" y="465"/>
              <a:chExt cx="417" cy="494"/>
            </a:xfrm>
          </p:grpSpPr>
          <p:sp>
            <p:nvSpPr>
              <p:cNvPr id="73828" name="Line 7">
                <a:extLst>
                  <a:ext uri="{FF2B5EF4-FFF2-40B4-BE49-F238E27FC236}">
                    <a16:creationId xmlns:a16="http://schemas.microsoft.com/office/drawing/2014/main" id="{818CA68A-0873-21BA-5198-E66EF31F0481}"/>
                  </a:ext>
                </a:extLst>
              </p:cNvPr>
              <p:cNvSpPr>
                <a:spLocks noChangeShapeType="1"/>
              </p:cNvSpPr>
              <p:nvPr/>
            </p:nvSpPr>
            <p:spPr bwMode="auto">
              <a:xfrm>
                <a:off x="1187" y="568"/>
                <a:ext cx="125" cy="27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29" name="Line 8">
                <a:extLst>
                  <a:ext uri="{FF2B5EF4-FFF2-40B4-BE49-F238E27FC236}">
                    <a16:creationId xmlns:a16="http://schemas.microsoft.com/office/drawing/2014/main" id="{74DDB550-6E63-5E93-F7F3-09B064560F55}"/>
                  </a:ext>
                </a:extLst>
              </p:cNvPr>
              <p:cNvSpPr>
                <a:spLocks noChangeShapeType="1"/>
              </p:cNvSpPr>
              <p:nvPr/>
            </p:nvSpPr>
            <p:spPr bwMode="auto">
              <a:xfrm flipH="1">
                <a:off x="1014" y="570"/>
                <a:ext cx="126" cy="26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30" name="Oval 9">
                <a:extLst>
                  <a:ext uri="{FF2B5EF4-FFF2-40B4-BE49-F238E27FC236}">
                    <a16:creationId xmlns:a16="http://schemas.microsoft.com/office/drawing/2014/main" id="{B0911CDF-4425-B942-955D-A9E92239F046}"/>
                  </a:ext>
                </a:extLst>
              </p:cNvPr>
              <p:cNvSpPr>
                <a:spLocks noChangeArrowheads="1"/>
              </p:cNvSpPr>
              <p:nvPr/>
            </p:nvSpPr>
            <p:spPr bwMode="auto">
              <a:xfrm>
                <a:off x="1093" y="465"/>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31" name="Rectangle 10">
                <a:extLst>
                  <a:ext uri="{FF2B5EF4-FFF2-40B4-BE49-F238E27FC236}">
                    <a16:creationId xmlns:a16="http://schemas.microsoft.com/office/drawing/2014/main" id="{A5EC9F7E-FDFE-FD66-2511-9270D2E36BE5}"/>
                  </a:ext>
                </a:extLst>
              </p:cNvPr>
              <p:cNvSpPr>
                <a:spLocks noChangeArrowheads="1"/>
              </p:cNvSpPr>
              <p:nvPr/>
            </p:nvSpPr>
            <p:spPr bwMode="auto">
              <a:xfrm>
                <a:off x="949" y="842"/>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32" name="Rectangle 11">
                <a:extLst>
                  <a:ext uri="{FF2B5EF4-FFF2-40B4-BE49-F238E27FC236}">
                    <a16:creationId xmlns:a16="http://schemas.microsoft.com/office/drawing/2014/main" id="{8649D88B-20B9-A4DC-4C5F-939C3BC1DF24}"/>
                  </a:ext>
                </a:extLst>
              </p:cNvPr>
              <p:cNvSpPr>
                <a:spLocks noChangeArrowheads="1"/>
              </p:cNvSpPr>
              <p:nvPr/>
            </p:nvSpPr>
            <p:spPr bwMode="auto">
              <a:xfrm>
                <a:off x="1262" y="847"/>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pSp>
        <p:sp>
          <p:nvSpPr>
            <p:cNvPr id="123916" name="Text Box 12">
              <a:extLst>
                <a:ext uri="{FF2B5EF4-FFF2-40B4-BE49-F238E27FC236}">
                  <a16:creationId xmlns:a16="http://schemas.microsoft.com/office/drawing/2014/main" id="{C3CF692E-A9F9-E8C1-A567-CEF2FB77951C}"/>
                </a:ext>
              </a:extLst>
            </p:cNvPr>
            <p:cNvSpPr txBox="1">
              <a:spLocks noChangeArrowheads="1"/>
            </p:cNvSpPr>
            <p:nvPr/>
          </p:nvSpPr>
          <p:spPr bwMode="auto">
            <a:xfrm>
              <a:off x="1266" y="224"/>
              <a:ext cx="265"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B</a:t>
              </a:r>
              <a:endParaRPr lang="en-US" altLang="zh-CN" b="1">
                <a:latin typeface="+mn-lt"/>
                <a:ea typeface="+mn-ea"/>
              </a:endParaRPr>
            </a:p>
          </p:txBody>
        </p:sp>
        <p:sp>
          <p:nvSpPr>
            <p:cNvPr id="123917" name="Text Box 13">
              <a:extLst>
                <a:ext uri="{FF2B5EF4-FFF2-40B4-BE49-F238E27FC236}">
                  <a16:creationId xmlns:a16="http://schemas.microsoft.com/office/drawing/2014/main" id="{D953872D-B27C-9364-2C3D-89F779A9A203}"/>
                </a:ext>
              </a:extLst>
            </p:cNvPr>
            <p:cNvSpPr txBox="1">
              <a:spLocks noChangeArrowheads="1"/>
            </p:cNvSpPr>
            <p:nvPr/>
          </p:nvSpPr>
          <p:spPr bwMode="auto">
            <a:xfrm>
              <a:off x="2365" y="222"/>
              <a:ext cx="278"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C</a:t>
              </a:r>
              <a:endParaRPr lang="en-US" altLang="zh-CN" b="1">
                <a:latin typeface="+mn-lt"/>
                <a:ea typeface="+mn-ea"/>
              </a:endParaRPr>
            </a:p>
          </p:txBody>
        </p:sp>
        <p:sp>
          <p:nvSpPr>
            <p:cNvPr id="73737" name="Text Box 14">
              <a:extLst>
                <a:ext uri="{FF2B5EF4-FFF2-40B4-BE49-F238E27FC236}">
                  <a16:creationId xmlns:a16="http://schemas.microsoft.com/office/drawing/2014/main" id="{B67D4891-6FD0-8333-CBA0-57A562E77C3F}"/>
                </a:ext>
              </a:extLst>
            </p:cNvPr>
            <p:cNvSpPr txBox="1">
              <a:spLocks noChangeArrowheads="1"/>
            </p:cNvSpPr>
            <p:nvPr/>
          </p:nvSpPr>
          <p:spPr bwMode="auto">
            <a:xfrm>
              <a:off x="1111" y="973"/>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u   v</a:t>
              </a:r>
              <a:endParaRPr kumimoji="1" lang="en-US" altLang="zh-CN" sz="2400">
                <a:latin typeface="Times New Roman" panose="02020603050405020304" pitchFamily="18" charset="0"/>
                <a:ea typeface="宋体" panose="02010600030101010101" pitchFamily="2" charset="-122"/>
              </a:endParaRPr>
            </a:p>
          </p:txBody>
        </p:sp>
        <p:grpSp>
          <p:nvGrpSpPr>
            <p:cNvPr id="73738" name="Group 15">
              <a:extLst>
                <a:ext uri="{FF2B5EF4-FFF2-40B4-BE49-F238E27FC236}">
                  <a16:creationId xmlns:a16="http://schemas.microsoft.com/office/drawing/2014/main" id="{04975C82-0430-A478-8C88-611D336E936B}"/>
                </a:ext>
              </a:extLst>
            </p:cNvPr>
            <p:cNvGrpSpPr>
              <a:grpSpLocks/>
            </p:cNvGrpSpPr>
            <p:nvPr/>
          </p:nvGrpSpPr>
          <p:grpSpPr bwMode="auto">
            <a:xfrm>
              <a:off x="2181" y="533"/>
              <a:ext cx="791" cy="1144"/>
              <a:chOff x="2160" y="463"/>
              <a:chExt cx="791" cy="1144"/>
            </a:xfrm>
          </p:grpSpPr>
          <p:sp>
            <p:nvSpPr>
              <p:cNvPr id="73815" name="Line 16">
                <a:extLst>
                  <a:ext uri="{FF2B5EF4-FFF2-40B4-BE49-F238E27FC236}">
                    <a16:creationId xmlns:a16="http://schemas.microsoft.com/office/drawing/2014/main" id="{1614FA92-48FF-0236-C7DD-768BD7006CB0}"/>
                  </a:ext>
                </a:extLst>
              </p:cNvPr>
              <p:cNvSpPr>
                <a:spLocks noChangeShapeType="1"/>
              </p:cNvSpPr>
              <p:nvPr/>
            </p:nvSpPr>
            <p:spPr bwMode="auto">
              <a:xfrm flipH="1">
                <a:off x="2635" y="885"/>
                <a:ext cx="0" cy="36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6" name="Line 17">
                <a:extLst>
                  <a:ext uri="{FF2B5EF4-FFF2-40B4-BE49-F238E27FC236}">
                    <a16:creationId xmlns:a16="http://schemas.microsoft.com/office/drawing/2014/main" id="{5B678DFC-ABCA-9320-FCE9-452C9B4656FB}"/>
                  </a:ext>
                </a:extLst>
              </p:cNvPr>
              <p:cNvSpPr>
                <a:spLocks noChangeShapeType="1"/>
              </p:cNvSpPr>
              <p:nvPr/>
            </p:nvSpPr>
            <p:spPr bwMode="auto">
              <a:xfrm>
                <a:off x="2499" y="566"/>
                <a:ext cx="125" cy="27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7" name="Line 18">
                <a:extLst>
                  <a:ext uri="{FF2B5EF4-FFF2-40B4-BE49-F238E27FC236}">
                    <a16:creationId xmlns:a16="http://schemas.microsoft.com/office/drawing/2014/main" id="{2DC0B899-FAF4-45F9-F304-17AE97D4B686}"/>
                  </a:ext>
                </a:extLst>
              </p:cNvPr>
              <p:cNvSpPr>
                <a:spLocks noChangeShapeType="1"/>
              </p:cNvSpPr>
              <p:nvPr/>
            </p:nvSpPr>
            <p:spPr bwMode="auto">
              <a:xfrm flipH="1">
                <a:off x="2311" y="568"/>
                <a:ext cx="141" cy="26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8" name="Oval 19">
                <a:extLst>
                  <a:ext uri="{FF2B5EF4-FFF2-40B4-BE49-F238E27FC236}">
                    <a16:creationId xmlns:a16="http://schemas.microsoft.com/office/drawing/2014/main" id="{43C86094-7C94-B96D-B2D9-52E250E7A5EA}"/>
                  </a:ext>
                </a:extLst>
              </p:cNvPr>
              <p:cNvSpPr>
                <a:spLocks noChangeArrowheads="1"/>
              </p:cNvSpPr>
              <p:nvPr/>
            </p:nvSpPr>
            <p:spPr bwMode="auto">
              <a:xfrm>
                <a:off x="2405" y="463"/>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19" name="Rectangle 20">
                <a:extLst>
                  <a:ext uri="{FF2B5EF4-FFF2-40B4-BE49-F238E27FC236}">
                    <a16:creationId xmlns:a16="http://schemas.microsoft.com/office/drawing/2014/main" id="{4D6EC85C-4EFD-CF37-F4EA-70108534FE51}"/>
                  </a:ext>
                </a:extLst>
              </p:cNvPr>
              <p:cNvSpPr>
                <a:spLocks noChangeArrowheads="1"/>
              </p:cNvSpPr>
              <p:nvPr/>
            </p:nvSpPr>
            <p:spPr bwMode="auto">
              <a:xfrm>
                <a:off x="2233" y="840"/>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20" name="Rectangle 21">
                <a:extLst>
                  <a:ext uri="{FF2B5EF4-FFF2-40B4-BE49-F238E27FC236}">
                    <a16:creationId xmlns:a16="http://schemas.microsoft.com/office/drawing/2014/main" id="{2AEBE255-9041-82EB-E51A-2B857F2ADDF3}"/>
                  </a:ext>
                </a:extLst>
              </p:cNvPr>
              <p:cNvSpPr>
                <a:spLocks noChangeArrowheads="1"/>
              </p:cNvSpPr>
              <p:nvPr/>
            </p:nvSpPr>
            <p:spPr bwMode="auto">
              <a:xfrm>
                <a:off x="2781" y="1230"/>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21" name="Line 22">
                <a:extLst>
                  <a:ext uri="{FF2B5EF4-FFF2-40B4-BE49-F238E27FC236}">
                    <a16:creationId xmlns:a16="http://schemas.microsoft.com/office/drawing/2014/main" id="{99A15B0D-AB3D-F240-F961-E29E72667632}"/>
                  </a:ext>
                </a:extLst>
              </p:cNvPr>
              <p:cNvSpPr>
                <a:spLocks noChangeShapeType="1"/>
              </p:cNvSpPr>
              <p:nvPr/>
            </p:nvSpPr>
            <p:spPr bwMode="auto">
              <a:xfrm>
                <a:off x="2672" y="931"/>
                <a:ext cx="154" cy="29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22" name="Line 23">
                <a:extLst>
                  <a:ext uri="{FF2B5EF4-FFF2-40B4-BE49-F238E27FC236}">
                    <a16:creationId xmlns:a16="http://schemas.microsoft.com/office/drawing/2014/main" id="{31A443D4-1D0E-6A1D-E34C-DAE72292D342}"/>
                  </a:ext>
                </a:extLst>
              </p:cNvPr>
              <p:cNvSpPr>
                <a:spLocks noChangeShapeType="1"/>
              </p:cNvSpPr>
              <p:nvPr/>
            </p:nvSpPr>
            <p:spPr bwMode="auto">
              <a:xfrm flipH="1">
                <a:off x="2441" y="933"/>
                <a:ext cx="163" cy="29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23" name="Oval 24">
                <a:extLst>
                  <a:ext uri="{FF2B5EF4-FFF2-40B4-BE49-F238E27FC236}">
                    <a16:creationId xmlns:a16="http://schemas.microsoft.com/office/drawing/2014/main" id="{8CFDC4B1-A753-AF77-2C72-9919886ED8B4}"/>
                  </a:ext>
                </a:extLst>
              </p:cNvPr>
              <p:cNvSpPr>
                <a:spLocks noChangeArrowheads="1"/>
              </p:cNvSpPr>
              <p:nvPr/>
            </p:nvSpPr>
            <p:spPr bwMode="auto">
              <a:xfrm>
                <a:off x="2564" y="828"/>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24" name="Rectangle 25">
                <a:extLst>
                  <a:ext uri="{FF2B5EF4-FFF2-40B4-BE49-F238E27FC236}">
                    <a16:creationId xmlns:a16="http://schemas.microsoft.com/office/drawing/2014/main" id="{47383D51-43A8-3597-06BF-36CCF83C2E6B}"/>
                  </a:ext>
                </a:extLst>
              </p:cNvPr>
              <p:cNvSpPr>
                <a:spLocks noChangeArrowheads="1"/>
              </p:cNvSpPr>
              <p:nvPr/>
            </p:nvSpPr>
            <p:spPr bwMode="auto">
              <a:xfrm>
                <a:off x="2388" y="1228"/>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25" name="Rectangle 26">
                <a:extLst>
                  <a:ext uri="{FF2B5EF4-FFF2-40B4-BE49-F238E27FC236}">
                    <a16:creationId xmlns:a16="http://schemas.microsoft.com/office/drawing/2014/main" id="{81216D5E-8A34-493B-1325-50E2BA1DC1E2}"/>
                  </a:ext>
                </a:extLst>
              </p:cNvPr>
              <p:cNvSpPr>
                <a:spLocks noChangeArrowheads="1"/>
              </p:cNvSpPr>
              <p:nvPr/>
            </p:nvSpPr>
            <p:spPr bwMode="auto">
              <a:xfrm>
                <a:off x="2578" y="1233"/>
                <a:ext cx="104" cy="10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26" name="Text Box 27">
                <a:extLst>
                  <a:ext uri="{FF2B5EF4-FFF2-40B4-BE49-F238E27FC236}">
                    <a16:creationId xmlns:a16="http://schemas.microsoft.com/office/drawing/2014/main" id="{E7441C73-20E9-A6B6-0865-9FA43503F248}"/>
                  </a:ext>
                </a:extLst>
              </p:cNvPr>
              <p:cNvSpPr txBox="1">
                <a:spLocks noChangeArrowheads="1"/>
              </p:cNvSpPr>
              <p:nvPr/>
            </p:nvSpPr>
            <p:spPr bwMode="auto">
              <a:xfrm>
                <a:off x="2160" y="88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3827" name="Text Box 28">
                <a:extLst>
                  <a:ext uri="{FF2B5EF4-FFF2-40B4-BE49-F238E27FC236}">
                    <a16:creationId xmlns:a16="http://schemas.microsoft.com/office/drawing/2014/main" id="{D162E179-C650-CCB4-669D-264976D580D8}"/>
                  </a:ext>
                </a:extLst>
              </p:cNvPr>
              <p:cNvSpPr txBox="1">
                <a:spLocks noChangeArrowheads="1"/>
              </p:cNvSpPr>
              <p:nvPr/>
            </p:nvSpPr>
            <p:spPr bwMode="auto">
              <a:xfrm>
                <a:off x="2313" y="1280"/>
                <a:ext cx="63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x  y  z</a:t>
                </a:r>
                <a:endParaRPr kumimoji="1" lang="en-US" altLang="zh-CN" sz="2400">
                  <a:latin typeface="Times New Roman" panose="02020603050405020304" pitchFamily="18" charset="0"/>
                  <a:ea typeface="宋体" panose="02010600030101010101" pitchFamily="2" charset="-122"/>
                </a:endParaRPr>
              </a:p>
            </p:txBody>
          </p:sp>
        </p:grpSp>
        <p:sp>
          <p:nvSpPr>
            <p:cNvPr id="123933" name="Text Box 29">
              <a:extLst>
                <a:ext uri="{FF2B5EF4-FFF2-40B4-BE49-F238E27FC236}">
                  <a16:creationId xmlns:a16="http://schemas.microsoft.com/office/drawing/2014/main" id="{163365E6-8E15-E253-4EF5-D47AEC7A94CC}"/>
                </a:ext>
              </a:extLst>
            </p:cNvPr>
            <p:cNvSpPr txBox="1">
              <a:spLocks noChangeArrowheads="1"/>
            </p:cNvSpPr>
            <p:nvPr/>
          </p:nvSpPr>
          <p:spPr bwMode="auto">
            <a:xfrm>
              <a:off x="4180" y="248"/>
              <a:ext cx="278"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D</a:t>
              </a:r>
              <a:endParaRPr lang="en-US" altLang="zh-CN" b="1">
                <a:latin typeface="+mn-lt"/>
                <a:ea typeface="+mn-ea"/>
              </a:endParaRPr>
            </a:p>
          </p:txBody>
        </p:sp>
        <p:grpSp>
          <p:nvGrpSpPr>
            <p:cNvPr id="73740" name="Group 30">
              <a:extLst>
                <a:ext uri="{FF2B5EF4-FFF2-40B4-BE49-F238E27FC236}">
                  <a16:creationId xmlns:a16="http://schemas.microsoft.com/office/drawing/2014/main" id="{7293355B-E540-78F8-E81D-BC761B9B519E}"/>
                </a:ext>
              </a:extLst>
            </p:cNvPr>
            <p:cNvGrpSpPr>
              <a:grpSpLocks/>
            </p:cNvGrpSpPr>
            <p:nvPr/>
          </p:nvGrpSpPr>
          <p:grpSpPr bwMode="auto">
            <a:xfrm>
              <a:off x="3478" y="544"/>
              <a:ext cx="1870" cy="1510"/>
              <a:chOff x="3457" y="474"/>
              <a:chExt cx="1870" cy="1510"/>
            </a:xfrm>
          </p:grpSpPr>
          <p:sp>
            <p:nvSpPr>
              <p:cNvPr id="73786" name="Line 31">
                <a:extLst>
                  <a:ext uri="{FF2B5EF4-FFF2-40B4-BE49-F238E27FC236}">
                    <a16:creationId xmlns:a16="http://schemas.microsoft.com/office/drawing/2014/main" id="{1F4D20B1-DCDB-17EB-E02B-B89265986DE9}"/>
                  </a:ext>
                </a:extLst>
              </p:cNvPr>
              <p:cNvSpPr>
                <a:spLocks noChangeShapeType="1"/>
              </p:cNvSpPr>
              <p:nvPr/>
            </p:nvSpPr>
            <p:spPr bwMode="auto">
              <a:xfrm flipH="1">
                <a:off x="3822" y="585"/>
                <a:ext cx="437" cy="274"/>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7" name="Line 32">
                <a:extLst>
                  <a:ext uri="{FF2B5EF4-FFF2-40B4-BE49-F238E27FC236}">
                    <a16:creationId xmlns:a16="http://schemas.microsoft.com/office/drawing/2014/main" id="{94577BB9-1A63-BB36-7C75-E940499C091F}"/>
                  </a:ext>
                </a:extLst>
              </p:cNvPr>
              <p:cNvSpPr>
                <a:spLocks noChangeShapeType="1"/>
              </p:cNvSpPr>
              <p:nvPr/>
            </p:nvSpPr>
            <p:spPr bwMode="auto">
              <a:xfrm>
                <a:off x="4340" y="578"/>
                <a:ext cx="608" cy="29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8" name="Line 33">
                <a:extLst>
                  <a:ext uri="{FF2B5EF4-FFF2-40B4-BE49-F238E27FC236}">
                    <a16:creationId xmlns:a16="http://schemas.microsoft.com/office/drawing/2014/main" id="{452481A8-AB81-F58F-238B-1904715F15E3}"/>
                  </a:ext>
                </a:extLst>
              </p:cNvPr>
              <p:cNvSpPr>
                <a:spLocks noChangeShapeType="1"/>
              </p:cNvSpPr>
              <p:nvPr/>
            </p:nvSpPr>
            <p:spPr bwMode="auto">
              <a:xfrm>
                <a:off x="4296" y="593"/>
                <a:ext cx="81" cy="237"/>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9" name="Oval 34">
                <a:extLst>
                  <a:ext uri="{FF2B5EF4-FFF2-40B4-BE49-F238E27FC236}">
                    <a16:creationId xmlns:a16="http://schemas.microsoft.com/office/drawing/2014/main" id="{4080DE03-D035-8D4E-D115-82CF1FB6BE90}"/>
                  </a:ext>
                </a:extLst>
              </p:cNvPr>
              <p:cNvSpPr>
                <a:spLocks noChangeArrowheads="1"/>
              </p:cNvSpPr>
              <p:nvPr/>
            </p:nvSpPr>
            <p:spPr bwMode="auto">
              <a:xfrm>
                <a:off x="4223" y="474"/>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pSp>
            <p:nvGrpSpPr>
              <p:cNvPr id="73790" name="Group 35">
                <a:extLst>
                  <a:ext uri="{FF2B5EF4-FFF2-40B4-BE49-F238E27FC236}">
                    <a16:creationId xmlns:a16="http://schemas.microsoft.com/office/drawing/2014/main" id="{27136831-AB4B-3CB0-05E5-D5A26EB036CF}"/>
                  </a:ext>
                </a:extLst>
              </p:cNvPr>
              <p:cNvGrpSpPr>
                <a:grpSpLocks/>
              </p:cNvGrpSpPr>
              <p:nvPr/>
            </p:nvGrpSpPr>
            <p:grpSpPr bwMode="auto">
              <a:xfrm>
                <a:off x="3546" y="835"/>
                <a:ext cx="417" cy="494"/>
                <a:chOff x="949" y="465"/>
                <a:chExt cx="417" cy="494"/>
              </a:xfrm>
            </p:grpSpPr>
            <p:sp>
              <p:nvSpPr>
                <p:cNvPr id="73810" name="Line 36">
                  <a:extLst>
                    <a:ext uri="{FF2B5EF4-FFF2-40B4-BE49-F238E27FC236}">
                      <a16:creationId xmlns:a16="http://schemas.microsoft.com/office/drawing/2014/main" id="{1C92DDF7-E134-4566-11DD-7EE2190EEBCE}"/>
                    </a:ext>
                  </a:extLst>
                </p:cNvPr>
                <p:cNvSpPr>
                  <a:spLocks noChangeShapeType="1"/>
                </p:cNvSpPr>
                <p:nvPr/>
              </p:nvSpPr>
              <p:spPr bwMode="auto">
                <a:xfrm>
                  <a:off x="1187" y="568"/>
                  <a:ext cx="125" cy="27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1" name="Line 37">
                  <a:extLst>
                    <a:ext uri="{FF2B5EF4-FFF2-40B4-BE49-F238E27FC236}">
                      <a16:creationId xmlns:a16="http://schemas.microsoft.com/office/drawing/2014/main" id="{2EE5E7D1-B22C-FD99-C288-14C271286EF0}"/>
                    </a:ext>
                  </a:extLst>
                </p:cNvPr>
                <p:cNvSpPr>
                  <a:spLocks noChangeShapeType="1"/>
                </p:cNvSpPr>
                <p:nvPr/>
              </p:nvSpPr>
              <p:spPr bwMode="auto">
                <a:xfrm flipH="1">
                  <a:off x="1014" y="570"/>
                  <a:ext cx="126" cy="26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2" name="Oval 38">
                  <a:extLst>
                    <a:ext uri="{FF2B5EF4-FFF2-40B4-BE49-F238E27FC236}">
                      <a16:creationId xmlns:a16="http://schemas.microsoft.com/office/drawing/2014/main" id="{C43D93AE-1CE2-A231-CDF2-2746E28AECA3}"/>
                    </a:ext>
                  </a:extLst>
                </p:cNvPr>
                <p:cNvSpPr>
                  <a:spLocks noChangeArrowheads="1"/>
                </p:cNvSpPr>
                <p:nvPr/>
              </p:nvSpPr>
              <p:spPr bwMode="auto">
                <a:xfrm>
                  <a:off x="1093" y="465"/>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13" name="Rectangle 39">
                  <a:extLst>
                    <a:ext uri="{FF2B5EF4-FFF2-40B4-BE49-F238E27FC236}">
                      <a16:creationId xmlns:a16="http://schemas.microsoft.com/office/drawing/2014/main" id="{86259CF8-0D7C-2CEC-1B56-2A74DF4BC9D2}"/>
                    </a:ext>
                  </a:extLst>
                </p:cNvPr>
                <p:cNvSpPr>
                  <a:spLocks noChangeArrowheads="1"/>
                </p:cNvSpPr>
                <p:nvPr/>
              </p:nvSpPr>
              <p:spPr bwMode="auto">
                <a:xfrm>
                  <a:off x="949" y="842"/>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14" name="Rectangle 40">
                  <a:extLst>
                    <a:ext uri="{FF2B5EF4-FFF2-40B4-BE49-F238E27FC236}">
                      <a16:creationId xmlns:a16="http://schemas.microsoft.com/office/drawing/2014/main" id="{673D59B2-BD54-BB4A-D80E-0D08664C4760}"/>
                    </a:ext>
                  </a:extLst>
                </p:cNvPr>
                <p:cNvSpPr>
                  <a:spLocks noChangeArrowheads="1"/>
                </p:cNvSpPr>
                <p:nvPr/>
              </p:nvSpPr>
              <p:spPr bwMode="auto">
                <a:xfrm>
                  <a:off x="1262" y="847"/>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pSp>
          <p:sp>
            <p:nvSpPr>
              <p:cNvPr id="73791" name="Text Box 41">
                <a:extLst>
                  <a:ext uri="{FF2B5EF4-FFF2-40B4-BE49-F238E27FC236}">
                    <a16:creationId xmlns:a16="http://schemas.microsoft.com/office/drawing/2014/main" id="{952A913E-1B77-4BC5-86E7-901BA3AFEFCF}"/>
                  </a:ext>
                </a:extLst>
              </p:cNvPr>
              <p:cNvSpPr txBox="1">
                <a:spLocks noChangeArrowheads="1"/>
              </p:cNvSpPr>
              <p:nvPr/>
            </p:nvSpPr>
            <p:spPr bwMode="auto">
              <a:xfrm>
                <a:off x="3490" y="1273"/>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u   v</a:t>
                </a:r>
                <a:endParaRPr kumimoji="1" lang="en-US" altLang="zh-CN" sz="2400">
                  <a:latin typeface="Times New Roman" panose="02020603050405020304" pitchFamily="18" charset="0"/>
                  <a:ea typeface="宋体" panose="02010600030101010101" pitchFamily="2" charset="-122"/>
                </a:endParaRPr>
              </a:p>
            </p:txBody>
          </p:sp>
          <p:grpSp>
            <p:nvGrpSpPr>
              <p:cNvPr id="73792" name="Group 42">
                <a:extLst>
                  <a:ext uri="{FF2B5EF4-FFF2-40B4-BE49-F238E27FC236}">
                    <a16:creationId xmlns:a16="http://schemas.microsoft.com/office/drawing/2014/main" id="{3B9A8418-3919-3F6C-0D46-C908D4EEA16B}"/>
                  </a:ext>
                </a:extLst>
              </p:cNvPr>
              <p:cNvGrpSpPr>
                <a:grpSpLocks/>
              </p:cNvGrpSpPr>
              <p:nvPr/>
            </p:nvGrpSpPr>
            <p:grpSpPr bwMode="auto">
              <a:xfrm>
                <a:off x="4071" y="840"/>
                <a:ext cx="791" cy="1144"/>
                <a:chOff x="2160" y="463"/>
                <a:chExt cx="791" cy="1144"/>
              </a:xfrm>
            </p:grpSpPr>
            <p:sp>
              <p:nvSpPr>
                <p:cNvPr id="73797" name="Line 43">
                  <a:extLst>
                    <a:ext uri="{FF2B5EF4-FFF2-40B4-BE49-F238E27FC236}">
                      <a16:creationId xmlns:a16="http://schemas.microsoft.com/office/drawing/2014/main" id="{852A44EC-FE34-80C0-2914-F4F02F3857F4}"/>
                    </a:ext>
                  </a:extLst>
                </p:cNvPr>
                <p:cNvSpPr>
                  <a:spLocks noChangeShapeType="1"/>
                </p:cNvSpPr>
                <p:nvPr/>
              </p:nvSpPr>
              <p:spPr bwMode="auto">
                <a:xfrm flipH="1">
                  <a:off x="2635" y="885"/>
                  <a:ext cx="0" cy="36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8" name="Line 44">
                  <a:extLst>
                    <a:ext uri="{FF2B5EF4-FFF2-40B4-BE49-F238E27FC236}">
                      <a16:creationId xmlns:a16="http://schemas.microsoft.com/office/drawing/2014/main" id="{7EB93287-0325-878F-8C35-21F8A684FCF1}"/>
                    </a:ext>
                  </a:extLst>
                </p:cNvPr>
                <p:cNvSpPr>
                  <a:spLocks noChangeShapeType="1"/>
                </p:cNvSpPr>
                <p:nvPr/>
              </p:nvSpPr>
              <p:spPr bwMode="auto">
                <a:xfrm>
                  <a:off x="2499" y="566"/>
                  <a:ext cx="125" cy="27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9" name="Line 45">
                  <a:extLst>
                    <a:ext uri="{FF2B5EF4-FFF2-40B4-BE49-F238E27FC236}">
                      <a16:creationId xmlns:a16="http://schemas.microsoft.com/office/drawing/2014/main" id="{83377DA2-5222-E8E3-83AE-3D308E569FDA}"/>
                    </a:ext>
                  </a:extLst>
                </p:cNvPr>
                <p:cNvSpPr>
                  <a:spLocks noChangeShapeType="1"/>
                </p:cNvSpPr>
                <p:nvPr/>
              </p:nvSpPr>
              <p:spPr bwMode="auto">
                <a:xfrm flipH="1">
                  <a:off x="2311" y="568"/>
                  <a:ext cx="141" cy="26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0" name="Oval 46">
                  <a:extLst>
                    <a:ext uri="{FF2B5EF4-FFF2-40B4-BE49-F238E27FC236}">
                      <a16:creationId xmlns:a16="http://schemas.microsoft.com/office/drawing/2014/main" id="{80CD134E-451D-D345-D68B-3AA4B0EC7B55}"/>
                    </a:ext>
                  </a:extLst>
                </p:cNvPr>
                <p:cNvSpPr>
                  <a:spLocks noChangeArrowheads="1"/>
                </p:cNvSpPr>
                <p:nvPr/>
              </p:nvSpPr>
              <p:spPr bwMode="auto">
                <a:xfrm>
                  <a:off x="2405" y="463"/>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01" name="Rectangle 47">
                  <a:extLst>
                    <a:ext uri="{FF2B5EF4-FFF2-40B4-BE49-F238E27FC236}">
                      <a16:creationId xmlns:a16="http://schemas.microsoft.com/office/drawing/2014/main" id="{66497350-9E19-E0F6-3CC3-492C5F528071}"/>
                    </a:ext>
                  </a:extLst>
                </p:cNvPr>
                <p:cNvSpPr>
                  <a:spLocks noChangeArrowheads="1"/>
                </p:cNvSpPr>
                <p:nvPr/>
              </p:nvSpPr>
              <p:spPr bwMode="auto">
                <a:xfrm>
                  <a:off x="2233" y="840"/>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02" name="Rectangle 48">
                  <a:extLst>
                    <a:ext uri="{FF2B5EF4-FFF2-40B4-BE49-F238E27FC236}">
                      <a16:creationId xmlns:a16="http://schemas.microsoft.com/office/drawing/2014/main" id="{54FEA0B4-A786-A390-7C3B-CEFFB05E9850}"/>
                    </a:ext>
                  </a:extLst>
                </p:cNvPr>
                <p:cNvSpPr>
                  <a:spLocks noChangeArrowheads="1"/>
                </p:cNvSpPr>
                <p:nvPr/>
              </p:nvSpPr>
              <p:spPr bwMode="auto">
                <a:xfrm>
                  <a:off x="2781" y="1230"/>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03" name="Line 49">
                  <a:extLst>
                    <a:ext uri="{FF2B5EF4-FFF2-40B4-BE49-F238E27FC236}">
                      <a16:creationId xmlns:a16="http://schemas.microsoft.com/office/drawing/2014/main" id="{9B0F0CFB-6F9C-495B-66AE-C260F66A100F}"/>
                    </a:ext>
                  </a:extLst>
                </p:cNvPr>
                <p:cNvSpPr>
                  <a:spLocks noChangeShapeType="1"/>
                </p:cNvSpPr>
                <p:nvPr/>
              </p:nvSpPr>
              <p:spPr bwMode="auto">
                <a:xfrm>
                  <a:off x="2672" y="931"/>
                  <a:ext cx="154" cy="29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4" name="Line 50">
                  <a:extLst>
                    <a:ext uri="{FF2B5EF4-FFF2-40B4-BE49-F238E27FC236}">
                      <a16:creationId xmlns:a16="http://schemas.microsoft.com/office/drawing/2014/main" id="{ABE40DF1-66BC-DB78-F690-D6C407BE8A5D}"/>
                    </a:ext>
                  </a:extLst>
                </p:cNvPr>
                <p:cNvSpPr>
                  <a:spLocks noChangeShapeType="1"/>
                </p:cNvSpPr>
                <p:nvPr/>
              </p:nvSpPr>
              <p:spPr bwMode="auto">
                <a:xfrm flipH="1">
                  <a:off x="2441" y="933"/>
                  <a:ext cx="163" cy="29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5" name="Oval 51">
                  <a:extLst>
                    <a:ext uri="{FF2B5EF4-FFF2-40B4-BE49-F238E27FC236}">
                      <a16:creationId xmlns:a16="http://schemas.microsoft.com/office/drawing/2014/main" id="{8A500A50-5780-C9CB-0127-96877B13EC04}"/>
                    </a:ext>
                  </a:extLst>
                </p:cNvPr>
                <p:cNvSpPr>
                  <a:spLocks noChangeArrowheads="1"/>
                </p:cNvSpPr>
                <p:nvPr/>
              </p:nvSpPr>
              <p:spPr bwMode="auto">
                <a:xfrm>
                  <a:off x="2564" y="828"/>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06" name="Rectangle 52">
                  <a:extLst>
                    <a:ext uri="{FF2B5EF4-FFF2-40B4-BE49-F238E27FC236}">
                      <a16:creationId xmlns:a16="http://schemas.microsoft.com/office/drawing/2014/main" id="{2487A50B-65E9-5426-5DFD-E4BDDBD4A8AB}"/>
                    </a:ext>
                  </a:extLst>
                </p:cNvPr>
                <p:cNvSpPr>
                  <a:spLocks noChangeArrowheads="1"/>
                </p:cNvSpPr>
                <p:nvPr/>
              </p:nvSpPr>
              <p:spPr bwMode="auto">
                <a:xfrm>
                  <a:off x="2388" y="1228"/>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07" name="Rectangle 53">
                  <a:extLst>
                    <a:ext uri="{FF2B5EF4-FFF2-40B4-BE49-F238E27FC236}">
                      <a16:creationId xmlns:a16="http://schemas.microsoft.com/office/drawing/2014/main" id="{F6B289F7-7E50-7F76-A6C7-0B7FAA95D565}"/>
                    </a:ext>
                  </a:extLst>
                </p:cNvPr>
                <p:cNvSpPr>
                  <a:spLocks noChangeArrowheads="1"/>
                </p:cNvSpPr>
                <p:nvPr/>
              </p:nvSpPr>
              <p:spPr bwMode="auto">
                <a:xfrm>
                  <a:off x="2578" y="1233"/>
                  <a:ext cx="104" cy="10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808" name="Text Box 54">
                  <a:extLst>
                    <a:ext uri="{FF2B5EF4-FFF2-40B4-BE49-F238E27FC236}">
                      <a16:creationId xmlns:a16="http://schemas.microsoft.com/office/drawing/2014/main" id="{9FDB9517-40C2-49E3-6104-302DB955CFAB}"/>
                    </a:ext>
                  </a:extLst>
                </p:cNvPr>
                <p:cNvSpPr txBox="1">
                  <a:spLocks noChangeArrowheads="1"/>
                </p:cNvSpPr>
                <p:nvPr/>
              </p:nvSpPr>
              <p:spPr bwMode="auto">
                <a:xfrm>
                  <a:off x="2160" y="88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3809" name="Text Box 55">
                  <a:extLst>
                    <a:ext uri="{FF2B5EF4-FFF2-40B4-BE49-F238E27FC236}">
                      <a16:creationId xmlns:a16="http://schemas.microsoft.com/office/drawing/2014/main" id="{8808FB09-71BF-7212-5A92-2BC459A90E46}"/>
                    </a:ext>
                  </a:extLst>
                </p:cNvPr>
                <p:cNvSpPr txBox="1">
                  <a:spLocks noChangeArrowheads="1"/>
                </p:cNvSpPr>
                <p:nvPr/>
              </p:nvSpPr>
              <p:spPr bwMode="auto">
                <a:xfrm>
                  <a:off x="2313" y="1280"/>
                  <a:ext cx="63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x  y  z</a:t>
                  </a:r>
                  <a:endParaRPr kumimoji="1" lang="en-US" altLang="zh-CN" sz="2400">
                    <a:latin typeface="Times New Roman" panose="02020603050405020304" pitchFamily="18" charset="0"/>
                    <a:ea typeface="宋体" panose="02010600030101010101" pitchFamily="2" charset="-122"/>
                  </a:endParaRPr>
                </a:p>
              </p:txBody>
            </p:sp>
          </p:grpSp>
          <p:sp>
            <p:nvSpPr>
              <p:cNvPr id="73793" name="Oval 56">
                <a:extLst>
                  <a:ext uri="{FF2B5EF4-FFF2-40B4-BE49-F238E27FC236}">
                    <a16:creationId xmlns:a16="http://schemas.microsoft.com/office/drawing/2014/main" id="{61E8B25A-70D5-7269-F37D-1AD6BCB74980}"/>
                  </a:ext>
                </a:extLst>
              </p:cNvPr>
              <p:cNvSpPr>
                <a:spLocks noChangeArrowheads="1"/>
              </p:cNvSpPr>
              <p:nvPr/>
            </p:nvSpPr>
            <p:spPr bwMode="auto">
              <a:xfrm>
                <a:off x="4926" y="836"/>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23961" name="Text Box 57">
                <a:extLst>
                  <a:ext uri="{FF2B5EF4-FFF2-40B4-BE49-F238E27FC236}">
                    <a16:creationId xmlns:a16="http://schemas.microsoft.com/office/drawing/2014/main" id="{4B26B235-B4D2-48B7-F4AF-E45D1C7F288D}"/>
                  </a:ext>
                </a:extLst>
              </p:cNvPr>
              <p:cNvSpPr txBox="1">
                <a:spLocks noChangeArrowheads="1"/>
              </p:cNvSpPr>
              <p:nvPr/>
            </p:nvSpPr>
            <p:spPr bwMode="auto">
              <a:xfrm>
                <a:off x="3457" y="647"/>
                <a:ext cx="265"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B</a:t>
                </a:r>
                <a:endParaRPr lang="en-US" altLang="zh-CN" b="1">
                  <a:latin typeface="+mn-lt"/>
                  <a:ea typeface="+mn-ea"/>
                </a:endParaRPr>
              </a:p>
            </p:txBody>
          </p:sp>
          <p:sp>
            <p:nvSpPr>
              <p:cNvPr id="123962" name="Text Box 58">
                <a:extLst>
                  <a:ext uri="{FF2B5EF4-FFF2-40B4-BE49-F238E27FC236}">
                    <a16:creationId xmlns:a16="http://schemas.microsoft.com/office/drawing/2014/main" id="{C325AEAC-6E71-E05E-46D3-86F6DB274B9A}"/>
                  </a:ext>
                </a:extLst>
              </p:cNvPr>
              <p:cNvSpPr txBox="1">
                <a:spLocks noChangeArrowheads="1"/>
              </p:cNvSpPr>
              <p:nvPr/>
            </p:nvSpPr>
            <p:spPr bwMode="auto">
              <a:xfrm>
                <a:off x="4080" y="657"/>
                <a:ext cx="278"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C</a:t>
                </a:r>
                <a:endParaRPr lang="en-US" altLang="zh-CN" b="1">
                  <a:latin typeface="+mn-lt"/>
                  <a:ea typeface="+mn-ea"/>
                </a:endParaRPr>
              </a:p>
            </p:txBody>
          </p:sp>
          <p:sp>
            <p:nvSpPr>
              <p:cNvPr id="123963" name="Text Box 59">
                <a:extLst>
                  <a:ext uri="{FF2B5EF4-FFF2-40B4-BE49-F238E27FC236}">
                    <a16:creationId xmlns:a16="http://schemas.microsoft.com/office/drawing/2014/main" id="{D210936B-F253-D627-DB64-BD738571A3E1}"/>
                  </a:ext>
                </a:extLst>
              </p:cNvPr>
              <p:cNvSpPr txBox="1">
                <a:spLocks noChangeArrowheads="1"/>
              </p:cNvSpPr>
              <p:nvPr/>
            </p:nvSpPr>
            <p:spPr bwMode="auto">
              <a:xfrm>
                <a:off x="5049" y="673"/>
                <a:ext cx="278"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A</a:t>
                </a:r>
                <a:endParaRPr lang="en-US" altLang="zh-CN" b="1">
                  <a:latin typeface="+mn-lt"/>
                  <a:ea typeface="+mn-ea"/>
                </a:endParaRPr>
              </a:p>
            </p:txBody>
          </p:sp>
        </p:grpSp>
        <p:grpSp>
          <p:nvGrpSpPr>
            <p:cNvPr id="73741" name="Group 60">
              <a:extLst>
                <a:ext uri="{FF2B5EF4-FFF2-40B4-BE49-F238E27FC236}">
                  <a16:creationId xmlns:a16="http://schemas.microsoft.com/office/drawing/2014/main" id="{7C529BB7-444A-E455-E705-2AC81249810F}"/>
                </a:ext>
              </a:extLst>
            </p:cNvPr>
            <p:cNvGrpSpPr>
              <a:grpSpLocks/>
            </p:cNvGrpSpPr>
            <p:nvPr/>
          </p:nvGrpSpPr>
          <p:grpSpPr bwMode="auto">
            <a:xfrm>
              <a:off x="647" y="1657"/>
              <a:ext cx="2094" cy="2197"/>
              <a:chOff x="612" y="1496"/>
              <a:chExt cx="2094" cy="2197"/>
            </a:xfrm>
          </p:grpSpPr>
          <p:sp>
            <p:nvSpPr>
              <p:cNvPr id="73752" name="Line 61">
                <a:extLst>
                  <a:ext uri="{FF2B5EF4-FFF2-40B4-BE49-F238E27FC236}">
                    <a16:creationId xmlns:a16="http://schemas.microsoft.com/office/drawing/2014/main" id="{3A872FE5-8BFF-C366-2905-040186507719}"/>
                  </a:ext>
                </a:extLst>
              </p:cNvPr>
              <p:cNvSpPr>
                <a:spLocks noChangeShapeType="1"/>
              </p:cNvSpPr>
              <p:nvPr/>
            </p:nvSpPr>
            <p:spPr bwMode="auto">
              <a:xfrm>
                <a:off x="1325" y="1904"/>
                <a:ext cx="326" cy="289"/>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3" name="Line 62">
                <a:extLst>
                  <a:ext uri="{FF2B5EF4-FFF2-40B4-BE49-F238E27FC236}">
                    <a16:creationId xmlns:a16="http://schemas.microsoft.com/office/drawing/2014/main" id="{65B38681-4CAF-89A1-07E1-8D430264A482}"/>
                  </a:ext>
                </a:extLst>
              </p:cNvPr>
              <p:cNvSpPr>
                <a:spLocks noChangeShapeType="1"/>
              </p:cNvSpPr>
              <p:nvPr/>
            </p:nvSpPr>
            <p:spPr bwMode="auto">
              <a:xfrm flipH="1">
                <a:off x="955" y="1904"/>
                <a:ext cx="326" cy="289"/>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4" name="Line 63">
                <a:extLst>
                  <a:ext uri="{FF2B5EF4-FFF2-40B4-BE49-F238E27FC236}">
                    <a16:creationId xmlns:a16="http://schemas.microsoft.com/office/drawing/2014/main" id="{DB811D70-3433-AEB4-A96F-45FD3C4DA38A}"/>
                  </a:ext>
                </a:extLst>
              </p:cNvPr>
              <p:cNvSpPr>
                <a:spLocks noChangeShapeType="1"/>
              </p:cNvSpPr>
              <p:nvPr/>
            </p:nvSpPr>
            <p:spPr bwMode="auto">
              <a:xfrm flipH="1" flipV="1">
                <a:off x="994" y="2250"/>
                <a:ext cx="644" cy="7"/>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5" name="Line 64">
                <a:extLst>
                  <a:ext uri="{FF2B5EF4-FFF2-40B4-BE49-F238E27FC236}">
                    <a16:creationId xmlns:a16="http://schemas.microsoft.com/office/drawing/2014/main" id="{0F539F5D-86ED-501C-388F-584F57E0E96F}"/>
                  </a:ext>
                </a:extLst>
              </p:cNvPr>
              <p:cNvSpPr>
                <a:spLocks noChangeShapeType="1"/>
              </p:cNvSpPr>
              <p:nvPr/>
            </p:nvSpPr>
            <p:spPr bwMode="auto">
              <a:xfrm>
                <a:off x="1719" y="2287"/>
                <a:ext cx="608" cy="29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6" name="Line 65">
                <a:extLst>
                  <a:ext uri="{FF2B5EF4-FFF2-40B4-BE49-F238E27FC236}">
                    <a16:creationId xmlns:a16="http://schemas.microsoft.com/office/drawing/2014/main" id="{7C178B7C-D04F-6DFF-AD71-21F898120D60}"/>
                  </a:ext>
                </a:extLst>
              </p:cNvPr>
              <p:cNvSpPr>
                <a:spLocks noChangeShapeType="1"/>
              </p:cNvSpPr>
              <p:nvPr/>
            </p:nvSpPr>
            <p:spPr bwMode="auto">
              <a:xfrm>
                <a:off x="1675" y="2302"/>
                <a:ext cx="81" cy="237"/>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7" name="Oval 66">
                <a:extLst>
                  <a:ext uri="{FF2B5EF4-FFF2-40B4-BE49-F238E27FC236}">
                    <a16:creationId xmlns:a16="http://schemas.microsoft.com/office/drawing/2014/main" id="{6DE629DC-CA70-A65C-B73B-F5CD30AE6062}"/>
                  </a:ext>
                </a:extLst>
              </p:cNvPr>
              <p:cNvSpPr>
                <a:spLocks noChangeArrowheads="1"/>
              </p:cNvSpPr>
              <p:nvPr/>
            </p:nvSpPr>
            <p:spPr bwMode="auto">
              <a:xfrm>
                <a:off x="1602" y="2183"/>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pSp>
            <p:nvGrpSpPr>
              <p:cNvPr id="73758" name="Group 67">
                <a:extLst>
                  <a:ext uri="{FF2B5EF4-FFF2-40B4-BE49-F238E27FC236}">
                    <a16:creationId xmlns:a16="http://schemas.microsoft.com/office/drawing/2014/main" id="{E9CC9B84-DB5F-21C0-3DEF-88EEB3902AE9}"/>
                  </a:ext>
                </a:extLst>
              </p:cNvPr>
              <p:cNvGrpSpPr>
                <a:grpSpLocks/>
              </p:cNvGrpSpPr>
              <p:nvPr/>
            </p:nvGrpSpPr>
            <p:grpSpPr bwMode="auto">
              <a:xfrm>
                <a:off x="701" y="2180"/>
                <a:ext cx="417" cy="494"/>
                <a:chOff x="949" y="465"/>
                <a:chExt cx="417" cy="494"/>
              </a:xfrm>
            </p:grpSpPr>
            <p:sp>
              <p:nvSpPr>
                <p:cNvPr id="73781" name="Line 68">
                  <a:extLst>
                    <a:ext uri="{FF2B5EF4-FFF2-40B4-BE49-F238E27FC236}">
                      <a16:creationId xmlns:a16="http://schemas.microsoft.com/office/drawing/2014/main" id="{C518DCD9-BC0A-02C7-D9C5-1DF841DD0472}"/>
                    </a:ext>
                  </a:extLst>
                </p:cNvPr>
                <p:cNvSpPr>
                  <a:spLocks noChangeShapeType="1"/>
                </p:cNvSpPr>
                <p:nvPr/>
              </p:nvSpPr>
              <p:spPr bwMode="auto">
                <a:xfrm>
                  <a:off x="1187" y="568"/>
                  <a:ext cx="125" cy="27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2" name="Line 69">
                  <a:extLst>
                    <a:ext uri="{FF2B5EF4-FFF2-40B4-BE49-F238E27FC236}">
                      <a16:creationId xmlns:a16="http://schemas.microsoft.com/office/drawing/2014/main" id="{F7D3999A-D69D-3342-184C-230B0EC1164A}"/>
                    </a:ext>
                  </a:extLst>
                </p:cNvPr>
                <p:cNvSpPr>
                  <a:spLocks noChangeShapeType="1"/>
                </p:cNvSpPr>
                <p:nvPr/>
              </p:nvSpPr>
              <p:spPr bwMode="auto">
                <a:xfrm flipH="1">
                  <a:off x="1014" y="570"/>
                  <a:ext cx="126" cy="26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3" name="Oval 70">
                  <a:extLst>
                    <a:ext uri="{FF2B5EF4-FFF2-40B4-BE49-F238E27FC236}">
                      <a16:creationId xmlns:a16="http://schemas.microsoft.com/office/drawing/2014/main" id="{970CB6FC-8018-7E44-0788-C427FD3F45A9}"/>
                    </a:ext>
                  </a:extLst>
                </p:cNvPr>
                <p:cNvSpPr>
                  <a:spLocks noChangeArrowheads="1"/>
                </p:cNvSpPr>
                <p:nvPr/>
              </p:nvSpPr>
              <p:spPr bwMode="auto">
                <a:xfrm>
                  <a:off x="1093" y="465"/>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84" name="Rectangle 71">
                  <a:extLst>
                    <a:ext uri="{FF2B5EF4-FFF2-40B4-BE49-F238E27FC236}">
                      <a16:creationId xmlns:a16="http://schemas.microsoft.com/office/drawing/2014/main" id="{19B79071-B5A5-D28E-8B63-A7A86732954E}"/>
                    </a:ext>
                  </a:extLst>
                </p:cNvPr>
                <p:cNvSpPr>
                  <a:spLocks noChangeArrowheads="1"/>
                </p:cNvSpPr>
                <p:nvPr/>
              </p:nvSpPr>
              <p:spPr bwMode="auto">
                <a:xfrm>
                  <a:off x="949" y="842"/>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85" name="Rectangle 72">
                  <a:extLst>
                    <a:ext uri="{FF2B5EF4-FFF2-40B4-BE49-F238E27FC236}">
                      <a16:creationId xmlns:a16="http://schemas.microsoft.com/office/drawing/2014/main" id="{8B8BB53A-9704-EF08-31C4-23B9DE294D91}"/>
                    </a:ext>
                  </a:extLst>
                </p:cNvPr>
                <p:cNvSpPr>
                  <a:spLocks noChangeArrowheads="1"/>
                </p:cNvSpPr>
                <p:nvPr/>
              </p:nvSpPr>
              <p:spPr bwMode="auto">
                <a:xfrm>
                  <a:off x="1262" y="847"/>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grpSp>
          <p:sp>
            <p:nvSpPr>
              <p:cNvPr id="73759" name="Text Box 73">
                <a:extLst>
                  <a:ext uri="{FF2B5EF4-FFF2-40B4-BE49-F238E27FC236}">
                    <a16:creationId xmlns:a16="http://schemas.microsoft.com/office/drawing/2014/main" id="{EC415A52-FFF0-80BE-28DE-3978BF656B30}"/>
                  </a:ext>
                </a:extLst>
              </p:cNvPr>
              <p:cNvSpPr txBox="1">
                <a:spLocks noChangeArrowheads="1"/>
              </p:cNvSpPr>
              <p:nvPr/>
            </p:nvSpPr>
            <p:spPr bwMode="auto">
              <a:xfrm>
                <a:off x="645" y="2618"/>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u   v</a:t>
                </a:r>
                <a:endParaRPr kumimoji="1" lang="en-US" altLang="zh-CN" sz="2400" i="1">
                  <a:latin typeface="Times New Roman" panose="02020603050405020304" pitchFamily="18" charset="0"/>
                  <a:ea typeface="宋体" panose="02010600030101010101" pitchFamily="2" charset="-122"/>
                </a:endParaRPr>
              </a:p>
            </p:txBody>
          </p:sp>
          <p:grpSp>
            <p:nvGrpSpPr>
              <p:cNvPr id="73760" name="Group 74">
                <a:extLst>
                  <a:ext uri="{FF2B5EF4-FFF2-40B4-BE49-F238E27FC236}">
                    <a16:creationId xmlns:a16="http://schemas.microsoft.com/office/drawing/2014/main" id="{6A007BBE-9422-B6C5-E48A-E3149366CA1E}"/>
                  </a:ext>
                </a:extLst>
              </p:cNvPr>
              <p:cNvGrpSpPr>
                <a:grpSpLocks/>
              </p:cNvGrpSpPr>
              <p:nvPr/>
            </p:nvGrpSpPr>
            <p:grpSpPr bwMode="auto">
              <a:xfrm>
                <a:off x="1450" y="2549"/>
                <a:ext cx="791" cy="1144"/>
                <a:chOff x="2160" y="463"/>
                <a:chExt cx="791" cy="1144"/>
              </a:xfrm>
            </p:grpSpPr>
            <p:sp>
              <p:nvSpPr>
                <p:cNvPr id="73768" name="Line 75">
                  <a:extLst>
                    <a:ext uri="{FF2B5EF4-FFF2-40B4-BE49-F238E27FC236}">
                      <a16:creationId xmlns:a16="http://schemas.microsoft.com/office/drawing/2014/main" id="{CB27765F-9E9F-0AE7-E858-31C01FB18F90}"/>
                    </a:ext>
                  </a:extLst>
                </p:cNvPr>
                <p:cNvSpPr>
                  <a:spLocks noChangeShapeType="1"/>
                </p:cNvSpPr>
                <p:nvPr/>
              </p:nvSpPr>
              <p:spPr bwMode="auto">
                <a:xfrm flipH="1">
                  <a:off x="2635" y="885"/>
                  <a:ext cx="0" cy="36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9" name="Line 76">
                  <a:extLst>
                    <a:ext uri="{FF2B5EF4-FFF2-40B4-BE49-F238E27FC236}">
                      <a16:creationId xmlns:a16="http://schemas.microsoft.com/office/drawing/2014/main" id="{F2672FAE-5DF6-375A-F9E8-7900E0B96E1D}"/>
                    </a:ext>
                  </a:extLst>
                </p:cNvPr>
                <p:cNvSpPr>
                  <a:spLocks noChangeShapeType="1"/>
                </p:cNvSpPr>
                <p:nvPr/>
              </p:nvSpPr>
              <p:spPr bwMode="auto">
                <a:xfrm>
                  <a:off x="2499" y="566"/>
                  <a:ext cx="125" cy="273"/>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0" name="Line 77">
                  <a:extLst>
                    <a:ext uri="{FF2B5EF4-FFF2-40B4-BE49-F238E27FC236}">
                      <a16:creationId xmlns:a16="http://schemas.microsoft.com/office/drawing/2014/main" id="{0571394A-A340-AEE9-1386-37C4507FF424}"/>
                    </a:ext>
                  </a:extLst>
                </p:cNvPr>
                <p:cNvSpPr>
                  <a:spLocks noChangeShapeType="1"/>
                </p:cNvSpPr>
                <p:nvPr/>
              </p:nvSpPr>
              <p:spPr bwMode="auto">
                <a:xfrm flipH="1">
                  <a:off x="2311" y="568"/>
                  <a:ext cx="141" cy="26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1" name="Oval 78">
                  <a:extLst>
                    <a:ext uri="{FF2B5EF4-FFF2-40B4-BE49-F238E27FC236}">
                      <a16:creationId xmlns:a16="http://schemas.microsoft.com/office/drawing/2014/main" id="{C440230B-09CF-E977-6459-198563C367EC}"/>
                    </a:ext>
                  </a:extLst>
                </p:cNvPr>
                <p:cNvSpPr>
                  <a:spLocks noChangeArrowheads="1"/>
                </p:cNvSpPr>
                <p:nvPr/>
              </p:nvSpPr>
              <p:spPr bwMode="auto">
                <a:xfrm>
                  <a:off x="2405" y="463"/>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72" name="Rectangle 79">
                  <a:extLst>
                    <a:ext uri="{FF2B5EF4-FFF2-40B4-BE49-F238E27FC236}">
                      <a16:creationId xmlns:a16="http://schemas.microsoft.com/office/drawing/2014/main" id="{36CDCC37-2DED-A937-3A96-80F62A26FF99}"/>
                    </a:ext>
                  </a:extLst>
                </p:cNvPr>
                <p:cNvSpPr>
                  <a:spLocks noChangeArrowheads="1"/>
                </p:cNvSpPr>
                <p:nvPr/>
              </p:nvSpPr>
              <p:spPr bwMode="auto">
                <a:xfrm>
                  <a:off x="2233" y="840"/>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73" name="Rectangle 80">
                  <a:extLst>
                    <a:ext uri="{FF2B5EF4-FFF2-40B4-BE49-F238E27FC236}">
                      <a16:creationId xmlns:a16="http://schemas.microsoft.com/office/drawing/2014/main" id="{08A56312-4EC6-6796-2F43-4DF816CA0298}"/>
                    </a:ext>
                  </a:extLst>
                </p:cNvPr>
                <p:cNvSpPr>
                  <a:spLocks noChangeArrowheads="1"/>
                </p:cNvSpPr>
                <p:nvPr/>
              </p:nvSpPr>
              <p:spPr bwMode="auto">
                <a:xfrm>
                  <a:off x="2781" y="1230"/>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74" name="Line 81">
                  <a:extLst>
                    <a:ext uri="{FF2B5EF4-FFF2-40B4-BE49-F238E27FC236}">
                      <a16:creationId xmlns:a16="http://schemas.microsoft.com/office/drawing/2014/main" id="{37A75491-195B-FDA8-EDCA-B4E6A15B7C4D}"/>
                    </a:ext>
                  </a:extLst>
                </p:cNvPr>
                <p:cNvSpPr>
                  <a:spLocks noChangeShapeType="1"/>
                </p:cNvSpPr>
                <p:nvPr/>
              </p:nvSpPr>
              <p:spPr bwMode="auto">
                <a:xfrm>
                  <a:off x="2672" y="931"/>
                  <a:ext cx="154" cy="29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5" name="Line 82">
                  <a:extLst>
                    <a:ext uri="{FF2B5EF4-FFF2-40B4-BE49-F238E27FC236}">
                      <a16:creationId xmlns:a16="http://schemas.microsoft.com/office/drawing/2014/main" id="{B06C7675-3CBB-EEC9-23EA-097EA1F54A21}"/>
                    </a:ext>
                  </a:extLst>
                </p:cNvPr>
                <p:cNvSpPr>
                  <a:spLocks noChangeShapeType="1"/>
                </p:cNvSpPr>
                <p:nvPr/>
              </p:nvSpPr>
              <p:spPr bwMode="auto">
                <a:xfrm flipH="1">
                  <a:off x="2441" y="933"/>
                  <a:ext cx="163" cy="296"/>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6" name="Oval 83">
                  <a:extLst>
                    <a:ext uri="{FF2B5EF4-FFF2-40B4-BE49-F238E27FC236}">
                      <a16:creationId xmlns:a16="http://schemas.microsoft.com/office/drawing/2014/main" id="{F229BE20-815C-DC91-55B3-BA2FD849ED2B}"/>
                    </a:ext>
                  </a:extLst>
                </p:cNvPr>
                <p:cNvSpPr>
                  <a:spLocks noChangeArrowheads="1"/>
                </p:cNvSpPr>
                <p:nvPr/>
              </p:nvSpPr>
              <p:spPr bwMode="auto">
                <a:xfrm>
                  <a:off x="2564" y="828"/>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77" name="Rectangle 84">
                  <a:extLst>
                    <a:ext uri="{FF2B5EF4-FFF2-40B4-BE49-F238E27FC236}">
                      <a16:creationId xmlns:a16="http://schemas.microsoft.com/office/drawing/2014/main" id="{850FA307-45BB-2CE2-0B5A-9D41E1C41FAD}"/>
                    </a:ext>
                  </a:extLst>
                </p:cNvPr>
                <p:cNvSpPr>
                  <a:spLocks noChangeArrowheads="1"/>
                </p:cNvSpPr>
                <p:nvPr/>
              </p:nvSpPr>
              <p:spPr bwMode="auto">
                <a:xfrm>
                  <a:off x="2388" y="1228"/>
                  <a:ext cx="104" cy="11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78" name="Rectangle 85">
                  <a:extLst>
                    <a:ext uri="{FF2B5EF4-FFF2-40B4-BE49-F238E27FC236}">
                      <a16:creationId xmlns:a16="http://schemas.microsoft.com/office/drawing/2014/main" id="{793B61A8-E654-A4B2-EF2F-6E2049262183}"/>
                    </a:ext>
                  </a:extLst>
                </p:cNvPr>
                <p:cNvSpPr>
                  <a:spLocks noChangeArrowheads="1"/>
                </p:cNvSpPr>
                <p:nvPr/>
              </p:nvSpPr>
              <p:spPr bwMode="auto">
                <a:xfrm>
                  <a:off x="2578" y="1233"/>
                  <a:ext cx="104" cy="10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79" name="Text Box 86">
                  <a:extLst>
                    <a:ext uri="{FF2B5EF4-FFF2-40B4-BE49-F238E27FC236}">
                      <a16:creationId xmlns:a16="http://schemas.microsoft.com/office/drawing/2014/main" id="{5BC6E786-E3BE-8C92-F8CD-421234CAD451}"/>
                    </a:ext>
                  </a:extLst>
                </p:cNvPr>
                <p:cNvSpPr txBox="1">
                  <a:spLocks noChangeArrowheads="1"/>
                </p:cNvSpPr>
                <p:nvPr/>
              </p:nvSpPr>
              <p:spPr bwMode="auto">
                <a:xfrm>
                  <a:off x="2160" y="88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3780" name="Text Box 87">
                  <a:extLst>
                    <a:ext uri="{FF2B5EF4-FFF2-40B4-BE49-F238E27FC236}">
                      <a16:creationId xmlns:a16="http://schemas.microsoft.com/office/drawing/2014/main" id="{70726C5F-8B94-33C2-7A63-490262FD6F2E}"/>
                    </a:ext>
                  </a:extLst>
                </p:cNvPr>
                <p:cNvSpPr txBox="1">
                  <a:spLocks noChangeArrowheads="1"/>
                </p:cNvSpPr>
                <p:nvPr/>
              </p:nvSpPr>
              <p:spPr bwMode="auto">
                <a:xfrm>
                  <a:off x="2313" y="1280"/>
                  <a:ext cx="63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x  y  z</a:t>
                  </a:r>
                  <a:endParaRPr kumimoji="1" lang="en-US" altLang="zh-CN" sz="2400">
                    <a:latin typeface="Times New Roman" panose="02020603050405020304" pitchFamily="18" charset="0"/>
                    <a:ea typeface="宋体" panose="02010600030101010101" pitchFamily="2" charset="-122"/>
                  </a:endParaRPr>
                </a:p>
              </p:txBody>
            </p:sp>
          </p:grpSp>
          <p:sp>
            <p:nvSpPr>
              <p:cNvPr id="73761" name="Oval 88">
                <a:extLst>
                  <a:ext uri="{FF2B5EF4-FFF2-40B4-BE49-F238E27FC236}">
                    <a16:creationId xmlns:a16="http://schemas.microsoft.com/office/drawing/2014/main" id="{C77CBD98-C227-6EE4-2A06-8C064DB836D5}"/>
                  </a:ext>
                </a:extLst>
              </p:cNvPr>
              <p:cNvSpPr>
                <a:spLocks noChangeArrowheads="1"/>
              </p:cNvSpPr>
              <p:nvPr/>
            </p:nvSpPr>
            <p:spPr bwMode="auto">
              <a:xfrm>
                <a:off x="2305" y="2545"/>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23993" name="Text Box 89">
                <a:extLst>
                  <a:ext uri="{FF2B5EF4-FFF2-40B4-BE49-F238E27FC236}">
                    <a16:creationId xmlns:a16="http://schemas.microsoft.com/office/drawing/2014/main" id="{BA752E4B-C874-4942-42D9-1B04D0C090F1}"/>
                  </a:ext>
                </a:extLst>
              </p:cNvPr>
              <p:cNvSpPr txBox="1">
                <a:spLocks noChangeArrowheads="1"/>
              </p:cNvSpPr>
              <p:nvPr/>
            </p:nvSpPr>
            <p:spPr bwMode="auto">
              <a:xfrm>
                <a:off x="612" y="1992"/>
                <a:ext cx="265"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B</a:t>
                </a:r>
                <a:endParaRPr lang="en-US" altLang="zh-CN" b="1">
                  <a:latin typeface="+mn-lt"/>
                  <a:ea typeface="+mn-ea"/>
                </a:endParaRPr>
              </a:p>
            </p:txBody>
          </p:sp>
          <p:sp>
            <p:nvSpPr>
              <p:cNvPr id="123994" name="Text Box 90">
                <a:extLst>
                  <a:ext uri="{FF2B5EF4-FFF2-40B4-BE49-F238E27FC236}">
                    <a16:creationId xmlns:a16="http://schemas.microsoft.com/office/drawing/2014/main" id="{86AC71A2-5F79-0553-3D43-7B8B56A6C0E8}"/>
                  </a:ext>
                </a:extLst>
              </p:cNvPr>
              <p:cNvSpPr txBox="1">
                <a:spLocks noChangeArrowheads="1"/>
              </p:cNvSpPr>
              <p:nvPr/>
            </p:nvSpPr>
            <p:spPr bwMode="auto">
              <a:xfrm>
                <a:off x="1459" y="2366"/>
                <a:ext cx="278"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C</a:t>
                </a:r>
                <a:endParaRPr lang="en-US" altLang="zh-CN" b="1">
                  <a:latin typeface="+mn-lt"/>
                  <a:ea typeface="+mn-ea"/>
                </a:endParaRPr>
              </a:p>
            </p:txBody>
          </p:sp>
          <p:sp>
            <p:nvSpPr>
              <p:cNvPr id="123995" name="Text Box 91">
                <a:extLst>
                  <a:ext uri="{FF2B5EF4-FFF2-40B4-BE49-F238E27FC236}">
                    <a16:creationId xmlns:a16="http://schemas.microsoft.com/office/drawing/2014/main" id="{023F97AB-F13E-6224-81D7-51B9EE388791}"/>
                  </a:ext>
                </a:extLst>
              </p:cNvPr>
              <p:cNvSpPr txBox="1">
                <a:spLocks noChangeArrowheads="1"/>
              </p:cNvSpPr>
              <p:nvPr/>
            </p:nvSpPr>
            <p:spPr bwMode="auto">
              <a:xfrm>
                <a:off x="2428" y="2382"/>
                <a:ext cx="278"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A</a:t>
                </a:r>
                <a:endParaRPr lang="en-US" altLang="zh-CN" b="1">
                  <a:latin typeface="+mn-lt"/>
                  <a:ea typeface="+mn-ea"/>
                </a:endParaRPr>
              </a:p>
            </p:txBody>
          </p:sp>
          <p:sp>
            <p:nvSpPr>
              <p:cNvPr id="73765" name="Oval 92">
                <a:extLst>
                  <a:ext uri="{FF2B5EF4-FFF2-40B4-BE49-F238E27FC236}">
                    <a16:creationId xmlns:a16="http://schemas.microsoft.com/office/drawing/2014/main" id="{B91F90CF-E12A-9D75-773E-32B7E8A36764}"/>
                  </a:ext>
                </a:extLst>
              </p:cNvPr>
              <p:cNvSpPr>
                <a:spLocks noChangeArrowheads="1"/>
              </p:cNvSpPr>
              <p:nvPr/>
            </p:nvSpPr>
            <p:spPr bwMode="auto">
              <a:xfrm>
                <a:off x="1247" y="1800"/>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23997" name="Text Box 93">
                <a:extLst>
                  <a:ext uri="{FF2B5EF4-FFF2-40B4-BE49-F238E27FC236}">
                    <a16:creationId xmlns:a16="http://schemas.microsoft.com/office/drawing/2014/main" id="{360C1D31-7DB4-F54E-1F45-2B86E62FE701}"/>
                  </a:ext>
                </a:extLst>
              </p:cNvPr>
              <p:cNvSpPr txBox="1">
                <a:spLocks noChangeArrowheads="1"/>
              </p:cNvSpPr>
              <p:nvPr/>
            </p:nvSpPr>
            <p:spPr bwMode="auto">
              <a:xfrm>
                <a:off x="1193" y="1496"/>
                <a:ext cx="265"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E</a:t>
                </a:r>
                <a:endParaRPr lang="en-US" altLang="zh-CN" b="1">
                  <a:latin typeface="+mn-lt"/>
                  <a:ea typeface="+mn-ea"/>
                </a:endParaRPr>
              </a:p>
            </p:txBody>
          </p:sp>
          <p:sp>
            <p:nvSpPr>
              <p:cNvPr id="123998" name="Text Box 94">
                <a:extLst>
                  <a:ext uri="{FF2B5EF4-FFF2-40B4-BE49-F238E27FC236}">
                    <a16:creationId xmlns:a16="http://schemas.microsoft.com/office/drawing/2014/main" id="{937E1B2B-154A-0138-7EBB-5FE81BE53E94}"/>
                  </a:ext>
                </a:extLst>
              </p:cNvPr>
              <p:cNvSpPr txBox="1">
                <a:spLocks noChangeArrowheads="1"/>
              </p:cNvSpPr>
              <p:nvPr/>
            </p:nvSpPr>
            <p:spPr bwMode="auto">
              <a:xfrm>
                <a:off x="1726" y="1982"/>
                <a:ext cx="278"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D</a:t>
                </a:r>
                <a:endParaRPr lang="en-US" altLang="zh-CN" b="1">
                  <a:latin typeface="+mn-lt"/>
                  <a:ea typeface="+mn-ea"/>
                </a:endParaRPr>
              </a:p>
            </p:txBody>
          </p:sp>
        </p:grpSp>
        <p:sp>
          <p:nvSpPr>
            <p:cNvPr id="123999" name="Text Box 95">
              <a:extLst>
                <a:ext uri="{FF2B5EF4-FFF2-40B4-BE49-F238E27FC236}">
                  <a16:creationId xmlns:a16="http://schemas.microsoft.com/office/drawing/2014/main" id="{7219A7C7-4619-7EF1-2A70-0C157D12C9B7}"/>
                </a:ext>
              </a:extLst>
            </p:cNvPr>
            <p:cNvSpPr txBox="1">
              <a:spLocks noChangeArrowheads="1"/>
            </p:cNvSpPr>
            <p:nvPr/>
          </p:nvSpPr>
          <p:spPr bwMode="auto">
            <a:xfrm>
              <a:off x="343" y="697"/>
              <a:ext cx="566"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zh-CN" altLang="zh-CN" sz="2800" b="1">
                  <a:solidFill>
                    <a:schemeClr val="tx2"/>
                  </a:solidFill>
                  <a:effectLst>
                    <a:outerShdw blurRad="38100" dist="38100" dir="2700000" algn="tl">
                      <a:srgbClr val="C0C0C0"/>
                    </a:outerShdw>
                  </a:effectLst>
                  <a:latin typeface="+mn-lt"/>
                  <a:ea typeface="仿宋_GB2312" pitchFamily="49" charset="-122"/>
                </a:rPr>
                <a:t>空表</a:t>
              </a:r>
              <a:endParaRPr lang="zh-CN" altLang="en-US">
                <a:solidFill>
                  <a:schemeClr val="tx2"/>
                </a:solidFill>
                <a:latin typeface="+mn-lt"/>
                <a:ea typeface="仿宋_GB2312" pitchFamily="49" charset="-122"/>
              </a:endParaRPr>
            </a:p>
          </p:txBody>
        </p:sp>
        <p:sp>
          <p:nvSpPr>
            <p:cNvPr id="124000" name="Text Box 96">
              <a:extLst>
                <a:ext uri="{FF2B5EF4-FFF2-40B4-BE49-F238E27FC236}">
                  <a16:creationId xmlns:a16="http://schemas.microsoft.com/office/drawing/2014/main" id="{F0A08493-BDD7-EFBC-37E3-7E697D099C4A}"/>
                </a:ext>
              </a:extLst>
            </p:cNvPr>
            <p:cNvSpPr txBox="1">
              <a:spLocks noChangeArrowheads="1"/>
            </p:cNvSpPr>
            <p:nvPr/>
          </p:nvSpPr>
          <p:spPr bwMode="auto">
            <a:xfrm>
              <a:off x="1052" y="1219"/>
              <a:ext cx="791"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zh-CN" altLang="en-US" sz="2800" b="1">
                  <a:solidFill>
                    <a:schemeClr val="tx2"/>
                  </a:solidFill>
                  <a:effectLst>
                    <a:outerShdw blurRad="38100" dist="38100" dir="2700000" algn="tl">
                      <a:srgbClr val="C0C0C0"/>
                    </a:outerShdw>
                  </a:effectLst>
                  <a:latin typeface="+mn-lt"/>
                  <a:ea typeface="仿宋_GB2312" pitchFamily="49" charset="-122"/>
                </a:rPr>
                <a:t>线性表</a:t>
              </a:r>
              <a:endParaRPr lang="zh-CN" altLang="en-US">
                <a:solidFill>
                  <a:schemeClr val="tx2"/>
                </a:solidFill>
                <a:latin typeface="+mn-lt"/>
                <a:ea typeface="仿宋_GB2312" pitchFamily="49" charset="-122"/>
              </a:endParaRPr>
            </a:p>
          </p:txBody>
        </p:sp>
        <p:sp>
          <p:nvSpPr>
            <p:cNvPr id="124001" name="Text Box 97">
              <a:extLst>
                <a:ext uri="{FF2B5EF4-FFF2-40B4-BE49-F238E27FC236}">
                  <a16:creationId xmlns:a16="http://schemas.microsoft.com/office/drawing/2014/main" id="{EB4D1B75-D0D0-D346-260A-03AFCF781208}"/>
                </a:ext>
              </a:extLst>
            </p:cNvPr>
            <p:cNvSpPr txBox="1">
              <a:spLocks noChangeArrowheads="1"/>
            </p:cNvSpPr>
            <p:nvPr/>
          </p:nvSpPr>
          <p:spPr bwMode="auto">
            <a:xfrm>
              <a:off x="593" y="3156"/>
              <a:ext cx="791"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zh-CN" altLang="en-US" sz="2800" b="1">
                  <a:solidFill>
                    <a:schemeClr val="tx2"/>
                  </a:solidFill>
                  <a:effectLst>
                    <a:outerShdw blurRad="38100" dist="38100" dir="2700000" algn="tl">
                      <a:srgbClr val="C0C0C0"/>
                    </a:outerShdw>
                  </a:effectLst>
                  <a:latin typeface="+mn-lt"/>
                  <a:ea typeface="仿宋_GB2312" pitchFamily="49" charset="-122"/>
                </a:rPr>
                <a:t>再入表</a:t>
              </a:r>
              <a:endParaRPr lang="zh-CN" altLang="en-US">
                <a:solidFill>
                  <a:schemeClr val="tx2"/>
                </a:solidFill>
                <a:latin typeface="+mn-lt"/>
                <a:ea typeface="仿宋_GB2312" pitchFamily="49" charset="-122"/>
              </a:endParaRPr>
            </a:p>
          </p:txBody>
        </p:sp>
        <p:sp>
          <p:nvSpPr>
            <p:cNvPr id="124002" name="Text Box 98">
              <a:extLst>
                <a:ext uri="{FF2B5EF4-FFF2-40B4-BE49-F238E27FC236}">
                  <a16:creationId xmlns:a16="http://schemas.microsoft.com/office/drawing/2014/main" id="{EB47886F-F0B4-451B-C631-166AA7F2E1C1}"/>
                </a:ext>
              </a:extLst>
            </p:cNvPr>
            <p:cNvSpPr txBox="1">
              <a:spLocks noChangeArrowheads="1"/>
            </p:cNvSpPr>
            <p:nvPr/>
          </p:nvSpPr>
          <p:spPr bwMode="auto">
            <a:xfrm>
              <a:off x="2386" y="1628"/>
              <a:ext cx="1182"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chemeClr val="tx2"/>
                  </a:solidFill>
                  <a:effectLst>
                    <a:outerShdw blurRad="38100" dist="38100" dir="2700000" algn="tl">
                      <a:srgbClr val="C0C0C0"/>
                    </a:outerShdw>
                  </a:effectLst>
                  <a:latin typeface="+mn-lt"/>
                  <a:ea typeface="仿宋_GB2312" pitchFamily="49" charset="-122"/>
                </a:rPr>
                <a:t>           </a:t>
              </a:r>
              <a:r>
                <a:rPr lang="zh-CN" altLang="en-US" sz="2800" b="1">
                  <a:solidFill>
                    <a:schemeClr val="tx2"/>
                  </a:solidFill>
                  <a:effectLst>
                    <a:outerShdw blurRad="38100" dist="38100" dir="2700000" algn="tl">
                      <a:srgbClr val="C0C0C0"/>
                    </a:outerShdw>
                  </a:effectLst>
                  <a:latin typeface="+mn-lt"/>
                  <a:ea typeface="仿宋_GB2312" pitchFamily="49" charset="-122"/>
                </a:rPr>
                <a:t>纯表</a:t>
              </a:r>
              <a:endParaRPr lang="zh-CN" altLang="en-US">
                <a:solidFill>
                  <a:schemeClr val="tx2"/>
                </a:solidFill>
                <a:latin typeface="+mn-lt"/>
                <a:ea typeface="仿宋_GB2312" pitchFamily="49" charset="-122"/>
              </a:endParaRPr>
            </a:p>
          </p:txBody>
        </p:sp>
        <p:sp>
          <p:nvSpPr>
            <p:cNvPr id="73746" name="Oval 99">
              <a:extLst>
                <a:ext uri="{FF2B5EF4-FFF2-40B4-BE49-F238E27FC236}">
                  <a16:creationId xmlns:a16="http://schemas.microsoft.com/office/drawing/2014/main" id="{47EB7090-6DD0-25B9-51F0-F64092D7644D}"/>
                </a:ext>
              </a:extLst>
            </p:cNvPr>
            <p:cNvSpPr>
              <a:spLocks noChangeArrowheads="1"/>
            </p:cNvSpPr>
            <p:nvPr/>
          </p:nvSpPr>
          <p:spPr bwMode="auto">
            <a:xfrm>
              <a:off x="3844" y="2760"/>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124004" name="Text Box 100">
              <a:extLst>
                <a:ext uri="{FF2B5EF4-FFF2-40B4-BE49-F238E27FC236}">
                  <a16:creationId xmlns:a16="http://schemas.microsoft.com/office/drawing/2014/main" id="{F437E9D4-C510-9613-987B-EAAED1A46EB7}"/>
                </a:ext>
              </a:extLst>
            </p:cNvPr>
            <p:cNvSpPr txBox="1">
              <a:spLocks noChangeArrowheads="1"/>
            </p:cNvSpPr>
            <p:nvPr/>
          </p:nvSpPr>
          <p:spPr bwMode="auto">
            <a:xfrm>
              <a:off x="3769" y="2456"/>
              <a:ext cx="253"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a:solidFill>
                    <a:srgbClr val="0000CC"/>
                  </a:solidFill>
                  <a:effectLst>
                    <a:outerShdw blurRad="38100" dist="38100" dir="2700000" algn="tl">
                      <a:srgbClr val="C0C0C0"/>
                    </a:outerShdw>
                  </a:effectLst>
                  <a:latin typeface="+mn-lt"/>
                  <a:ea typeface="+mn-ea"/>
                </a:rPr>
                <a:t>F</a:t>
              </a:r>
              <a:endParaRPr lang="en-US" altLang="zh-CN" b="1">
                <a:latin typeface="+mn-lt"/>
                <a:ea typeface="+mn-ea"/>
              </a:endParaRPr>
            </a:p>
          </p:txBody>
        </p:sp>
        <p:sp>
          <p:nvSpPr>
            <p:cNvPr id="124005" name="Text Box 101">
              <a:extLst>
                <a:ext uri="{FF2B5EF4-FFF2-40B4-BE49-F238E27FC236}">
                  <a16:creationId xmlns:a16="http://schemas.microsoft.com/office/drawing/2014/main" id="{488559FB-FA28-1B2C-772C-9290D807CF58}"/>
                </a:ext>
              </a:extLst>
            </p:cNvPr>
            <p:cNvSpPr txBox="1">
              <a:spLocks noChangeArrowheads="1"/>
            </p:cNvSpPr>
            <p:nvPr/>
          </p:nvSpPr>
          <p:spPr bwMode="auto">
            <a:xfrm>
              <a:off x="4077" y="3137"/>
              <a:ext cx="791" cy="32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zh-CN" altLang="zh-CN" sz="2800" b="1">
                  <a:solidFill>
                    <a:schemeClr val="tx2"/>
                  </a:solidFill>
                  <a:effectLst>
                    <a:outerShdw blurRad="38100" dist="38100" dir="2700000" algn="tl">
                      <a:srgbClr val="C0C0C0"/>
                    </a:outerShdw>
                  </a:effectLst>
                  <a:latin typeface="+mn-lt"/>
                  <a:ea typeface="仿宋_GB2312" pitchFamily="49" charset="-122"/>
                </a:rPr>
                <a:t>递归表</a:t>
              </a:r>
              <a:endParaRPr lang="zh-CN" altLang="en-US">
                <a:solidFill>
                  <a:schemeClr val="tx2"/>
                </a:solidFill>
                <a:latin typeface="+mn-lt"/>
                <a:ea typeface="仿宋_GB2312" pitchFamily="49" charset="-122"/>
              </a:endParaRPr>
            </a:p>
          </p:txBody>
        </p:sp>
        <p:sp>
          <p:nvSpPr>
            <p:cNvPr id="73749" name="Rectangle 102">
              <a:extLst>
                <a:ext uri="{FF2B5EF4-FFF2-40B4-BE49-F238E27FC236}">
                  <a16:creationId xmlns:a16="http://schemas.microsoft.com/office/drawing/2014/main" id="{1011D28A-336E-22A1-B230-7054858B4F77}"/>
                </a:ext>
              </a:extLst>
            </p:cNvPr>
            <p:cNvSpPr>
              <a:spLocks noChangeArrowheads="1"/>
            </p:cNvSpPr>
            <p:nvPr/>
          </p:nvSpPr>
          <p:spPr bwMode="auto">
            <a:xfrm>
              <a:off x="3624" y="3200"/>
              <a:ext cx="111" cy="13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3750" name="Freeform 103">
              <a:extLst>
                <a:ext uri="{FF2B5EF4-FFF2-40B4-BE49-F238E27FC236}">
                  <a16:creationId xmlns:a16="http://schemas.microsoft.com/office/drawing/2014/main" id="{BAF364AF-823F-6A51-494A-86BDB9499D40}"/>
                </a:ext>
              </a:extLst>
            </p:cNvPr>
            <p:cNvSpPr>
              <a:spLocks/>
            </p:cNvSpPr>
            <p:nvPr/>
          </p:nvSpPr>
          <p:spPr bwMode="auto">
            <a:xfrm>
              <a:off x="3963" y="2666"/>
              <a:ext cx="233" cy="301"/>
            </a:xfrm>
            <a:custGeom>
              <a:avLst/>
              <a:gdLst>
                <a:gd name="T0" fmla="*/ 0 w 233"/>
                <a:gd name="T1" fmla="*/ 230 h 301"/>
                <a:gd name="T2" fmla="*/ 89 w 233"/>
                <a:gd name="T3" fmla="*/ 297 h 301"/>
                <a:gd name="T4" fmla="*/ 200 w 233"/>
                <a:gd name="T5" fmla="*/ 253 h 301"/>
                <a:gd name="T6" fmla="*/ 229 w 233"/>
                <a:gd name="T7" fmla="*/ 112 h 301"/>
                <a:gd name="T8" fmla="*/ 177 w 233"/>
                <a:gd name="T9" fmla="*/ 16 h 301"/>
                <a:gd name="T10" fmla="*/ 59 w 233"/>
                <a:gd name="T11" fmla="*/ 16 h 301"/>
                <a:gd name="T12" fmla="*/ 0 w 233"/>
                <a:gd name="T13" fmla="*/ 97 h 301"/>
                <a:gd name="T14" fmla="*/ 0 60000 65536"/>
                <a:gd name="T15" fmla="*/ 0 60000 65536"/>
                <a:gd name="T16" fmla="*/ 0 60000 65536"/>
                <a:gd name="T17" fmla="*/ 0 60000 65536"/>
                <a:gd name="T18" fmla="*/ 0 60000 65536"/>
                <a:gd name="T19" fmla="*/ 0 60000 65536"/>
                <a:gd name="T20" fmla="*/ 0 60000 65536"/>
                <a:gd name="T21" fmla="*/ 0 w 233"/>
                <a:gd name="T22" fmla="*/ 0 h 301"/>
                <a:gd name="T23" fmla="*/ 233 w 233"/>
                <a:gd name="T24" fmla="*/ 301 h 3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 h="301">
                  <a:moveTo>
                    <a:pt x="0" y="230"/>
                  </a:moveTo>
                  <a:cubicBezTo>
                    <a:pt x="28" y="261"/>
                    <a:pt x="56" y="293"/>
                    <a:pt x="89" y="297"/>
                  </a:cubicBezTo>
                  <a:cubicBezTo>
                    <a:pt x="122" y="301"/>
                    <a:pt x="177" y="284"/>
                    <a:pt x="200" y="253"/>
                  </a:cubicBezTo>
                  <a:cubicBezTo>
                    <a:pt x="223" y="222"/>
                    <a:pt x="233" y="151"/>
                    <a:pt x="229" y="112"/>
                  </a:cubicBezTo>
                  <a:cubicBezTo>
                    <a:pt x="225" y="73"/>
                    <a:pt x="205" y="32"/>
                    <a:pt x="177" y="16"/>
                  </a:cubicBezTo>
                  <a:cubicBezTo>
                    <a:pt x="149" y="0"/>
                    <a:pt x="89" y="2"/>
                    <a:pt x="59" y="16"/>
                  </a:cubicBezTo>
                  <a:cubicBezTo>
                    <a:pt x="29" y="30"/>
                    <a:pt x="10" y="84"/>
                    <a:pt x="0" y="97"/>
                  </a:cubicBezTo>
                </a:path>
              </a:pathLst>
            </a:custGeom>
            <a:noFill/>
            <a:ln w="19050">
              <a:solidFill>
                <a:srgbClr val="0000CC"/>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51" name="Text Box 104">
              <a:extLst>
                <a:ext uri="{FF2B5EF4-FFF2-40B4-BE49-F238E27FC236}">
                  <a16:creationId xmlns:a16="http://schemas.microsoft.com/office/drawing/2014/main" id="{5627D001-1F3B-903C-59F1-988C5D6A022B}"/>
                </a:ext>
              </a:extLst>
            </p:cNvPr>
            <p:cNvSpPr txBox="1">
              <a:spLocks noChangeArrowheads="1"/>
            </p:cNvSpPr>
            <p:nvPr/>
          </p:nvSpPr>
          <p:spPr bwMode="auto">
            <a:xfrm>
              <a:off x="3541" y="3293"/>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00CC"/>
                  </a:solidFill>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grpSp>
      <p:sp>
        <p:nvSpPr>
          <p:cNvPr id="3" name="灯片编号占位符 2">
            <a:extLst>
              <a:ext uri="{FF2B5EF4-FFF2-40B4-BE49-F238E27FC236}">
                <a16:creationId xmlns:a16="http://schemas.microsoft.com/office/drawing/2014/main" id="{2E16BC7F-AD3F-2B7E-E054-AF59ECEA10D0}"/>
              </a:ext>
            </a:extLst>
          </p:cNvPr>
          <p:cNvSpPr>
            <a:spLocks noGrp="1"/>
          </p:cNvSpPr>
          <p:nvPr>
            <p:ph type="sldNum" sz="quarter" idx="12"/>
          </p:nvPr>
        </p:nvSpPr>
        <p:spPr/>
        <p:txBody>
          <a:bodyPr/>
          <a:lstStyle/>
          <a:p>
            <a:pPr>
              <a:defRPr/>
            </a:pPr>
            <a:fld id="{34C23A13-5672-41C0-8934-A4311B913B34}" type="slidenum">
              <a:rPr lang="en-US" altLang="zh-CN" smtClean="0"/>
              <a:pPr>
                <a:defRPr/>
              </a:pPr>
              <a:t>68</a:t>
            </a:fld>
            <a:endParaRPr lang="en-US" altLang="zh-CN"/>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Text Box 3">
            <a:extLst>
              <a:ext uri="{FF2B5EF4-FFF2-40B4-BE49-F238E27FC236}">
                <a16:creationId xmlns:a16="http://schemas.microsoft.com/office/drawing/2014/main" id="{09E8B954-839B-DBAD-774E-374A6A67C325}"/>
              </a:ext>
            </a:extLst>
          </p:cNvPr>
          <p:cNvSpPr txBox="1">
            <a:spLocks noChangeArrowheads="1"/>
          </p:cNvSpPr>
          <p:nvPr/>
        </p:nvSpPr>
        <p:spPr bwMode="auto">
          <a:xfrm>
            <a:off x="571500" y="1782763"/>
            <a:ext cx="8191500" cy="579437"/>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3200" b="1">
                <a:solidFill>
                  <a:schemeClr val="hlink"/>
                </a:solidFill>
                <a:effectLst>
                  <a:outerShdw blurRad="38100" dist="38100" dir="2700000" algn="tl">
                    <a:srgbClr val="C0C0C0"/>
                  </a:outerShdw>
                </a:effectLst>
                <a:latin typeface="仿宋_GB2312" pitchFamily="49" charset="-122"/>
                <a:ea typeface="仿宋_GB2312" pitchFamily="49" charset="-122"/>
              </a:rPr>
              <a:t>只包括整数和字符型数据的广义表链表表示</a:t>
            </a:r>
            <a:r>
              <a:rPr lang="zh-CN" altLang="en-US" sz="1900">
                <a:latin typeface="+mn-lt"/>
                <a:ea typeface="+mn-ea"/>
              </a:rPr>
              <a:t> </a:t>
            </a:r>
          </a:p>
        </p:txBody>
      </p:sp>
      <p:sp>
        <p:nvSpPr>
          <p:cNvPr id="124932" name="Text Box 4">
            <a:extLst>
              <a:ext uri="{FF2B5EF4-FFF2-40B4-BE49-F238E27FC236}">
                <a16:creationId xmlns:a16="http://schemas.microsoft.com/office/drawing/2014/main" id="{5AF9DF3C-C2E3-201B-96D3-10B839347029}"/>
              </a:ext>
            </a:extLst>
          </p:cNvPr>
          <p:cNvSpPr txBox="1">
            <a:spLocks noChangeArrowheads="1"/>
          </p:cNvSpPr>
          <p:nvPr/>
        </p:nvSpPr>
        <p:spPr bwMode="auto">
          <a:xfrm>
            <a:off x="1409700" y="5715000"/>
            <a:ext cx="6591300" cy="579438"/>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zh-CN" altLang="en-US" sz="3200" b="1">
                <a:solidFill>
                  <a:schemeClr val="hlink"/>
                </a:solidFill>
                <a:effectLst>
                  <a:outerShdw blurRad="38100" dist="38100" dir="2700000" algn="tl">
                    <a:srgbClr val="C0C0C0"/>
                  </a:outerShdw>
                </a:effectLst>
                <a:latin typeface="仿宋_GB2312" pitchFamily="49" charset="-122"/>
                <a:ea typeface="仿宋_GB2312" pitchFamily="49" charset="-122"/>
              </a:rPr>
              <a:t>表中套表情形下的广义表链表表示</a:t>
            </a:r>
            <a:endParaRPr lang="zh-CN" altLang="en-US" sz="1900">
              <a:latin typeface="+mn-lt"/>
              <a:ea typeface="+mn-ea"/>
            </a:endParaRPr>
          </a:p>
        </p:txBody>
      </p:sp>
      <p:sp>
        <p:nvSpPr>
          <p:cNvPr id="74757" name="Rectangle 5" descr="白色大理石">
            <a:extLst>
              <a:ext uri="{FF2B5EF4-FFF2-40B4-BE49-F238E27FC236}">
                <a16:creationId xmlns:a16="http://schemas.microsoft.com/office/drawing/2014/main" id="{2D2C5064-43E5-7992-B432-0885004FA671}"/>
              </a:ext>
            </a:extLst>
          </p:cNvPr>
          <p:cNvSpPr>
            <a:spLocks noChangeArrowheads="1"/>
          </p:cNvSpPr>
          <p:nvPr/>
        </p:nvSpPr>
        <p:spPr bwMode="auto">
          <a:xfrm>
            <a:off x="1676400" y="25908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58" name="Line 6">
            <a:extLst>
              <a:ext uri="{FF2B5EF4-FFF2-40B4-BE49-F238E27FC236}">
                <a16:creationId xmlns:a16="http://schemas.microsoft.com/office/drawing/2014/main" id="{5A2C6D0F-153B-53E9-B74D-8C1C73FC8323}"/>
              </a:ext>
            </a:extLst>
          </p:cNvPr>
          <p:cNvSpPr>
            <a:spLocks noChangeShapeType="1"/>
          </p:cNvSpPr>
          <p:nvPr/>
        </p:nvSpPr>
        <p:spPr bwMode="auto">
          <a:xfrm>
            <a:off x="2133600" y="2590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9" name="Line 7">
            <a:extLst>
              <a:ext uri="{FF2B5EF4-FFF2-40B4-BE49-F238E27FC236}">
                <a16:creationId xmlns:a16="http://schemas.microsoft.com/office/drawing/2014/main" id="{E0092A3E-5D4E-A318-E995-B12377B9ABD5}"/>
              </a:ext>
            </a:extLst>
          </p:cNvPr>
          <p:cNvSpPr>
            <a:spLocks noChangeShapeType="1"/>
          </p:cNvSpPr>
          <p:nvPr/>
        </p:nvSpPr>
        <p:spPr bwMode="auto">
          <a:xfrm>
            <a:off x="2286000" y="28194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0" name="Rectangle 8" descr="白色大理石">
            <a:extLst>
              <a:ext uri="{FF2B5EF4-FFF2-40B4-BE49-F238E27FC236}">
                <a16:creationId xmlns:a16="http://schemas.microsoft.com/office/drawing/2014/main" id="{1AFDE8A2-FCB2-4C5B-3061-9035EC2560FE}"/>
              </a:ext>
            </a:extLst>
          </p:cNvPr>
          <p:cNvSpPr>
            <a:spLocks noChangeArrowheads="1"/>
          </p:cNvSpPr>
          <p:nvPr/>
        </p:nvSpPr>
        <p:spPr bwMode="auto">
          <a:xfrm>
            <a:off x="2819400" y="25908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61" name="Line 9">
            <a:extLst>
              <a:ext uri="{FF2B5EF4-FFF2-40B4-BE49-F238E27FC236}">
                <a16:creationId xmlns:a16="http://schemas.microsoft.com/office/drawing/2014/main" id="{E5D57B55-ED89-93D5-3E92-DC8C846185DC}"/>
              </a:ext>
            </a:extLst>
          </p:cNvPr>
          <p:cNvSpPr>
            <a:spLocks noChangeShapeType="1"/>
          </p:cNvSpPr>
          <p:nvPr/>
        </p:nvSpPr>
        <p:spPr bwMode="auto">
          <a:xfrm>
            <a:off x="3276600" y="2590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2" name="Line 10">
            <a:extLst>
              <a:ext uri="{FF2B5EF4-FFF2-40B4-BE49-F238E27FC236}">
                <a16:creationId xmlns:a16="http://schemas.microsoft.com/office/drawing/2014/main" id="{5B503BF1-7D1C-BD51-5005-2963EA404B55}"/>
              </a:ext>
            </a:extLst>
          </p:cNvPr>
          <p:cNvSpPr>
            <a:spLocks noChangeShapeType="1"/>
          </p:cNvSpPr>
          <p:nvPr/>
        </p:nvSpPr>
        <p:spPr bwMode="auto">
          <a:xfrm>
            <a:off x="3429000" y="28194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3" name="Rectangle 11" descr="白色大理石">
            <a:extLst>
              <a:ext uri="{FF2B5EF4-FFF2-40B4-BE49-F238E27FC236}">
                <a16:creationId xmlns:a16="http://schemas.microsoft.com/office/drawing/2014/main" id="{D8D48795-6EAB-9521-6812-FEF536F73F5A}"/>
              </a:ext>
            </a:extLst>
          </p:cNvPr>
          <p:cNvSpPr>
            <a:spLocks noChangeArrowheads="1"/>
          </p:cNvSpPr>
          <p:nvPr/>
        </p:nvSpPr>
        <p:spPr bwMode="auto">
          <a:xfrm>
            <a:off x="3962400" y="25908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64" name="Line 12">
            <a:extLst>
              <a:ext uri="{FF2B5EF4-FFF2-40B4-BE49-F238E27FC236}">
                <a16:creationId xmlns:a16="http://schemas.microsoft.com/office/drawing/2014/main" id="{095ED7A6-E52A-2E94-A5BD-AB3300C5205F}"/>
              </a:ext>
            </a:extLst>
          </p:cNvPr>
          <p:cNvSpPr>
            <a:spLocks noChangeShapeType="1"/>
          </p:cNvSpPr>
          <p:nvPr/>
        </p:nvSpPr>
        <p:spPr bwMode="auto">
          <a:xfrm>
            <a:off x="4419600" y="2590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5" name="Line 13">
            <a:extLst>
              <a:ext uri="{FF2B5EF4-FFF2-40B4-BE49-F238E27FC236}">
                <a16:creationId xmlns:a16="http://schemas.microsoft.com/office/drawing/2014/main" id="{081A0D55-04F3-5B61-B4BD-5FBA2F88E030}"/>
              </a:ext>
            </a:extLst>
          </p:cNvPr>
          <p:cNvSpPr>
            <a:spLocks noChangeShapeType="1"/>
          </p:cNvSpPr>
          <p:nvPr/>
        </p:nvSpPr>
        <p:spPr bwMode="auto">
          <a:xfrm>
            <a:off x="4572000" y="28194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6" name="Rectangle 14" descr="白色大理石">
            <a:extLst>
              <a:ext uri="{FF2B5EF4-FFF2-40B4-BE49-F238E27FC236}">
                <a16:creationId xmlns:a16="http://schemas.microsoft.com/office/drawing/2014/main" id="{45B9512D-5513-01D7-3D5C-C1CB4913CFD2}"/>
              </a:ext>
            </a:extLst>
          </p:cNvPr>
          <p:cNvSpPr>
            <a:spLocks noChangeArrowheads="1"/>
          </p:cNvSpPr>
          <p:nvPr/>
        </p:nvSpPr>
        <p:spPr bwMode="auto">
          <a:xfrm>
            <a:off x="5105400" y="25908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67" name="Line 15">
            <a:extLst>
              <a:ext uri="{FF2B5EF4-FFF2-40B4-BE49-F238E27FC236}">
                <a16:creationId xmlns:a16="http://schemas.microsoft.com/office/drawing/2014/main" id="{3783DE8A-4217-2CE5-A974-B5670CC621E7}"/>
              </a:ext>
            </a:extLst>
          </p:cNvPr>
          <p:cNvSpPr>
            <a:spLocks noChangeShapeType="1"/>
          </p:cNvSpPr>
          <p:nvPr/>
        </p:nvSpPr>
        <p:spPr bwMode="auto">
          <a:xfrm>
            <a:off x="5562600" y="2590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8" name="Line 16">
            <a:extLst>
              <a:ext uri="{FF2B5EF4-FFF2-40B4-BE49-F238E27FC236}">
                <a16:creationId xmlns:a16="http://schemas.microsoft.com/office/drawing/2014/main" id="{C0ECB44D-7235-C2D2-AF5B-9E6E2E64BAFC}"/>
              </a:ext>
            </a:extLst>
          </p:cNvPr>
          <p:cNvSpPr>
            <a:spLocks noChangeShapeType="1"/>
          </p:cNvSpPr>
          <p:nvPr/>
        </p:nvSpPr>
        <p:spPr bwMode="auto">
          <a:xfrm>
            <a:off x="1143000" y="28194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9" name="Rectangle 17" descr="白色大理石">
            <a:extLst>
              <a:ext uri="{FF2B5EF4-FFF2-40B4-BE49-F238E27FC236}">
                <a16:creationId xmlns:a16="http://schemas.microsoft.com/office/drawing/2014/main" id="{C72C5ABD-44FA-D6CE-84FD-F7A9A84E5FEA}"/>
              </a:ext>
            </a:extLst>
          </p:cNvPr>
          <p:cNvSpPr>
            <a:spLocks noChangeArrowheads="1"/>
          </p:cNvSpPr>
          <p:nvPr/>
        </p:nvSpPr>
        <p:spPr bwMode="auto">
          <a:xfrm>
            <a:off x="8001000" y="34290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70" name="Line 18">
            <a:extLst>
              <a:ext uri="{FF2B5EF4-FFF2-40B4-BE49-F238E27FC236}">
                <a16:creationId xmlns:a16="http://schemas.microsoft.com/office/drawing/2014/main" id="{E6461458-0260-28C0-43C7-0A9D93F7DBC9}"/>
              </a:ext>
            </a:extLst>
          </p:cNvPr>
          <p:cNvSpPr>
            <a:spLocks noChangeShapeType="1"/>
          </p:cNvSpPr>
          <p:nvPr/>
        </p:nvSpPr>
        <p:spPr bwMode="auto">
          <a:xfrm>
            <a:off x="8458200" y="3429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1" name="Rectangle 19" descr="白色大理石">
            <a:extLst>
              <a:ext uri="{FF2B5EF4-FFF2-40B4-BE49-F238E27FC236}">
                <a16:creationId xmlns:a16="http://schemas.microsoft.com/office/drawing/2014/main" id="{9F0935D7-8018-3193-C604-C2E1D1AF6207}"/>
              </a:ext>
            </a:extLst>
          </p:cNvPr>
          <p:cNvSpPr>
            <a:spLocks noChangeArrowheads="1"/>
          </p:cNvSpPr>
          <p:nvPr/>
        </p:nvSpPr>
        <p:spPr bwMode="auto">
          <a:xfrm>
            <a:off x="6858000" y="34290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72" name="Line 20">
            <a:extLst>
              <a:ext uri="{FF2B5EF4-FFF2-40B4-BE49-F238E27FC236}">
                <a16:creationId xmlns:a16="http://schemas.microsoft.com/office/drawing/2014/main" id="{D4BBDA80-7243-AC61-569E-954713949E5C}"/>
              </a:ext>
            </a:extLst>
          </p:cNvPr>
          <p:cNvSpPr>
            <a:spLocks noChangeShapeType="1"/>
          </p:cNvSpPr>
          <p:nvPr/>
        </p:nvSpPr>
        <p:spPr bwMode="auto">
          <a:xfrm>
            <a:off x="7315200" y="3429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3" name="Rectangle 21" descr="白色大理石">
            <a:extLst>
              <a:ext uri="{FF2B5EF4-FFF2-40B4-BE49-F238E27FC236}">
                <a16:creationId xmlns:a16="http://schemas.microsoft.com/office/drawing/2014/main" id="{D286A429-FF88-ACE6-1410-CE73540957CB}"/>
              </a:ext>
            </a:extLst>
          </p:cNvPr>
          <p:cNvSpPr>
            <a:spLocks noChangeArrowheads="1"/>
          </p:cNvSpPr>
          <p:nvPr/>
        </p:nvSpPr>
        <p:spPr bwMode="auto">
          <a:xfrm>
            <a:off x="5715000" y="34290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74" name="Line 22">
            <a:extLst>
              <a:ext uri="{FF2B5EF4-FFF2-40B4-BE49-F238E27FC236}">
                <a16:creationId xmlns:a16="http://schemas.microsoft.com/office/drawing/2014/main" id="{31E871E4-A9B6-5D69-ED53-A76D16C5C04C}"/>
              </a:ext>
            </a:extLst>
          </p:cNvPr>
          <p:cNvSpPr>
            <a:spLocks noChangeShapeType="1"/>
          </p:cNvSpPr>
          <p:nvPr/>
        </p:nvSpPr>
        <p:spPr bwMode="auto">
          <a:xfrm>
            <a:off x="6172200" y="3429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5" name="Line 23">
            <a:extLst>
              <a:ext uri="{FF2B5EF4-FFF2-40B4-BE49-F238E27FC236}">
                <a16:creationId xmlns:a16="http://schemas.microsoft.com/office/drawing/2014/main" id="{E2A9F316-19B4-7DA2-58DB-4AB3832EA8CA}"/>
              </a:ext>
            </a:extLst>
          </p:cNvPr>
          <p:cNvSpPr>
            <a:spLocks noChangeShapeType="1"/>
          </p:cNvSpPr>
          <p:nvPr/>
        </p:nvSpPr>
        <p:spPr bwMode="auto">
          <a:xfrm>
            <a:off x="5334000" y="3657600"/>
            <a:ext cx="3810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6" name="Line 24">
            <a:extLst>
              <a:ext uri="{FF2B5EF4-FFF2-40B4-BE49-F238E27FC236}">
                <a16:creationId xmlns:a16="http://schemas.microsoft.com/office/drawing/2014/main" id="{B293A00E-9B72-AA8B-009E-028090165CC8}"/>
              </a:ext>
            </a:extLst>
          </p:cNvPr>
          <p:cNvSpPr>
            <a:spLocks noChangeShapeType="1"/>
          </p:cNvSpPr>
          <p:nvPr/>
        </p:nvSpPr>
        <p:spPr bwMode="auto">
          <a:xfrm flipV="1">
            <a:off x="5334000" y="2819400"/>
            <a:ext cx="0" cy="838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7" name="Line 25">
            <a:extLst>
              <a:ext uri="{FF2B5EF4-FFF2-40B4-BE49-F238E27FC236}">
                <a16:creationId xmlns:a16="http://schemas.microsoft.com/office/drawing/2014/main" id="{16678CE6-396C-0C68-5D6B-7AD5F94101E1}"/>
              </a:ext>
            </a:extLst>
          </p:cNvPr>
          <p:cNvSpPr>
            <a:spLocks noChangeShapeType="1"/>
          </p:cNvSpPr>
          <p:nvPr/>
        </p:nvSpPr>
        <p:spPr bwMode="auto">
          <a:xfrm>
            <a:off x="6324600" y="36576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8" name="Line 26">
            <a:extLst>
              <a:ext uri="{FF2B5EF4-FFF2-40B4-BE49-F238E27FC236}">
                <a16:creationId xmlns:a16="http://schemas.microsoft.com/office/drawing/2014/main" id="{DBC9E5DF-E906-3C7D-981B-A98A80DFF4B9}"/>
              </a:ext>
            </a:extLst>
          </p:cNvPr>
          <p:cNvSpPr>
            <a:spLocks noChangeShapeType="1"/>
          </p:cNvSpPr>
          <p:nvPr/>
        </p:nvSpPr>
        <p:spPr bwMode="auto">
          <a:xfrm>
            <a:off x="7467600" y="36576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Rectangle 27" descr="白色大理石">
            <a:extLst>
              <a:ext uri="{FF2B5EF4-FFF2-40B4-BE49-F238E27FC236}">
                <a16:creationId xmlns:a16="http://schemas.microsoft.com/office/drawing/2014/main" id="{4993CBA6-82F2-27DC-B561-2579E97D44CF}"/>
              </a:ext>
            </a:extLst>
          </p:cNvPr>
          <p:cNvSpPr>
            <a:spLocks noChangeArrowheads="1"/>
          </p:cNvSpPr>
          <p:nvPr/>
        </p:nvSpPr>
        <p:spPr bwMode="auto">
          <a:xfrm>
            <a:off x="2133600" y="42672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80" name="Line 28">
            <a:extLst>
              <a:ext uri="{FF2B5EF4-FFF2-40B4-BE49-F238E27FC236}">
                <a16:creationId xmlns:a16="http://schemas.microsoft.com/office/drawing/2014/main" id="{F765A6D7-406A-3223-8029-31610A8A8B09}"/>
              </a:ext>
            </a:extLst>
          </p:cNvPr>
          <p:cNvSpPr>
            <a:spLocks noChangeShapeType="1"/>
          </p:cNvSpPr>
          <p:nvPr/>
        </p:nvSpPr>
        <p:spPr bwMode="auto">
          <a:xfrm>
            <a:off x="2590800" y="4267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1" name="Line 29">
            <a:extLst>
              <a:ext uri="{FF2B5EF4-FFF2-40B4-BE49-F238E27FC236}">
                <a16:creationId xmlns:a16="http://schemas.microsoft.com/office/drawing/2014/main" id="{61B4DB2F-340E-E6EF-2997-94EE775DF54E}"/>
              </a:ext>
            </a:extLst>
          </p:cNvPr>
          <p:cNvSpPr>
            <a:spLocks noChangeShapeType="1"/>
          </p:cNvSpPr>
          <p:nvPr/>
        </p:nvSpPr>
        <p:spPr bwMode="auto">
          <a:xfrm>
            <a:off x="2743200" y="44958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2" name="Rectangle 30" descr="白色大理石">
            <a:extLst>
              <a:ext uri="{FF2B5EF4-FFF2-40B4-BE49-F238E27FC236}">
                <a16:creationId xmlns:a16="http://schemas.microsoft.com/office/drawing/2014/main" id="{E831C812-880D-5EC9-85C6-74F60CBCB0DC}"/>
              </a:ext>
            </a:extLst>
          </p:cNvPr>
          <p:cNvSpPr>
            <a:spLocks noChangeArrowheads="1"/>
          </p:cNvSpPr>
          <p:nvPr/>
        </p:nvSpPr>
        <p:spPr bwMode="auto">
          <a:xfrm>
            <a:off x="3276600" y="42672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83" name="Line 31">
            <a:extLst>
              <a:ext uri="{FF2B5EF4-FFF2-40B4-BE49-F238E27FC236}">
                <a16:creationId xmlns:a16="http://schemas.microsoft.com/office/drawing/2014/main" id="{DC59DF4F-02B0-744A-C99E-F0314511D342}"/>
              </a:ext>
            </a:extLst>
          </p:cNvPr>
          <p:cNvSpPr>
            <a:spLocks noChangeShapeType="1"/>
          </p:cNvSpPr>
          <p:nvPr/>
        </p:nvSpPr>
        <p:spPr bwMode="auto">
          <a:xfrm>
            <a:off x="3733800" y="4267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4" name="Line 32">
            <a:extLst>
              <a:ext uri="{FF2B5EF4-FFF2-40B4-BE49-F238E27FC236}">
                <a16:creationId xmlns:a16="http://schemas.microsoft.com/office/drawing/2014/main" id="{FDB76265-0DEA-D3B6-7265-B6124B26B65C}"/>
              </a:ext>
            </a:extLst>
          </p:cNvPr>
          <p:cNvSpPr>
            <a:spLocks noChangeShapeType="1"/>
          </p:cNvSpPr>
          <p:nvPr/>
        </p:nvSpPr>
        <p:spPr bwMode="auto">
          <a:xfrm>
            <a:off x="3886200" y="44958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5" name="Rectangle 33" descr="白色大理石">
            <a:extLst>
              <a:ext uri="{FF2B5EF4-FFF2-40B4-BE49-F238E27FC236}">
                <a16:creationId xmlns:a16="http://schemas.microsoft.com/office/drawing/2014/main" id="{19D408B6-8EDA-12EA-CE81-100B6854C48A}"/>
              </a:ext>
            </a:extLst>
          </p:cNvPr>
          <p:cNvSpPr>
            <a:spLocks noChangeArrowheads="1"/>
          </p:cNvSpPr>
          <p:nvPr/>
        </p:nvSpPr>
        <p:spPr bwMode="auto">
          <a:xfrm>
            <a:off x="4419600" y="42672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86" name="Line 34">
            <a:extLst>
              <a:ext uri="{FF2B5EF4-FFF2-40B4-BE49-F238E27FC236}">
                <a16:creationId xmlns:a16="http://schemas.microsoft.com/office/drawing/2014/main" id="{25F593AB-DB5A-301C-2E0C-5D48E60C3BC8}"/>
              </a:ext>
            </a:extLst>
          </p:cNvPr>
          <p:cNvSpPr>
            <a:spLocks noChangeShapeType="1"/>
          </p:cNvSpPr>
          <p:nvPr/>
        </p:nvSpPr>
        <p:spPr bwMode="auto">
          <a:xfrm>
            <a:off x="4876800" y="4267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7" name="Line 35">
            <a:extLst>
              <a:ext uri="{FF2B5EF4-FFF2-40B4-BE49-F238E27FC236}">
                <a16:creationId xmlns:a16="http://schemas.microsoft.com/office/drawing/2014/main" id="{E293060A-306D-496E-0000-DC7487F99D8C}"/>
              </a:ext>
            </a:extLst>
          </p:cNvPr>
          <p:cNvSpPr>
            <a:spLocks noChangeShapeType="1"/>
          </p:cNvSpPr>
          <p:nvPr/>
        </p:nvSpPr>
        <p:spPr bwMode="auto">
          <a:xfrm>
            <a:off x="5029200" y="44958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8" name="Rectangle 36" descr="白色大理石">
            <a:extLst>
              <a:ext uri="{FF2B5EF4-FFF2-40B4-BE49-F238E27FC236}">
                <a16:creationId xmlns:a16="http://schemas.microsoft.com/office/drawing/2014/main" id="{7936214C-AB13-DC99-7C2F-A0771A377CB5}"/>
              </a:ext>
            </a:extLst>
          </p:cNvPr>
          <p:cNvSpPr>
            <a:spLocks noChangeArrowheads="1"/>
          </p:cNvSpPr>
          <p:nvPr/>
        </p:nvSpPr>
        <p:spPr bwMode="auto">
          <a:xfrm>
            <a:off x="5562600" y="42672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89" name="Line 37">
            <a:extLst>
              <a:ext uri="{FF2B5EF4-FFF2-40B4-BE49-F238E27FC236}">
                <a16:creationId xmlns:a16="http://schemas.microsoft.com/office/drawing/2014/main" id="{CA8C6A67-1BD1-9BAD-1DAE-1643501D4A71}"/>
              </a:ext>
            </a:extLst>
          </p:cNvPr>
          <p:cNvSpPr>
            <a:spLocks noChangeShapeType="1"/>
          </p:cNvSpPr>
          <p:nvPr/>
        </p:nvSpPr>
        <p:spPr bwMode="auto">
          <a:xfrm>
            <a:off x="6019800" y="4267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0" name="Line 38">
            <a:extLst>
              <a:ext uri="{FF2B5EF4-FFF2-40B4-BE49-F238E27FC236}">
                <a16:creationId xmlns:a16="http://schemas.microsoft.com/office/drawing/2014/main" id="{F61F33FB-C8D7-6E73-9250-B4C4FB412A2F}"/>
              </a:ext>
            </a:extLst>
          </p:cNvPr>
          <p:cNvSpPr>
            <a:spLocks noChangeShapeType="1"/>
          </p:cNvSpPr>
          <p:nvPr/>
        </p:nvSpPr>
        <p:spPr bwMode="auto">
          <a:xfrm>
            <a:off x="6172200" y="44958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1" name="Rectangle 39" descr="白色大理石">
            <a:extLst>
              <a:ext uri="{FF2B5EF4-FFF2-40B4-BE49-F238E27FC236}">
                <a16:creationId xmlns:a16="http://schemas.microsoft.com/office/drawing/2014/main" id="{32010235-E05E-88D9-B218-08EF20DE4070}"/>
              </a:ext>
            </a:extLst>
          </p:cNvPr>
          <p:cNvSpPr>
            <a:spLocks noChangeArrowheads="1"/>
          </p:cNvSpPr>
          <p:nvPr/>
        </p:nvSpPr>
        <p:spPr bwMode="auto">
          <a:xfrm>
            <a:off x="6705600" y="42672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92" name="Line 40">
            <a:extLst>
              <a:ext uri="{FF2B5EF4-FFF2-40B4-BE49-F238E27FC236}">
                <a16:creationId xmlns:a16="http://schemas.microsoft.com/office/drawing/2014/main" id="{39A3E5E5-6013-A3BB-9377-F835FC0D83A8}"/>
              </a:ext>
            </a:extLst>
          </p:cNvPr>
          <p:cNvSpPr>
            <a:spLocks noChangeShapeType="1"/>
          </p:cNvSpPr>
          <p:nvPr/>
        </p:nvSpPr>
        <p:spPr bwMode="auto">
          <a:xfrm>
            <a:off x="7162800" y="4267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3" name="Rectangle 41" descr="白色大理石">
            <a:extLst>
              <a:ext uri="{FF2B5EF4-FFF2-40B4-BE49-F238E27FC236}">
                <a16:creationId xmlns:a16="http://schemas.microsoft.com/office/drawing/2014/main" id="{6A72CA59-355A-4E3D-838D-E78C7AC4EB6D}"/>
              </a:ext>
            </a:extLst>
          </p:cNvPr>
          <p:cNvSpPr>
            <a:spLocks noChangeArrowheads="1"/>
          </p:cNvSpPr>
          <p:nvPr/>
        </p:nvSpPr>
        <p:spPr bwMode="auto">
          <a:xfrm>
            <a:off x="5562600" y="51054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94" name="Line 42">
            <a:extLst>
              <a:ext uri="{FF2B5EF4-FFF2-40B4-BE49-F238E27FC236}">
                <a16:creationId xmlns:a16="http://schemas.microsoft.com/office/drawing/2014/main" id="{4DFA0A51-546C-6F14-4B32-63F964416B42}"/>
              </a:ext>
            </a:extLst>
          </p:cNvPr>
          <p:cNvSpPr>
            <a:spLocks noChangeShapeType="1"/>
          </p:cNvSpPr>
          <p:nvPr/>
        </p:nvSpPr>
        <p:spPr bwMode="auto">
          <a:xfrm>
            <a:off x="6019800" y="5105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5" name="Line 43">
            <a:extLst>
              <a:ext uri="{FF2B5EF4-FFF2-40B4-BE49-F238E27FC236}">
                <a16:creationId xmlns:a16="http://schemas.microsoft.com/office/drawing/2014/main" id="{C7318B20-D341-3EB6-B925-A410B0B00B8C}"/>
              </a:ext>
            </a:extLst>
          </p:cNvPr>
          <p:cNvSpPr>
            <a:spLocks noChangeShapeType="1"/>
          </p:cNvSpPr>
          <p:nvPr/>
        </p:nvSpPr>
        <p:spPr bwMode="auto">
          <a:xfrm>
            <a:off x="6172200" y="53340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6" name="Rectangle 44" descr="白色大理石">
            <a:extLst>
              <a:ext uri="{FF2B5EF4-FFF2-40B4-BE49-F238E27FC236}">
                <a16:creationId xmlns:a16="http://schemas.microsoft.com/office/drawing/2014/main" id="{EFA13917-4286-7D33-8C0D-B28D3C580681}"/>
              </a:ext>
            </a:extLst>
          </p:cNvPr>
          <p:cNvSpPr>
            <a:spLocks noChangeArrowheads="1"/>
          </p:cNvSpPr>
          <p:nvPr/>
        </p:nvSpPr>
        <p:spPr bwMode="auto">
          <a:xfrm>
            <a:off x="6705600" y="51054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797" name="Line 45">
            <a:extLst>
              <a:ext uri="{FF2B5EF4-FFF2-40B4-BE49-F238E27FC236}">
                <a16:creationId xmlns:a16="http://schemas.microsoft.com/office/drawing/2014/main" id="{F6468513-7F2F-0EC6-10C9-5CF6815C54EA}"/>
              </a:ext>
            </a:extLst>
          </p:cNvPr>
          <p:cNvSpPr>
            <a:spLocks noChangeShapeType="1"/>
          </p:cNvSpPr>
          <p:nvPr/>
        </p:nvSpPr>
        <p:spPr bwMode="auto">
          <a:xfrm>
            <a:off x="7162800" y="5105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8" name="Line 46">
            <a:extLst>
              <a:ext uri="{FF2B5EF4-FFF2-40B4-BE49-F238E27FC236}">
                <a16:creationId xmlns:a16="http://schemas.microsoft.com/office/drawing/2014/main" id="{DDA0207B-1ED6-559B-9CB4-D98840389218}"/>
              </a:ext>
            </a:extLst>
          </p:cNvPr>
          <p:cNvSpPr>
            <a:spLocks noChangeShapeType="1"/>
          </p:cNvSpPr>
          <p:nvPr/>
        </p:nvSpPr>
        <p:spPr bwMode="auto">
          <a:xfrm>
            <a:off x="7315200" y="5334000"/>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9" name="Rectangle 47" descr="白色大理石">
            <a:extLst>
              <a:ext uri="{FF2B5EF4-FFF2-40B4-BE49-F238E27FC236}">
                <a16:creationId xmlns:a16="http://schemas.microsoft.com/office/drawing/2014/main" id="{3E300980-A01F-219E-25E9-CB087C6C1B0A}"/>
              </a:ext>
            </a:extLst>
          </p:cNvPr>
          <p:cNvSpPr>
            <a:spLocks noChangeArrowheads="1"/>
          </p:cNvSpPr>
          <p:nvPr/>
        </p:nvSpPr>
        <p:spPr bwMode="auto">
          <a:xfrm>
            <a:off x="7848600" y="5105400"/>
            <a:ext cx="7620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800" name="Line 48">
            <a:extLst>
              <a:ext uri="{FF2B5EF4-FFF2-40B4-BE49-F238E27FC236}">
                <a16:creationId xmlns:a16="http://schemas.microsoft.com/office/drawing/2014/main" id="{1D91973E-0813-23CE-B5BE-B4CCEC690D48}"/>
              </a:ext>
            </a:extLst>
          </p:cNvPr>
          <p:cNvSpPr>
            <a:spLocks noChangeShapeType="1"/>
          </p:cNvSpPr>
          <p:nvPr/>
        </p:nvSpPr>
        <p:spPr bwMode="auto">
          <a:xfrm>
            <a:off x="8305800" y="5105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01" name="Text Box 49">
            <a:extLst>
              <a:ext uri="{FF2B5EF4-FFF2-40B4-BE49-F238E27FC236}">
                <a16:creationId xmlns:a16="http://schemas.microsoft.com/office/drawing/2014/main" id="{E0F5916E-3A86-11A5-F5BA-34DDDEA006C4}"/>
              </a:ext>
            </a:extLst>
          </p:cNvPr>
          <p:cNvSpPr txBox="1">
            <a:spLocks noChangeArrowheads="1"/>
          </p:cNvSpPr>
          <p:nvPr/>
        </p:nvSpPr>
        <p:spPr bwMode="auto">
          <a:xfrm>
            <a:off x="1746250" y="25431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4802" name="Text Box 50">
            <a:extLst>
              <a:ext uri="{FF2B5EF4-FFF2-40B4-BE49-F238E27FC236}">
                <a16:creationId xmlns:a16="http://schemas.microsoft.com/office/drawing/2014/main" id="{781B65E0-C717-D775-F83F-CC0482A99D3E}"/>
              </a:ext>
            </a:extLst>
          </p:cNvPr>
          <p:cNvSpPr txBox="1">
            <a:spLocks noChangeArrowheads="1"/>
          </p:cNvSpPr>
          <p:nvPr/>
        </p:nvSpPr>
        <p:spPr bwMode="auto">
          <a:xfrm>
            <a:off x="4032250" y="2544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803" name="Text Box 51">
            <a:extLst>
              <a:ext uri="{FF2B5EF4-FFF2-40B4-BE49-F238E27FC236}">
                <a16:creationId xmlns:a16="http://schemas.microsoft.com/office/drawing/2014/main" id="{B89C3D89-2BFE-7A13-9D77-CF29C8B04775}"/>
              </a:ext>
            </a:extLst>
          </p:cNvPr>
          <p:cNvSpPr txBox="1">
            <a:spLocks noChangeArrowheads="1"/>
          </p:cNvSpPr>
          <p:nvPr/>
        </p:nvSpPr>
        <p:spPr bwMode="auto">
          <a:xfrm>
            <a:off x="2203450" y="4221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804" name="Text Box 52">
            <a:extLst>
              <a:ext uri="{FF2B5EF4-FFF2-40B4-BE49-F238E27FC236}">
                <a16:creationId xmlns:a16="http://schemas.microsoft.com/office/drawing/2014/main" id="{93ABACA4-AF9F-E3AE-9543-466892604EAA}"/>
              </a:ext>
            </a:extLst>
          </p:cNvPr>
          <p:cNvSpPr txBox="1">
            <a:spLocks noChangeArrowheads="1"/>
          </p:cNvSpPr>
          <p:nvPr/>
        </p:nvSpPr>
        <p:spPr bwMode="auto">
          <a:xfrm>
            <a:off x="3346450" y="4221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805" name="Text Box 53">
            <a:extLst>
              <a:ext uri="{FF2B5EF4-FFF2-40B4-BE49-F238E27FC236}">
                <a16:creationId xmlns:a16="http://schemas.microsoft.com/office/drawing/2014/main" id="{91A41A55-EC5C-4D73-C425-5048C0EAA637}"/>
              </a:ext>
            </a:extLst>
          </p:cNvPr>
          <p:cNvSpPr txBox="1">
            <a:spLocks noChangeArrowheads="1"/>
          </p:cNvSpPr>
          <p:nvPr/>
        </p:nvSpPr>
        <p:spPr bwMode="auto">
          <a:xfrm>
            <a:off x="6775450" y="4221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74806" name="Text Box 54">
            <a:extLst>
              <a:ext uri="{FF2B5EF4-FFF2-40B4-BE49-F238E27FC236}">
                <a16:creationId xmlns:a16="http://schemas.microsoft.com/office/drawing/2014/main" id="{A46BC446-886F-B4FD-443C-5CD56625B1E7}"/>
              </a:ext>
            </a:extLst>
          </p:cNvPr>
          <p:cNvSpPr txBox="1">
            <a:spLocks noChangeArrowheads="1"/>
          </p:cNvSpPr>
          <p:nvPr/>
        </p:nvSpPr>
        <p:spPr bwMode="auto">
          <a:xfrm>
            <a:off x="6927850" y="33528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807" name="Text Box 55">
            <a:extLst>
              <a:ext uri="{FF2B5EF4-FFF2-40B4-BE49-F238E27FC236}">
                <a16:creationId xmlns:a16="http://schemas.microsoft.com/office/drawing/2014/main" id="{6C708336-F029-013E-EE56-F5C3CF567436}"/>
              </a:ext>
            </a:extLst>
          </p:cNvPr>
          <p:cNvSpPr txBox="1">
            <a:spLocks noChangeArrowheads="1"/>
          </p:cNvSpPr>
          <p:nvPr/>
        </p:nvSpPr>
        <p:spPr bwMode="auto">
          <a:xfrm>
            <a:off x="5791200" y="33528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6</a:t>
            </a:r>
            <a:endParaRPr kumimoji="1" lang="en-US" altLang="zh-CN" sz="2400">
              <a:latin typeface="Times New Roman" panose="02020603050405020304" pitchFamily="18" charset="0"/>
              <a:ea typeface="宋体" panose="02010600030101010101" pitchFamily="2" charset="-122"/>
            </a:endParaRPr>
          </a:p>
        </p:txBody>
      </p:sp>
      <p:sp>
        <p:nvSpPr>
          <p:cNvPr id="74808" name="Text Box 56">
            <a:extLst>
              <a:ext uri="{FF2B5EF4-FFF2-40B4-BE49-F238E27FC236}">
                <a16:creationId xmlns:a16="http://schemas.microsoft.com/office/drawing/2014/main" id="{AA4EF7A6-A1DE-D152-F526-A7956DB06798}"/>
              </a:ext>
            </a:extLst>
          </p:cNvPr>
          <p:cNvSpPr txBox="1">
            <a:spLocks noChangeArrowheads="1"/>
          </p:cNvSpPr>
          <p:nvPr/>
        </p:nvSpPr>
        <p:spPr bwMode="auto">
          <a:xfrm>
            <a:off x="7924800" y="3352800"/>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4809" name="Text Box 57">
            <a:extLst>
              <a:ext uri="{FF2B5EF4-FFF2-40B4-BE49-F238E27FC236}">
                <a16:creationId xmlns:a16="http://schemas.microsoft.com/office/drawing/2014/main" id="{A78050E2-9FA6-32DC-ABA8-45AD881E40FC}"/>
              </a:ext>
            </a:extLst>
          </p:cNvPr>
          <p:cNvSpPr txBox="1">
            <a:spLocks noChangeArrowheads="1"/>
          </p:cNvSpPr>
          <p:nvPr/>
        </p:nvSpPr>
        <p:spPr bwMode="auto">
          <a:xfrm>
            <a:off x="7918450" y="5029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74810" name="Text Box 58">
            <a:extLst>
              <a:ext uri="{FF2B5EF4-FFF2-40B4-BE49-F238E27FC236}">
                <a16:creationId xmlns:a16="http://schemas.microsoft.com/office/drawing/2014/main" id="{C9DDAA7E-C82E-ADA3-88FD-172A2CE019A0}"/>
              </a:ext>
            </a:extLst>
          </p:cNvPr>
          <p:cNvSpPr txBox="1">
            <a:spLocks noChangeArrowheads="1"/>
          </p:cNvSpPr>
          <p:nvPr/>
        </p:nvSpPr>
        <p:spPr bwMode="auto">
          <a:xfrm>
            <a:off x="6775450" y="5029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9</a:t>
            </a:r>
            <a:endParaRPr kumimoji="1" lang="en-US" altLang="zh-CN" sz="2400">
              <a:latin typeface="Times New Roman" panose="02020603050405020304" pitchFamily="18" charset="0"/>
              <a:ea typeface="宋体" panose="02010600030101010101" pitchFamily="2" charset="-122"/>
            </a:endParaRPr>
          </a:p>
        </p:txBody>
      </p:sp>
      <p:sp>
        <p:nvSpPr>
          <p:cNvPr id="74811" name="Text Box 59">
            <a:extLst>
              <a:ext uri="{FF2B5EF4-FFF2-40B4-BE49-F238E27FC236}">
                <a16:creationId xmlns:a16="http://schemas.microsoft.com/office/drawing/2014/main" id="{EE2F837B-0C16-A949-D5DB-7D82B7540A20}"/>
              </a:ext>
            </a:extLst>
          </p:cNvPr>
          <p:cNvSpPr txBox="1">
            <a:spLocks noChangeArrowheads="1"/>
          </p:cNvSpPr>
          <p:nvPr/>
        </p:nvSpPr>
        <p:spPr bwMode="auto">
          <a:xfrm>
            <a:off x="5486400" y="5029200"/>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14</a:t>
            </a:r>
            <a:endParaRPr kumimoji="1" lang="en-US" altLang="zh-CN" sz="2400">
              <a:latin typeface="Times New Roman" panose="02020603050405020304" pitchFamily="18" charset="0"/>
              <a:ea typeface="宋体" panose="02010600030101010101" pitchFamily="2" charset="-122"/>
            </a:endParaRPr>
          </a:p>
        </p:txBody>
      </p:sp>
      <p:sp>
        <p:nvSpPr>
          <p:cNvPr id="74812" name="Text Box 60">
            <a:extLst>
              <a:ext uri="{FF2B5EF4-FFF2-40B4-BE49-F238E27FC236}">
                <a16:creationId xmlns:a16="http://schemas.microsoft.com/office/drawing/2014/main" id="{58CEDA47-0303-7AFB-0092-586E66783853}"/>
              </a:ext>
            </a:extLst>
          </p:cNvPr>
          <p:cNvSpPr txBox="1">
            <a:spLocks noChangeArrowheads="1"/>
          </p:cNvSpPr>
          <p:nvPr/>
        </p:nvSpPr>
        <p:spPr bwMode="auto">
          <a:xfrm>
            <a:off x="5562600" y="4125913"/>
            <a:ext cx="4302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4813" name="Text Box 61">
            <a:extLst>
              <a:ext uri="{FF2B5EF4-FFF2-40B4-BE49-F238E27FC236}">
                <a16:creationId xmlns:a16="http://schemas.microsoft.com/office/drawing/2014/main" id="{81825E7E-06D8-1C2D-01EF-8DA859EE4D46}"/>
              </a:ext>
            </a:extLst>
          </p:cNvPr>
          <p:cNvSpPr txBox="1">
            <a:spLocks noChangeArrowheads="1"/>
          </p:cNvSpPr>
          <p:nvPr/>
        </p:nvSpPr>
        <p:spPr bwMode="auto">
          <a:xfrm>
            <a:off x="8408988" y="3306763"/>
            <a:ext cx="4302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333399"/>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4814" name="Text Box 62">
            <a:extLst>
              <a:ext uri="{FF2B5EF4-FFF2-40B4-BE49-F238E27FC236}">
                <a16:creationId xmlns:a16="http://schemas.microsoft.com/office/drawing/2014/main" id="{DBB25C7C-5B67-118D-4C27-DAFC431F34F9}"/>
              </a:ext>
            </a:extLst>
          </p:cNvPr>
          <p:cNvSpPr txBox="1">
            <a:spLocks noChangeArrowheads="1"/>
          </p:cNvSpPr>
          <p:nvPr/>
        </p:nvSpPr>
        <p:spPr bwMode="auto">
          <a:xfrm>
            <a:off x="8256588" y="4983163"/>
            <a:ext cx="4302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333399"/>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4815" name="Text Box 63">
            <a:extLst>
              <a:ext uri="{FF2B5EF4-FFF2-40B4-BE49-F238E27FC236}">
                <a16:creationId xmlns:a16="http://schemas.microsoft.com/office/drawing/2014/main" id="{CD35A19C-6260-ECE9-E9D7-C8DB029A6503}"/>
              </a:ext>
            </a:extLst>
          </p:cNvPr>
          <p:cNvSpPr txBox="1">
            <a:spLocks noChangeArrowheads="1"/>
          </p:cNvSpPr>
          <p:nvPr/>
        </p:nvSpPr>
        <p:spPr bwMode="auto">
          <a:xfrm>
            <a:off x="7113588" y="4114800"/>
            <a:ext cx="4302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333399"/>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4816" name="Text Box 64">
            <a:extLst>
              <a:ext uri="{FF2B5EF4-FFF2-40B4-BE49-F238E27FC236}">
                <a16:creationId xmlns:a16="http://schemas.microsoft.com/office/drawing/2014/main" id="{831B1D41-0CD1-4027-57BF-AA994B1FEB13}"/>
              </a:ext>
            </a:extLst>
          </p:cNvPr>
          <p:cNvSpPr txBox="1">
            <a:spLocks noChangeArrowheads="1"/>
          </p:cNvSpPr>
          <p:nvPr/>
        </p:nvSpPr>
        <p:spPr bwMode="auto">
          <a:xfrm>
            <a:off x="5513388" y="2468563"/>
            <a:ext cx="4302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333399"/>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4817" name="Line 65">
            <a:extLst>
              <a:ext uri="{FF2B5EF4-FFF2-40B4-BE49-F238E27FC236}">
                <a16:creationId xmlns:a16="http://schemas.microsoft.com/office/drawing/2014/main" id="{52F91916-142B-D6A1-985A-637256BAC0DF}"/>
              </a:ext>
            </a:extLst>
          </p:cNvPr>
          <p:cNvSpPr>
            <a:spLocks noChangeShapeType="1"/>
          </p:cNvSpPr>
          <p:nvPr/>
        </p:nvSpPr>
        <p:spPr bwMode="auto">
          <a:xfrm>
            <a:off x="4648200" y="5334000"/>
            <a:ext cx="914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18" name="Line 66">
            <a:extLst>
              <a:ext uri="{FF2B5EF4-FFF2-40B4-BE49-F238E27FC236}">
                <a16:creationId xmlns:a16="http://schemas.microsoft.com/office/drawing/2014/main" id="{A57E4160-D824-4D15-1DEB-AA495F1DC0BF}"/>
              </a:ext>
            </a:extLst>
          </p:cNvPr>
          <p:cNvSpPr>
            <a:spLocks noChangeShapeType="1"/>
          </p:cNvSpPr>
          <p:nvPr/>
        </p:nvSpPr>
        <p:spPr bwMode="auto">
          <a:xfrm>
            <a:off x="4648200" y="4495800"/>
            <a:ext cx="0" cy="838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19" name="Line 67">
            <a:extLst>
              <a:ext uri="{FF2B5EF4-FFF2-40B4-BE49-F238E27FC236}">
                <a16:creationId xmlns:a16="http://schemas.microsoft.com/office/drawing/2014/main" id="{322CC2D8-39F5-05C8-C692-3C8840398FE0}"/>
              </a:ext>
            </a:extLst>
          </p:cNvPr>
          <p:cNvSpPr>
            <a:spLocks noChangeShapeType="1"/>
          </p:cNvSpPr>
          <p:nvPr/>
        </p:nvSpPr>
        <p:spPr bwMode="auto">
          <a:xfrm>
            <a:off x="1676400" y="4495800"/>
            <a:ext cx="4572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20" name="Line 68">
            <a:extLst>
              <a:ext uri="{FF2B5EF4-FFF2-40B4-BE49-F238E27FC236}">
                <a16:creationId xmlns:a16="http://schemas.microsoft.com/office/drawing/2014/main" id="{587F772C-9FBD-7AAC-918C-3ED18A5BC38C}"/>
              </a:ext>
            </a:extLst>
          </p:cNvPr>
          <p:cNvSpPr>
            <a:spLocks noChangeShapeType="1"/>
          </p:cNvSpPr>
          <p:nvPr/>
        </p:nvSpPr>
        <p:spPr bwMode="auto">
          <a:xfrm flipH="1">
            <a:off x="1676400" y="3581400"/>
            <a:ext cx="13716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21" name="Line 69">
            <a:extLst>
              <a:ext uri="{FF2B5EF4-FFF2-40B4-BE49-F238E27FC236}">
                <a16:creationId xmlns:a16="http://schemas.microsoft.com/office/drawing/2014/main" id="{D130B7AB-05A0-49E3-050C-FD2682801165}"/>
              </a:ext>
            </a:extLst>
          </p:cNvPr>
          <p:cNvSpPr>
            <a:spLocks noChangeShapeType="1"/>
          </p:cNvSpPr>
          <p:nvPr/>
        </p:nvSpPr>
        <p:spPr bwMode="auto">
          <a:xfrm>
            <a:off x="3048000" y="2819400"/>
            <a:ext cx="0" cy="7620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22" name="Line 70">
            <a:extLst>
              <a:ext uri="{FF2B5EF4-FFF2-40B4-BE49-F238E27FC236}">
                <a16:creationId xmlns:a16="http://schemas.microsoft.com/office/drawing/2014/main" id="{7D97F291-A5F6-45C5-BD75-76114A7AA4A9}"/>
              </a:ext>
            </a:extLst>
          </p:cNvPr>
          <p:cNvSpPr>
            <a:spLocks noChangeShapeType="1"/>
          </p:cNvSpPr>
          <p:nvPr/>
        </p:nvSpPr>
        <p:spPr bwMode="auto">
          <a:xfrm>
            <a:off x="1676400" y="3581400"/>
            <a:ext cx="0" cy="914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23" name="Text Box 71">
            <a:extLst>
              <a:ext uri="{FF2B5EF4-FFF2-40B4-BE49-F238E27FC236}">
                <a16:creationId xmlns:a16="http://schemas.microsoft.com/office/drawing/2014/main" id="{7CA6418F-DA42-5AF4-AD35-5F28AFEBD344}"/>
              </a:ext>
            </a:extLst>
          </p:cNvPr>
          <p:cNvSpPr txBox="1">
            <a:spLocks noChangeArrowheads="1"/>
          </p:cNvSpPr>
          <p:nvPr/>
        </p:nvSpPr>
        <p:spPr bwMode="auto">
          <a:xfrm>
            <a:off x="381000" y="2528888"/>
            <a:ext cx="795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9900"/>
                </a:solidFill>
                <a:latin typeface="Times New Roman" panose="02020603050405020304" pitchFamily="18" charset="0"/>
                <a:ea typeface="宋体" panose="02010600030101010101" pitchFamily="2" charset="-122"/>
              </a:rPr>
              <a:t>list</a:t>
            </a:r>
            <a:r>
              <a:rPr kumimoji="1" lang="en-US" altLang="zh-CN" sz="2800" b="1">
                <a:solidFill>
                  <a:srgbClr val="009900"/>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4824" name="Rectangle 72" descr="白色大理石">
            <a:extLst>
              <a:ext uri="{FF2B5EF4-FFF2-40B4-BE49-F238E27FC236}">
                <a16:creationId xmlns:a16="http://schemas.microsoft.com/office/drawing/2014/main" id="{95934DE0-CA8D-088F-A57E-E17B29554BEC}"/>
              </a:ext>
            </a:extLst>
          </p:cNvPr>
          <p:cNvSpPr>
            <a:spLocks noChangeArrowheads="1"/>
          </p:cNvSpPr>
          <p:nvPr/>
        </p:nvSpPr>
        <p:spPr bwMode="auto">
          <a:xfrm>
            <a:off x="1676400" y="1143000"/>
            <a:ext cx="9906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825" name="Line 73">
            <a:extLst>
              <a:ext uri="{FF2B5EF4-FFF2-40B4-BE49-F238E27FC236}">
                <a16:creationId xmlns:a16="http://schemas.microsoft.com/office/drawing/2014/main" id="{A6797945-161F-7173-A009-C3BB247A5CC8}"/>
              </a:ext>
            </a:extLst>
          </p:cNvPr>
          <p:cNvSpPr>
            <a:spLocks noChangeShapeType="1"/>
          </p:cNvSpPr>
          <p:nvPr/>
        </p:nvSpPr>
        <p:spPr bwMode="auto">
          <a:xfrm>
            <a:off x="2286000" y="1143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26" name="Line 74">
            <a:extLst>
              <a:ext uri="{FF2B5EF4-FFF2-40B4-BE49-F238E27FC236}">
                <a16:creationId xmlns:a16="http://schemas.microsoft.com/office/drawing/2014/main" id="{41BBE160-64EF-3735-39E1-84F2D7F4385D}"/>
              </a:ext>
            </a:extLst>
          </p:cNvPr>
          <p:cNvSpPr>
            <a:spLocks noChangeShapeType="1"/>
          </p:cNvSpPr>
          <p:nvPr/>
        </p:nvSpPr>
        <p:spPr bwMode="auto">
          <a:xfrm>
            <a:off x="1143000" y="1373188"/>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27" name="Text Box 75">
            <a:extLst>
              <a:ext uri="{FF2B5EF4-FFF2-40B4-BE49-F238E27FC236}">
                <a16:creationId xmlns:a16="http://schemas.microsoft.com/office/drawing/2014/main" id="{4DD5D229-BC0F-7BBB-3BDE-E1F964B0C61A}"/>
              </a:ext>
            </a:extLst>
          </p:cNvPr>
          <p:cNvSpPr txBox="1">
            <a:spLocks noChangeArrowheads="1"/>
          </p:cNvSpPr>
          <p:nvPr/>
        </p:nvSpPr>
        <p:spPr bwMode="auto">
          <a:xfrm>
            <a:off x="1822450" y="1096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4828" name="Text Box 76">
            <a:extLst>
              <a:ext uri="{FF2B5EF4-FFF2-40B4-BE49-F238E27FC236}">
                <a16:creationId xmlns:a16="http://schemas.microsoft.com/office/drawing/2014/main" id="{669491B6-952D-BB64-9151-F0570AEC6F54}"/>
              </a:ext>
            </a:extLst>
          </p:cNvPr>
          <p:cNvSpPr txBox="1">
            <a:spLocks noChangeArrowheads="1"/>
          </p:cNvSpPr>
          <p:nvPr/>
        </p:nvSpPr>
        <p:spPr bwMode="auto">
          <a:xfrm>
            <a:off x="381000" y="1082675"/>
            <a:ext cx="795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solidFill>
                  <a:srgbClr val="009900"/>
                </a:solidFill>
                <a:latin typeface="Times New Roman" panose="02020603050405020304" pitchFamily="18" charset="0"/>
                <a:ea typeface="宋体" panose="02010600030101010101" pitchFamily="2" charset="-122"/>
              </a:rPr>
              <a:t>list</a:t>
            </a:r>
            <a:r>
              <a:rPr kumimoji="1" lang="en-US" altLang="zh-CN" sz="28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74829" name="Rectangle 77" descr="白色大理石">
            <a:extLst>
              <a:ext uri="{FF2B5EF4-FFF2-40B4-BE49-F238E27FC236}">
                <a16:creationId xmlns:a16="http://schemas.microsoft.com/office/drawing/2014/main" id="{BB4D0DDF-12C5-AC4F-E500-7AEB86A93835}"/>
              </a:ext>
            </a:extLst>
          </p:cNvPr>
          <p:cNvSpPr>
            <a:spLocks noChangeArrowheads="1"/>
          </p:cNvSpPr>
          <p:nvPr/>
        </p:nvSpPr>
        <p:spPr bwMode="auto">
          <a:xfrm>
            <a:off x="3048000" y="1143000"/>
            <a:ext cx="9906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830" name="Line 78">
            <a:extLst>
              <a:ext uri="{FF2B5EF4-FFF2-40B4-BE49-F238E27FC236}">
                <a16:creationId xmlns:a16="http://schemas.microsoft.com/office/drawing/2014/main" id="{292C8660-25ED-F458-E1CE-E6D6ECD6F8FE}"/>
              </a:ext>
            </a:extLst>
          </p:cNvPr>
          <p:cNvSpPr>
            <a:spLocks noChangeShapeType="1"/>
          </p:cNvSpPr>
          <p:nvPr/>
        </p:nvSpPr>
        <p:spPr bwMode="auto">
          <a:xfrm>
            <a:off x="3657600" y="1143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31" name="Line 79">
            <a:extLst>
              <a:ext uri="{FF2B5EF4-FFF2-40B4-BE49-F238E27FC236}">
                <a16:creationId xmlns:a16="http://schemas.microsoft.com/office/drawing/2014/main" id="{7CE28C4B-6368-FA3A-CA2F-B6C31BCF6AF6}"/>
              </a:ext>
            </a:extLst>
          </p:cNvPr>
          <p:cNvSpPr>
            <a:spLocks noChangeShapeType="1"/>
          </p:cNvSpPr>
          <p:nvPr/>
        </p:nvSpPr>
        <p:spPr bwMode="auto">
          <a:xfrm>
            <a:off x="2514600" y="1373188"/>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32" name="Rectangle 80" descr="白色大理石">
            <a:extLst>
              <a:ext uri="{FF2B5EF4-FFF2-40B4-BE49-F238E27FC236}">
                <a16:creationId xmlns:a16="http://schemas.microsoft.com/office/drawing/2014/main" id="{6C4FD56F-035B-2F71-849C-8EF0975AC828}"/>
              </a:ext>
            </a:extLst>
          </p:cNvPr>
          <p:cNvSpPr>
            <a:spLocks noChangeArrowheads="1"/>
          </p:cNvSpPr>
          <p:nvPr/>
        </p:nvSpPr>
        <p:spPr bwMode="auto">
          <a:xfrm>
            <a:off x="4419600" y="1143000"/>
            <a:ext cx="9906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833" name="Line 81">
            <a:extLst>
              <a:ext uri="{FF2B5EF4-FFF2-40B4-BE49-F238E27FC236}">
                <a16:creationId xmlns:a16="http://schemas.microsoft.com/office/drawing/2014/main" id="{042EA885-D60E-9F8E-91B5-0AF76C9A61CB}"/>
              </a:ext>
            </a:extLst>
          </p:cNvPr>
          <p:cNvSpPr>
            <a:spLocks noChangeShapeType="1"/>
          </p:cNvSpPr>
          <p:nvPr/>
        </p:nvSpPr>
        <p:spPr bwMode="auto">
          <a:xfrm>
            <a:off x="5029200" y="1143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34" name="Line 82">
            <a:extLst>
              <a:ext uri="{FF2B5EF4-FFF2-40B4-BE49-F238E27FC236}">
                <a16:creationId xmlns:a16="http://schemas.microsoft.com/office/drawing/2014/main" id="{DFDFDA00-DD58-810F-7D5D-919F32436DD8}"/>
              </a:ext>
            </a:extLst>
          </p:cNvPr>
          <p:cNvSpPr>
            <a:spLocks noChangeShapeType="1"/>
          </p:cNvSpPr>
          <p:nvPr/>
        </p:nvSpPr>
        <p:spPr bwMode="auto">
          <a:xfrm>
            <a:off x="3886200" y="1373188"/>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35" name="Rectangle 83" descr="白色大理石">
            <a:extLst>
              <a:ext uri="{FF2B5EF4-FFF2-40B4-BE49-F238E27FC236}">
                <a16:creationId xmlns:a16="http://schemas.microsoft.com/office/drawing/2014/main" id="{93AA65CF-E07B-2D57-867C-40B46DA0D214}"/>
              </a:ext>
            </a:extLst>
          </p:cNvPr>
          <p:cNvSpPr>
            <a:spLocks noChangeArrowheads="1"/>
          </p:cNvSpPr>
          <p:nvPr/>
        </p:nvSpPr>
        <p:spPr bwMode="auto">
          <a:xfrm>
            <a:off x="5791200" y="1143000"/>
            <a:ext cx="9906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836" name="Line 84">
            <a:extLst>
              <a:ext uri="{FF2B5EF4-FFF2-40B4-BE49-F238E27FC236}">
                <a16:creationId xmlns:a16="http://schemas.microsoft.com/office/drawing/2014/main" id="{77C20EEC-D9A0-1C92-8D0F-09467C86BCB8}"/>
              </a:ext>
            </a:extLst>
          </p:cNvPr>
          <p:cNvSpPr>
            <a:spLocks noChangeShapeType="1"/>
          </p:cNvSpPr>
          <p:nvPr/>
        </p:nvSpPr>
        <p:spPr bwMode="auto">
          <a:xfrm>
            <a:off x="6400800" y="1143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37" name="Line 85">
            <a:extLst>
              <a:ext uri="{FF2B5EF4-FFF2-40B4-BE49-F238E27FC236}">
                <a16:creationId xmlns:a16="http://schemas.microsoft.com/office/drawing/2014/main" id="{C8635211-5305-5C49-C8F1-F2BEA9958A8C}"/>
              </a:ext>
            </a:extLst>
          </p:cNvPr>
          <p:cNvSpPr>
            <a:spLocks noChangeShapeType="1"/>
          </p:cNvSpPr>
          <p:nvPr/>
        </p:nvSpPr>
        <p:spPr bwMode="auto">
          <a:xfrm>
            <a:off x="5257800" y="1373188"/>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38" name="Rectangle 86" descr="白色大理石">
            <a:extLst>
              <a:ext uri="{FF2B5EF4-FFF2-40B4-BE49-F238E27FC236}">
                <a16:creationId xmlns:a16="http://schemas.microsoft.com/office/drawing/2014/main" id="{65FBAFE8-77F9-9C6F-BD96-75506265D7DC}"/>
              </a:ext>
            </a:extLst>
          </p:cNvPr>
          <p:cNvSpPr>
            <a:spLocks noChangeArrowheads="1"/>
          </p:cNvSpPr>
          <p:nvPr/>
        </p:nvSpPr>
        <p:spPr bwMode="auto">
          <a:xfrm>
            <a:off x="7162800" y="1143000"/>
            <a:ext cx="990600" cy="457200"/>
          </a:xfrm>
          <a:prstGeom prst="rect">
            <a:avLst/>
          </a:prstGeom>
          <a:blipFill dpi="0" rotWithShape="0">
            <a:blip r:embed="rId2"/>
            <a:srcRect/>
            <a:tile tx="0" ty="0" sx="100000" sy="100000" flip="none" algn="tl"/>
          </a:blipFill>
          <a:ln w="9525">
            <a:solidFill>
              <a:schemeClr val="tx1"/>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4839" name="Line 87">
            <a:extLst>
              <a:ext uri="{FF2B5EF4-FFF2-40B4-BE49-F238E27FC236}">
                <a16:creationId xmlns:a16="http://schemas.microsoft.com/office/drawing/2014/main" id="{6AF66194-2490-5AA7-1063-92F1E2085CD8}"/>
              </a:ext>
            </a:extLst>
          </p:cNvPr>
          <p:cNvSpPr>
            <a:spLocks noChangeShapeType="1"/>
          </p:cNvSpPr>
          <p:nvPr/>
        </p:nvSpPr>
        <p:spPr bwMode="auto">
          <a:xfrm>
            <a:off x="7772400" y="1143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40" name="Line 88">
            <a:extLst>
              <a:ext uri="{FF2B5EF4-FFF2-40B4-BE49-F238E27FC236}">
                <a16:creationId xmlns:a16="http://schemas.microsoft.com/office/drawing/2014/main" id="{7BDA2FEB-C97F-7777-4E0A-8260C57D9B24}"/>
              </a:ext>
            </a:extLst>
          </p:cNvPr>
          <p:cNvSpPr>
            <a:spLocks noChangeShapeType="1"/>
          </p:cNvSpPr>
          <p:nvPr/>
        </p:nvSpPr>
        <p:spPr bwMode="auto">
          <a:xfrm>
            <a:off x="6629400" y="1373188"/>
            <a:ext cx="533400"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841" name="Text Box 89">
            <a:extLst>
              <a:ext uri="{FF2B5EF4-FFF2-40B4-BE49-F238E27FC236}">
                <a16:creationId xmlns:a16="http://schemas.microsoft.com/office/drawing/2014/main" id="{50D5F918-C79B-8C68-51DA-67BED58D2DC2}"/>
              </a:ext>
            </a:extLst>
          </p:cNvPr>
          <p:cNvSpPr txBox="1">
            <a:spLocks noChangeArrowheads="1"/>
          </p:cNvSpPr>
          <p:nvPr/>
        </p:nvSpPr>
        <p:spPr bwMode="auto">
          <a:xfrm>
            <a:off x="7772400" y="1020763"/>
            <a:ext cx="4302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rgbClr val="333399"/>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4842" name="Text Box 90">
            <a:extLst>
              <a:ext uri="{FF2B5EF4-FFF2-40B4-BE49-F238E27FC236}">
                <a16:creationId xmlns:a16="http://schemas.microsoft.com/office/drawing/2014/main" id="{2A73EAF8-9226-2BBC-880E-74C6265F066E}"/>
              </a:ext>
            </a:extLst>
          </p:cNvPr>
          <p:cNvSpPr txBox="1">
            <a:spLocks noChangeArrowheads="1"/>
          </p:cNvSpPr>
          <p:nvPr/>
        </p:nvSpPr>
        <p:spPr bwMode="auto">
          <a:xfrm>
            <a:off x="3048000" y="1096963"/>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12</a:t>
            </a:r>
            <a:endParaRPr kumimoji="1" lang="en-US" altLang="zh-CN" sz="2400">
              <a:latin typeface="Times New Roman" panose="02020603050405020304" pitchFamily="18" charset="0"/>
              <a:ea typeface="宋体" panose="02010600030101010101" pitchFamily="2" charset="-122"/>
            </a:endParaRPr>
          </a:p>
        </p:txBody>
      </p:sp>
      <p:sp>
        <p:nvSpPr>
          <p:cNvPr id="74843" name="Text Box 91">
            <a:extLst>
              <a:ext uri="{FF2B5EF4-FFF2-40B4-BE49-F238E27FC236}">
                <a16:creationId xmlns:a16="http://schemas.microsoft.com/office/drawing/2014/main" id="{9D131239-3D0B-DF38-D3A8-6488D0C200CB}"/>
              </a:ext>
            </a:extLst>
          </p:cNvPr>
          <p:cNvSpPr txBox="1">
            <a:spLocks noChangeArrowheads="1"/>
          </p:cNvSpPr>
          <p:nvPr/>
        </p:nvSpPr>
        <p:spPr bwMode="auto">
          <a:xfrm>
            <a:off x="5810250" y="1096963"/>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47</a:t>
            </a:r>
            <a:endParaRPr kumimoji="1" lang="en-US" altLang="zh-CN" sz="2400">
              <a:latin typeface="Times New Roman" panose="02020603050405020304" pitchFamily="18" charset="0"/>
              <a:ea typeface="宋体" panose="02010600030101010101" pitchFamily="2" charset="-122"/>
            </a:endParaRPr>
          </a:p>
        </p:txBody>
      </p:sp>
      <p:sp>
        <p:nvSpPr>
          <p:cNvPr id="74844" name="Text Box 92">
            <a:extLst>
              <a:ext uri="{FF2B5EF4-FFF2-40B4-BE49-F238E27FC236}">
                <a16:creationId xmlns:a16="http://schemas.microsoft.com/office/drawing/2014/main" id="{7A928F7A-2843-C417-D121-A96E1ED0CCD9}"/>
              </a:ext>
            </a:extLst>
          </p:cNvPr>
          <p:cNvSpPr txBox="1">
            <a:spLocks noChangeArrowheads="1"/>
          </p:cNvSpPr>
          <p:nvPr/>
        </p:nvSpPr>
        <p:spPr bwMode="auto">
          <a:xfrm>
            <a:off x="7181850" y="1096963"/>
            <a:ext cx="6572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a:t>
            </a:r>
            <a:r>
              <a:rPr kumimoji="1" lang="en-US" altLang="zh-CN" sz="3200" b="1" i="1">
                <a:solidFill>
                  <a:schemeClr val="tx2"/>
                </a:solidFill>
                <a:latin typeface="Times New Roman" panose="02020603050405020304" pitchFamily="18" charset="0"/>
                <a:ea typeface="宋体" panose="02010600030101010101" pitchFamily="2" charset="-122"/>
              </a:rPr>
              <a:t>a</a:t>
            </a:r>
            <a:r>
              <a:rPr kumimoji="1" lang="en-US" altLang="zh-CN" sz="3200" b="1">
                <a:solidFill>
                  <a:schemeClr val="tx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74845" name="Text Box 93">
            <a:extLst>
              <a:ext uri="{FF2B5EF4-FFF2-40B4-BE49-F238E27FC236}">
                <a16:creationId xmlns:a16="http://schemas.microsoft.com/office/drawing/2014/main" id="{9647725B-E0AC-78B7-98AF-421BA3597DB3}"/>
              </a:ext>
            </a:extLst>
          </p:cNvPr>
          <p:cNvSpPr txBox="1">
            <a:spLocks noChangeArrowheads="1"/>
          </p:cNvSpPr>
          <p:nvPr/>
        </p:nvSpPr>
        <p:spPr bwMode="auto">
          <a:xfrm>
            <a:off x="4419600" y="1096963"/>
            <a:ext cx="6127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tx2"/>
                </a:solidFill>
                <a:latin typeface="Times New Roman" panose="02020603050405020304" pitchFamily="18" charset="0"/>
                <a:ea typeface="宋体" panose="02010600030101010101" pitchFamily="2" charset="-122"/>
              </a:rPr>
              <a:t>‘</a:t>
            </a:r>
            <a:r>
              <a:rPr kumimoji="1" lang="en-US" altLang="zh-CN" sz="3200" b="1" i="1">
                <a:solidFill>
                  <a:schemeClr val="tx2"/>
                </a:solidFill>
                <a:latin typeface="Times New Roman" panose="02020603050405020304" pitchFamily="18" charset="0"/>
                <a:ea typeface="宋体" panose="02010600030101010101" pitchFamily="2" charset="-122"/>
              </a:rPr>
              <a:t>s</a:t>
            </a:r>
            <a:r>
              <a:rPr kumimoji="1" lang="en-US" altLang="zh-CN" sz="3200" b="1">
                <a:solidFill>
                  <a:schemeClr val="tx2"/>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B849032F-69CC-42E4-846A-B811F8871FE3}"/>
              </a:ext>
            </a:extLst>
          </p:cNvPr>
          <p:cNvSpPr>
            <a:spLocks noGrp="1"/>
          </p:cNvSpPr>
          <p:nvPr>
            <p:ph type="title"/>
          </p:nvPr>
        </p:nvSpPr>
        <p:spPr>
          <a:xfrm>
            <a:off x="628650" y="223044"/>
            <a:ext cx="7886700" cy="721519"/>
          </a:xfrm>
        </p:spPr>
        <p:txBody>
          <a:bodyPr/>
          <a:lstStyle/>
          <a:p>
            <a:r>
              <a:rPr lang="zh-CN" altLang="en-US" dirty="0"/>
              <a:t>广义表的表示</a:t>
            </a:r>
          </a:p>
        </p:txBody>
      </p:sp>
      <p:sp>
        <p:nvSpPr>
          <p:cNvPr id="4" name="灯片编号占位符 3">
            <a:extLst>
              <a:ext uri="{FF2B5EF4-FFF2-40B4-BE49-F238E27FC236}">
                <a16:creationId xmlns:a16="http://schemas.microsoft.com/office/drawing/2014/main" id="{AC340091-368E-024B-97C3-A7D526226DF4}"/>
              </a:ext>
            </a:extLst>
          </p:cNvPr>
          <p:cNvSpPr>
            <a:spLocks noGrp="1"/>
          </p:cNvSpPr>
          <p:nvPr>
            <p:ph type="sldNum" sz="quarter" idx="12"/>
          </p:nvPr>
        </p:nvSpPr>
        <p:spPr/>
        <p:txBody>
          <a:bodyPr/>
          <a:lstStyle/>
          <a:p>
            <a:pPr>
              <a:defRPr/>
            </a:pPr>
            <a:fld id="{75DB822A-0CFA-4B70-89C2-4987E9BB9761}" type="slidenum">
              <a:rPr lang="en-US" altLang="zh-CN" smtClean="0"/>
              <a:pPr>
                <a:defRPr/>
              </a:pPr>
              <a:t>69</a:t>
            </a:fld>
            <a:endParaRPr lang="en-US" altLang="zh-CN"/>
          </a:p>
        </p:txBody>
      </p:sp>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AC5F06-E866-40F0-8535-B669E5D9479A}"/>
              </a:ext>
            </a:extLst>
          </p:cNvPr>
          <p:cNvSpPr>
            <a:spLocks noGrp="1"/>
          </p:cNvSpPr>
          <p:nvPr>
            <p:ph type="title"/>
          </p:nvPr>
        </p:nvSpPr>
        <p:spPr>
          <a:xfrm>
            <a:off x="628650" y="365125"/>
            <a:ext cx="7886700" cy="579437"/>
          </a:xfrm>
        </p:spPr>
        <p:txBody>
          <a:bodyPr/>
          <a:lstStyle/>
          <a:p>
            <a:r>
              <a:rPr lang="zh-CN" altLang="en-US" dirty="0"/>
              <a:t>广义表结点定义</a:t>
            </a:r>
          </a:p>
        </p:txBody>
      </p:sp>
      <p:sp>
        <p:nvSpPr>
          <p:cNvPr id="125955" name="Rectangle 3">
            <a:extLst>
              <a:ext uri="{FF2B5EF4-FFF2-40B4-BE49-F238E27FC236}">
                <a16:creationId xmlns:a16="http://schemas.microsoft.com/office/drawing/2014/main" id="{F2D84D1D-552B-1093-385A-0FE6A6462FA1}"/>
              </a:ext>
            </a:extLst>
          </p:cNvPr>
          <p:cNvSpPr>
            <a:spLocks noGrp="1" noChangeArrowheads="1"/>
          </p:cNvSpPr>
          <p:nvPr>
            <p:ph idx="4294967295"/>
          </p:nvPr>
        </p:nvSpPr>
        <p:spPr>
          <a:xfrm>
            <a:off x="990600" y="1828800"/>
            <a:ext cx="8153400" cy="4724400"/>
          </a:xfrm>
        </p:spPr>
        <p:txBody>
          <a:bodyPr rtlCol="0"/>
          <a:lstStyle/>
          <a:p>
            <a:pPr lvl="1" algn="just" eaLnBrk="1" fontAlgn="auto" hangingPunct="1">
              <a:lnSpc>
                <a:spcPct val="105000"/>
              </a:lnSpc>
              <a:spcAft>
                <a:spcPts val="0"/>
              </a:spcAft>
              <a:buClr>
                <a:srgbClr val="800080"/>
              </a:buClr>
              <a:buSzPct val="50000"/>
              <a:buFont typeface="Wingdings" pitchFamily="2" charset="2"/>
              <a:buChar char="n"/>
              <a:defRPr/>
            </a:pPr>
            <a:r>
              <a:rPr lang="zh-CN" altLang="en-US" sz="2600" b="1" dirty="0">
                <a:effectLst>
                  <a:outerShdw blurRad="38100" dist="38100" dir="2700000" algn="tl">
                    <a:srgbClr val="C0C0C0"/>
                  </a:outerShdw>
                </a:effectLst>
                <a:ea typeface="仿宋_GB2312" pitchFamily="49" charset="-122"/>
              </a:rPr>
              <a:t>结点类型 </a:t>
            </a:r>
            <a:r>
              <a:rPr lang="en-US" altLang="zh-CN" sz="2600" b="1" dirty="0" err="1">
                <a:effectLst>
                  <a:outerShdw blurRad="38100" dist="38100" dir="2700000" algn="tl">
                    <a:srgbClr val="C0C0C0"/>
                  </a:outerShdw>
                </a:effectLst>
                <a:ea typeface="仿宋_GB2312" pitchFamily="49" charset="-122"/>
              </a:rPr>
              <a:t>utype</a:t>
            </a:r>
            <a:r>
              <a:rPr lang="en-US" altLang="zh-CN" sz="2600" b="1" dirty="0">
                <a:effectLst>
                  <a:outerShdw blurRad="38100" dist="38100" dir="2700000" algn="tl">
                    <a:srgbClr val="C0C0C0"/>
                  </a:outerShdw>
                </a:effectLst>
                <a:ea typeface="仿宋_GB2312" pitchFamily="49" charset="-122"/>
              </a:rPr>
              <a:t>  </a:t>
            </a:r>
          </a:p>
          <a:p>
            <a:pPr lvl="2" algn="just" eaLnBrk="1" fontAlgn="auto" hangingPunct="1">
              <a:lnSpc>
                <a:spcPct val="105000"/>
              </a:lnSpc>
              <a:spcAft>
                <a:spcPts val="0"/>
              </a:spcAft>
              <a:buClr>
                <a:srgbClr val="800080"/>
              </a:buClr>
              <a:buSzPct val="50000"/>
              <a:buFont typeface="Wingdings" pitchFamily="2" charset="2"/>
              <a:buChar char="n"/>
              <a:defRPr/>
            </a:pPr>
            <a:r>
              <a:rPr lang="en-US" altLang="zh-CN" sz="2100" b="1" dirty="0">
                <a:effectLst>
                  <a:outerShdw blurRad="38100" dist="38100" dir="2700000" algn="tl">
                    <a:srgbClr val="C0C0C0"/>
                  </a:outerShdw>
                </a:effectLst>
                <a:ea typeface="仿宋_GB2312" pitchFamily="49" charset="-122"/>
              </a:rPr>
              <a:t>= 0, </a:t>
            </a:r>
            <a:r>
              <a:rPr lang="zh-CN" altLang="en-US" sz="2100" b="1" dirty="0">
                <a:effectLst>
                  <a:outerShdw blurRad="38100" dist="38100" dir="2700000" algn="tl">
                    <a:srgbClr val="C0C0C0"/>
                  </a:outerShdw>
                </a:effectLst>
                <a:ea typeface="仿宋_GB2312" pitchFamily="49" charset="-122"/>
              </a:rPr>
              <a:t>表头；</a:t>
            </a:r>
          </a:p>
          <a:p>
            <a:pPr lvl="2" algn="just" eaLnBrk="1" fontAlgn="auto" hangingPunct="1">
              <a:lnSpc>
                <a:spcPct val="105000"/>
              </a:lnSpc>
              <a:spcAft>
                <a:spcPts val="0"/>
              </a:spcAft>
              <a:buClr>
                <a:srgbClr val="800080"/>
              </a:buClr>
              <a:buSzPct val="50000"/>
              <a:buFont typeface="Wingdings" pitchFamily="2" charset="2"/>
              <a:buChar char="n"/>
              <a:defRPr/>
            </a:pPr>
            <a:r>
              <a:rPr lang="en-US" altLang="zh-CN" sz="2100" b="1" dirty="0">
                <a:effectLst>
                  <a:outerShdw blurRad="38100" dist="38100" dir="2700000" algn="tl">
                    <a:srgbClr val="C0C0C0"/>
                  </a:outerShdw>
                </a:effectLst>
                <a:ea typeface="仿宋_GB2312" pitchFamily="49" charset="-122"/>
              </a:rPr>
              <a:t>= 1, </a:t>
            </a:r>
            <a:r>
              <a:rPr lang="zh-CN" altLang="en-US" sz="2100" b="1" dirty="0">
                <a:effectLst>
                  <a:outerShdw blurRad="38100" dist="38100" dir="2700000" algn="tl">
                    <a:srgbClr val="C0C0C0"/>
                  </a:outerShdw>
                </a:effectLst>
                <a:ea typeface="仿宋_GB2312" pitchFamily="49" charset="-122"/>
              </a:rPr>
              <a:t>原子结点（例如整型、字符型等）；</a:t>
            </a:r>
          </a:p>
          <a:p>
            <a:pPr lvl="2" algn="just" eaLnBrk="1" fontAlgn="auto" hangingPunct="1">
              <a:lnSpc>
                <a:spcPct val="105000"/>
              </a:lnSpc>
              <a:spcAft>
                <a:spcPts val="0"/>
              </a:spcAft>
              <a:buClr>
                <a:srgbClr val="800080"/>
              </a:buClr>
              <a:buSzPct val="50000"/>
              <a:buFont typeface="Wingdings" pitchFamily="2" charset="2"/>
              <a:buChar char="n"/>
              <a:defRPr/>
            </a:pPr>
            <a:r>
              <a:rPr lang="en-US" altLang="zh-CN" sz="2100" b="1" dirty="0">
                <a:effectLst>
                  <a:outerShdw blurRad="38100" dist="38100" dir="2700000" algn="tl">
                    <a:srgbClr val="C0C0C0"/>
                  </a:outerShdw>
                </a:effectLst>
                <a:ea typeface="仿宋_GB2312" pitchFamily="49" charset="-122"/>
              </a:rPr>
              <a:t>= 2, </a:t>
            </a:r>
            <a:r>
              <a:rPr lang="zh-CN" altLang="en-US" sz="2100" b="1" dirty="0">
                <a:effectLst>
                  <a:outerShdw blurRad="38100" dist="38100" dir="2700000" algn="tl">
                    <a:srgbClr val="C0C0C0"/>
                  </a:outerShdw>
                </a:effectLst>
                <a:ea typeface="仿宋_GB2312" pitchFamily="49" charset="-122"/>
              </a:rPr>
              <a:t>子表结点。</a:t>
            </a:r>
          </a:p>
          <a:p>
            <a:pPr lvl="1" algn="just" eaLnBrk="1" fontAlgn="auto" hangingPunct="1">
              <a:lnSpc>
                <a:spcPct val="105000"/>
              </a:lnSpc>
              <a:spcAft>
                <a:spcPts val="0"/>
              </a:spcAft>
              <a:buClr>
                <a:srgbClr val="800080"/>
              </a:buClr>
              <a:buSzPct val="50000"/>
              <a:buFont typeface="Wingdings" pitchFamily="2" charset="2"/>
              <a:buChar char="n"/>
              <a:defRPr/>
            </a:pPr>
            <a:r>
              <a:rPr lang="zh-CN" altLang="en-US" sz="2600" b="1" dirty="0">
                <a:effectLst>
                  <a:outerShdw blurRad="38100" dist="38100" dir="2700000" algn="tl">
                    <a:srgbClr val="C0C0C0"/>
                  </a:outerShdw>
                </a:effectLst>
                <a:ea typeface="仿宋_GB2312" pitchFamily="49" charset="-122"/>
              </a:rPr>
              <a:t>信息域</a:t>
            </a:r>
            <a:r>
              <a:rPr lang="en-US" altLang="zh-CN" sz="2600" b="1" dirty="0">
                <a:effectLst>
                  <a:outerShdw blurRad="38100" dist="38100" dir="2700000" algn="tl">
                    <a:srgbClr val="C0C0C0"/>
                  </a:outerShdw>
                </a:effectLst>
                <a:ea typeface="仿宋_GB2312" pitchFamily="49" charset="-122"/>
              </a:rPr>
              <a:t>info  </a:t>
            </a:r>
          </a:p>
          <a:p>
            <a:pPr lvl="2" algn="just" eaLnBrk="1" fontAlgn="auto" hangingPunct="1">
              <a:lnSpc>
                <a:spcPct val="105000"/>
              </a:lnSpc>
              <a:spcAft>
                <a:spcPts val="0"/>
              </a:spcAft>
              <a:buClr>
                <a:srgbClr val="800080"/>
              </a:buClr>
              <a:buSzPct val="50000"/>
              <a:buFont typeface="Wingdings" pitchFamily="2" charset="2"/>
              <a:buChar char="n"/>
              <a:defRPr/>
            </a:pPr>
            <a:r>
              <a:rPr lang="en-US" altLang="zh-CN" sz="2100" b="1" dirty="0" err="1">
                <a:effectLst>
                  <a:outerShdw blurRad="38100" dist="38100" dir="2700000" algn="tl">
                    <a:srgbClr val="C0C0C0"/>
                  </a:outerShdw>
                </a:effectLst>
                <a:ea typeface="仿宋_GB2312" pitchFamily="49" charset="-122"/>
              </a:rPr>
              <a:t>utype</a:t>
            </a:r>
            <a:r>
              <a:rPr lang="en-US" altLang="zh-CN" sz="2100" b="1" dirty="0">
                <a:effectLst>
                  <a:outerShdw blurRad="38100" dist="38100" dir="2700000" algn="tl">
                    <a:srgbClr val="C0C0C0"/>
                  </a:outerShdw>
                </a:effectLst>
                <a:ea typeface="仿宋_GB2312" pitchFamily="49" charset="-122"/>
              </a:rPr>
              <a:t>=0</a:t>
            </a:r>
            <a:r>
              <a:rPr lang="zh-CN" altLang="en-US" sz="2100" b="1" dirty="0">
                <a:effectLst>
                  <a:outerShdw blurRad="38100" dist="38100" dir="2700000" algn="tl">
                    <a:srgbClr val="C0C0C0"/>
                  </a:outerShdw>
                </a:effectLst>
                <a:ea typeface="仿宋_GB2312" pitchFamily="49" charset="-122"/>
              </a:rPr>
              <a:t>时</a:t>
            </a:r>
            <a:r>
              <a:rPr lang="en-US" altLang="zh-CN" sz="2100" b="1" dirty="0">
                <a:effectLst>
                  <a:outerShdw blurRad="38100" dist="38100" dir="2700000" algn="tl">
                    <a:srgbClr val="C0C0C0"/>
                  </a:outerShdw>
                </a:effectLst>
                <a:ea typeface="仿宋_GB2312" pitchFamily="49" charset="-122"/>
              </a:rPr>
              <a:t>, </a:t>
            </a:r>
            <a:r>
              <a:rPr lang="zh-CN" altLang="en-US" sz="2100" b="1" dirty="0">
                <a:effectLst>
                  <a:outerShdw blurRad="38100" dist="38100" dir="2700000" algn="tl">
                    <a:srgbClr val="C0C0C0"/>
                  </a:outerShdw>
                </a:effectLst>
                <a:ea typeface="仿宋_GB2312" pitchFamily="49" charset="-122"/>
              </a:rPr>
              <a:t>存放引用计数</a:t>
            </a:r>
            <a:r>
              <a:rPr lang="en-US" altLang="zh-CN" sz="2100" b="1" dirty="0">
                <a:effectLst>
                  <a:outerShdw blurRad="38100" dist="38100" dir="2700000" algn="tl">
                    <a:srgbClr val="C0C0C0"/>
                  </a:outerShdw>
                </a:effectLst>
                <a:ea typeface="仿宋_GB2312" pitchFamily="49" charset="-122"/>
              </a:rPr>
              <a:t>(ref)</a:t>
            </a:r>
            <a:r>
              <a:rPr lang="zh-CN" altLang="en-US" sz="2100" b="1" dirty="0">
                <a:effectLst>
                  <a:outerShdw blurRad="38100" dist="38100" dir="2700000" algn="tl">
                    <a:srgbClr val="C0C0C0"/>
                  </a:outerShdw>
                </a:effectLst>
                <a:ea typeface="仿宋_GB2312" pitchFamily="49" charset="-122"/>
              </a:rPr>
              <a:t>；</a:t>
            </a:r>
          </a:p>
          <a:p>
            <a:pPr lvl="2" algn="just" eaLnBrk="1" fontAlgn="auto" hangingPunct="1">
              <a:lnSpc>
                <a:spcPct val="105000"/>
              </a:lnSpc>
              <a:spcAft>
                <a:spcPts val="0"/>
              </a:spcAft>
              <a:buClr>
                <a:srgbClr val="800080"/>
              </a:buClr>
              <a:buSzPct val="50000"/>
              <a:buFont typeface="Wingdings" pitchFamily="2" charset="2"/>
              <a:buChar char="n"/>
              <a:defRPr/>
            </a:pPr>
            <a:r>
              <a:rPr lang="en-US" altLang="zh-CN" sz="2100" b="1" dirty="0" err="1">
                <a:effectLst>
                  <a:outerShdw blurRad="38100" dist="38100" dir="2700000" algn="tl">
                    <a:srgbClr val="C0C0C0"/>
                  </a:outerShdw>
                </a:effectLst>
                <a:ea typeface="仿宋_GB2312" pitchFamily="49" charset="-122"/>
              </a:rPr>
              <a:t>utype</a:t>
            </a:r>
            <a:r>
              <a:rPr lang="en-US" altLang="zh-CN" sz="2100" b="1" dirty="0">
                <a:effectLst>
                  <a:outerShdw blurRad="38100" dist="38100" dir="2700000" algn="tl">
                    <a:srgbClr val="C0C0C0"/>
                  </a:outerShdw>
                </a:effectLst>
                <a:ea typeface="仿宋_GB2312" pitchFamily="49" charset="-122"/>
              </a:rPr>
              <a:t>=1</a:t>
            </a:r>
            <a:r>
              <a:rPr lang="zh-CN" altLang="en-US" sz="2100" b="1" dirty="0">
                <a:effectLst>
                  <a:outerShdw blurRad="38100" dist="38100" dir="2700000" algn="tl">
                    <a:srgbClr val="C0C0C0"/>
                  </a:outerShdw>
                </a:effectLst>
                <a:ea typeface="仿宋_GB2312" pitchFamily="49" charset="-122"/>
              </a:rPr>
              <a:t>时</a:t>
            </a:r>
            <a:r>
              <a:rPr lang="en-US" altLang="zh-CN" sz="2100" b="1" dirty="0">
                <a:effectLst>
                  <a:outerShdw blurRad="38100" dist="38100" dir="2700000" algn="tl">
                    <a:srgbClr val="C0C0C0"/>
                  </a:outerShdw>
                </a:effectLst>
                <a:ea typeface="仿宋_GB2312" pitchFamily="49" charset="-122"/>
              </a:rPr>
              <a:t>, </a:t>
            </a:r>
            <a:r>
              <a:rPr lang="zh-CN" altLang="en-US" sz="2100" b="1" dirty="0">
                <a:effectLst>
                  <a:outerShdw blurRad="38100" dist="38100" dir="2700000" algn="tl">
                    <a:srgbClr val="C0C0C0"/>
                  </a:outerShdw>
                </a:effectLst>
                <a:ea typeface="仿宋_GB2312" pitchFamily="49" charset="-122"/>
              </a:rPr>
              <a:t>存放数据值</a:t>
            </a:r>
            <a:r>
              <a:rPr lang="en-US" altLang="zh-CN" sz="2100" b="1" dirty="0">
                <a:effectLst>
                  <a:outerShdw blurRad="38100" dist="38100" dir="2700000" algn="tl">
                    <a:srgbClr val="C0C0C0"/>
                  </a:outerShdw>
                </a:effectLst>
                <a:ea typeface="仿宋_GB2312" pitchFamily="49" charset="-122"/>
              </a:rPr>
              <a:t>(value)</a:t>
            </a:r>
            <a:r>
              <a:rPr lang="zh-CN" altLang="en-US" sz="2100" b="1" dirty="0">
                <a:effectLst>
                  <a:outerShdw blurRad="38100" dist="38100" dir="2700000" algn="tl">
                    <a:srgbClr val="C0C0C0"/>
                  </a:outerShdw>
                </a:effectLst>
                <a:ea typeface="仿宋_GB2312" pitchFamily="49" charset="-122"/>
              </a:rPr>
              <a:t>；</a:t>
            </a:r>
          </a:p>
          <a:p>
            <a:pPr lvl="2" algn="just" eaLnBrk="1" fontAlgn="auto" hangingPunct="1">
              <a:lnSpc>
                <a:spcPct val="105000"/>
              </a:lnSpc>
              <a:spcAft>
                <a:spcPts val="0"/>
              </a:spcAft>
              <a:buClr>
                <a:srgbClr val="800080"/>
              </a:buClr>
              <a:buSzPct val="50000"/>
              <a:buFont typeface="Wingdings" pitchFamily="2" charset="2"/>
              <a:buChar char="n"/>
              <a:defRPr/>
            </a:pPr>
            <a:r>
              <a:rPr lang="en-US" altLang="zh-CN" sz="2100" b="1" dirty="0" err="1">
                <a:effectLst>
                  <a:outerShdw blurRad="38100" dist="38100" dir="2700000" algn="tl">
                    <a:srgbClr val="C0C0C0"/>
                  </a:outerShdw>
                </a:effectLst>
                <a:ea typeface="仿宋_GB2312" pitchFamily="49" charset="-122"/>
              </a:rPr>
              <a:t>utype</a:t>
            </a:r>
            <a:r>
              <a:rPr lang="en-US" altLang="zh-CN" sz="2100" b="1" dirty="0">
                <a:effectLst>
                  <a:outerShdw blurRad="38100" dist="38100" dir="2700000" algn="tl">
                    <a:srgbClr val="C0C0C0"/>
                  </a:outerShdw>
                </a:effectLst>
                <a:ea typeface="仿宋_GB2312" pitchFamily="49" charset="-122"/>
              </a:rPr>
              <a:t>=2</a:t>
            </a:r>
            <a:r>
              <a:rPr lang="zh-CN" altLang="en-US" sz="2100" b="1" dirty="0">
                <a:effectLst>
                  <a:outerShdw blurRad="38100" dist="38100" dir="2700000" algn="tl">
                    <a:srgbClr val="C0C0C0"/>
                  </a:outerShdw>
                </a:effectLst>
                <a:ea typeface="仿宋_GB2312" pitchFamily="49" charset="-122"/>
              </a:rPr>
              <a:t>时</a:t>
            </a:r>
            <a:r>
              <a:rPr lang="en-US" altLang="zh-CN" sz="2100" b="1" dirty="0">
                <a:effectLst>
                  <a:outerShdw blurRad="38100" dist="38100" dir="2700000" algn="tl">
                    <a:srgbClr val="C0C0C0"/>
                  </a:outerShdw>
                </a:effectLst>
                <a:ea typeface="仿宋_GB2312" pitchFamily="49" charset="-122"/>
              </a:rPr>
              <a:t>,  </a:t>
            </a:r>
            <a:r>
              <a:rPr lang="zh-CN" altLang="en-US" sz="2100" b="1" dirty="0">
                <a:effectLst>
                  <a:outerShdw blurRad="38100" dist="38100" dir="2700000" algn="tl">
                    <a:srgbClr val="C0C0C0"/>
                  </a:outerShdw>
                </a:effectLst>
                <a:ea typeface="仿宋_GB2312" pitchFamily="49" charset="-122"/>
              </a:rPr>
              <a:t>存放指向子表表头的指针</a:t>
            </a:r>
            <a:r>
              <a:rPr lang="en-US" altLang="zh-CN" sz="2100" b="1" dirty="0">
                <a:effectLst>
                  <a:outerShdw blurRad="38100" dist="38100" dir="2700000" algn="tl">
                    <a:srgbClr val="C0C0C0"/>
                  </a:outerShdw>
                </a:effectLst>
                <a:ea typeface="仿宋_GB2312" pitchFamily="49" charset="-122"/>
              </a:rPr>
              <a:t>(</a:t>
            </a:r>
            <a:r>
              <a:rPr lang="en-US" altLang="zh-CN" sz="2100" b="1" dirty="0" err="1">
                <a:effectLst>
                  <a:outerShdw blurRad="38100" dist="38100" dir="2700000" algn="tl">
                    <a:srgbClr val="C0C0C0"/>
                  </a:outerShdw>
                </a:effectLst>
                <a:ea typeface="仿宋_GB2312" pitchFamily="49" charset="-122"/>
              </a:rPr>
              <a:t>hlink</a:t>
            </a:r>
            <a:r>
              <a:rPr lang="en-US" altLang="zh-CN" sz="2100" b="1" dirty="0">
                <a:effectLst>
                  <a:outerShdw blurRad="38100" dist="38100" dir="2700000" algn="tl">
                    <a:srgbClr val="C0C0C0"/>
                  </a:outerShdw>
                </a:effectLst>
                <a:ea typeface="仿宋_GB2312" pitchFamily="49" charset="-122"/>
              </a:rPr>
              <a:t>)</a:t>
            </a:r>
            <a:r>
              <a:rPr lang="zh-CN" altLang="en-US" sz="2100" b="1" dirty="0">
                <a:effectLst>
                  <a:outerShdw blurRad="38100" dist="38100" dir="2700000" algn="tl">
                    <a:srgbClr val="C0C0C0"/>
                  </a:outerShdw>
                </a:effectLst>
                <a:ea typeface="仿宋_GB2312" pitchFamily="49" charset="-122"/>
              </a:rPr>
              <a:t>。</a:t>
            </a:r>
          </a:p>
          <a:p>
            <a:pPr lvl="1" eaLnBrk="1" fontAlgn="auto" hangingPunct="1">
              <a:lnSpc>
                <a:spcPct val="105000"/>
              </a:lnSpc>
              <a:spcAft>
                <a:spcPts val="0"/>
              </a:spcAft>
              <a:buClr>
                <a:srgbClr val="800080"/>
              </a:buClr>
              <a:buSzPct val="50000"/>
              <a:buFont typeface="Wingdings" pitchFamily="2" charset="2"/>
              <a:buChar char="n"/>
              <a:defRPr/>
            </a:pPr>
            <a:r>
              <a:rPr lang="zh-CN" altLang="en-US" sz="2600" b="1" dirty="0">
                <a:effectLst>
                  <a:outerShdw blurRad="38100" dist="38100" dir="2700000" algn="tl">
                    <a:srgbClr val="C0C0C0"/>
                  </a:outerShdw>
                </a:effectLst>
                <a:ea typeface="仿宋_GB2312" pitchFamily="49" charset="-122"/>
              </a:rPr>
              <a:t>尾指针</a:t>
            </a:r>
            <a:r>
              <a:rPr lang="en-US" altLang="zh-CN" sz="2600" b="1" dirty="0" err="1">
                <a:effectLst>
                  <a:outerShdw blurRad="38100" dist="38100" dir="2700000" algn="tl">
                    <a:srgbClr val="C0C0C0"/>
                  </a:outerShdw>
                </a:effectLst>
                <a:ea typeface="仿宋_GB2312" pitchFamily="49" charset="-122"/>
              </a:rPr>
              <a:t>tlink</a:t>
            </a:r>
            <a:r>
              <a:rPr lang="en-US" altLang="zh-CN" sz="2600" b="1" dirty="0">
                <a:effectLst>
                  <a:outerShdw blurRad="38100" dist="38100" dir="2700000" algn="tl">
                    <a:srgbClr val="C0C0C0"/>
                  </a:outerShdw>
                </a:effectLst>
                <a:ea typeface="仿宋_GB2312" pitchFamily="49" charset="-122"/>
              </a:rPr>
              <a:t>   </a:t>
            </a:r>
          </a:p>
          <a:p>
            <a:pPr lvl="2" eaLnBrk="1" fontAlgn="auto" hangingPunct="1">
              <a:lnSpc>
                <a:spcPct val="105000"/>
              </a:lnSpc>
              <a:spcAft>
                <a:spcPts val="0"/>
              </a:spcAft>
              <a:buClr>
                <a:srgbClr val="800080"/>
              </a:buClr>
              <a:buSzPct val="50000"/>
              <a:buFont typeface="Wingdings" pitchFamily="2" charset="2"/>
              <a:buChar char="n"/>
              <a:defRPr/>
            </a:pPr>
            <a:r>
              <a:rPr lang="en-US" altLang="zh-CN" sz="2100" b="1" dirty="0" err="1">
                <a:effectLst>
                  <a:outerShdw blurRad="38100" dist="38100" dir="2700000" algn="tl">
                    <a:srgbClr val="C0C0C0"/>
                  </a:outerShdw>
                </a:effectLst>
                <a:ea typeface="仿宋_GB2312" pitchFamily="49" charset="-122"/>
              </a:rPr>
              <a:t>utype</a:t>
            </a:r>
            <a:r>
              <a:rPr lang="en-US" altLang="zh-CN" sz="2100" b="1" dirty="0">
                <a:effectLst>
                  <a:outerShdw blurRad="38100" dist="38100" dir="2700000" algn="tl">
                    <a:srgbClr val="C0C0C0"/>
                  </a:outerShdw>
                </a:effectLst>
                <a:ea typeface="仿宋_GB2312" pitchFamily="49" charset="-122"/>
              </a:rPr>
              <a:t>=0</a:t>
            </a:r>
            <a:r>
              <a:rPr lang="zh-CN" altLang="en-US" sz="2100" b="1" dirty="0">
                <a:effectLst>
                  <a:outerShdw blurRad="38100" dist="38100" dir="2700000" algn="tl">
                    <a:srgbClr val="C0C0C0"/>
                  </a:outerShdw>
                </a:effectLst>
                <a:ea typeface="仿宋_GB2312" pitchFamily="49" charset="-122"/>
              </a:rPr>
              <a:t>时</a:t>
            </a:r>
            <a:r>
              <a:rPr lang="en-US" altLang="zh-CN" sz="2100" b="1" dirty="0">
                <a:effectLst>
                  <a:outerShdw blurRad="38100" dist="38100" dir="2700000" algn="tl">
                    <a:srgbClr val="C0C0C0"/>
                  </a:outerShdw>
                </a:effectLst>
                <a:ea typeface="仿宋_GB2312" pitchFamily="49" charset="-122"/>
              </a:rPr>
              <a:t>, </a:t>
            </a:r>
            <a:r>
              <a:rPr lang="zh-CN" altLang="en-US" sz="2100" b="1" dirty="0">
                <a:effectLst>
                  <a:outerShdw blurRad="38100" dist="38100" dir="2700000" algn="tl">
                    <a:srgbClr val="C0C0C0"/>
                  </a:outerShdw>
                </a:effectLst>
                <a:ea typeface="仿宋_GB2312" pitchFamily="49" charset="-122"/>
              </a:rPr>
              <a:t>指向该表第一个结点；</a:t>
            </a:r>
          </a:p>
          <a:p>
            <a:pPr lvl="2" eaLnBrk="1" fontAlgn="auto" hangingPunct="1">
              <a:lnSpc>
                <a:spcPct val="105000"/>
              </a:lnSpc>
              <a:spcAft>
                <a:spcPts val="0"/>
              </a:spcAft>
              <a:buClr>
                <a:srgbClr val="800080"/>
              </a:buClr>
              <a:buSzPct val="50000"/>
              <a:buFont typeface="Wingdings" pitchFamily="2" charset="2"/>
              <a:buChar char="n"/>
              <a:defRPr/>
            </a:pPr>
            <a:r>
              <a:rPr lang="en-US" altLang="zh-CN" sz="2100" b="1" dirty="0">
                <a:effectLst>
                  <a:outerShdw blurRad="38100" dist="38100" dir="2700000" algn="tl">
                    <a:srgbClr val="C0C0C0"/>
                  </a:outerShdw>
                </a:effectLst>
                <a:ea typeface="仿宋_GB2312" pitchFamily="49" charset="-122"/>
              </a:rPr>
              <a:t>utype</a:t>
            </a:r>
            <a:r>
              <a:rPr lang="en-US" altLang="zh-CN" sz="2100" b="1" dirty="0">
                <a:effectLst>
                  <a:outerShdw blurRad="38100" dist="38100" dir="2700000" algn="tl">
                    <a:srgbClr val="C0C0C0"/>
                  </a:outerShdw>
                </a:effectLst>
                <a:ea typeface="仿宋_GB2312" pitchFamily="49" charset="-122"/>
                <a:sym typeface="Symbol" pitchFamily="18" charset="2"/>
              </a:rPr>
              <a:t></a:t>
            </a:r>
            <a:r>
              <a:rPr lang="en-US" altLang="zh-CN" sz="2100" b="1" dirty="0">
                <a:effectLst>
                  <a:outerShdw blurRad="38100" dist="38100" dir="2700000" algn="tl">
                    <a:srgbClr val="C0C0C0"/>
                  </a:outerShdw>
                </a:effectLst>
                <a:ea typeface="仿宋_GB2312" pitchFamily="49" charset="-122"/>
              </a:rPr>
              <a:t>0</a:t>
            </a:r>
            <a:r>
              <a:rPr lang="zh-CN" altLang="en-US" sz="2100" b="1" dirty="0">
                <a:effectLst>
                  <a:outerShdw blurRad="38100" dist="38100" dir="2700000" algn="tl">
                    <a:srgbClr val="C0C0C0"/>
                  </a:outerShdw>
                </a:effectLst>
                <a:ea typeface="仿宋_GB2312" pitchFamily="49" charset="-122"/>
              </a:rPr>
              <a:t>时</a:t>
            </a:r>
            <a:r>
              <a:rPr lang="en-US" altLang="zh-CN" sz="2100" b="1" dirty="0">
                <a:effectLst>
                  <a:outerShdw blurRad="38100" dist="38100" dir="2700000" algn="tl">
                    <a:srgbClr val="C0C0C0"/>
                  </a:outerShdw>
                </a:effectLst>
                <a:ea typeface="仿宋_GB2312" pitchFamily="49" charset="-122"/>
              </a:rPr>
              <a:t>, </a:t>
            </a:r>
            <a:r>
              <a:rPr lang="zh-CN" altLang="en-US" sz="2100" b="1" dirty="0">
                <a:effectLst>
                  <a:outerShdw blurRad="38100" dist="38100" dir="2700000" algn="tl">
                    <a:srgbClr val="C0C0C0"/>
                  </a:outerShdw>
                </a:effectLst>
                <a:ea typeface="仿宋_GB2312" pitchFamily="49" charset="-122"/>
                <a:sym typeface="Symbol" pitchFamily="18" charset="2"/>
              </a:rPr>
              <a:t>指向同一层下一个结点。</a:t>
            </a:r>
          </a:p>
        </p:txBody>
      </p:sp>
      <p:sp>
        <p:nvSpPr>
          <p:cNvPr id="75780" name="Rectangle 4">
            <a:extLst>
              <a:ext uri="{FF2B5EF4-FFF2-40B4-BE49-F238E27FC236}">
                <a16:creationId xmlns:a16="http://schemas.microsoft.com/office/drawing/2014/main" id="{971B349A-2540-CD55-BFFE-DB1F560A521C}"/>
              </a:ext>
            </a:extLst>
          </p:cNvPr>
          <p:cNvSpPr>
            <a:spLocks noChangeArrowheads="1"/>
          </p:cNvSpPr>
          <p:nvPr/>
        </p:nvSpPr>
        <p:spPr bwMode="auto">
          <a:xfrm>
            <a:off x="1593949" y="1140874"/>
            <a:ext cx="5715000" cy="533400"/>
          </a:xfrm>
          <a:prstGeom prst="rect">
            <a:avLst/>
          </a:prstGeom>
          <a:solidFill>
            <a:srgbClr val="CCFFFF"/>
          </a:solidFill>
          <a:ln w="19050">
            <a:solidFill>
              <a:srgbClr val="339966"/>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chemeClr val="hlink"/>
                </a:solidFill>
              </a:rPr>
              <a:t> </a:t>
            </a:r>
            <a:endParaRPr lang="en-US" altLang="zh-CN"/>
          </a:p>
        </p:txBody>
      </p:sp>
      <p:sp>
        <p:nvSpPr>
          <p:cNvPr id="75781" name="Line 5">
            <a:extLst>
              <a:ext uri="{FF2B5EF4-FFF2-40B4-BE49-F238E27FC236}">
                <a16:creationId xmlns:a16="http://schemas.microsoft.com/office/drawing/2014/main" id="{DA398E0B-D486-6C66-2634-A357887BBD6E}"/>
              </a:ext>
            </a:extLst>
          </p:cNvPr>
          <p:cNvSpPr>
            <a:spLocks noChangeShapeType="1"/>
          </p:cNvSpPr>
          <p:nvPr/>
        </p:nvSpPr>
        <p:spPr bwMode="auto">
          <a:xfrm>
            <a:off x="3498949" y="1140874"/>
            <a:ext cx="0" cy="533400"/>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2" name="Line 6">
            <a:extLst>
              <a:ext uri="{FF2B5EF4-FFF2-40B4-BE49-F238E27FC236}">
                <a16:creationId xmlns:a16="http://schemas.microsoft.com/office/drawing/2014/main" id="{C0BE05E6-7A76-8312-63BE-7F07A01349DF}"/>
              </a:ext>
            </a:extLst>
          </p:cNvPr>
          <p:cNvSpPr>
            <a:spLocks noChangeShapeType="1"/>
          </p:cNvSpPr>
          <p:nvPr/>
        </p:nvSpPr>
        <p:spPr bwMode="auto">
          <a:xfrm flipH="1" flipV="1">
            <a:off x="5480149" y="1140874"/>
            <a:ext cx="0" cy="533400"/>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59" name="Text Box 7">
            <a:extLst>
              <a:ext uri="{FF2B5EF4-FFF2-40B4-BE49-F238E27FC236}">
                <a16:creationId xmlns:a16="http://schemas.microsoft.com/office/drawing/2014/main" id="{8871548A-9362-9E7C-6412-C785DF677B8D}"/>
              </a:ext>
            </a:extLst>
          </p:cNvPr>
          <p:cNvSpPr txBox="1">
            <a:spLocks noChangeArrowheads="1"/>
          </p:cNvSpPr>
          <p:nvPr/>
        </p:nvSpPr>
        <p:spPr bwMode="auto">
          <a:xfrm>
            <a:off x="1979712" y="1094837"/>
            <a:ext cx="4749800" cy="579437"/>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3200" b="1" dirty="0" err="1">
                <a:solidFill>
                  <a:schemeClr val="tx2"/>
                </a:solidFill>
                <a:effectLst>
                  <a:outerShdw blurRad="38100" dist="38100" dir="2700000" algn="tl">
                    <a:srgbClr val="C0C0C0"/>
                  </a:outerShdw>
                </a:effectLst>
                <a:latin typeface="+mn-lt"/>
                <a:ea typeface="+mn-ea"/>
              </a:rPr>
              <a:t>utype</a:t>
            </a:r>
            <a:r>
              <a:rPr lang="en-US" altLang="zh-CN" sz="3200" b="1" dirty="0">
                <a:solidFill>
                  <a:schemeClr val="tx2"/>
                </a:solidFill>
                <a:effectLst>
                  <a:outerShdw blurRad="38100" dist="38100" dir="2700000" algn="tl">
                    <a:srgbClr val="C0C0C0"/>
                  </a:outerShdw>
                </a:effectLst>
                <a:latin typeface="+mn-lt"/>
                <a:ea typeface="+mn-ea"/>
              </a:rPr>
              <a:t>          info          </a:t>
            </a:r>
            <a:r>
              <a:rPr lang="en-US" altLang="zh-CN" sz="3200" b="1" dirty="0" err="1">
                <a:solidFill>
                  <a:schemeClr val="tx2"/>
                </a:solidFill>
                <a:effectLst>
                  <a:outerShdw blurRad="38100" dist="38100" dir="2700000" algn="tl">
                    <a:srgbClr val="C0C0C0"/>
                  </a:outerShdw>
                </a:effectLst>
                <a:latin typeface="+mn-lt"/>
                <a:ea typeface="+mn-ea"/>
              </a:rPr>
              <a:t>tlink</a:t>
            </a:r>
            <a:r>
              <a:rPr lang="en-US" altLang="zh-CN" dirty="0">
                <a:latin typeface="+mn-lt"/>
                <a:ea typeface="+mn-ea"/>
              </a:rPr>
              <a:t> </a:t>
            </a:r>
          </a:p>
        </p:txBody>
      </p:sp>
      <p:sp>
        <p:nvSpPr>
          <p:cNvPr id="4" name="灯片编号占位符 3">
            <a:extLst>
              <a:ext uri="{FF2B5EF4-FFF2-40B4-BE49-F238E27FC236}">
                <a16:creationId xmlns:a16="http://schemas.microsoft.com/office/drawing/2014/main" id="{E15D0445-BCAF-A679-E0E0-7E0CA4631A1A}"/>
              </a:ext>
            </a:extLst>
          </p:cNvPr>
          <p:cNvSpPr>
            <a:spLocks noGrp="1"/>
          </p:cNvSpPr>
          <p:nvPr>
            <p:ph type="sldNum" sz="quarter" idx="12"/>
          </p:nvPr>
        </p:nvSpPr>
        <p:spPr/>
        <p:txBody>
          <a:bodyPr/>
          <a:lstStyle/>
          <a:p>
            <a:pPr>
              <a:defRPr/>
            </a:pPr>
            <a:fld id="{75DB822A-0CFA-4B70-89C2-4987E9BB9761}" type="slidenum">
              <a:rPr lang="en-US" altLang="zh-CN" smtClean="0"/>
              <a:pPr>
                <a:defRPr/>
              </a:pPr>
              <a:t>70</a:t>
            </a:fld>
            <a:endParaRPr lang="en-US" altLang="zh-CN"/>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descr="再生纸">
            <a:extLst>
              <a:ext uri="{FF2B5EF4-FFF2-40B4-BE49-F238E27FC236}">
                <a16:creationId xmlns:a16="http://schemas.microsoft.com/office/drawing/2014/main" id="{F0F427C4-1609-70EF-C748-8FD3C3B01159}"/>
              </a:ext>
            </a:extLst>
          </p:cNvPr>
          <p:cNvSpPr>
            <a:spLocks noChangeArrowheads="1"/>
          </p:cNvSpPr>
          <p:nvPr/>
        </p:nvSpPr>
        <p:spPr bwMode="auto">
          <a:xfrm>
            <a:off x="1371600" y="60198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04" name="Line 4">
            <a:extLst>
              <a:ext uri="{FF2B5EF4-FFF2-40B4-BE49-F238E27FC236}">
                <a16:creationId xmlns:a16="http://schemas.microsoft.com/office/drawing/2014/main" id="{1087F557-F26E-4703-940E-5C4BE854DD5F}"/>
              </a:ext>
            </a:extLst>
          </p:cNvPr>
          <p:cNvSpPr>
            <a:spLocks noChangeShapeType="1"/>
          </p:cNvSpPr>
          <p:nvPr/>
        </p:nvSpPr>
        <p:spPr bwMode="auto">
          <a:xfrm>
            <a:off x="1752600" y="60198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5" name="Line 5">
            <a:extLst>
              <a:ext uri="{FF2B5EF4-FFF2-40B4-BE49-F238E27FC236}">
                <a16:creationId xmlns:a16="http://schemas.microsoft.com/office/drawing/2014/main" id="{C35B1E56-1A6B-ABB9-3460-E3498D7E4180}"/>
              </a:ext>
            </a:extLst>
          </p:cNvPr>
          <p:cNvSpPr>
            <a:spLocks noChangeShapeType="1"/>
          </p:cNvSpPr>
          <p:nvPr/>
        </p:nvSpPr>
        <p:spPr bwMode="auto">
          <a:xfrm>
            <a:off x="2133600" y="60198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6" name="Rectangle 6" descr="再生纸">
            <a:extLst>
              <a:ext uri="{FF2B5EF4-FFF2-40B4-BE49-F238E27FC236}">
                <a16:creationId xmlns:a16="http://schemas.microsoft.com/office/drawing/2014/main" id="{7273D0B3-C7D2-725B-EC68-5D5C81F86F13}"/>
              </a:ext>
            </a:extLst>
          </p:cNvPr>
          <p:cNvSpPr>
            <a:spLocks noChangeArrowheads="1"/>
          </p:cNvSpPr>
          <p:nvPr/>
        </p:nvSpPr>
        <p:spPr bwMode="auto">
          <a:xfrm>
            <a:off x="2819400" y="60198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07" name="Line 7">
            <a:extLst>
              <a:ext uri="{FF2B5EF4-FFF2-40B4-BE49-F238E27FC236}">
                <a16:creationId xmlns:a16="http://schemas.microsoft.com/office/drawing/2014/main" id="{27B589DB-9582-C95F-9CB6-3F4BEA4A708A}"/>
              </a:ext>
            </a:extLst>
          </p:cNvPr>
          <p:cNvSpPr>
            <a:spLocks noChangeShapeType="1"/>
          </p:cNvSpPr>
          <p:nvPr/>
        </p:nvSpPr>
        <p:spPr bwMode="auto">
          <a:xfrm>
            <a:off x="3200400" y="60198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8" name="Line 8">
            <a:extLst>
              <a:ext uri="{FF2B5EF4-FFF2-40B4-BE49-F238E27FC236}">
                <a16:creationId xmlns:a16="http://schemas.microsoft.com/office/drawing/2014/main" id="{3A7289ED-7E3F-9A66-AFE0-7A1657C73D5F}"/>
              </a:ext>
            </a:extLst>
          </p:cNvPr>
          <p:cNvSpPr>
            <a:spLocks noChangeShapeType="1"/>
          </p:cNvSpPr>
          <p:nvPr/>
        </p:nvSpPr>
        <p:spPr bwMode="auto">
          <a:xfrm>
            <a:off x="3581400" y="60198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9" name="Rectangle 9" descr="再生纸">
            <a:extLst>
              <a:ext uri="{FF2B5EF4-FFF2-40B4-BE49-F238E27FC236}">
                <a16:creationId xmlns:a16="http://schemas.microsoft.com/office/drawing/2014/main" id="{1A0E8F22-D8BB-F62B-FA87-99D7194E9227}"/>
              </a:ext>
            </a:extLst>
          </p:cNvPr>
          <p:cNvSpPr>
            <a:spLocks noChangeArrowheads="1"/>
          </p:cNvSpPr>
          <p:nvPr/>
        </p:nvSpPr>
        <p:spPr bwMode="auto">
          <a:xfrm>
            <a:off x="4267200" y="60198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10" name="Line 10">
            <a:extLst>
              <a:ext uri="{FF2B5EF4-FFF2-40B4-BE49-F238E27FC236}">
                <a16:creationId xmlns:a16="http://schemas.microsoft.com/office/drawing/2014/main" id="{4F647824-DF2F-FFE4-6161-1D0B86466DD0}"/>
              </a:ext>
            </a:extLst>
          </p:cNvPr>
          <p:cNvSpPr>
            <a:spLocks noChangeShapeType="1"/>
          </p:cNvSpPr>
          <p:nvPr/>
        </p:nvSpPr>
        <p:spPr bwMode="auto">
          <a:xfrm>
            <a:off x="4648200" y="60198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1" name="Line 11">
            <a:extLst>
              <a:ext uri="{FF2B5EF4-FFF2-40B4-BE49-F238E27FC236}">
                <a16:creationId xmlns:a16="http://schemas.microsoft.com/office/drawing/2014/main" id="{1197C37D-710A-C07C-9E6B-F21363E5A061}"/>
              </a:ext>
            </a:extLst>
          </p:cNvPr>
          <p:cNvSpPr>
            <a:spLocks noChangeShapeType="1"/>
          </p:cNvSpPr>
          <p:nvPr/>
        </p:nvSpPr>
        <p:spPr bwMode="auto">
          <a:xfrm>
            <a:off x="5029200" y="60198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2" name="Line 12">
            <a:extLst>
              <a:ext uri="{FF2B5EF4-FFF2-40B4-BE49-F238E27FC236}">
                <a16:creationId xmlns:a16="http://schemas.microsoft.com/office/drawing/2014/main" id="{2BB6A02F-1161-EC15-1FDC-1A390C16760A}"/>
              </a:ext>
            </a:extLst>
          </p:cNvPr>
          <p:cNvSpPr>
            <a:spLocks noChangeShapeType="1"/>
          </p:cNvSpPr>
          <p:nvPr/>
        </p:nvSpPr>
        <p:spPr bwMode="auto">
          <a:xfrm>
            <a:off x="2362200" y="61722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3" name="Line 13">
            <a:extLst>
              <a:ext uri="{FF2B5EF4-FFF2-40B4-BE49-F238E27FC236}">
                <a16:creationId xmlns:a16="http://schemas.microsoft.com/office/drawing/2014/main" id="{34B726F5-6358-58FD-F502-6A13B459CAD3}"/>
              </a:ext>
            </a:extLst>
          </p:cNvPr>
          <p:cNvSpPr>
            <a:spLocks noChangeShapeType="1"/>
          </p:cNvSpPr>
          <p:nvPr/>
        </p:nvSpPr>
        <p:spPr bwMode="auto">
          <a:xfrm>
            <a:off x="1143000" y="6096000"/>
            <a:ext cx="2286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4" name="Line 14">
            <a:extLst>
              <a:ext uri="{FF2B5EF4-FFF2-40B4-BE49-F238E27FC236}">
                <a16:creationId xmlns:a16="http://schemas.microsoft.com/office/drawing/2014/main" id="{C2749BC8-9317-6377-F352-4ADF9D3E66C6}"/>
              </a:ext>
            </a:extLst>
          </p:cNvPr>
          <p:cNvSpPr>
            <a:spLocks noChangeShapeType="1"/>
          </p:cNvSpPr>
          <p:nvPr/>
        </p:nvSpPr>
        <p:spPr bwMode="auto">
          <a:xfrm>
            <a:off x="3810000" y="61722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5" name="Rectangle 15" descr="再生纸">
            <a:extLst>
              <a:ext uri="{FF2B5EF4-FFF2-40B4-BE49-F238E27FC236}">
                <a16:creationId xmlns:a16="http://schemas.microsoft.com/office/drawing/2014/main" id="{09ACF0ED-F396-0FF1-4F58-1FA0BE43EB0E}"/>
              </a:ext>
            </a:extLst>
          </p:cNvPr>
          <p:cNvSpPr>
            <a:spLocks noChangeArrowheads="1"/>
          </p:cNvSpPr>
          <p:nvPr/>
        </p:nvSpPr>
        <p:spPr bwMode="auto">
          <a:xfrm>
            <a:off x="1371600" y="51816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16" name="Line 16">
            <a:extLst>
              <a:ext uri="{FF2B5EF4-FFF2-40B4-BE49-F238E27FC236}">
                <a16:creationId xmlns:a16="http://schemas.microsoft.com/office/drawing/2014/main" id="{557EC291-1BBB-F706-AEE0-EE5ED20FEE1B}"/>
              </a:ext>
            </a:extLst>
          </p:cNvPr>
          <p:cNvSpPr>
            <a:spLocks noChangeShapeType="1"/>
          </p:cNvSpPr>
          <p:nvPr/>
        </p:nvSpPr>
        <p:spPr bwMode="auto">
          <a:xfrm>
            <a:off x="1752600" y="51816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7" name="Line 17">
            <a:extLst>
              <a:ext uri="{FF2B5EF4-FFF2-40B4-BE49-F238E27FC236}">
                <a16:creationId xmlns:a16="http://schemas.microsoft.com/office/drawing/2014/main" id="{29CBDBD1-234E-29AB-1BC1-3A8FDD6E8039}"/>
              </a:ext>
            </a:extLst>
          </p:cNvPr>
          <p:cNvSpPr>
            <a:spLocks noChangeShapeType="1"/>
          </p:cNvSpPr>
          <p:nvPr/>
        </p:nvSpPr>
        <p:spPr bwMode="auto">
          <a:xfrm>
            <a:off x="2133600" y="51816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8" name="Rectangle 18" descr="再生纸">
            <a:extLst>
              <a:ext uri="{FF2B5EF4-FFF2-40B4-BE49-F238E27FC236}">
                <a16:creationId xmlns:a16="http://schemas.microsoft.com/office/drawing/2014/main" id="{25116E49-0E72-9809-823D-3DC830AB0563}"/>
              </a:ext>
            </a:extLst>
          </p:cNvPr>
          <p:cNvSpPr>
            <a:spLocks noChangeArrowheads="1"/>
          </p:cNvSpPr>
          <p:nvPr/>
        </p:nvSpPr>
        <p:spPr bwMode="auto">
          <a:xfrm>
            <a:off x="2819400" y="51816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19" name="Line 19">
            <a:extLst>
              <a:ext uri="{FF2B5EF4-FFF2-40B4-BE49-F238E27FC236}">
                <a16:creationId xmlns:a16="http://schemas.microsoft.com/office/drawing/2014/main" id="{83F2EEC5-A155-36DF-D10E-881762E2D55F}"/>
              </a:ext>
            </a:extLst>
          </p:cNvPr>
          <p:cNvSpPr>
            <a:spLocks noChangeShapeType="1"/>
          </p:cNvSpPr>
          <p:nvPr/>
        </p:nvSpPr>
        <p:spPr bwMode="auto">
          <a:xfrm>
            <a:off x="3200400" y="51816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20" name="Line 20">
            <a:extLst>
              <a:ext uri="{FF2B5EF4-FFF2-40B4-BE49-F238E27FC236}">
                <a16:creationId xmlns:a16="http://schemas.microsoft.com/office/drawing/2014/main" id="{B89FFEF3-491B-5E82-66CD-BC23943CC5E7}"/>
              </a:ext>
            </a:extLst>
          </p:cNvPr>
          <p:cNvSpPr>
            <a:spLocks noChangeShapeType="1"/>
          </p:cNvSpPr>
          <p:nvPr/>
        </p:nvSpPr>
        <p:spPr bwMode="auto">
          <a:xfrm>
            <a:off x="3581400" y="51816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21" name="Rectangle 21" descr="再生纸">
            <a:extLst>
              <a:ext uri="{FF2B5EF4-FFF2-40B4-BE49-F238E27FC236}">
                <a16:creationId xmlns:a16="http://schemas.microsoft.com/office/drawing/2014/main" id="{5DB80463-8D0A-B04E-8F32-61501947159A}"/>
              </a:ext>
            </a:extLst>
          </p:cNvPr>
          <p:cNvSpPr>
            <a:spLocks noChangeArrowheads="1"/>
          </p:cNvSpPr>
          <p:nvPr/>
        </p:nvSpPr>
        <p:spPr bwMode="auto">
          <a:xfrm>
            <a:off x="4267200" y="51816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22" name="Line 22">
            <a:extLst>
              <a:ext uri="{FF2B5EF4-FFF2-40B4-BE49-F238E27FC236}">
                <a16:creationId xmlns:a16="http://schemas.microsoft.com/office/drawing/2014/main" id="{CC7198A7-E527-B1AC-223B-A3014FBEE171}"/>
              </a:ext>
            </a:extLst>
          </p:cNvPr>
          <p:cNvSpPr>
            <a:spLocks noChangeShapeType="1"/>
          </p:cNvSpPr>
          <p:nvPr/>
        </p:nvSpPr>
        <p:spPr bwMode="auto">
          <a:xfrm>
            <a:off x="4648200" y="51816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23" name="Line 23">
            <a:extLst>
              <a:ext uri="{FF2B5EF4-FFF2-40B4-BE49-F238E27FC236}">
                <a16:creationId xmlns:a16="http://schemas.microsoft.com/office/drawing/2014/main" id="{8A8D3A29-834D-2AA0-CDCE-DDD26886B615}"/>
              </a:ext>
            </a:extLst>
          </p:cNvPr>
          <p:cNvSpPr>
            <a:spLocks noChangeShapeType="1"/>
          </p:cNvSpPr>
          <p:nvPr/>
        </p:nvSpPr>
        <p:spPr bwMode="auto">
          <a:xfrm>
            <a:off x="5029200" y="51816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24" name="Line 24">
            <a:extLst>
              <a:ext uri="{FF2B5EF4-FFF2-40B4-BE49-F238E27FC236}">
                <a16:creationId xmlns:a16="http://schemas.microsoft.com/office/drawing/2014/main" id="{5B4C14D3-4B2E-BDF5-F666-EC119E44BB10}"/>
              </a:ext>
            </a:extLst>
          </p:cNvPr>
          <p:cNvSpPr>
            <a:spLocks noChangeShapeType="1"/>
          </p:cNvSpPr>
          <p:nvPr/>
        </p:nvSpPr>
        <p:spPr bwMode="auto">
          <a:xfrm>
            <a:off x="2362200" y="53340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25" name="Line 25">
            <a:extLst>
              <a:ext uri="{FF2B5EF4-FFF2-40B4-BE49-F238E27FC236}">
                <a16:creationId xmlns:a16="http://schemas.microsoft.com/office/drawing/2014/main" id="{DF4DA282-CAB5-2636-293C-A3C24017EE41}"/>
              </a:ext>
            </a:extLst>
          </p:cNvPr>
          <p:cNvSpPr>
            <a:spLocks noChangeShapeType="1"/>
          </p:cNvSpPr>
          <p:nvPr/>
        </p:nvSpPr>
        <p:spPr bwMode="auto">
          <a:xfrm>
            <a:off x="3810000" y="53340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26" name="Rectangle 26" descr="再生纸">
            <a:extLst>
              <a:ext uri="{FF2B5EF4-FFF2-40B4-BE49-F238E27FC236}">
                <a16:creationId xmlns:a16="http://schemas.microsoft.com/office/drawing/2014/main" id="{8377C9F7-BCB9-8748-FA25-7C7262A2669B}"/>
              </a:ext>
            </a:extLst>
          </p:cNvPr>
          <p:cNvSpPr>
            <a:spLocks noChangeArrowheads="1"/>
          </p:cNvSpPr>
          <p:nvPr/>
        </p:nvSpPr>
        <p:spPr bwMode="auto">
          <a:xfrm>
            <a:off x="4648200" y="39624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27" name="Line 27">
            <a:extLst>
              <a:ext uri="{FF2B5EF4-FFF2-40B4-BE49-F238E27FC236}">
                <a16:creationId xmlns:a16="http://schemas.microsoft.com/office/drawing/2014/main" id="{DAA98F53-D586-0846-85B3-A04FB1CAE6CC}"/>
              </a:ext>
            </a:extLst>
          </p:cNvPr>
          <p:cNvSpPr>
            <a:spLocks noChangeShapeType="1"/>
          </p:cNvSpPr>
          <p:nvPr/>
        </p:nvSpPr>
        <p:spPr bwMode="auto">
          <a:xfrm>
            <a:off x="5029200" y="39624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28" name="Line 28">
            <a:extLst>
              <a:ext uri="{FF2B5EF4-FFF2-40B4-BE49-F238E27FC236}">
                <a16:creationId xmlns:a16="http://schemas.microsoft.com/office/drawing/2014/main" id="{289CCC80-842B-AAAD-44C1-AD22F7987A5E}"/>
              </a:ext>
            </a:extLst>
          </p:cNvPr>
          <p:cNvSpPr>
            <a:spLocks noChangeShapeType="1"/>
          </p:cNvSpPr>
          <p:nvPr/>
        </p:nvSpPr>
        <p:spPr bwMode="auto">
          <a:xfrm>
            <a:off x="5410200" y="39624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29" name="Rectangle 29" descr="再生纸">
            <a:extLst>
              <a:ext uri="{FF2B5EF4-FFF2-40B4-BE49-F238E27FC236}">
                <a16:creationId xmlns:a16="http://schemas.microsoft.com/office/drawing/2014/main" id="{B91047F3-9B05-E37C-2FEB-E7E3342F01EC}"/>
              </a:ext>
            </a:extLst>
          </p:cNvPr>
          <p:cNvSpPr>
            <a:spLocks noChangeArrowheads="1"/>
          </p:cNvSpPr>
          <p:nvPr/>
        </p:nvSpPr>
        <p:spPr bwMode="auto">
          <a:xfrm>
            <a:off x="6096000" y="39624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30" name="Line 30">
            <a:extLst>
              <a:ext uri="{FF2B5EF4-FFF2-40B4-BE49-F238E27FC236}">
                <a16:creationId xmlns:a16="http://schemas.microsoft.com/office/drawing/2014/main" id="{4BE471B7-7A5C-6E93-0245-B3C45DCFF84F}"/>
              </a:ext>
            </a:extLst>
          </p:cNvPr>
          <p:cNvSpPr>
            <a:spLocks noChangeShapeType="1"/>
          </p:cNvSpPr>
          <p:nvPr/>
        </p:nvSpPr>
        <p:spPr bwMode="auto">
          <a:xfrm>
            <a:off x="6477000" y="39624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31" name="Line 31">
            <a:extLst>
              <a:ext uri="{FF2B5EF4-FFF2-40B4-BE49-F238E27FC236}">
                <a16:creationId xmlns:a16="http://schemas.microsoft.com/office/drawing/2014/main" id="{BD0150B1-CCFF-8ED1-7BA0-2945BD30CFD5}"/>
              </a:ext>
            </a:extLst>
          </p:cNvPr>
          <p:cNvSpPr>
            <a:spLocks noChangeShapeType="1"/>
          </p:cNvSpPr>
          <p:nvPr/>
        </p:nvSpPr>
        <p:spPr bwMode="auto">
          <a:xfrm>
            <a:off x="6858000" y="39624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32" name="Rectangle 32" descr="再生纸">
            <a:extLst>
              <a:ext uri="{FF2B5EF4-FFF2-40B4-BE49-F238E27FC236}">
                <a16:creationId xmlns:a16="http://schemas.microsoft.com/office/drawing/2014/main" id="{40C7DD83-4210-7DC5-0D1E-86361206B4F1}"/>
              </a:ext>
            </a:extLst>
          </p:cNvPr>
          <p:cNvSpPr>
            <a:spLocks noChangeArrowheads="1"/>
          </p:cNvSpPr>
          <p:nvPr/>
        </p:nvSpPr>
        <p:spPr bwMode="auto">
          <a:xfrm>
            <a:off x="7543800" y="3962400"/>
            <a:ext cx="12192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33" name="Line 33">
            <a:extLst>
              <a:ext uri="{FF2B5EF4-FFF2-40B4-BE49-F238E27FC236}">
                <a16:creationId xmlns:a16="http://schemas.microsoft.com/office/drawing/2014/main" id="{A7C8494E-837C-26B9-ACA3-971BA3E8CA20}"/>
              </a:ext>
            </a:extLst>
          </p:cNvPr>
          <p:cNvSpPr>
            <a:spLocks noChangeShapeType="1"/>
          </p:cNvSpPr>
          <p:nvPr/>
        </p:nvSpPr>
        <p:spPr bwMode="auto">
          <a:xfrm>
            <a:off x="7924800" y="39624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34" name="Line 34">
            <a:extLst>
              <a:ext uri="{FF2B5EF4-FFF2-40B4-BE49-F238E27FC236}">
                <a16:creationId xmlns:a16="http://schemas.microsoft.com/office/drawing/2014/main" id="{4C4F1148-DED1-F516-5EBB-EAA86975D1A1}"/>
              </a:ext>
            </a:extLst>
          </p:cNvPr>
          <p:cNvSpPr>
            <a:spLocks noChangeShapeType="1"/>
          </p:cNvSpPr>
          <p:nvPr/>
        </p:nvSpPr>
        <p:spPr bwMode="auto">
          <a:xfrm>
            <a:off x="8382000" y="39624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35" name="Line 35">
            <a:extLst>
              <a:ext uri="{FF2B5EF4-FFF2-40B4-BE49-F238E27FC236}">
                <a16:creationId xmlns:a16="http://schemas.microsoft.com/office/drawing/2014/main" id="{5F147729-902B-EBBB-B6B9-AC26CE836F02}"/>
              </a:ext>
            </a:extLst>
          </p:cNvPr>
          <p:cNvSpPr>
            <a:spLocks noChangeShapeType="1"/>
          </p:cNvSpPr>
          <p:nvPr/>
        </p:nvSpPr>
        <p:spPr bwMode="auto">
          <a:xfrm>
            <a:off x="5638800" y="41148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36" name="Line 36">
            <a:extLst>
              <a:ext uri="{FF2B5EF4-FFF2-40B4-BE49-F238E27FC236}">
                <a16:creationId xmlns:a16="http://schemas.microsoft.com/office/drawing/2014/main" id="{06D67F19-F85F-1E0A-4BD5-E770268BCBA4}"/>
              </a:ext>
            </a:extLst>
          </p:cNvPr>
          <p:cNvSpPr>
            <a:spLocks noChangeShapeType="1"/>
          </p:cNvSpPr>
          <p:nvPr/>
        </p:nvSpPr>
        <p:spPr bwMode="auto">
          <a:xfrm>
            <a:off x="7086600" y="41148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37" name="Rectangle 37" descr="再生纸">
            <a:extLst>
              <a:ext uri="{FF2B5EF4-FFF2-40B4-BE49-F238E27FC236}">
                <a16:creationId xmlns:a16="http://schemas.microsoft.com/office/drawing/2014/main" id="{7E522B75-FA5B-C3D5-D48C-9136FA370F4F}"/>
              </a:ext>
            </a:extLst>
          </p:cNvPr>
          <p:cNvSpPr>
            <a:spLocks noChangeArrowheads="1"/>
          </p:cNvSpPr>
          <p:nvPr/>
        </p:nvSpPr>
        <p:spPr bwMode="auto">
          <a:xfrm>
            <a:off x="3200400" y="39624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38" name="Line 38">
            <a:extLst>
              <a:ext uri="{FF2B5EF4-FFF2-40B4-BE49-F238E27FC236}">
                <a16:creationId xmlns:a16="http://schemas.microsoft.com/office/drawing/2014/main" id="{9C238ED9-0345-4535-165B-21A78B4928C2}"/>
              </a:ext>
            </a:extLst>
          </p:cNvPr>
          <p:cNvSpPr>
            <a:spLocks noChangeShapeType="1"/>
          </p:cNvSpPr>
          <p:nvPr/>
        </p:nvSpPr>
        <p:spPr bwMode="auto">
          <a:xfrm>
            <a:off x="3581400" y="39624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39" name="Line 39">
            <a:extLst>
              <a:ext uri="{FF2B5EF4-FFF2-40B4-BE49-F238E27FC236}">
                <a16:creationId xmlns:a16="http://schemas.microsoft.com/office/drawing/2014/main" id="{473CE10D-61DD-243B-E422-E50BC569ED05}"/>
              </a:ext>
            </a:extLst>
          </p:cNvPr>
          <p:cNvSpPr>
            <a:spLocks noChangeShapeType="1"/>
          </p:cNvSpPr>
          <p:nvPr/>
        </p:nvSpPr>
        <p:spPr bwMode="auto">
          <a:xfrm>
            <a:off x="3962400" y="39624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0" name="Line 40">
            <a:extLst>
              <a:ext uri="{FF2B5EF4-FFF2-40B4-BE49-F238E27FC236}">
                <a16:creationId xmlns:a16="http://schemas.microsoft.com/office/drawing/2014/main" id="{BDB54AFC-CD4B-4D69-789A-AE85EF180391}"/>
              </a:ext>
            </a:extLst>
          </p:cNvPr>
          <p:cNvSpPr>
            <a:spLocks noChangeShapeType="1"/>
          </p:cNvSpPr>
          <p:nvPr/>
        </p:nvSpPr>
        <p:spPr bwMode="auto">
          <a:xfrm>
            <a:off x="4191000" y="41148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1" name="Line 41">
            <a:extLst>
              <a:ext uri="{FF2B5EF4-FFF2-40B4-BE49-F238E27FC236}">
                <a16:creationId xmlns:a16="http://schemas.microsoft.com/office/drawing/2014/main" id="{EE7AC3FF-76FD-0505-9D52-52D9A690D993}"/>
              </a:ext>
            </a:extLst>
          </p:cNvPr>
          <p:cNvSpPr>
            <a:spLocks noChangeShapeType="1"/>
          </p:cNvSpPr>
          <p:nvPr/>
        </p:nvSpPr>
        <p:spPr bwMode="auto">
          <a:xfrm>
            <a:off x="1066800" y="5334000"/>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018" name="Text Box 42">
            <a:extLst>
              <a:ext uri="{FF2B5EF4-FFF2-40B4-BE49-F238E27FC236}">
                <a16:creationId xmlns:a16="http://schemas.microsoft.com/office/drawing/2014/main" id="{42BCEBFE-5D13-A4F9-0030-55856EFC4522}"/>
              </a:ext>
            </a:extLst>
          </p:cNvPr>
          <p:cNvSpPr txBox="1">
            <a:spLocks noChangeArrowheads="1"/>
          </p:cNvSpPr>
          <p:nvPr/>
        </p:nvSpPr>
        <p:spPr bwMode="auto">
          <a:xfrm>
            <a:off x="685800" y="5119688"/>
            <a:ext cx="420688" cy="519112"/>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i="1">
                <a:effectLst>
                  <a:outerShdw blurRad="38100" dist="38100" dir="2700000" algn="tl">
                    <a:srgbClr val="C0C0C0"/>
                  </a:outerShdw>
                </a:effectLst>
                <a:latin typeface="+mn-lt"/>
                <a:ea typeface="+mn-ea"/>
              </a:rPr>
              <a:t>E</a:t>
            </a:r>
            <a:endParaRPr lang="en-US" altLang="zh-CN">
              <a:latin typeface="+mn-lt"/>
              <a:ea typeface="+mn-ea"/>
            </a:endParaRPr>
          </a:p>
        </p:txBody>
      </p:sp>
      <p:sp>
        <p:nvSpPr>
          <p:cNvPr id="76843" name="Rectangle 43">
            <a:extLst>
              <a:ext uri="{FF2B5EF4-FFF2-40B4-BE49-F238E27FC236}">
                <a16:creationId xmlns:a16="http://schemas.microsoft.com/office/drawing/2014/main" id="{4218EF98-8C86-85CF-230A-0D3631A82D16}"/>
              </a:ext>
            </a:extLst>
          </p:cNvPr>
          <p:cNvSpPr>
            <a:spLocks noChangeArrowheads="1"/>
          </p:cNvSpPr>
          <p:nvPr/>
        </p:nvSpPr>
        <p:spPr bwMode="auto">
          <a:xfrm>
            <a:off x="1752600" y="518160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kumimoji="1" lang="zh-CN" altLang="zh-CN" sz="2400">
              <a:latin typeface="Times New Roman" panose="02020603050405020304" pitchFamily="18" charset="0"/>
              <a:ea typeface="宋体" panose="02010600030101010101" pitchFamily="2" charset="-122"/>
            </a:endParaRPr>
          </a:p>
        </p:txBody>
      </p:sp>
      <p:sp>
        <p:nvSpPr>
          <p:cNvPr id="76844" name="Text Box 44">
            <a:extLst>
              <a:ext uri="{FF2B5EF4-FFF2-40B4-BE49-F238E27FC236}">
                <a16:creationId xmlns:a16="http://schemas.microsoft.com/office/drawing/2014/main" id="{D971B5A5-DD9F-020B-CA7F-888D699F1401}"/>
              </a:ext>
            </a:extLst>
          </p:cNvPr>
          <p:cNvSpPr txBox="1">
            <a:spLocks noChangeArrowheads="1"/>
          </p:cNvSpPr>
          <p:nvPr/>
        </p:nvSpPr>
        <p:spPr bwMode="auto">
          <a:xfrm>
            <a:off x="3422650" y="47498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6845" name="Line 45">
            <a:extLst>
              <a:ext uri="{FF2B5EF4-FFF2-40B4-BE49-F238E27FC236}">
                <a16:creationId xmlns:a16="http://schemas.microsoft.com/office/drawing/2014/main" id="{1F105C57-2E16-E329-A8A9-7DBFE85336D3}"/>
              </a:ext>
            </a:extLst>
          </p:cNvPr>
          <p:cNvSpPr>
            <a:spLocks noChangeShapeType="1"/>
          </p:cNvSpPr>
          <p:nvPr/>
        </p:nvSpPr>
        <p:spPr bwMode="auto">
          <a:xfrm flipV="1">
            <a:off x="4876800" y="5791200"/>
            <a:ext cx="0" cy="3810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6" name="Line 46">
            <a:extLst>
              <a:ext uri="{FF2B5EF4-FFF2-40B4-BE49-F238E27FC236}">
                <a16:creationId xmlns:a16="http://schemas.microsoft.com/office/drawing/2014/main" id="{4567C25C-5FB8-F222-3FED-33C319DB082D}"/>
              </a:ext>
            </a:extLst>
          </p:cNvPr>
          <p:cNvSpPr>
            <a:spLocks noChangeShapeType="1"/>
          </p:cNvSpPr>
          <p:nvPr/>
        </p:nvSpPr>
        <p:spPr bwMode="auto">
          <a:xfrm>
            <a:off x="1143000" y="5791200"/>
            <a:ext cx="3733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47" name="Line 47">
            <a:extLst>
              <a:ext uri="{FF2B5EF4-FFF2-40B4-BE49-F238E27FC236}">
                <a16:creationId xmlns:a16="http://schemas.microsoft.com/office/drawing/2014/main" id="{CD265DA3-5C7F-08F0-6501-E9B92C0A37A2}"/>
              </a:ext>
            </a:extLst>
          </p:cNvPr>
          <p:cNvSpPr>
            <a:spLocks noChangeShapeType="1"/>
          </p:cNvSpPr>
          <p:nvPr/>
        </p:nvSpPr>
        <p:spPr bwMode="auto">
          <a:xfrm>
            <a:off x="1066800" y="6248400"/>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024" name="Text Box 48">
            <a:extLst>
              <a:ext uri="{FF2B5EF4-FFF2-40B4-BE49-F238E27FC236}">
                <a16:creationId xmlns:a16="http://schemas.microsoft.com/office/drawing/2014/main" id="{DC158C93-A886-E7F5-4EC7-625493BAD413}"/>
              </a:ext>
            </a:extLst>
          </p:cNvPr>
          <p:cNvSpPr txBox="1">
            <a:spLocks noChangeArrowheads="1"/>
          </p:cNvSpPr>
          <p:nvPr/>
        </p:nvSpPr>
        <p:spPr bwMode="auto">
          <a:xfrm>
            <a:off x="685800" y="5943600"/>
            <a:ext cx="420688" cy="519113"/>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i="1">
                <a:effectLst>
                  <a:outerShdw blurRad="38100" dist="38100" dir="2700000" algn="tl">
                    <a:srgbClr val="C0C0C0"/>
                  </a:outerShdw>
                </a:effectLst>
                <a:latin typeface="+mn-lt"/>
                <a:ea typeface="+mn-ea"/>
              </a:rPr>
              <a:t>F</a:t>
            </a:r>
            <a:endParaRPr lang="en-US" altLang="zh-CN">
              <a:latin typeface="+mn-lt"/>
              <a:ea typeface="+mn-ea"/>
            </a:endParaRPr>
          </a:p>
        </p:txBody>
      </p:sp>
      <p:sp>
        <p:nvSpPr>
          <p:cNvPr id="76849" name="Line 49">
            <a:extLst>
              <a:ext uri="{FF2B5EF4-FFF2-40B4-BE49-F238E27FC236}">
                <a16:creationId xmlns:a16="http://schemas.microsoft.com/office/drawing/2014/main" id="{15A2C1B3-A46F-0FEB-DD66-D233F8088968}"/>
              </a:ext>
            </a:extLst>
          </p:cNvPr>
          <p:cNvSpPr>
            <a:spLocks noChangeShapeType="1"/>
          </p:cNvSpPr>
          <p:nvPr/>
        </p:nvSpPr>
        <p:spPr bwMode="auto">
          <a:xfrm>
            <a:off x="1143000" y="5791200"/>
            <a:ext cx="0" cy="3048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50" name="Rectangle 50">
            <a:extLst>
              <a:ext uri="{FF2B5EF4-FFF2-40B4-BE49-F238E27FC236}">
                <a16:creationId xmlns:a16="http://schemas.microsoft.com/office/drawing/2014/main" id="{A52C4BA6-BB67-4753-36C6-FB67A6A558EC}"/>
              </a:ext>
            </a:extLst>
          </p:cNvPr>
          <p:cNvSpPr>
            <a:spLocks noChangeArrowheads="1"/>
          </p:cNvSpPr>
          <p:nvPr/>
        </p:nvSpPr>
        <p:spPr bwMode="auto">
          <a:xfrm>
            <a:off x="1752600" y="601980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6851" name="Text Box 51">
            <a:extLst>
              <a:ext uri="{FF2B5EF4-FFF2-40B4-BE49-F238E27FC236}">
                <a16:creationId xmlns:a16="http://schemas.microsoft.com/office/drawing/2014/main" id="{A75004F1-6AC8-CCA3-34E7-B2E8AD937978}"/>
              </a:ext>
            </a:extLst>
          </p:cNvPr>
          <p:cNvSpPr txBox="1">
            <a:spLocks noChangeArrowheads="1"/>
          </p:cNvSpPr>
          <p:nvPr/>
        </p:nvSpPr>
        <p:spPr bwMode="auto">
          <a:xfrm>
            <a:off x="1371600" y="59578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76852" name="Text Box 52">
            <a:extLst>
              <a:ext uri="{FF2B5EF4-FFF2-40B4-BE49-F238E27FC236}">
                <a16:creationId xmlns:a16="http://schemas.microsoft.com/office/drawing/2014/main" id="{79F694C3-AE34-88E4-FDAA-2BF23B8758A8}"/>
              </a:ext>
            </a:extLst>
          </p:cNvPr>
          <p:cNvSpPr txBox="1">
            <a:spLocks noChangeArrowheads="1"/>
          </p:cNvSpPr>
          <p:nvPr/>
        </p:nvSpPr>
        <p:spPr bwMode="auto">
          <a:xfrm>
            <a:off x="2819400" y="59578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1  4</a:t>
            </a:r>
            <a:endParaRPr kumimoji="1" lang="en-US" altLang="zh-CN" sz="2400">
              <a:latin typeface="Times New Roman" panose="02020603050405020304" pitchFamily="18" charset="0"/>
              <a:ea typeface="宋体" panose="02010600030101010101" pitchFamily="2" charset="-122"/>
            </a:endParaRPr>
          </a:p>
        </p:txBody>
      </p:sp>
      <p:sp>
        <p:nvSpPr>
          <p:cNvPr id="76853" name="Text Box 53">
            <a:extLst>
              <a:ext uri="{FF2B5EF4-FFF2-40B4-BE49-F238E27FC236}">
                <a16:creationId xmlns:a16="http://schemas.microsoft.com/office/drawing/2014/main" id="{61656316-D0C5-2AF3-28B8-5190C162B0DE}"/>
              </a:ext>
            </a:extLst>
          </p:cNvPr>
          <p:cNvSpPr txBox="1">
            <a:spLocks noChangeArrowheads="1"/>
          </p:cNvSpPr>
          <p:nvPr/>
        </p:nvSpPr>
        <p:spPr bwMode="auto">
          <a:xfrm>
            <a:off x="4267200" y="5957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6854" name="Text Box 54">
            <a:extLst>
              <a:ext uri="{FF2B5EF4-FFF2-40B4-BE49-F238E27FC236}">
                <a16:creationId xmlns:a16="http://schemas.microsoft.com/office/drawing/2014/main" id="{9F85B038-E43E-888A-9180-71B58A42516B}"/>
              </a:ext>
            </a:extLst>
          </p:cNvPr>
          <p:cNvSpPr txBox="1">
            <a:spLocks noChangeArrowheads="1"/>
          </p:cNvSpPr>
          <p:nvPr/>
        </p:nvSpPr>
        <p:spPr bwMode="auto">
          <a:xfrm>
            <a:off x="1371600" y="51054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0  0</a:t>
            </a:r>
            <a:endParaRPr kumimoji="1" lang="en-US" altLang="zh-CN" sz="2400">
              <a:latin typeface="Times New Roman" panose="02020603050405020304" pitchFamily="18" charset="0"/>
              <a:ea typeface="宋体" panose="02010600030101010101" pitchFamily="2" charset="-122"/>
            </a:endParaRPr>
          </a:p>
        </p:txBody>
      </p:sp>
      <p:sp>
        <p:nvSpPr>
          <p:cNvPr id="76855" name="Text Box 55">
            <a:extLst>
              <a:ext uri="{FF2B5EF4-FFF2-40B4-BE49-F238E27FC236}">
                <a16:creationId xmlns:a16="http://schemas.microsoft.com/office/drawing/2014/main" id="{F1ADDA06-F5FA-8D21-A3B5-844F623D151C}"/>
              </a:ext>
            </a:extLst>
          </p:cNvPr>
          <p:cNvSpPr txBox="1">
            <a:spLocks noChangeArrowheads="1"/>
          </p:cNvSpPr>
          <p:nvPr/>
        </p:nvSpPr>
        <p:spPr bwMode="auto">
          <a:xfrm>
            <a:off x="42672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6856" name="Text Box 56">
            <a:extLst>
              <a:ext uri="{FF2B5EF4-FFF2-40B4-BE49-F238E27FC236}">
                <a16:creationId xmlns:a16="http://schemas.microsoft.com/office/drawing/2014/main" id="{4F007023-0E6D-FB34-599E-AD321F393236}"/>
              </a:ext>
            </a:extLst>
          </p:cNvPr>
          <p:cNvSpPr txBox="1">
            <a:spLocks noChangeArrowheads="1"/>
          </p:cNvSpPr>
          <p:nvPr/>
        </p:nvSpPr>
        <p:spPr bwMode="auto">
          <a:xfrm>
            <a:off x="28194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6857" name="Line 57">
            <a:extLst>
              <a:ext uri="{FF2B5EF4-FFF2-40B4-BE49-F238E27FC236}">
                <a16:creationId xmlns:a16="http://schemas.microsoft.com/office/drawing/2014/main" id="{D43D6371-6004-5BD8-AE61-70B7B9AA7ADD}"/>
              </a:ext>
            </a:extLst>
          </p:cNvPr>
          <p:cNvSpPr>
            <a:spLocks noChangeShapeType="1"/>
          </p:cNvSpPr>
          <p:nvPr/>
        </p:nvSpPr>
        <p:spPr bwMode="auto">
          <a:xfrm flipV="1">
            <a:off x="3429000" y="4876800"/>
            <a:ext cx="0" cy="457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58" name="Line 58">
            <a:extLst>
              <a:ext uri="{FF2B5EF4-FFF2-40B4-BE49-F238E27FC236}">
                <a16:creationId xmlns:a16="http://schemas.microsoft.com/office/drawing/2014/main" id="{086E653E-D3A4-EF3F-2CC2-4B51D2CB3F70}"/>
              </a:ext>
            </a:extLst>
          </p:cNvPr>
          <p:cNvSpPr>
            <a:spLocks noChangeShapeType="1"/>
          </p:cNvSpPr>
          <p:nvPr/>
        </p:nvSpPr>
        <p:spPr bwMode="auto">
          <a:xfrm flipH="1">
            <a:off x="457200" y="4876800"/>
            <a:ext cx="2971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59" name="Line 59">
            <a:extLst>
              <a:ext uri="{FF2B5EF4-FFF2-40B4-BE49-F238E27FC236}">
                <a16:creationId xmlns:a16="http://schemas.microsoft.com/office/drawing/2014/main" id="{80B649BA-BFE6-3B8A-B3FA-40BD4D16AD90}"/>
              </a:ext>
            </a:extLst>
          </p:cNvPr>
          <p:cNvSpPr>
            <a:spLocks noChangeShapeType="1"/>
          </p:cNvSpPr>
          <p:nvPr/>
        </p:nvSpPr>
        <p:spPr bwMode="auto">
          <a:xfrm>
            <a:off x="914400" y="4648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60" name="Line 60">
            <a:extLst>
              <a:ext uri="{FF2B5EF4-FFF2-40B4-BE49-F238E27FC236}">
                <a16:creationId xmlns:a16="http://schemas.microsoft.com/office/drawing/2014/main" id="{67A5B7C6-D8D6-5703-EC01-D1DD65CF356B}"/>
              </a:ext>
            </a:extLst>
          </p:cNvPr>
          <p:cNvSpPr>
            <a:spLocks noChangeShapeType="1"/>
          </p:cNvSpPr>
          <p:nvPr/>
        </p:nvSpPr>
        <p:spPr bwMode="auto">
          <a:xfrm>
            <a:off x="685800" y="4572000"/>
            <a:ext cx="41910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61" name="Line 61">
            <a:extLst>
              <a:ext uri="{FF2B5EF4-FFF2-40B4-BE49-F238E27FC236}">
                <a16:creationId xmlns:a16="http://schemas.microsoft.com/office/drawing/2014/main" id="{3453D0C3-E555-FFA8-3FB3-6D88FF01D159}"/>
              </a:ext>
            </a:extLst>
          </p:cNvPr>
          <p:cNvSpPr>
            <a:spLocks noChangeShapeType="1"/>
          </p:cNvSpPr>
          <p:nvPr/>
        </p:nvSpPr>
        <p:spPr bwMode="auto">
          <a:xfrm>
            <a:off x="4876800" y="4572000"/>
            <a:ext cx="0" cy="7620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62" name="Text Box 62">
            <a:extLst>
              <a:ext uri="{FF2B5EF4-FFF2-40B4-BE49-F238E27FC236}">
                <a16:creationId xmlns:a16="http://schemas.microsoft.com/office/drawing/2014/main" id="{082EBE76-EDE0-68E1-CE77-83184028AEB9}"/>
              </a:ext>
            </a:extLst>
          </p:cNvPr>
          <p:cNvSpPr txBox="1">
            <a:spLocks noChangeArrowheads="1"/>
          </p:cNvSpPr>
          <p:nvPr/>
        </p:nvSpPr>
        <p:spPr bwMode="auto">
          <a:xfrm>
            <a:off x="4913313" y="473868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76863" name="Text Box 63">
            <a:extLst>
              <a:ext uri="{FF2B5EF4-FFF2-40B4-BE49-F238E27FC236}">
                <a16:creationId xmlns:a16="http://schemas.microsoft.com/office/drawing/2014/main" id="{6C72688D-72BE-3AEB-5F78-D97D0792E263}"/>
              </a:ext>
            </a:extLst>
          </p:cNvPr>
          <p:cNvSpPr txBox="1">
            <a:spLocks noChangeArrowheads="1"/>
          </p:cNvSpPr>
          <p:nvPr/>
        </p:nvSpPr>
        <p:spPr bwMode="auto">
          <a:xfrm>
            <a:off x="5029200" y="5881688"/>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6864" name="Text Box 64">
            <a:extLst>
              <a:ext uri="{FF2B5EF4-FFF2-40B4-BE49-F238E27FC236}">
                <a16:creationId xmlns:a16="http://schemas.microsoft.com/office/drawing/2014/main" id="{9AC7B90B-C6F2-C605-295F-6959708E65A1}"/>
              </a:ext>
            </a:extLst>
          </p:cNvPr>
          <p:cNvSpPr txBox="1">
            <a:spLocks noChangeArrowheads="1"/>
          </p:cNvSpPr>
          <p:nvPr/>
        </p:nvSpPr>
        <p:spPr bwMode="auto">
          <a:xfrm>
            <a:off x="5029200" y="5043488"/>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6865" name="Rectangle 65">
            <a:extLst>
              <a:ext uri="{FF2B5EF4-FFF2-40B4-BE49-F238E27FC236}">
                <a16:creationId xmlns:a16="http://schemas.microsoft.com/office/drawing/2014/main" id="{D2E25802-3A61-D0FA-F667-E0AFC4DE6026}"/>
              </a:ext>
            </a:extLst>
          </p:cNvPr>
          <p:cNvSpPr>
            <a:spLocks noChangeArrowheads="1"/>
          </p:cNvSpPr>
          <p:nvPr/>
        </p:nvSpPr>
        <p:spPr bwMode="auto">
          <a:xfrm>
            <a:off x="3581400" y="396240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6866" name="Text Box 66">
            <a:extLst>
              <a:ext uri="{FF2B5EF4-FFF2-40B4-BE49-F238E27FC236}">
                <a16:creationId xmlns:a16="http://schemas.microsoft.com/office/drawing/2014/main" id="{813EEEB0-FEDF-A9B3-6540-B61D8E9C918F}"/>
              </a:ext>
            </a:extLst>
          </p:cNvPr>
          <p:cNvSpPr txBox="1">
            <a:spLocks noChangeArrowheads="1"/>
          </p:cNvSpPr>
          <p:nvPr/>
        </p:nvSpPr>
        <p:spPr bwMode="auto">
          <a:xfrm>
            <a:off x="3200400" y="39004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76867" name="Text Box 67">
            <a:extLst>
              <a:ext uri="{FF2B5EF4-FFF2-40B4-BE49-F238E27FC236}">
                <a16:creationId xmlns:a16="http://schemas.microsoft.com/office/drawing/2014/main" id="{BD084EA0-3FAC-6E9C-5ABF-4E59FDFBBB30}"/>
              </a:ext>
            </a:extLst>
          </p:cNvPr>
          <p:cNvSpPr txBox="1">
            <a:spLocks noChangeArrowheads="1"/>
          </p:cNvSpPr>
          <p:nvPr/>
        </p:nvSpPr>
        <p:spPr bwMode="auto">
          <a:xfrm>
            <a:off x="4692650" y="39004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1  5</a:t>
            </a:r>
            <a:endParaRPr kumimoji="1" lang="en-US" altLang="zh-CN" sz="2400">
              <a:latin typeface="Times New Roman" panose="02020603050405020304" pitchFamily="18" charset="0"/>
              <a:ea typeface="宋体" panose="02010600030101010101" pitchFamily="2" charset="-122"/>
            </a:endParaRPr>
          </a:p>
        </p:txBody>
      </p:sp>
      <p:sp>
        <p:nvSpPr>
          <p:cNvPr id="76868" name="Text Box 68">
            <a:extLst>
              <a:ext uri="{FF2B5EF4-FFF2-40B4-BE49-F238E27FC236}">
                <a16:creationId xmlns:a16="http://schemas.microsoft.com/office/drawing/2014/main" id="{9331FCE4-BEB3-BCC6-46AD-7AD7EF225DBA}"/>
              </a:ext>
            </a:extLst>
          </p:cNvPr>
          <p:cNvSpPr txBox="1">
            <a:spLocks noChangeArrowheads="1"/>
          </p:cNvSpPr>
          <p:nvPr/>
        </p:nvSpPr>
        <p:spPr bwMode="auto">
          <a:xfrm>
            <a:off x="6096000" y="39004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1  3</a:t>
            </a:r>
            <a:endParaRPr kumimoji="1" lang="en-US" altLang="zh-CN" sz="2400">
              <a:latin typeface="Times New Roman" panose="02020603050405020304" pitchFamily="18" charset="0"/>
              <a:ea typeface="宋体" panose="02010600030101010101" pitchFamily="2" charset="-122"/>
            </a:endParaRPr>
          </a:p>
        </p:txBody>
      </p:sp>
      <p:sp>
        <p:nvSpPr>
          <p:cNvPr id="76869" name="Text Box 69">
            <a:extLst>
              <a:ext uri="{FF2B5EF4-FFF2-40B4-BE49-F238E27FC236}">
                <a16:creationId xmlns:a16="http://schemas.microsoft.com/office/drawing/2014/main" id="{CBC9DA88-5959-BB44-81E6-FFDA6B5562E1}"/>
              </a:ext>
            </a:extLst>
          </p:cNvPr>
          <p:cNvSpPr txBox="1">
            <a:spLocks noChangeArrowheads="1"/>
          </p:cNvSpPr>
          <p:nvPr/>
        </p:nvSpPr>
        <p:spPr bwMode="auto">
          <a:xfrm>
            <a:off x="7591425" y="38862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1  9</a:t>
            </a:r>
            <a:endParaRPr kumimoji="1" lang="en-US" altLang="zh-CN" sz="2400">
              <a:latin typeface="Times New Roman" panose="02020603050405020304" pitchFamily="18" charset="0"/>
              <a:ea typeface="宋体" panose="02010600030101010101" pitchFamily="2" charset="-122"/>
            </a:endParaRPr>
          </a:p>
        </p:txBody>
      </p:sp>
      <p:sp>
        <p:nvSpPr>
          <p:cNvPr id="76870" name="Text Box 70">
            <a:extLst>
              <a:ext uri="{FF2B5EF4-FFF2-40B4-BE49-F238E27FC236}">
                <a16:creationId xmlns:a16="http://schemas.microsoft.com/office/drawing/2014/main" id="{A9250A76-405C-FBF5-DDBD-9E35CCD9E08A}"/>
              </a:ext>
            </a:extLst>
          </p:cNvPr>
          <p:cNvSpPr txBox="1">
            <a:spLocks noChangeArrowheads="1"/>
          </p:cNvSpPr>
          <p:nvPr/>
        </p:nvSpPr>
        <p:spPr bwMode="auto">
          <a:xfrm>
            <a:off x="8364538" y="382428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6871" name="Line 71">
            <a:extLst>
              <a:ext uri="{FF2B5EF4-FFF2-40B4-BE49-F238E27FC236}">
                <a16:creationId xmlns:a16="http://schemas.microsoft.com/office/drawing/2014/main" id="{4D6836C3-91E3-AFAB-2700-52C48588D2BC}"/>
              </a:ext>
            </a:extLst>
          </p:cNvPr>
          <p:cNvSpPr>
            <a:spLocks noChangeShapeType="1"/>
          </p:cNvSpPr>
          <p:nvPr/>
        </p:nvSpPr>
        <p:spPr bwMode="auto">
          <a:xfrm>
            <a:off x="2895600" y="4038600"/>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72" name="Rectangle 72" descr="再生纸">
            <a:extLst>
              <a:ext uri="{FF2B5EF4-FFF2-40B4-BE49-F238E27FC236}">
                <a16:creationId xmlns:a16="http://schemas.microsoft.com/office/drawing/2014/main" id="{F836F77C-D68E-CA4B-2E54-FE8C19C28795}"/>
              </a:ext>
            </a:extLst>
          </p:cNvPr>
          <p:cNvSpPr>
            <a:spLocks noChangeArrowheads="1"/>
          </p:cNvSpPr>
          <p:nvPr/>
        </p:nvSpPr>
        <p:spPr bwMode="auto">
          <a:xfrm>
            <a:off x="2819400" y="31242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73" name="Line 73">
            <a:extLst>
              <a:ext uri="{FF2B5EF4-FFF2-40B4-BE49-F238E27FC236}">
                <a16:creationId xmlns:a16="http://schemas.microsoft.com/office/drawing/2014/main" id="{996539E0-B883-6BBC-4AB5-A4501A20E9E3}"/>
              </a:ext>
            </a:extLst>
          </p:cNvPr>
          <p:cNvSpPr>
            <a:spLocks noChangeShapeType="1"/>
          </p:cNvSpPr>
          <p:nvPr/>
        </p:nvSpPr>
        <p:spPr bwMode="auto">
          <a:xfrm>
            <a:off x="3200400" y="31242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74" name="Rectangle 74" descr="再生纸">
            <a:extLst>
              <a:ext uri="{FF2B5EF4-FFF2-40B4-BE49-F238E27FC236}">
                <a16:creationId xmlns:a16="http://schemas.microsoft.com/office/drawing/2014/main" id="{365A4DC8-3BFA-9917-8DE1-BDCAB8D98705}"/>
              </a:ext>
            </a:extLst>
          </p:cNvPr>
          <p:cNvSpPr>
            <a:spLocks noChangeArrowheads="1"/>
          </p:cNvSpPr>
          <p:nvPr/>
        </p:nvSpPr>
        <p:spPr bwMode="auto">
          <a:xfrm>
            <a:off x="4267200" y="31242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75" name="Line 75">
            <a:extLst>
              <a:ext uri="{FF2B5EF4-FFF2-40B4-BE49-F238E27FC236}">
                <a16:creationId xmlns:a16="http://schemas.microsoft.com/office/drawing/2014/main" id="{232DA706-4305-E336-96E6-941AFCB796E8}"/>
              </a:ext>
            </a:extLst>
          </p:cNvPr>
          <p:cNvSpPr>
            <a:spLocks noChangeShapeType="1"/>
          </p:cNvSpPr>
          <p:nvPr/>
        </p:nvSpPr>
        <p:spPr bwMode="auto">
          <a:xfrm>
            <a:off x="3810000" y="32766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76" name="Rectangle 76" descr="再生纸">
            <a:extLst>
              <a:ext uri="{FF2B5EF4-FFF2-40B4-BE49-F238E27FC236}">
                <a16:creationId xmlns:a16="http://schemas.microsoft.com/office/drawing/2014/main" id="{93DD7B44-C3AC-A90E-15D7-C2BFB5A89E13}"/>
              </a:ext>
            </a:extLst>
          </p:cNvPr>
          <p:cNvSpPr>
            <a:spLocks noChangeArrowheads="1"/>
          </p:cNvSpPr>
          <p:nvPr/>
        </p:nvSpPr>
        <p:spPr bwMode="auto">
          <a:xfrm>
            <a:off x="1371600" y="31242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77" name="Line 77">
            <a:extLst>
              <a:ext uri="{FF2B5EF4-FFF2-40B4-BE49-F238E27FC236}">
                <a16:creationId xmlns:a16="http://schemas.microsoft.com/office/drawing/2014/main" id="{14780796-8867-FB30-29BC-E2AD881360FD}"/>
              </a:ext>
            </a:extLst>
          </p:cNvPr>
          <p:cNvSpPr>
            <a:spLocks noChangeShapeType="1"/>
          </p:cNvSpPr>
          <p:nvPr/>
        </p:nvSpPr>
        <p:spPr bwMode="auto">
          <a:xfrm>
            <a:off x="2133600" y="312420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78" name="Line 78">
            <a:extLst>
              <a:ext uri="{FF2B5EF4-FFF2-40B4-BE49-F238E27FC236}">
                <a16:creationId xmlns:a16="http://schemas.microsoft.com/office/drawing/2014/main" id="{5BEA70A3-68FD-24BE-8047-AF220868DA99}"/>
              </a:ext>
            </a:extLst>
          </p:cNvPr>
          <p:cNvSpPr>
            <a:spLocks noChangeShapeType="1"/>
          </p:cNvSpPr>
          <p:nvPr/>
        </p:nvSpPr>
        <p:spPr bwMode="auto">
          <a:xfrm>
            <a:off x="2362200" y="32766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79" name="Rectangle 79">
            <a:extLst>
              <a:ext uri="{FF2B5EF4-FFF2-40B4-BE49-F238E27FC236}">
                <a16:creationId xmlns:a16="http://schemas.microsoft.com/office/drawing/2014/main" id="{B4A71725-F2D2-4932-191B-A569D78157A8}"/>
              </a:ext>
            </a:extLst>
          </p:cNvPr>
          <p:cNvSpPr>
            <a:spLocks noChangeArrowheads="1"/>
          </p:cNvSpPr>
          <p:nvPr/>
        </p:nvSpPr>
        <p:spPr bwMode="auto">
          <a:xfrm>
            <a:off x="1752600" y="312420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6880" name="Text Box 80">
            <a:extLst>
              <a:ext uri="{FF2B5EF4-FFF2-40B4-BE49-F238E27FC236}">
                <a16:creationId xmlns:a16="http://schemas.microsoft.com/office/drawing/2014/main" id="{462B89D5-31C1-7291-F903-3AF01E860C82}"/>
              </a:ext>
            </a:extLst>
          </p:cNvPr>
          <p:cNvSpPr txBox="1">
            <a:spLocks noChangeArrowheads="1"/>
          </p:cNvSpPr>
          <p:nvPr/>
        </p:nvSpPr>
        <p:spPr bwMode="auto">
          <a:xfrm>
            <a:off x="1371600" y="30622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76881" name="Text Box 81">
            <a:extLst>
              <a:ext uri="{FF2B5EF4-FFF2-40B4-BE49-F238E27FC236}">
                <a16:creationId xmlns:a16="http://schemas.microsoft.com/office/drawing/2014/main" id="{B472931D-1F11-8208-2819-67E6557B64AF}"/>
              </a:ext>
            </a:extLst>
          </p:cNvPr>
          <p:cNvSpPr txBox="1">
            <a:spLocks noChangeArrowheads="1"/>
          </p:cNvSpPr>
          <p:nvPr/>
        </p:nvSpPr>
        <p:spPr bwMode="auto">
          <a:xfrm>
            <a:off x="2867025" y="30622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1  1</a:t>
            </a:r>
            <a:endParaRPr kumimoji="1" lang="en-US" altLang="zh-CN" sz="2400">
              <a:latin typeface="Times New Roman" panose="02020603050405020304" pitchFamily="18" charset="0"/>
              <a:ea typeface="宋体" panose="02010600030101010101" pitchFamily="2" charset="-122"/>
            </a:endParaRPr>
          </a:p>
        </p:txBody>
      </p:sp>
      <p:sp>
        <p:nvSpPr>
          <p:cNvPr id="76882" name="Text Box 82">
            <a:extLst>
              <a:ext uri="{FF2B5EF4-FFF2-40B4-BE49-F238E27FC236}">
                <a16:creationId xmlns:a16="http://schemas.microsoft.com/office/drawing/2014/main" id="{FEB14D00-7555-AD6F-70AB-F5C05BE775E4}"/>
              </a:ext>
            </a:extLst>
          </p:cNvPr>
          <p:cNvSpPr txBox="1">
            <a:spLocks noChangeArrowheads="1"/>
          </p:cNvSpPr>
          <p:nvPr/>
        </p:nvSpPr>
        <p:spPr bwMode="auto">
          <a:xfrm>
            <a:off x="4267200" y="3062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6883" name="Line 83">
            <a:extLst>
              <a:ext uri="{FF2B5EF4-FFF2-40B4-BE49-F238E27FC236}">
                <a16:creationId xmlns:a16="http://schemas.microsoft.com/office/drawing/2014/main" id="{405AB9CC-E3FC-7428-37EB-ECEE373FC897}"/>
              </a:ext>
            </a:extLst>
          </p:cNvPr>
          <p:cNvSpPr>
            <a:spLocks noChangeShapeType="1"/>
          </p:cNvSpPr>
          <p:nvPr/>
        </p:nvSpPr>
        <p:spPr bwMode="auto">
          <a:xfrm>
            <a:off x="1066800" y="3367088"/>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84" name="Line 84">
            <a:extLst>
              <a:ext uri="{FF2B5EF4-FFF2-40B4-BE49-F238E27FC236}">
                <a16:creationId xmlns:a16="http://schemas.microsoft.com/office/drawing/2014/main" id="{6555574E-A8CE-E4FE-78C8-6D98EC188B97}"/>
              </a:ext>
            </a:extLst>
          </p:cNvPr>
          <p:cNvSpPr>
            <a:spLocks noChangeShapeType="1"/>
          </p:cNvSpPr>
          <p:nvPr/>
        </p:nvSpPr>
        <p:spPr bwMode="auto">
          <a:xfrm>
            <a:off x="3657600" y="31242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85" name="Line 85">
            <a:extLst>
              <a:ext uri="{FF2B5EF4-FFF2-40B4-BE49-F238E27FC236}">
                <a16:creationId xmlns:a16="http://schemas.microsoft.com/office/drawing/2014/main" id="{8CE8865F-85E6-EAC4-5A9E-88F3D3A19E8F}"/>
              </a:ext>
            </a:extLst>
          </p:cNvPr>
          <p:cNvSpPr>
            <a:spLocks noChangeShapeType="1"/>
          </p:cNvSpPr>
          <p:nvPr/>
        </p:nvSpPr>
        <p:spPr bwMode="auto">
          <a:xfrm>
            <a:off x="4648200" y="31242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86" name="Line 86">
            <a:extLst>
              <a:ext uri="{FF2B5EF4-FFF2-40B4-BE49-F238E27FC236}">
                <a16:creationId xmlns:a16="http://schemas.microsoft.com/office/drawing/2014/main" id="{34EAC243-76CF-1EB3-A17D-D496902CEB83}"/>
              </a:ext>
            </a:extLst>
          </p:cNvPr>
          <p:cNvSpPr>
            <a:spLocks noChangeShapeType="1"/>
          </p:cNvSpPr>
          <p:nvPr/>
        </p:nvSpPr>
        <p:spPr bwMode="auto">
          <a:xfrm>
            <a:off x="5029200" y="31242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87" name="Text Box 87">
            <a:extLst>
              <a:ext uri="{FF2B5EF4-FFF2-40B4-BE49-F238E27FC236}">
                <a16:creationId xmlns:a16="http://schemas.microsoft.com/office/drawing/2014/main" id="{579F4FD4-EDC6-0A09-87C4-1BA75849B82E}"/>
              </a:ext>
            </a:extLst>
          </p:cNvPr>
          <p:cNvSpPr txBox="1">
            <a:spLocks noChangeArrowheads="1"/>
          </p:cNvSpPr>
          <p:nvPr/>
        </p:nvSpPr>
        <p:spPr bwMode="auto">
          <a:xfrm>
            <a:off x="5029200" y="2986088"/>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6888" name="Line 88">
            <a:extLst>
              <a:ext uri="{FF2B5EF4-FFF2-40B4-BE49-F238E27FC236}">
                <a16:creationId xmlns:a16="http://schemas.microsoft.com/office/drawing/2014/main" id="{0E013D5C-BAE5-D6AC-CE82-5D5D0D2BCA86}"/>
              </a:ext>
            </a:extLst>
          </p:cNvPr>
          <p:cNvSpPr>
            <a:spLocks noChangeShapeType="1"/>
          </p:cNvSpPr>
          <p:nvPr/>
        </p:nvSpPr>
        <p:spPr bwMode="auto">
          <a:xfrm>
            <a:off x="2895600" y="3733800"/>
            <a:ext cx="0" cy="3048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89" name="Line 89">
            <a:extLst>
              <a:ext uri="{FF2B5EF4-FFF2-40B4-BE49-F238E27FC236}">
                <a16:creationId xmlns:a16="http://schemas.microsoft.com/office/drawing/2014/main" id="{B8392290-4CCD-A696-DDAC-99DDE1585C72}"/>
              </a:ext>
            </a:extLst>
          </p:cNvPr>
          <p:cNvSpPr>
            <a:spLocks noChangeShapeType="1"/>
          </p:cNvSpPr>
          <p:nvPr/>
        </p:nvSpPr>
        <p:spPr bwMode="auto">
          <a:xfrm>
            <a:off x="2895600" y="3733800"/>
            <a:ext cx="19812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90" name="Line 90">
            <a:extLst>
              <a:ext uri="{FF2B5EF4-FFF2-40B4-BE49-F238E27FC236}">
                <a16:creationId xmlns:a16="http://schemas.microsoft.com/office/drawing/2014/main" id="{AA6E2DF9-C01A-31D0-2A5E-ABCD0BC47E79}"/>
              </a:ext>
            </a:extLst>
          </p:cNvPr>
          <p:cNvSpPr>
            <a:spLocks noChangeShapeType="1"/>
          </p:cNvSpPr>
          <p:nvPr/>
        </p:nvSpPr>
        <p:spPr bwMode="auto">
          <a:xfrm>
            <a:off x="4876800" y="3276600"/>
            <a:ext cx="0" cy="457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067" name="Text Box 91">
            <a:extLst>
              <a:ext uri="{FF2B5EF4-FFF2-40B4-BE49-F238E27FC236}">
                <a16:creationId xmlns:a16="http://schemas.microsoft.com/office/drawing/2014/main" id="{6D666F6B-39AE-3572-9D41-C32ACF65B778}"/>
              </a:ext>
            </a:extLst>
          </p:cNvPr>
          <p:cNvSpPr txBox="1">
            <a:spLocks noChangeArrowheads="1"/>
          </p:cNvSpPr>
          <p:nvPr/>
        </p:nvSpPr>
        <p:spPr bwMode="auto">
          <a:xfrm>
            <a:off x="685800" y="3062288"/>
            <a:ext cx="420688" cy="519112"/>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i="1">
                <a:effectLst>
                  <a:outerShdw blurRad="38100" dist="38100" dir="2700000" algn="tl">
                    <a:srgbClr val="C0C0C0"/>
                  </a:outerShdw>
                </a:effectLst>
                <a:latin typeface="+mn-lt"/>
                <a:ea typeface="+mn-ea"/>
              </a:rPr>
              <a:t>C</a:t>
            </a:r>
            <a:endParaRPr lang="en-US" altLang="zh-CN">
              <a:latin typeface="+mn-lt"/>
              <a:ea typeface="+mn-ea"/>
            </a:endParaRPr>
          </a:p>
        </p:txBody>
      </p:sp>
      <p:sp>
        <p:nvSpPr>
          <p:cNvPr id="76892" name="Line 92">
            <a:extLst>
              <a:ext uri="{FF2B5EF4-FFF2-40B4-BE49-F238E27FC236}">
                <a16:creationId xmlns:a16="http://schemas.microsoft.com/office/drawing/2014/main" id="{096A1D99-0A84-A294-248B-6A6255DCDB64}"/>
              </a:ext>
            </a:extLst>
          </p:cNvPr>
          <p:cNvSpPr>
            <a:spLocks noChangeShapeType="1"/>
          </p:cNvSpPr>
          <p:nvPr/>
        </p:nvSpPr>
        <p:spPr bwMode="auto">
          <a:xfrm>
            <a:off x="1143000" y="3200400"/>
            <a:ext cx="2286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93" name="Line 93">
            <a:extLst>
              <a:ext uri="{FF2B5EF4-FFF2-40B4-BE49-F238E27FC236}">
                <a16:creationId xmlns:a16="http://schemas.microsoft.com/office/drawing/2014/main" id="{8685C3A1-573C-C0F4-3F75-61B97CE782AB}"/>
              </a:ext>
            </a:extLst>
          </p:cNvPr>
          <p:cNvSpPr>
            <a:spLocks noChangeShapeType="1"/>
          </p:cNvSpPr>
          <p:nvPr/>
        </p:nvSpPr>
        <p:spPr bwMode="auto">
          <a:xfrm>
            <a:off x="1143000" y="2895600"/>
            <a:ext cx="0" cy="3048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94" name="Rectangle 94" descr="再生纸">
            <a:extLst>
              <a:ext uri="{FF2B5EF4-FFF2-40B4-BE49-F238E27FC236}">
                <a16:creationId xmlns:a16="http://schemas.microsoft.com/office/drawing/2014/main" id="{4F6FF5C3-1333-8D3B-19B3-2D68CC3B41F4}"/>
              </a:ext>
            </a:extLst>
          </p:cNvPr>
          <p:cNvSpPr>
            <a:spLocks noChangeArrowheads="1"/>
          </p:cNvSpPr>
          <p:nvPr/>
        </p:nvSpPr>
        <p:spPr bwMode="auto">
          <a:xfrm>
            <a:off x="2819400" y="22860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95" name="Rectangle 95" descr="再生纸">
            <a:extLst>
              <a:ext uri="{FF2B5EF4-FFF2-40B4-BE49-F238E27FC236}">
                <a16:creationId xmlns:a16="http://schemas.microsoft.com/office/drawing/2014/main" id="{41839517-7DD8-0241-99D6-1DC16504174F}"/>
              </a:ext>
            </a:extLst>
          </p:cNvPr>
          <p:cNvSpPr>
            <a:spLocks noChangeArrowheads="1"/>
          </p:cNvSpPr>
          <p:nvPr/>
        </p:nvSpPr>
        <p:spPr bwMode="auto">
          <a:xfrm>
            <a:off x="4267200" y="22860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96" name="Rectangle 96" descr="再生纸">
            <a:extLst>
              <a:ext uri="{FF2B5EF4-FFF2-40B4-BE49-F238E27FC236}">
                <a16:creationId xmlns:a16="http://schemas.microsoft.com/office/drawing/2014/main" id="{899EB2AE-9EAA-7525-CEBA-3A9F21533DE6}"/>
              </a:ext>
            </a:extLst>
          </p:cNvPr>
          <p:cNvSpPr>
            <a:spLocks noChangeArrowheads="1"/>
          </p:cNvSpPr>
          <p:nvPr/>
        </p:nvSpPr>
        <p:spPr bwMode="auto">
          <a:xfrm>
            <a:off x="5715000" y="22860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897" name="Line 97">
            <a:extLst>
              <a:ext uri="{FF2B5EF4-FFF2-40B4-BE49-F238E27FC236}">
                <a16:creationId xmlns:a16="http://schemas.microsoft.com/office/drawing/2014/main" id="{8C4D8F21-2A28-4465-E9A0-BE8787477143}"/>
              </a:ext>
            </a:extLst>
          </p:cNvPr>
          <p:cNvSpPr>
            <a:spLocks noChangeShapeType="1"/>
          </p:cNvSpPr>
          <p:nvPr/>
        </p:nvSpPr>
        <p:spPr bwMode="auto">
          <a:xfrm>
            <a:off x="3810000" y="24384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98" name="Line 98">
            <a:extLst>
              <a:ext uri="{FF2B5EF4-FFF2-40B4-BE49-F238E27FC236}">
                <a16:creationId xmlns:a16="http://schemas.microsoft.com/office/drawing/2014/main" id="{7D4E5DE3-D76B-AF8D-5457-37B8EEDA9D7B}"/>
              </a:ext>
            </a:extLst>
          </p:cNvPr>
          <p:cNvSpPr>
            <a:spLocks noChangeShapeType="1"/>
          </p:cNvSpPr>
          <p:nvPr/>
        </p:nvSpPr>
        <p:spPr bwMode="auto">
          <a:xfrm>
            <a:off x="5257800" y="24384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99" name="Rectangle 99" descr="再生纸">
            <a:extLst>
              <a:ext uri="{FF2B5EF4-FFF2-40B4-BE49-F238E27FC236}">
                <a16:creationId xmlns:a16="http://schemas.microsoft.com/office/drawing/2014/main" id="{F0546395-F2AA-5480-D450-0DFCCFAAD578}"/>
              </a:ext>
            </a:extLst>
          </p:cNvPr>
          <p:cNvSpPr>
            <a:spLocks noChangeArrowheads="1"/>
          </p:cNvSpPr>
          <p:nvPr/>
        </p:nvSpPr>
        <p:spPr bwMode="auto">
          <a:xfrm>
            <a:off x="1371600" y="22860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900" name="Line 100">
            <a:extLst>
              <a:ext uri="{FF2B5EF4-FFF2-40B4-BE49-F238E27FC236}">
                <a16:creationId xmlns:a16="http://schemas.microsoft.com/office/drawing/2014/main" id="{84761058-93A8-9279-19B5-321C6E93D1EE}"/>
              </a:ext>
            </a:extLst>
          </p:cNvPr>
          <p:cNvSpPr>
            <a:spLocks noChangeShapeType="1"/>
          </p:cNvSpPr>
          <p:nvPr/>
        </p:nvSpPr>
        <p:spPr bwMode="auto">
          <a:xfrm>
            <a:off x="2362200" y="24384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01" name="Text Box 101">
            <a:extLst>
              <a:ext uri="{FF2B5EF4-FFF2-40B4-BE49-F238E27FC236}">
                <a16:creationId xmlns:a16="http://schemas.microsoft.com/office/drawing/2014/main" id="{FF89ABBC-D8BA-4409-F61D-69DABCBCCB5C}"/>
              </a:ext>
            </a:extLst>
          </p:cNvPr>
          <p:cNvSpPr txBox="1">
            <a:spLocks noChangeArrowheads="1"/>
          </p:cNvSpPr>
          <p:nvPr/>
        </p:nvSpPr>
        <p:spPr bwMode="auto">
          <a:xfrm>
            <a:off x="6477000" y="2147888"/>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6902" name="Rectangle 102">
            <a:extLst>
              <a:ext uri="{FF2B5EF4-FFF2-40B4-BE49-F238E27FC236}">
                <a16:creationId xmlns:a16="http://schemas.microsoft.com/office/drawing/2014/main" id="{ED774A3E-B4E6-B0EA-5813-CA3AED3A7668}"/>
              </a:ext>
            </a:extLst>
          </p:cNvPr>
          <p:cNvSpPr>
            <a:spLocks noChangeArrowheads="1"/>
          </p:cNvSpPr>
          <p:nvPr/>
        </p:nvSpPr>
        <p:spPr bwMode="auto">
          <a:xfrm>
            <a:off x="1752600" y="228600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6903" name="Text Box 103">
            <a:extLst>
              <a:ext uri="{FF2B5EF4-FFF2-40B4-BE49-F238E27FC236}">
                <a16:creationId xmlns:a16="http://schemas.microsoft.com/office/drawing/2014/main" id="{11624E12-A34A-2903-9AE1-205CC37D83A8}"/>
              </a:ext>
            </a:extLst>
          </p:cNvPr>
          <p:cNvSpPr txBox="1">
            <a:spLocks noChangeArrowheads="1"/>
          </p:cNvSpPr>
          <p:nvPr/>
        </p:nvSpPr>
        <p:spPr bwMode="auto">
          <a:xfrm>
            <a:off x="1371600" y="22240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76904" name="Line 104">
            <a:extLst>
              <a:ext uri="{FF2B5EF4-FFF2-40B4-BE49-F238E27FC236}">
                <a16:creationId xmlns:a16="http://schemas.microsoft.com/office/drawing/2014/main" id="{D001A7C2-1534-3520-7B43-DEF062155DFC}"/>
              </a:ext>
            </a:extLst>
          </p:cNvPr>
          <p:cNvSpPr>
            <a:spLocks noChangeShapeType="1"/>
          </p:cNvSpPr>
          <p:nvPr/>
        </p:nvSpPr>
        <p:spPr bwMode="auto">
          <a:xfrm>
            <a:off x="3200400" y="22860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05" name="Line 105">
            <a:extLst>
              <a:ext uri="{FF2B5EF4-FFF2-40B4-BE49-F238E27FC236}">
                <a16:creationId xmlns:a16="http://schemas.microsoft.com/office/drawing/2014/main" id="{254BE1AD-4996-C8BE-949B-44B926C7B68A}"/>
              </a:ext>
            </a:extLst>
          </p:cNvPr>
          <p:cNvSpPr>
            <a:spLocks noChangeShapeType="1"/>
          </p:cNvSpPr>
          <p:nvPr/>
        </p:nvSpPr>
        <p:spPr bwMode="auto">
          <a:xfrm>
            <a:off x="3581400" y="22860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06" name="Line 106">
            <a:extLst>
              <a:ext uri="{FF2B5EF4-FFF2-40B4-BE49-F238E27FC236}">
                <a16:creationId xmlns:a16="http://schemas.microsoft.com/office/drawing/2014/main" id="{8E44E281-4ED0-13C6-D99B-AAE6104B4905}"/>
              </a:ext>
            </a:extLst>
          </p:cNvPr>
          <p:cNvSpPr>
            <a:spLocks noChangeShapeType="1"/>
          </p:cNvSpPr>
          <p:nvPr/>
        </p:nvSpPr>
        <p:spPr bwMode="auto">
          <a:xfrm>
            <a:off x="4648200" y="22860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07" name="Line 107">
            <a:extLst>
              <a:ext uri="{FF2B5EF4-FFF2-40B4-BE49-F238E27FC236}">
                <a16:creationId xmlns:a16="http://schemas.microsoft.com/office/drawing/2014/main" id="{D286DED8-19BC-2CEB-DE9D-865D32331CD8}"/>
              </a:ext>
            </a:extLst>
          </p:cNvPr>
          <p:cNvSpPr>
            <a:spLocks noChangeShapeType="1"/>
          </p:cNvSpPr>
          <p:nvPr/>
        </p:nvSpPr>
        <p:spPr bwMode="auto">
          <a:xfrm>
            <a:off x="5029200" y="22860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08" name="Line 108">
            <a:extLst>
              <a:ext uri="{FF2B5EF4-FFF2-40B4-BE49-F238E27FC236}">
                <a16:creationId xmlns:a16="http://schemas.microsoft.com/office/drawing/2014/main" id="{B247EC57-78E5-6706-8208-C06634EC5465}"/>
              </a:ext>
            </a:extLst>
          </p:cNvPr>
          <p:cNvSpPr>
            <a:spLocks noChangeShapeType="1"/>
          </p:cNvSpPr>
          <p:nvPr/>
        </p:nvSpPr>
        <p:spPr bwMode="auto">
          <a:xfrm>
            <a:off x="6096000" y="22860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09" name="Line 109">
            <a:extLst>
              <a:ext uri="{FF2B5EF4-FFF2-40B4-BE49-F238E27FC236}">
                <a16:creationId xmlns:a16="http://schemas.microsoft.com/office/drawing/2014/main" id="{2937FF92-6CD2-95CA-6867-51A9F4A7AE0E}"/>
              </a:ext>
            </a:extLst>
          </p:cNvPr>
          <p:cNvSpPr>
            <a:spLocks noChangeShapeType="1"/>
          </p:cNvSpPr>
          <p:nvPr/>
        </p:nvSpPr>
        <p:spPr bwMode="auto">
          <a:xfrm>
            <a:off x="6477000" y="22860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10" name="Text Box 110">
            <a:extLst>
              <a:ext uri="{FF2B5EF4-FFF2-40B4-BE49-F238E27FC236}">
                <a16:creationId xmlns:a16="http://schemas.microsoft.com/office/drawing/2014/main" id="{5263982C-2F81-3F6F-0668-11047A2D8927}"/>
              </a:ext>
            </a:extLst>
          </p:cNvPr>
          <p:cNvSpPr txBox="1">
            <a:spLocks noChangeArrowheads="1"/>
          </p:cNvSpPr>
          <p:nvPr/>
        </p:nvSpPr>
        <p:spPr bwMode="auto">
          <a:xfrm>
            <a:off x="2819400" y="2209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6911" name="Text Box 111">
            <a:extLst>
              <a:ext uri="{FF2B5EF4-FFF2-40B4-BE49-F238E27FC236}">
                <a16:creationId xmlns:a16="http://schemas.microsoft.com/office/drawing/2014/main" id="{D6031448-9EEF-37A3-99B9-BFC1E8CF4D34}"/>
              </a:ext>
            </a:extLst>
          </p:cNvPr>
          <p:cNvSpPr txBox="1">
            <a:spLocks noChangeArrowheads="1"/>
          </p:cNvSpPr>
          <p:nvPr/>
        </p:nvSpPr>
        <p:spPr bwMode="auto">
          <a:xfrm>
            <a:off x="4286250" y="2209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6912" name="Text Box 112">
            <a:extLst>
              <a:ext uri="{FF2B5EF4-FFF2-40B4-BE49-F238E27FC236}">
                <a16:creationId xmlns:a16="http://schemas.microsoft.com/office/drawing/2014/main" id="{28F188E8-C8EB-DEED-D795-4FACCEFD2C0A}"/>
              </a:ext>
            </a:extLst>
          </p:cNvPr>
          <p:cNvSpPr txBox="1">
            <a:spLocks noChangeArrowheads="1"/>
          </p:cNvSpPr>
          <p:nvPr/>
        </p:nvSpPr>
        <p:spPr bwMode="auto">
          <a:xfrm>
            <a:off x="5734050" y="2209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76913" name="Line 113">
            <a:extLst>
              <a:ext uri="{FF2B5EF4-FFF2-40B4-BE49-F238E27FC236}">
                <a16:creationId xmlns:a16="http://schemas.microsoft.com/office/drawing/2014/main" id="{AEEC7D5F-F66C-4D56-A7D4-DEC0DD262EDF}"/>
              </a:ext>
            </a:extLst>
          </p:cNvPr>
          <p:cNvSpPr>
            <a:spLocks noChangeShapeType="1"/>
          </p:cNvSpPr>
          <p:nvPr/>
        </p:nvSpPr>
        <p:spPr bwMode="auto">
          <a:xfrm>
            <a:off x="1143000" y="2895600"/>
            <a:ext cx="3733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14" name="Line 114">
            <a:extLst>
              <a:ext uri="{FF2B5EF4-FFF2-40B4-BE49-F238E27FC236}">
                <a16:creationId xmlns:a16="http://schemas.microsoft.com/office/drawing/2014/main" id="{26243202-227B-353A-C0A7-0F62386331DA}"/>
              </a:ext>
            </a:extLst>
          </p:cNvPr>
          <p:cNvSpPr>
            <a:spLocks noChangeShapeType="1"/>
          </p:cNvSpPr>
          <p:nvPr/>
        </p:nvSpPr>
        <p:spPr bwMode="auto">
          <a:xfrm>
            <a:off x="4876800" y="2438400"/>
            <a:ext cx="0" cy="457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15" name="Line 115">
            <a:extLst>
              <a:ext uri="{FF2B5EF4-FFF2-40B4-BE49-F238E27FC236}">
                <a16:creationId xmlns:a16="http://schemas.microsoft.com/office/drawing/2014/main" id="{E27B916C-0304-BFB5-9933-04EB70CFEDFB}"/>
              </a:ext>
            </a:extLst>
          </p:cNvPr>
          <p:cNvSpPr>
            <a:spLocks noChangeShapeType="1"/>
          </p:cNvSpPr>
          <p:nvPr/>
        </p:nvSpPr>
        <p:spPr bwMode="auto">
          <a:xfrm flipV="1">
            <a:off x="3429000" y="2057400"/>
            <a:ext cx="0" cy="3810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16" name="Line 116">
            <a:extLst>
              <a:ext uri="{FF2B5EF4-FFF2-40B4-BE49-F238E27FC236}">
                <a16:creationId xmlns:a16="http://schemas.microsoft.com/office/drawing/2014/main" id="{C63078DA-60C2-3315-F825-60F807452DDF}"/>
              </a:ext>
            </a:extLst>
          </p:cNvPr>
          <p:cNvSpPr>
            <a:spLocks noChangeShapeType="1"/>
          </p:cNvSpPr>
          <p:nvPr/>
        </p:nvSpPr>
        <p:spPr bwMode="auto">
          <a:xfrm flipV="1">
            <a:off x="6324600" y="1219200"/>
            <a:ext cx="0" cy="1219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17" name="Rectangle 117" descr="再生纸">
            <a:extLst>
              <a:ext uri="{FF2B5EF4-FFF2-40B4-BE49-F238E27FC236}">
                <a16:creationId xmlns:a16="http://schemas.microsoft.com/office/drawing/2014/main" id="{FDBB432E-CDDB-62ED-048B-631830C2BD89}"/>
              </a:ext>
            </a:extLst>
          </p:cNvPr>
          <p:cNvSpPr>
            <a:spLocks noChangeArrowheads="1"/>
          </p:cNvSpPr>
          <p:nvPr/>
        </p:nvSpPr>
        <p:spPr bwMode="auto">
          <a:xfrm>
            <a:off x="2819400" y="14478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918" name="Rectangle 118" descr="再生纸">
            <a:extLst>
              <a:ext uri="{FF2B5EF4-FFF2-40B4-BE49-F238E27FC236}">
                <a16:creationId xmlns:a16="http://schemas.microsoft.com/office/drawing/2014/main" id="{8223592E-CE11-A4A4-F641-A577CC687B69}"/>
              </a:ext>
            </a:extLst>
          </p:cNvPr>
          <p:cNvSpPr>
            <a:spLocks noChangeArrowheads="1"/>
          </p:cNvSpPr>
          <p:nvPr/>
        </p:nvSpPr>
        <p:spPr bwMode="auto">
          <a:xfrm>
            <a:off x="4267200" y="14478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919" name="Line 119">
            <a:extLst>
              <a:ext uri="{FF2B5EF4-FFF2-40B4-BE49-F238E27FC236}">
                <a16:creationId xmlns:a16="http://schemas.microsoft.com/office/drawing/2014/main" id="{157EE9BF-1F46-5630-1623-0A59768D4670}"/>
              </a:ext>
            </a:extLst>
          </p:cNvPr>
          <p:cNvSpPr>
            <a:spLocks noChangeShapeType="1"/>
          </p:cNvSpPr>
          <p:nvPr/>
        </p:nvSpPr>
        <p:spPr bwMode="auto">
          <a:xfrm>
            <a:off x="3810000" y="16002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20" name="Rectangle 120" descr="再生纸">
            <a:extLst>
              <a:ext uri="{FF2B5EF4-FFF2-40B4-BE49-F238E27FC236}">
                <a16:creationId xmlns:a16="http://schemas.microsoft.com/office/drawing/2014/main" id="{A42C50DF-0795-DE96-5A36-966B70557383}"/>
              </a:ext>
            </a:extLst>
          </p:cNvPr>
          <p:cNvSpPr>
            <a:spLocks noChangeArrowheads="1"/>
          </p:cNvSpPr>
          <p:nvPr/>
        </p:nvSpPr>
        <p:spPr bwMode="auto">
          <a:xfrm>
            <a:off x="1371600" y="14478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921" name="Line 121">
            <a:extLst>
              <a:ext uri="{FF2B5EF4-FFF2-40B4-BE49-F238E27FC236}">
                <a16:creationId xmlns:a16="http://schemas.microsoft.com/office/drawing/2014/main" id="{724C8A3E-BC9B-EBCA-132E-2D6E337AFA71}"/>
              </a:ext>
            </a:extLst>
          </p:cNvPr>
          <p:cNvSpPr>
            <a:spLocks noChangeShapeType="1"/>
          </p:cNvSpPr>
          <p:nvPr/>
        </p:nvSpPr>
        <p:spPr bwMode="auto">
          <a:xfrm>
            <a:off x="2362200" y="1600200"/>
            <a:ext cx="4572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22" name="Rectangle 122">
            <a:extLst>
              <a:ext uri="{FF2B5EF4-FFF2-40B4-BE49-F238E27FC236}">
                <a16:creationId xmlns:a16="http://schemas.microsoft.com/office/drawing/2014/main" id="{D62430E0-1852-AF41-97DE-6048052CCC10}"/>
              </a:ext>
            </a:extLst>
          </p:cNvPr>
          <p:cNvSpPr>
            <a:spLocks noChangeArrowheads="1"/>
          </p:cNvSpPr>
          <p:nvPr/>
        </p:nvSpPr>
        <p:spPr bwMode="auto">
          <a:xfrm>
            <a:off x="1752600" y="144780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6923" name="Text Box 123">
            <a:extLst>
              <a:ext uri="{FF2B5EF4-FFF2-40B4-BE49-F238E27FC236}">
                <a16:creationId xmlns:a16="http://schemas.microsoft.com/office/drawing/2014/main" id="{A4C95DFE-6297-AB56-EC55-C0F30515D887}"/>
              </a:ext>
            </a:extLst>
          </p:cNvPr>
          <p:cNvSpPr txBox="1">
            <a:spLocks noChangeArrowheads="1"/>
          </p:cNvSpPr>
          <p:nvPr/>
        </p:nvSpPr>
        <p:spPr bwMode="auto">
          <a:xfrm>
            <a:off x="1371600" y="13858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0  2</a:t>
            </a:r>
            <a:endParaRPr kumimoji="1" lang="en-US" altLang="zh-CN" sz="2400">
              <a:latin typeface="Times New Roman" panose="02020603050405020304" pitchFamily="18" charset="0"/>
              <a:ea typeface="宋体" panose="02010600030101010101" pitchFamily="2" charset="-122"/>
            </a:endParaRPr>
          </a:p>
        </p:txBody>
      </p:sp>
      <p:sp>
        <p:nvSpPr>
          <p:cNvPr id="76924" name="Line 124">
            <a:extLst>
              <a:ext uri="{FF2B5EF4-FFF2-40B4-BE49-F238E27FC236}">
                <a16:creationId xmlns:a16="http://schemas.microsoft.com/office/drawing/2014/main" id="{499799F5-95FE-2BCC-040C-BBFF2FEE2781}"/>
              </a:ext>
            </a:extLst>
          </p:cNvPr>
          <p:cNvSpPr>
            <a:spLocks noChangeShapeType="1"/>
          </p:cNvSpPr>
          <p:nvPr/>
        </p:nvSpPr>
        <p:spPr bwMode="auto">
          <a:xfrm>
            <a:off x="3200400" y="14478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25" name="Line 125">
            <a:extLst>
              <a:ext uri="{FF2B5EF4-FFF2-40B4-BE49-F238E27FC236}">
                <a16:creationId xmlns:a16="http://schemas.microsoft.com/office/drawing/2014/main" id="{6CAE69AF-C0E7-FCA2-823E-F96905C2E48F}"/>
              </a:ext>
            </a:extLst>
          </p:cNvPr>
          <p:cNvSpPr>
            <a:spLocks noChangeShapeType="1"/>
          </p:cNvSpPr>
          <p:nvPr/>
        </p:nvSpPr>
        <p:spPr bwMode="auto">
          <a:xfrm>
            <a:off x="3581400" y="14478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26" name="Line 126">
            <a:extLst>
              <a:ext uri="{FF2B5EF4-FFF2-40B4-BE49-F238E27FC236}">
                <a16:creationId xmlns:a16="http://schemas.microsoft.com/office/drawing/2014/main" id="{A9AADDFB-847F-4F58-CA26-F1A3D142253B}"/>
              </a:ext>
            </a:extLst>
          </p:cNvPr>
          <p:cNvSpPr>
            <a:spLocks noChangeShapeType="1"/>
          </p:cNvSpPr>
          <p:nvPr/>
        </p:nvSpPr>
        <p:spPr bwMode="auto">
          <a:xfrm>
            <a:off x="4648200" y="14478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27" name="Line 127">
            <a:extLst>
              <a:ext uri="{FF2B5EF4-FFF2-40B4-BE49-F238E27FC236}">
                <a16:creationId xmlns:a16="http://schemas.microsoft.com/office/drawing/2014/main" id="{9522B3EA-27C2-1D05-0D48-734267F9404D}"/>
              </a:ext>
            </a:extLst>
          </p:cNvPr>
          <p:cNvSpPr>
            <a:spLocks noChangeShapeType="1"/>
          </p:cNvSpPr>
          <p:nvPr/>
        </p:nvSpPr>
        <p:spPr bwMode="auto">
          <a:xfrm>
            <a:off x="5029200" y="1447800"/>
            <a:ext cx="0" cy="381000"/>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28" name="Text Box 128">
            <a:extLst>
              <a:ext uri="{FF2B5EF4-FFF2-40B4-BE49-F238E27FC236}">
                <a16:creationId xmlns:a16="http://schemas.microsoft.com/office/drawing/2014/main" id="{BF78902E-5529-01BD-B6DE-53A20D91A1EC}"/>
              </a:ext>
            </a:extLst>
          </p:cNvPr>
          <p:cNvSpPr txBox="1">
            <a:spLocks noChangeArrowheads="1"/>
          </p:cNvSpPr>
          <p:nvPr/>
        </p:nvSpPr>
        <p:spPr bwMode="auto">
          <a:xfrm>
            <a:off x="2819400" y="13716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1  6</a:t>
            </a:r>
            <a:endParaRPr kumimoji="1" lang="en-US" altLang="zh-CN" sz="2400">
              <a:latin typeface="Times New Roman" panose="02020603050405020304" pitchFamily="18" charset="0"/>
              <a:ea typeface="宋体" panose="02010600030101010101" pitchFamily="2" charset="-122"/>
            </a:endParaRPr>
          </a:p>
        </p:txBody>
      </p:sp>
      <p:sp>
        <p:nvSpPr>
          <p:cNvPr id="76929" name="Line 129">
            <a:extLst>
              <a:ext uri="{FF2B5EF4-FFF2-40B4-BE49-F238E27FC236}">
                <a16:creationId xmlns:a16="http://schemas.microsoft.com/office/drawing/2014/main" id="{C4955002-4960-4BCD-7CD2-320E91A5E0A4}"/>
              </a:ext>
            </a:extLst>
          </p:cNvPr>
          <p:cNvSpPr>
            <a:spLocks noChangeShapeType="1"/>
          </p:cNvSpPr>
          <p:nvPr/>
        </p:nvSpPr>
        <p:spPr bwMode="auto">
          <a:xfrm>
            <a:off x="1066800" y="2362200"/>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106" name="Text Box 130">
            <a:extLst>
              <a:ext uri="{FF2B5EF4-FFF2-40B4-BE49-F238E27FC236}">
                <a16:creationId xmlns:a16="http://schemas.microsoft.com/office/drawing/2014/main" id="{14053D88-2B32-FF58-D29D-3723E29D3E06}"/>
              </a:ext>
            </a:extLst>
          </p:cNvPr>
          <p:cNvSpPr txBox="1">
            <a:spLocks noChangeArrowheads="1"/>
          </p:cNvSpPr>
          <p:nvPr/>
        </p:nvSpPr>
        <p:spPr bwMode="auto">
          <a:xfrm>
            <a:off x="685800" y="2057400"/>
            <a:ext cx="441325" cy="519113"/>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i="1">
                <a:effectLst>
                  <a:outerShdw blurRad="38100" dist="38100" dir="2700000" algn="tl">
                    <a:srgbClr val="C0C0C0"/>
                  </a:outerShdw>
                </a:effectLst>
                <a:latin typeface="+mn-lt"/>
                <a:ea typeface="+mn-ea"/>
              </a:rPr>
              <a:t>D</a:t>
            </a:r>
            <a:endParaRPr lang="en-US" altLang="zh-CN">
              <a:latin typeface="+mn-lt"/>
              <a:ea typeface="+mn-ea"/>
            </a:endParaRPr>
          </a:p>
        </p:txBody>
      </p:sp>
      <p:sp>
        <p:nvSpPr>
          <p:cNvPr id="76931" name="Line 131">
            <a:extLst>
              <a:ext uri="{FF2B5EF4-FFF2-40B4-BE49-F238E27FC236}">
                <a16:creationId xmlns:a16="http://schemas.microsoft.com/office/drawing/2014/main" id="{AAACB6A1-FA51-0440-B9D8-1DFE3E3FD63B}"/>
              </a:ext>
            </a:extLst>
          </p:cNvPr>
          <p:cNvSpPr>
            <a:spLocks noChangeShapeType="1"/>
          </p:cNvSpPr>
          <p:nvPr/>
        </p:nvSpPr>
        <p:spPr bwMode="auto">
          <a:xfrm>
            <a:off x="685800" y="2590800"/>
            <a:ext cx="685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32" name="Line 132">
            <a:extLst>
              <a:ext uri="{FF2B5EF4-FFF2-40B4-BE49-F238E27FC236}">
                <a16:creationId xmlns:a16="http://schemas.microsoft.com/office/drawing/2014/main" id="{B193464E-9141-F0B2-63F0-0ADF6FB42008}"/>
              </a:ext>
            </a:extLst>
          </p:cNvPr>
          <p:cNvSpPr>
            <a:spLocks noChangeShapeType="1"/>
          </p:cNvSpPr>
          <p:nvPr/>
        </p:nvSpPr>
        <p:spPr bwMode="auto">
          <a:xfrm flipV="1">
            <a:off x="685800" y="2590800"/>
            <a:ext cx="0" cy="1981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33" name="Line 133">
            <a:extLst>
              <a:ext uri="{FF2B5EF4-FFF2-40B4-BE49-F238E27FC236}">
                <a16:creationId xmlns:a16="http://schemas.microsoft.com/office/drawing/2014/main" id="{A5EF5CD6-2787-6CC3-1DDB-C3B68809C8C2}"/>
              </a:ext>
            </a:extLst>
          </p:cNvPr>
          <p:cNvSpPr>
            <a:spLocks noChangeShapeType="1"/>
          </p:cNvSpPr>
          <p:nvPr/>
        </p:nvSpPr>
        <p:spPr bwMode="auto">
          <a:xfrm>
            <a:off x="457200" y="1676400"/>
            <a:ext cx="0" cy="3200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34" name="Line 134">
            <a:extLst>
              <a:ext uri="{FF2B5EF4-FFF2-40B4-BE49-F238E27FC236}">
                <a16:creationId xmlns:a16="http://schemas.microsoft.com/office/drawing/2014/main" id="{B02B9ABC-D84A-90C4-D166-43F156CDD501}"/>
              </a:ext>
            </a:extLst>
          </p:cNvPr>
          <p:cNvSpPr>
            <a:spLocks noChangeShapeType="1"/>
          </p:cNvSpPr>
          <p:nvPr/>
        </p:nvSpPr>
        <p:spPr bwMode="auto">
          <a:xfrm>
            <a:off x="1066800" y="1524000"/>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35" name="Line 135">
            <a:extLst>
              <a:ext uri="{FF2B5EF4-FFF2-40B4-BE49-F238E27FC236}">
                <a16:creationId xmlns:a16="http://schemas.microsoft.com/office/drawing/2014/main" id="{EF8D02B4-8297-6B23-C9E3-6CEB4910C7FF}"/>
              </a:ext>
            </a:extLst>
          </p:cNvPr>
          <p:cNvSpPr>
            <a:spLocks noChangeShapeType="1"/>
          </p:cNvSpPr>
          <p:nvPr/>
        </p:nvSpPr>
        <p:spPr bwMode="auto">
          <a:xfrm>
            <a:off x="457200" y="1676400"/>
            <a:ext cx="9144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36" name="Line 136">
            <a:extLst>
              <a:ext uri="{FF2B5EF4-FFF2-40B4-BE49-F238E27FC236}">
                <a16:creationId xmlns:a16="http://schemas.microsoft.com/office/drawing/2014/main" id="{F823FDC8-4565-4316-77CA-8D1356264BFD}"/>
              </a:ext>
            </a:extLst>
          </p:cNvPr>
          <p:cNvSpPr>
            <a:spLocks noChangeShapeType="1"/>
          </p:cNvSpPr>
          <p:nvPr/>
        </p:nvSpPr>
        <p:spPr bwMode="auto">
          <a:xfrm>
            <a:off x="1143000" y="1752600"/>
            <a:ext cx="2286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37" name="Line 137">
            <a:extLst>
              <a:ext uri="{FF2B5EF4-FFF2-40B4-BE49-F238E27FC236}">
                <a16:creationId xmlns:a16="http://schemas.microsoft.com/office/drawing/2014/main" id="{475138C5-AB2D-57BD-A980-589A9AF80972}"/>
              </a:ext>
            </a:extLst>
          </p:cNvPr>
          <p:cNvSpPr>
            <a:spLocks noChangeShapeType="1"/>
          </p:cNvSpPr>
          <p:nvPr/>
        </p:nvSpPr>
        <p:spPr bwMode="auto">
          <a:xfrm>
            <a:off x="1143000" y="1752600"/>
            <a:ext cx="0" cy="3048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38" name="Line 138">
            <a:extLst>
              <a:ext uri="{FF2B5EF4-FFF2-40B4-BE49-F238E27FC236}">
                <a16:creationId xmlns:a16="http://schemas.microsoft.com/office/drawing/2014/main" id="{21DF7436-7BBC-F095-FED5-4A99B8F034E1}"/>
              </a:ext>
            </a:extLst>
          </p:cNvPr>
          <p:cNvSpPr>
            <a:spLocks noChangeShapeType="1"/>
          </p:cNvSpPr>
          <p:nvPr/>
        </p:nvSpPr>
        <p:spPr bwMode="auto">
          <a:xfrm>
            <a:off x="1143000" y="2057400"/>
            <a:ext cx="22860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115" name="Text Box 139">
            <a:extLst>
              <a:ext uri="{FF2B5EF4-FFF2-40B4-BE49-F238E27FC236}">
                <a16:creationId xmlns:a16="http://schemas.microsoft.com/office/drawing/2014/main" id="{C01380C9-7D81-9D7F-5848-3CC12316F715}"/>
              </a:ext>
            </a:extLst>
          </p:cNvPr>
          <p:cNvSpPr txBox="1">
            <a:spLocks noChangeArrowheads="1"/>
          </p:cNvSpPr>
          <p:nvPr/>
        </p:nvSpPr>
        <p:spPr bwMode="auto">
          <a:xfrm>
            <a:off x="685800" y="1157288"/>
            <a:ext cx="420688" cy="519112"/>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i="1">
                <a:effectLst>
                  <a:outerShdw blurRad="38100" dist="38100" dir="2700000" algn="tl">
                    <a:srgbClr val="C0C0C0"/>
                  </a:outerShdw>
                </a:effectLst>
                <a:latin typeface="+mn-lt"/>
                <a:ea typeface="+mn-ea"/>
              </a:rPr>
              <a:t>B</a:t>
            </a:r>
            <a:endParaRPr lang="en-US" altLang="zh-CN">
              <a:latin typeface="+mn-lt"/>
              <a:ea typeface="+mn-ea"/>
            </a:endParaRPr>
          </a:p>
        </p:txBody>
      </p:sp>
      <p:sp>
        <p:nvSpPr>
          <p:cNvPr id="76940" name="Text Box 140">
            <a:extLst>
              <a:ext uri="{FF2B5EF4-FFF2-40B4-BE49-F238E27FC236}">
                <a16:creationId xmlns:a16="http://schemas.microsoft.com/office/drawing/2014/main" id="{2FB74122-F8E7-8D26-926F-D6856C2FCD16}"/>
              </a:ext>
            </a:extLst>
          </p:cNvPr>
          <p:cNvSpPr txBox="1">
            <a:spLocks noChangeArrowheads="1"/>
          </p:cNvSpPr>
          <p:nvPr/>
        </p:nvSpPr>
        <p:spPr bwMode="auto">
          <a:xfrm>
            <a:off x="3429000" y="1828800"/>
            <a:ext cx="420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76941" name="Text Box 141">
            <a:extLst>
              <a:ext uri="{FF2B5EF4-FFF2-40B4-BE49-F238E27FC236}">
                <a16:creationId xmlns:a16="http://schemas.microsoft.com/office/drawing/2014/main" id="{F000BFF7-10C3-2267-E131-F68E647FA7D0}"/>
              </a:ext>
            </a:extLst>
          </p:cNvPr>
          <p:cNvSpPr txBox="1">
            <a:spLocks noChangeArrowheads="1"/>
          </p:cNvSpPr>
          <p:nvPr/>
        </p:nvSpPr>
        <p:spPr bwMode="auto">
          <a:xfrm>
            <a:off x="4913313" y="1828800"/>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76942" name="Text Box 142">
            <a:extLst>
              <a:ext uri="{FF2B5EF4-FFF2-40B4-BE49-F238E27FC236}">
                <a16:creationId xmlns:a16="http://schemas.microsoft.com/office/drawing/2014/main" id="{4C41FFBC-9A2B-D561-E374-A2AB8A5C2201}"/>
              </a:ext>
            </a:extLst>
          </p:cNvPr>
          <p:cNvSpPr txBox="1">
            <a:spLocks noChangeArrowheads="1"/>
          </p:cNvSpPr>
          <p:nvPr/>
        </p:nvSpPr>
        <p:spPr bwMode="auto">
          <a:xfrm>
            <a:off x="6361113" y="1828800"/>
            <a:ext cx="420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i="1">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76943" name="Text Box 143">
            <a:extLst>
              <a:ext uri="{FF2B5EF4-FFF2-40B4-BE49-F238E27FC236}">
                <a16:creationId xmlns:a16="http://schemas.microsoft.com/office/drawing/2014/main" id="{65ED61CD-EFA4-6395-FA65-953270DABA3A}"/>
              </a:ext>
            </a:extLst>
          </p:cNvPr>
          <p:cNvSpPr txBox="1">
            <a:spLocks noChangeArrowheads="1"/>
          </p:cNvSpPr>
          <p:nvPr/>
        </p:nvSpPr>
        <p:spPr bwMode="auto">
          <a:xfrm>
            <a:off x="4267200" y="13716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1  2</a:t>
            </a:r>
            <a:endParaRPr kumimoji="1" lang="en-US" altLang="zh-CN" sz="2400">
              <a:latin typeface="Times New Roman" panose="02020603050405020304" pitchFamily="18" charset="0"/>
              <a:ea typeface="宋体" panose="02010600030101010101" pitchFamily="2" charset="-122"/>
            </a:endParaRPr>
          </a:p>
        </p:txBody>
      </p:sp>
      <p:sp>
        <p:nvSpPr>
          <p:cNvPr id="76944" name="Text Box 144">
            <a:extLst>
              <a:ext uri="{FF2B5EF4-FFF2-40B4-BE49-F238E27FC236}">
                <a16:creationId xmlns:a16="http://schemas.microsoft.com/office/drawing/2014/main" id="{57F28FAC-7CCE-652D-06D9-69BD19F116B7}"/>
              </a:ext>
            </a:extLst>
          </p:cNvPr>
          <p:cNvSpPr txBox="1">
            <a:spLocks noChangeArrowheads="1"/>
          </p:cNvSpPr>
          <p:nvPr/>
        </p:nvSpPr>
        <p:spPr bwMode="auto">
          <a:xfrm>
            <a:off x="5029200" y="1309688"/>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6945" name="Rectangle 145" descr="再生纸">
            <a:extLst>
              <a:ext uri="{FF2B5EF4-FFF2-40B4-BE49-F238E27FC236}">
                <a16:creationId xmlns:a16="http://schemas.microsoft.com/office/drawing/2014/main" id="{E531C78E-E3A2-F3E0-3645-34EEC7BF77BD}"/>
              </a:ext>
            </a:extLst>
          </p:cNvPr>
          <p:cNvSpPr>
            <a:spLocks noChangeArrowheads="1"/>
          </p:cNvSpPr>
          <p:nvPr/>
        </p:nvSpPr>
        <p:spPr bwMode="auto">
          <a:xfrm>
            <a:off x="1371600" y="60960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76946" name="Rectangle 146">
            <a:extLst>
              <a:ext uri="{FF2B5EF4-FFF2-40B4-BE49-F238E27FC236}">
                <a16:creationId xmlns:a16="http://schemas.microsoft.com/office/drawing/2014/main" id="{15D75F24-EDFA-3BD9-1330-439865F356E1}"/>
              </a:ext>
            </a:extLst>
          </p:cNvPr>
          <p:cNvSpPr>
            <a:spLocks noChangeArrowheads="1"/>
          </p:cNvSpPr>
          <p:nvPr/>
        </p:nvSpPr>
        <p:spPr bwMode="auto">
          <a:xfrm>
            <a:off x="1752600" y="60960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76947" name="Text Box 147">
            <a:extLst>
              <a:ext uri="{FF2B5EF4-FFF2-40B4-BE49-F238E27FC236}">
                <a16:creationId xmlns:a16="http://schemas.microsoft.com/office/drawing/2014/main" id="{13B69E73-881A-68EC-4FCC-B4744F3D8426}"/>
              </a:ext>
            </a:extLst>
          </p:cNvPr>
          <p:cNvSpPr txBox="1">
            <a:spLocks noChangeArrowheads="1"/>
          </p:cNvSpPr>
          <p:nvPr/>
        </p:nvSpPr>
        <p:spPr bwMode="auto">
          <a:xfrm>
            <a:off x="1371600" y="54768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76948" name="Line 148">
            <a:extLst>
              <a:ext uri="{FF2B5EF4-FFF2-40B4-BE49-F238E27FC236}">
                <a16:creationId xmlns:a16="http://schemas.microsoft.com/office/drawing/2014/main" id="{D34349CB-0FC4-C425-EBBB-6FE3FDA468BA}"/>
              </a:ext>
            </a:extLst>
          </p:cNvPr>
          <p:cNvSpPr>
            <a:spLocks noChangeShapeType="1"/>
          </p:cNvSpPr>
          <p:nvPr/>
        </p:nvSpPr>
        <p:spPr bwMode="auto">
          <a:xfrm>
            <a:off x="1066800" y="685800"/>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125" name="Text Box 149">
            <a:extLst>
              <a:ext uri="{FF2B5EF4-FFF2-40B4-BE49-F238E27FC236}">
                <a16:creationId xmlns:a16="http://schemas.microsoft.com/office/drawing/2014/main" id="{76D2590D-A40A-D3EB-4763-3DDECD9544B9}"/>
              </a:ext>
            </a:extLst>
          </p:cNvPr>
          <p:cNvSpPr txBox="1">
            <a:spLocks noChangeArrowheads="1"/>
          </p:cNvSpPr>
          <p:nvPr/>
        </p:nvSpPr>
        <p:spPr bwMode="auto">
          <a:xfrm>
            <a:off x="685800" y="319088"/>
            <a:ext cx="420688" cy="519112"/>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800" b="1" i="1">
                <a:effectLst>
                  <a:outerShdw blurRad="38100" dist="38100" dir="2700000" algn="tl">
                    <a:srgbClr val="C0C0C0"/>
                  </a:outerShdw>
                </a:effectLst>
                <a:latin typeface="+mn-lt"/>
                <a:ea typeface="+mn-ea"/>
              </a:rPr>
              <a:t>A</a:t>
            </a:r>
            <a:endParaRPr lang="en-US" altLang="zh-CN">
              <a:latin typeface="+mn-lt"/>
              <a:ea typeface="+mn-ea"/>
            </a:endParaRPr>
          </a:p>
        </p:txBody>
      </p:sp>
      <p:sp>
        <p:nvSpPr>
          <p:cNvPr id="76950" name="Text Box 150">
            <a:extLst>
              <a:ext uri="{FF2B5EF4-FFF2-40B4-BE49-F238E27FC236}">
                <a16:creationId xmlns:a16="http://schemas.microsoft.com/office/drawing/2014/main" id="{FC2E7FD0-A96D-5CC3-B11C-A3F3B64E1B73}"/>
              </a:ext>
            </a:extLst>
          </p:cNvPr>
          <p:cNvSpPr txBox="1">
            <a:spLocks noChangeArrowheads="1"/>
          </p:cNvSpPr>
          <p:nvPr/>
        </p:nvSpPr>
        <p:spPr bwMode="auto">
          <a:xfrm>
            <a:off x="2133600" y="471488"/>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76951" name="Line 151">
            <a:extLst>
              <a:ext uri="{FF2B5EF4-FFF2-40B4-BE49-F238E27FC236}">
                <a16:creationId xmlns:a16="http://schemas.microsoft.com/office/drawing/2014/main" id="{454E82D1-8C0B-A4AE-8C84-92EB5E917FB7}"/>
              </a:ext>
            </a:extLst>
          </p:cNvPr>
          <p:cNvSpPr>
            <a:spLocks noChangeShapeType="1"/>
          </p:cNvSpPr>
          <p:nvPr/>
        </p:nvSpPr>
        <p:spPr bwMode="auto">
          <a:xfrm>
            <a:off x="1143000" y="838200"/>
            <a:ext cx="2286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52" name="Line 152">
            <a:extLst>
              <a:ext uri="{FF2B5EF4-FFF2-40B4-BE49-F238E27FC236}">
                <a16:creationId xmlns:a16="http://schemas.microsoft.com/office/drawing/2014/main" id="{51FDC7B0-889E-90E6-EE9A-43A0864CEC43}"/>
              </a:ext>
            </a:extLst>
          </p:cNvPr>
          <p:cNvSpPr>
            <a:spLocks noChangeShapeType="1"/>
          </p:cNvSpPr>
          <p:nvPr/>
        </p:nvSpPr>
        <p:spPr bwMode="auto">
          <a:xfrm>
            <a:off x="1143000" y="838200"/>
            <a:ext cx="0" cy="3810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953" name="Line 153">
            <a:extLst>
              <a:ext uri="{FF2B5EF4-FFF2-40B4-BE49-F238E27FC236}">
                <a16:creationId xmlns:a16="http://schemas.microsoft.com/office/drawing/2014/main" id="{C9520C7A-9F6D-E920-949F-3ABD38B98FCF}"/>
              </a:ext>
            </a:extLst>
          </p:cNvPr>
          <p:cNvSpPr>
            <a:spLocks noChangeShapeType="1"/>
          </p:cNvSpPr>
          <p:nvPr/>
        </p:nvSpPr>
        <p:spPr bwMode="auto">
          <a:xfrm>
            <a:off x="1143000" y="1219200"/>
            <a:ext cx="51816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F3BA68ED-6479-43AA-9C95-0E677F5FEB4E}"/>
              </a:ext>
            </a:extLst>
          </p:cNvPr>
          <p:cNvSpPr>
            <a:spLocks noGrp="1"/>
          </p:cNvSpPr>
          <p:nvPr>
            <p:ph type="title"/>
          </p:nvPr>
        </p:nvSpPr>
        <p:spPr>
          <a:xfrm>
            <a:off x="3084512" y="365126"/>
            <a:ext cx="5430838" cy="712788"/>
          </a:xfrm>
        </p:spPr>
        <p:txBody>
          <a:bodyPr/>
          <a:lstStyle/>
          <a:p>
            <a:r>
              <a:rPr lang="zh-CN" altLang="en-US" dirty="0"/>
              <a:t>广义表的存储表示</a:t>
            </a:r>
          </a:p>
        </p:txBody>
      </p:sp>
      <p:sp>
        <p:nvSpPr>
          <p:cNvPr id="4" name="灯片编号占位符 3">
            <a:extLst>
              <a:ext uri="{FF2B5EF4-FFF2-40B4-BE49-F238E27FC236}">
                <a16:creationId xmlns:a16="http://schemas.microsoft.com/office/drawing/2014/main" id="{4EE3D856-5EF7-992F-500B-1B2B4D58CAA6}"/>
              </a:ext>
            </a:extLst>
          </p:cNvPr>
          <p:cNvSpPr>
            <a:spLocks noGrp="1"/>
          </p:cNvSpPr>
          <p:nvPr>
            <p:ph type="sldNum" sz="quarter" idx="12"/>
          </p:nvPr>
        </p:nvSpPr>
        <p:spPr/>
        <p:txBody>
          <a:bodyPr/>
          <a:lstStyle/>
          <a:p>
            <a:pPr>
              <a:defRPr/>
            </a:pPr>
            <a:fld id="{75DB822A-0CFA-4B70-89C2-4987E9BB9761}" type="slidenum">
              <a:rPr lang="en-US" altLang="zh-CN" smtClean="0"/>
              <a:pPr>
                <a:defRPr/>
              </a:pPr>
              <a:t>71</a:t>
            </a:fld>
            <a:endParaRPr lang="en-US" altLang="zh-CN"/>
          </a:p>
        </p:txBody>
      </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374AD7-55BA-443B-9587-4DF381F41521}"/>
              </a:ext>
            </a:extLst>
          </p:cNvPr>
          <p:cNvSpPr>
            <a:spLocks noGrp="1"/>
          </p:cNvSpPr>
          <p:nvPr>
            <p:ph type="title"/>
          </p:nvPr>
        </p:nvSpPr>
        <p:spPr/>
        <p:txBody>
          <a:bodyPr/>
          <a:lstStyle/>
          <a:p>
            <a:r>
              <a:rPr lang="zh-CN" altLang="en-US" dirty="0"/>
              <a:t>广义表的类定义</a:t>
            </a:r>
          </a:p>
        </p:txBody>
      </p:sp>
      <p:sp>
        <p:nvSpPr>
          <p:cNvPr id="3" name="内容占位符 2">
            <a:extLst>
              <a:ext uri="{FF2B5EF4-FFF2-40B4-BE49-F238E27FC236}">
                <a16:creationId xmlns:a16="http://schemas.microsoft.com/office/drawing/2014/main" id="{74AB028C-02A3-4820-99B4-9B753431E404}"/>
              </a:ext>
            </a:extLst>
          </p:cNvPr>
          <p:cNvSpPr>
            <a:spLocks noGrp="1"/>
          </p:cNvSpPr>
          <p:nvPr>
            <p:ph idx="1"/>
          </p:nvPr>
        </p:nvSpPr>
        <p:spPr>
          <a:xfrm>
            <a:off x="107504" y="1825625"/>
            <a:ext cx="8856984" cy="4351338"/>
          </a:xfrm>
        </p:spPr>
        <p:txBody>
          <a:bodyPr>
            <a:normAutofit fontScale="47500" lnSpcReduction="20000"/>
          </a:bodyPr>
          <a:lstStyle/>
          <a:p>
            <a:pPr marL="0" indent="0">
              <a:buNone/>
            </a:pPr>
            <a:r>
              <a:rPr lang="en-US" altLang="zh-CN" dirty="0"/>
              <a:t>#include &lt;iostream&gt;</a:t>
            </a:r>
          </a:p>
          <a:p>
            <a:pPr marL="0" indent="0">
              <a:buNone/>
            </a:pPr>
            <a:r>
              <a:rPr lang="en-US" altLang="zh-CN" dirty="0"/>
              <a:t>#include &lt;</a:t>
            </a:r>
            <a:r>
              <a:rPr lang="en-US" altLang="zh-CN" dirty="0" err="1"/>
              <a:t>stdlib.h</a:t>
            </a:r>
            <a:r>
              <a:rPr lang="en-US" altLang="zh-CN" dirty="0"/>
              <a:t>&gt;</a:t>
            </a:r>
          </a:p>
          <a:p>
            <a:pPr marL="0" indent="0">
              <a:buNone/>
            </a:pPr>
            <a:r>
              <a:rPr lang="en-US" altLang="zh-CN" dirty="0"/>
              <a:t>#include &lt;</a:t>
            </a:r>
            <a:r>
              <a:rPr lang="en-US" altLang="zh-CN" dirty="0" err="1"/>
              <a:t>string.h</a:t>
            </a:r>
            <a:r>
              <a:rPr lang="en-US" altLang="zh-CN" dirty="0"/>
              <a:t>&gt;</a:t>
            </a:r>
          </a:p>
          <a:p>
            <a:pPr marL="0" indent="0">
              <a:buNone/>
            </a:pPr>
            <a:r>
              <a:rPr lang="en-US" altLang="zh-CN" dirty="0"/>
              <a:t>template &lt;class T&gt;  struct Items {</a:t>
            </a:r>
          </a:p>
          <a:p>
            <a:pPr marL="0" indent="0">
              <a:buNone/>
            </a:pPr>
            <a:r>
              <a:rPr lang="en-US" altLang="zh-CN" dirty="0"/>
              <a:t>    int </a:t>
            </a:r>
            <a:r>
              <a:rPr lang="en-US" altLang="zh-CN" dirty="0" err="1"/>
              <a:t>utype</a:t>
            </a:r>
            <a:r>
              <a:rPr lang="en-US" altLang="zh-CN" dirty="0"/>
              <a:t>;	            //</a:t>
            </a:r>
            <a:r>
              <a:rPr lang="zh-CN" altLang="en-US" dirty="0"/>
              <a:t>＝</a:t>
            </a:r>
            <a:r>
              <a:rPr lang="en-US" altLang="zh-CN" dirty="0"/>
              <a:t>0 / 1 / 2 </a:t>
            </a:r>
          </a:p>
          <a:p>
            <a:pPr marL="0" indent="0">
              <a:buNone/>
            </a:pPr>
            <a:r>
              <a:rPr lang="en-US" altLang="zh-CN" dirty="0"/>
              <a:t>    union { 	            //</a:t>
            </a:r>
            <a:r>
              <a:rPr lang="zh-CN" altLang="en-US" dirty="0"/>
              <a:t>联合       </a:t>
            </a:r>
          </a:p>
          <a:p>
            <a:pPr marL="0" indent="0">
              <a:buNone/>
            </a:pPr>
            <a:r>
              <a:rPr lang="zh-CN" altLang="en-US" dirty="0"/>
              <a:t>       </a:t>
            </a:r>
            <a:r>
              <a:rPr lang="en-US" altLang="zh-CN" dirty="0"/>
              <a:t>int ref;                  //</a:t>
            </a:r>
            <a:r>
              <a:rPr lang="en-US" altLang="zh-CN" dirty="0" err="1"/>
              <a:t>utype</a:t>
            </a:r>
            <a:r>
              <a:rPr lang="en-US" altLang="zh-CN" dirty="0"/>
              <a:t>=0, </a:t>
            </a:r>
            <a:r>
              <a:rPr lang="zh-CN" altLang="en-US" dirty="0"/>
              <a:t>存放引用计数</a:t>
            </a:r>
          </a:p>
          <a:p>
            <a:pPr marL="0" indent="0">
              <a:buNone/>
            </a:pPr>
            <a:r>
              <a:rPr lang="zh-CN" altLang="en-US" dirty="0"/>
              <a:t>       </a:t>
            </a:r>
            <a:r>
              <a:rPr lang="en-US" altLang="zh-CN" dirty="0"/>
              <a:t>T value;	            //</a:t>
            </a:r>
            <a:r>
              <a:rPr lang="en-US" altLang="zh-CN" dirty="0" err="1"/>
              <a:t>utype</a:t>
            </a:r>
            <a:r>
              <a:rPr lang="en-US" altLang="zh-CN" dirty="0"/>
              <a:t>=1, </a:t>
            </a:r>
            <a:r>
              <a:rPr lang="zh-CN" altLang="en-US" dirty="0"/>
              <a:t>存放数值</a:t>
            </a:r>
          </a:p>
          <a:p>
            <a:pPr marL="0" indent="0">
              <a:buNone/>
            </a:pPr>
            <a:r>
              <a:rPr lang="zh-CN" altLang="en-US" dirty="0"/>
              <a:t>       </a:t>
            </a:r>
            <a:r>
              <a:rPr lang="en-US" altLang="zh-CN" dirty="0" err="1"/>
              <a:t>GenListNode</a:t>
            </a:r>
            <a:r>
              <a:rPr lang="en-US" altLang="zh-CN" dirty="0"/>
              <a:t>&lt;T&gt;* </a:t>
            </a:r>
            <a:r>
              <a:rPr lang="en-US" altLang="zh-CN" dirty="0" err="1"/>
              <a:t>hlink</a:t>
            </a:r>
            <a:r>
              <a:rPr lang="en-US" altLang="zh-CN" dirty="0"/>
              <a:t>;   </a:t>
            </a:r>
          </a:p>
          <a:p>
            <a:pPr marL="0" indent="0">
              <a:buNone/>
            </a:pPr>
            <a:r>
              <a:rPr lang="en-US" altLang="zh-CN" dirty="0"/>
              <a:t>                                   //</a:t>
            </a:r>
            <a:r>
              <a:rPr lang="en-US" altLang="zh-CN" dirty="0" err="1"/>
              <a:t>utype</a:t>
            </a:r>
            <a:r>
              <a:rPr lang="en-US" altLang="zh-CN" dirty="0"/>
              <a:t> =2, </a:t>
            </a:r>
            <a:r>
              <a:rPr lang="zh-CN" altLang="en-US" dirty="0"/>
              <a:t>存放指向子表的指针</a:t>
            </a:r>
          </a:p>
          <a:p>
            <a:pPr marL="0" indent="0">
              <a:buNone/>
            </a:pPr>
            <a:r>
              <a:rPr lang="zh-CN" altLang="en-US" dirty="0"/>
              <a:t>    </a:t>
            </a:r>
            <a:r>
              <a:rPr lang="en-US" altLang="zh-CN" dirty="0"/>
              <a:t>} info;</a:t>
            </a:r>
          </a:p>
          <a:p>
            <a:pPr marL="0" indent="0">
              <a:buNone/>
            </a:pPr>
            <a:r>
              <a:rPr lang="en-US" altLang="zh-CN" dirty="0"/>
              <a:t>    Items(): </a:t>
            </a:r>
            <a:r>
              <a:rPr lang="en-US" altLang="zh-CN" dirty="0" err="1"/>
              <a:t>utype</a:t>
            </a:r>
            <a:r>
              <a:rPr lang="en-US" altLang="zh-CN" dirty="0"/>
              <a:t>(0), info(0) { }</a:t>
            </a:r>
          </a:p>
          <a:p>
            <a:pPr marL="0" indent="0">
              <a:buNone/>
            </a:pPr>
            <a:r>
              <a:rPr lang="en-US" altLang="zh-CN" dirty="0"/>
              <a:t>    Items(Items&lt;T&gt;&amp; RL) {</a:t>
            </a:r>
            <a:r>
              <a:rPr lang="en-US" altLang="zh-CN" dirty="0" err="1"/>
              <a:t>utype</a:t>
            </a:r>
            <a:r>
              <a:rPr lang="en-US" altLang="zh-CN" dirty="0"/>
              <a:t> = </a:t>
            </a:r>
            <a:r>
              <a:rPr lang="en-US" altLang="zh-CN" dirty="0" err="1"/>
              <a:t>RL.utype</a:t>
            </a:r>
            <a:r>
              <a:rPr lang="en-US" altLang="zh-CN" dirty="0"/>
              <a:t>; info = RL.info;}</a:t>
            </a:r>
          </a:p>
          <a:p>
            <a:pPr marL="0" indent="0">
              <a:buNone/>
            </a:pPr>
            <a:r>
              <a:rPr lang="en-US" altLang="zh-CN" dirty="0"/>
              <a:t>}</a:t>
            </a:r>
          </a:p>
          <a:p>
            <a:pPr marL="0" indent="0">
              <a:buNone/>
            </a:pPr>
            <a:endParaRPr lang="zh-CN" altLang="en-US" dirty="0"/>
          </a:p>
        </p:txBody>
      </p:sp>
      <p:sp>
        <p:nvSpPr>
          <p:cNvPr id="5" name="灯片编号占位符 4">
            <a:extLst>
              <a:ext uri="{FF2B5EF4-FFF2-40B4-BE49-F238E27FC236}">
                <a16:creationId xmlns:a16="http://schemas.microsoft.com/office/drawing/2014/main" id="{A0AD4116-54A9-6553-CFF8-4997317ADE56}"/>
              </a:ext>
            </a:extLst>
          </p:cNvPr>
          <p:cNvSpPr>
            <a:spLocks noGrp="1"/>
          </p:cNvSpPr>
          <p:nvPr>
            <p:ph type="sldNum" sz="quarter" idx="12"/>
          </p:nvPr>
        </p:nvSpPr>
        <p:spPr/>
        <p:txBody>
          <a:bodyPr/>
          <a:lstStyle/>
          <a:p>
            <a:pPr>
              <a:defRPr/>
            </a:pPr>
            <a:fld id="{34C23A13-5672-41C0-8934-A4311B913B34}" type="slidenum">
              <a:rPr lang="en-US" altLang="zh-CN" smtClean="0"/>
              <a:pPr>
                <a:defRPr/>
              </a:pPr>
              <a:t>72</a:t>
            </a:fld>
            <a:endParaRPr lang="en-US" altLang="zh-CN"/>
          </a:p>
        </p:txBody>
      </p:sp>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108D8C7-3E70-40AE-97D3-7F23295B599E}"/>
              </a:ext>
            </a:extLst>
          </p:cNvPr>
          <p:cNvSpPr>
            <a:spLocks noGrp="1"/>
          </p:cNvSpPr>
          <p:nvPr>
            <p:ph idx="1"/>
          </p:nvPr>
        </p:nvSpPr>
        <p:spPr>
          <a:xfrm>
            <a:off x="628650" y="332656"/>
            <a:ext cx="7886700" cy="6264696"/>
          </a:xfrm>
        </p:spPr>
        <p:txBody>
          <a:bodyPr>
            <a:normAutofit fontScale="55000" lnSpcReduction="20000"/>
          </a:bodyPr>
          <a:lstStyle/>
          <a:p>
            <a:pPr marL="0" indent="0">
              <a:buNone/>
            </a:pPr>
            <a:r>
              <a:rPr lang="en-US" altLang="zh-CN" dirty="0"/>
              <a:t>template &lt;class T&gt; struct </a:t>
            </a:r>
            <a:r>
              <a:rPr lang="en-US" altLang="zh-CN" dirty="0" err="1"/>
              <a:t>GenListNode</a:t>
            </a:r>
            <a:r>
              <a:rPr lang="en-US" altLang="zh-CN" dirty="0"/>
              <a:t> { 	   </a:t>
            </a:r>
          </a:p>
          <a:p>
            <a:pPr marL="0" indent="0">
              <a:buNone/>
            </a:pPr>
            <a:r>
              <a:rPr lang="en-US" altLang="zh-CN" dirty="0"/>
              <a:t>    private:</a:t>
            </a:r>
          </a:p>
          <a:p>
            <a:pPr marL="0" indent="0">
              <a:buNone/>
            </a:pPr>
            <a:r>
              <a:rPr lang="en-US" altLang="zh-CN" dirty="0"/>
              <a:t>       int </a:t>
            </a:r>
            <a:r>
              <a:rPr lang="en-US" altLang="zh-CN" dirty="0" err="1"/>
              <a:t>utype</a:t>
            </a:r>
            <a:r>
              <a:rPr lang="en-US" altLang="zh-CN" dirty="0"/>
              <a:t>;		                 //</a:t>
            </a:r>
            <a:r>
              <a:rPr lang="zh-CN" altLang="en-US" dirty="0"/>
              <a:t>＝</a:t>
            </a:r>
            <a:r>
              <a:rPr lang="en-US" altLang="zh-CN" dirty="0"/>
              <a:t>0 / 1 / 2 </a:t>
            </a:r>
          </a:p>
          <a:p>
            <a:pPr marL="0" indent="0">
              <a:buNone/>
            </a:pPr>
            <a:r>
              <a:rPr lang="en-US" altLang="zh-CN" dirty="0"/>
              <a:t>       </a:t>
            </a:r>
            <a:r>
              <a:rPr lang="en-US" altLang="zh-CN" dirty="0" err="1"/>
              <a:t>GenListNode</a:t>
            </a:r>
            <a:r>
              <a:rPr lang="en-US" altLang="zh-CN" dirty="0"/>
              <a:t>&lt;T&gt; * </a:t>
            </a:r>
            <a:r>
              <a:rPr lang="en-US" altLang="zh-CN" dirty="0" err="1"/>
              <a:t>tlink</a:t>
            </a:r>
            <a:r>
              <a:rPr lang="en-US" altLang="zh-CN" dirty="0"/>
              <a:t>;      //</a:t>
            </a:r>
            <a:r>
              <a:rPr lang="zh-CN" altLang="en-US" dirty="0"/>
              <a:t>下一结点指针</a:t>
            </a:r>
          </a:p>
          <a:p>
            <a:pPr marL="0" indent="0">
              <a:buNone/>
            </a:pPr>
            <a:r>
              <a:rPr lang="zh-CN" altLang="en-US" dirty="0"/>
              <a:t>       </a:t>
            </a:r>
            <a:r>
              <a:rPr lang="en-US" altLang="zh-CN" dirty="0"/>
              <a:t>union {				</a:t>
            </a:r>
          </a:p>
          <a:p>
            <a:pPr marL="0" indent="0">
              <a:buNone/>
            </a:pPr>
            <a:r>
              <a:rPr lang="en-US" altLang="zh-CN" dirty="0"/>
              <a:t>          int ref;	                         //</a:t>
            </a:r>
            <a:r>
              <a:rPr lang="en-US" altLang="zh-CN" dirty="0" err="1"/>
              <a:t>utype</a:t>
            </a:r>
            <a:r>
              <a:rPr lang="en-US" altLang="zh-CN" dirty="0"/>
              <a:t>=0, </a:t>
            </a:r>
            <a:r>
              <a:rPr lang="zh-CN" altLang="en-US" dirty="0"/>
              <a:t>存放引用计数</a:t>
            </a:r>
          </a:p>
          <a:p>
            <a:pPr marL="0" indent="0">
              <a:buNone/>
            </a:pPr>
            <a:r>
              <a:rPr lang="zh-CN" altLang="en-US" dirty="0"/>
              <a:t>          </a:t>
            </a:r>
            <a:r>
              <a:rPr lang="en-US" altLang="zh-CN" dirty="0"/>
              <a:t>T value;	                         //</a:t>
            </a:r>
            <a:r>
              <a:rPr lang="en-US" altLang="zh-CN" dirty="0" err="1"/>
              <a:t>utype</a:t>
            </a:r>
            <a:r>
              <a:rPr lang="en-US" altLang="zh-CN" dirty="0"/>
              <a:t>=1, </a:t>
            </a:r>
            <a:r>
              <a:rPr lang="zh-CN" altLang="en-US" dirty="0"/>
              <a:t>存放整数值</a:t>
            </a:r>
          </a:p>
          <a:p>
            <a:pPr marL="0" indent="0">
              <a:buNone/>
            </a:pPr>
            <a:r>
              <a:rPr lang="zh-CN" altLang="en-US" dirty="0"/>
              <a:t>          </a:t>
            </a:r>
            <a:r>
              <a:rPr lang="en-US" altLang="zh-CN" dirty="0" err="1"/>
              <a:t>GenListNode</a:t>
            </a:r>
            <a:r>
              <a:rPr lang="en-US" altLang="zh-CN" dirty="0"/>
              <a:t>&lt;T&gt; *</a:t>
            </a:r>
            <a:r>
              <a:rPr lang="en-US" altLang="zh-CN" dirty="0" err="1"/>
              <a:t>hlink</a:t>
            </a:r>
            <a:r>
              <a:rPr lang="en-US" altLang="zh-CN" dirty="0"/>
              <a:t>;	</a:t>
            </a:r>
          </a:p>
          <a:p>
            <a:pPr marL="0" indent="0">
              <a:buNone/>
            </a:pPr>
            <a:r>
              <a:rPr lang="en-US" altLang="zh-CN" dirty="0"/>
              <a:t>                                   //</a:t>
            </a:r>
            <a:r>
              <a:rPr lang="en-US" altLang="zh-CN" dirty="0" err="1"/>
              <a:t>utype</a:t>
            </a:r>
            <a:r>
              <a:rPr lang="en-US" altLang="zh-CN" dirty="0"/>
              <a:t> =2, </a:t>
            </a:r>
            <a:r>
              <a:rPr lang="zh-CN" altLang="en-US" dirty="0"/>
              <a:t>存放指向子表的指针</a:t>
            </a:r>
          </a:p>
          <a:p>
            <a:pPr marL="0" indent="0">
              <a:buNone/>
            </a:pPr>
            <a:r>
              <a:rPr lang="zh-CN" altLang="en-US" dirty="0"/>
              <a:t>        </a:t>
            </a:r>
            <a:r>
              <a:rPr lang="en-US" altLang="zh-CN" dirty="0"/>
              <a:t>} info;</a:t>
            </a:r>
          </a:p>
          <a:p>
            <a:pPr marL="0" indent="0">
              <a:buNone/>
            </a:pPr>
            <a:r>
              <a:rPr lang="en-US" altLang="zh-CN" dirty="0"/>
              <a:t>   public:</a:t>
            </a:r>
          </a:p>
          <a:p>
            <a:pPr marL="0" indent="0">
              <a:buNone/>
            </a:pPr>
            <a:r>
              <a:rPr lang="en-US" altLang="zh-CN" dirty="0"/>
              <a:t>        </a:t>
            </a:r>
            <a:r>
              <a:rPr lang="en-US" altLang="zh-CN" dirty="0" err="1"/>
              <a:t>GenListNode</a:t>
            </a:r>
            <a:r>
              <a:rPr lang="en-US" altLang="zh-CN" dirty="0"/>
              <a:t> ( ) : </a:t>
            </a:r>
            <a:r>
              <a:rPr lang="en-US" altLang="zh-CN" dirty="0" err="1"/>
              <a:t>utype</a:t>
            </a:r>
            <a:r>
              <a:rPr lang="en-US" altLang="zh-CN" dirty="0"/>
              <a:t> (0), </a:t>
            </a:r>
            <a:r>
              <a:rPr lang="en-US" altLang="zh-CN" dirty="0" err="1"/>
              <a:t>tlink</a:t>
            </a:r>
            <a:r>
              <a:rPr lang="en-US" altLang="zh-CN" dirty="0"/>
              <a:t> (NULL), </a:t>
            </a:r>
            <a:r>
              <a:rPr lang="en-US" altLang="zh-CN" dirty="0" err="1"/>
              <a:t>info.ref</a:t>
            </a:r>
            <a:r>
              <a:rPr lang="en-US" altLang="zh-CN" dirty="0"/>
              <a:t> (0) { }</a:t>
            </a:r>
          </a:p>
          <a:p>
            <a:pPr marL="0" indent="0">
              <a:buNone/>
            </a:pPr>
            <a:r>
              <a:rPr lang="en-US" altLang="zh-CN" dirty="0"/>
              <a:t>	   //</a:t>
            </a:r>
            <a:r>
              <a:rPr lang="zh-CN" altLang="en-US" dirty="0"/>
              <a:t>构造函数</a:t>
            </a:r>
          </a:p>
          <a:p>
            <a:pPr marL="0" indent="0">
              <a:buNone/>
            </a:pPr>
            <a:r>
              <a:rPr lang="zh-CN" altLang="en-US" dirty="0"/>
              <a:t>        </a:t>
            </a:r>
            <a:r>
              <a:rPr lang="en-US" altLang="zh-CN" dirty="0" err="1"/>
              <a:t>GenListNode</a:t>
            </a:r>
            <a:r>
              <a:rPr lang="en-US" altLang="zh-CN" dirty="0"/>
              <a:t> (</a:t>
            </a:r>
            <a:r>
              <a:rPr lang="en-US" altLang="zh-CN" dirty="0" err="1"/>
              <a:t>GenListNode</a:t>
            </a:r>
            <a:r>
              <a:rPr lang="en-US" altLang="zh-CN" dirty="0"/>
              <a:t>&lt;T&gt;&amp; RL) { </a:t>
            </a:r>
          </a:p>
          <a:p>
            <a:pPr marL="0" indent="0">
              <a:buNone/>
            </a:pPr>
            <a:r>
              <a:rPr lang="en-US" altLang="zh-CN" dirty="0"/>
              <a:t>               </a:t>
            </a:r>
            <a:r>
              <a:rPr lang="en-US" altLang="zh-CN" dirty="0" err="1"/>
              <a:t>utype</a:t>
            </a:r>
            <a:r>
              <a:rPr lang="en-US" altLang="zh-CN" dirty="0"/>
              <a:t> = </a:t>
            </a:r>
            <a:r>
              <a:rPr lang="en-US" altLang="zh-CN" dirty="0" err="1"/>
              <a:t>RL.utype</a:t>
            </a:r>
            <a:r>
              <a:rPr lang="en-US" altLang="zh-CN" dirty="0"/>
              <a:t>; </a:t>
            </a:r>
            <a:r>
              <a:rPr lang="en-US" altLang="zh-CN" dirty="0" err="1"/>
              <a:t>tlink</a:t>
            </a:r>
            <a:r>
              <a:rPr lang="en-US" altLang="zh-CN" dirty="0"/>
              <a:t> = </a:t>
            </a:r>
            <a:r>
              <a:rPr lang="en-US" altLang="zh-CN" dirty="0" err="1"/>
              <a:t>RL.tlink</a:t>
            </a:r>
            <a:r>
              <a:rPr lang="en-US" altLang="zh-CN" dirty="0"/>
              <a:t>; info = RL.info;</a:t>
            </a:r>
          </a:p>
          <a:p>
            <a:pPr marL="0" indent="0">
              <a:buNone/>
            </a:pPr>
            <a:r>
              <a:rPr lang="en-US" altLang="zh-CN" dirty="0"/>
              <a:t>        }	   //</a:t>
            </a:r>
            <a:r>
              <a:rPr lang="zh-CN" altLang="en-US" dirty="0"/>
              <a:t>复制构造函数</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D2EFD270-CEBD-F3D7-9B22-2983A45AAA8D}"/>
              </a:ext>
            </a:extLst>
          </p:cNvPr>
          <p:cNvSpPr>
            <a:spLocks noGrp="1"/>
          </p:cNvSpPr>
          <p:nvPr>
            <p:ph type="sldNum" sz="quarter" idx="12"/>
          </p:nvPr>
        </p:nvSpPr>
        <p:spPr/>
        <p:txBody>
          <a:bodyPr/>
          <a:lstStyle/>
          <a:p>
            <a:pPr>
              <a:defRPr/>
            </a:pPr>
            <a:fld id="{34C23A13-5672-41C0-8934-A4311B913B34}" type="slidenum">
              <a:rPr lang="en-US" altLang="zh-CN" smtClean="0"/>
              <a:pPr>
                <a:defRPr/>
              </a:pPr>
              <a:t>73</a:t>
            </a:fld>
            <a:endParaRPr lang="en-US" altLang="zh-CN"/>
          </a:p>
        </p:txBody>
      </p:sp>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E214917-7980-4528-874C-F406D382A387}"/>
              </a:ext>
            </a:extLst>
          </p:cNvPr>
          <p:cNvSpPr>
            <a:spLocks noGrp="1"/>
          </p:cNvSpPr>
          <p:nvPr>
            <p:ph idx="1"/>
          </p:nvPr>
        </p:nvSpPr>
        <p:spPr>
          <a:xfrm>
            <a:off x="107504" y="116632"/>
            <a:ext cx="8928992" cy="6604843"/>
          </a:xfrm>
        </p:spPr>
        <p:txBody>
          <a:bodyPr>
            <a:normAutofit fontScale="47500" lnSpcReduction="20000"/>
          </a:bodyPr>
          <a:lstStyle/>
          <a:p>
            <a:pPr marL="0" indent="0">
              <a:buNone/>
            </a:pPr>
            <a:r>
              <a:rPr lang="en-US" altLang="zh-CN" dirty="0"/>
              <a:t>template &lt;class T&gt; class </a:t>
            </a:r>
            <a:r>
              <a:rPr lang="en-US" altLang="zh-CN" dirty="0" err="1"/>
              <a:t>GenList</a:t>
            </a:r>
            <a:r>
              <a:rPr lang="en-US" altLang="zh-CN" dirty="0"/>
              <a:t> {  	</a:t>
            </a:r>
          </a:p>
          <a:p>
            <a:pPr marL="0" indent="0">
              <a:buNone/>
            </a:pPr>
            <a:r>
              <a:rPr lang="en-US" altLang="zh-CN" dirty="0"/>
              <a:t>private:</a:t>
            </a:r>
          </a:p>
          <a:p>
            <a:pPr marL="0" indent="0">
              <a:buNone/>
            </a:pPr>
            <a:r>
              <a:rPr lang="en-US" altLang="zh-CN" dirty="0"/>
              <a:t>    </a:t>
            </a:r>
            <a:r>
              <a:rPr lang="en-US" altLang="zh-CN" dirty="0" err="1"/>
              <a:t>GenListNode</a:t>
            </a:r>
            <a:r>
              <a:rPr lang="en-US" altLang="zh-CN" dirty="0"/>
              <a:t>&lt;T&gt; *first;                   //</a:t>
            </a:r>
            <a:r>
              <a:rPr lang="zh-CN" altLang="en-US" dirty="0"/>
              <a:t>广义表头指针</a:t>
            </a:r>
          </a:p>
          <a:p>
            <a:pPr marL="0" indent="0">
              <a:buNone/>
            </a:pPr>
            <a:r>
              <a:rPr lang="zh-CN" altLang="en-US" dirty="0"/>
              <a:t>    </a:t>
            </a:r>
            <a:r>
              <a:rPr lang="en-US" altLang="zh-CN" dirty="0" err="1"/>
              <a:t>GenListNode</a:t>
            </a:r>
            <a:r>
              <a:rPr lang="en-US" altLang="zh-CN" dirty="0"/>
              <a:t> &lt;T&gt; *Copy ( </a:t>
            </a:r>
            <a:r>
              <a:rPr lang="en-US" altLang="zh-CN" dirty="0" err="1"/>
              <a:t>GenListNode</a:t>
            </a:r>
            <a:r>
              <a:rPr lang="en-US" altLang="zh-CN" dirty="0"/>
              <a:t> &lt;T&gt; *ls );       //</a:t>
            </a:r>
            <a:r>
              <a:rPr lang="zh-CN" altLang="en-US" dirty="0"/>
              <a:t>复制 </a:t>
            </a:r>
            <a:r>
              <a:rPr lang="en-US" altLang="zh-CN" dirty="0"/>
              <a:t>ls </a:t>
            </a:r>
            <a:r>
              <a:rPr lang="zh-CN" altLang="en-US" dirty="0"/>
              <a:t>指示的无共享非递归表</a:t>
            </a:r>
          </a:p>
          <a:p>
            <a:pPr marL="0" indent="0">
              <a:buNone/>
            </a:pPr>
            <a:r>
              <a:rPr lang="zh-CN" altLang="en-US" dirty="0"/>
              <a:t>    </a:t>
            </a:r>
            <a:r>
              <a:rPr lang="en-US" altLang="zh-CN" dirty="0"/>
              <a:t>int Length ( </a:t>
            </a:r>
            <a:r>
              <a:rPr lang="en-US" altLang="zh-CN" dirty="0" err="1"/>
              <a:t>GenListNode</a:t>
            </a:r>
            <a:r>
              <a:rPr lang="en-US" altLang="zh-CN" dirty="0"/>
              <a:t>&lt;T&gt; *ls );	     //</a:t>
            </a:r>
            <a:r>
              <a:rPr lang="zh-CN" altLang="en-US" dirty="0"/>
              <a:t>计算由 </a:t>
            </a:r>
            <a:r>
              <a:rPr lang="en-US" altLang="zh-CN" dirty="0"/>
              <a:t>ls </a:t>
            </a:r>
            <a:r>
              <a:rPr lang="zh-CN" altLang="en-US" dirty="0"/>
              <a:t>指示的非递归表的长度</a:t>
            </a:r>
          </a:p>
          <a:p>
            <a:pPr marL="0" indent="0">
              <a:buNone/>
            </a:pPr>
            <a:r>
              <a:rPr lang="zh-CN" altLang="en-US" dirty="0"/>
              <a:t>    </a:t>
            </a:r>
            <a:r>
              <a:rPr lang="en-US" altLang="zh-CN" dirty="0"/>
              <a:t>int depth ( </a:t>
            </a:r>
            <a:r>
              <a:rPr lang="en-US" altLang="zh-CN" dirty="0" err="1"/>
              <a:t>GenListNode</a:t>
            </a:r>
            <a:r>
              <a:rPr lang="en-US" altLang="zh-CN" dirty="0"/>
              <a:t> &lt;T&gt; *ls ); 	     //</a:t>
            </a:r>
            <a:r>
              <a:rPr lang="zh-CN" altLang="en-US" dirty="0"/>
              <a:t>计算由 </a:t>
            </a:r>
            <a:r>
              <a:rPr lang="en-US" altLang="zh-CN" dirty="0"/>
              <a:t>ls </a:t>
            </a:r>
            <a:r>
              <a:rPr lang="zh-CN" altLang="en-US" dirty="0"/>
              <a:t>指示的非递归表的深度</a:t>
            </a:r>
          </a:p>
          <a:p>
            <a:pPr marL="0" indent="0">
              <a:buNone/>
            </a:pPr>
            <a:r>
              <a:rPr lang="zh-CN" altLang="en-US" dirty="0"/>
              <a:t>    </a:t>
            </a:r>
            <a:r>
              <a:rPr lang="en-US" altLang="zh-CN" dirty="0"/>
              <a:t>bool equal (</a:t>
            </a:r>
            <a:r>
              <a:rPr lang="en-US" altLang="zh-CN" dirty="0" err="1"/>
              <a:t>GenListNode</a:t>
            </a:r>
            <a:r>
              <a:rPr lang="en-US" altLang="zh-CN" dirty="0"/>
              <a:t>&lt;T&gt; *s, </a:t>
            </a:r>
            <a:r>
              <a:rPr lang="en-US" altLang="zh-CN" dirty="0" err="1"/>
              <a:t>GenListNode</a:t>
            </a:r>
            <a:r>
              <a:rPr lang="en-US" altLang="zh-CN" dirty="0"/>
              <a:t>&lt;T&gt; *t);   //</a:t>
            </a:r>
            <a:r>
              <a:rPr lang="zh-CN" altLang="en-US" dirty="0"/>
              <a:t>比较以</a:t>
            </a:r>
            <a:r>
              <a:rPr lang="en-US" altLang="zh-CN" dirty="0"/>
              <a:t>s</a:t>
            </a:r>
            <a:r>
              <a:rPr lang="zh-CN" altLang="en-US" dirty="0"/>
              <a:t>和</a:t>
            </a:r>
            <a:r>
              <a:rPr lang="en-US" altLang="zh-CN" dirty="0"/>
              <a:t>t</a:t>
            </a:r>
            <a:r>
              <a:rPr lang="zh-CN" altLang="en-US" dirty="0"/>
              <a:t>为表头的两表是否相等</a:t>
            </a:r>
          </a:p>
          <a:p>
            <a:pPr marL="0" indent="0">
              <a:buNone/>
            </a:pPr>
            <a:r>
              <a:rPr lang="zh-CN" altLang="en-US" dirty="0"/>
              <a:t>    </a:t>
            </a:r>
            <a:r>
              <a:rPr lang="en-US" altLang="zh-CN" dirty="0"/>
              <a:t>void Remove (</a:t>
            </a:r>
            <a:r>
              <a:rPr lang="en-US" altLang="zh-CN" dirty="0" err="1"/>
              <a:t>GenListNode</a:t>
            </a:r>
            <a:r>
              <a:rPr lang="en-US" altLang="zh-CN" dirty="0"/>
              <a:t> &lt;T&gt; *ls );      //</a:t>
            </a:r>
            <a:r>
              <a:rPr lang="zh-CN" altLang="en-US" dirty="0"/>
              <a:t>释放以 </a:t>
            </a:r>
            <a:r>
              <a:rPr lang="en-US" altLang="zh-CN" dirty="0"/>
              <a:t>ls </a:t>
            </a:r>
            <a:r>
              <a:rPr lang="zh-CN" altLang="en-US" dirty="0"/>
              <a:t>为表头结点的广义表</a:t>
            </a:r>
          </a:p>
          <a:p>
            <a:pPr marL="0" indent="0">
              <a:buNone/>
            </a:pPr>
            <a:r>
              <a:rPr lang="zh-CN" altLang="en-US" dirty="0"/>
              <a:t>    </a:t>
            </a:r>
            <a:r>
              <a:rPr lang="en-US" altLang="zh-CN" dirty="0"/>
              <a:t>void </a:t>
            </a:r>
            <a:r>
              <a:rPr lang="en-US" altLang="zh-CN" dirty="0" err="1"/>
              <a:t>Createlist</a:t>
            </a:r>
            <a:r>
              <a:rPr lang="en-US" altLang="zh-CN" dirty="0"/>
              <a:t> (</a:t>
            </a:r>
            <a:r>
              <a:rPr lang="en-US" altLang="zh-CN" dirty="0" err="1"/>
              <a:t>istream</a:t>
            </a:r>
            <a:r>
              <a:rPr lang="en-US" altLang="zh-CN" dirty="0"/>
              <a:t>&amp; in, </a:t>
            </a:r>
            <a:r>
              <a:rPr lang="en-US" altLang="zh-CN" dirty="0" err="1"/>
              <a:t>GenListNode</a:t>
            </a:r>
            <a:r>
              <a:rPr lang="en-US" altLang="zh-CN" dirty="0"/>
              <a:t> &lt;T&gt; *&amp;ls );</a:t>
            </a:r>
          </a:p>
          <a:p>
            <a:pPr marL="0" indent="0">
              <a:buNone/>
            </a:pPr>
            <a:r>
              <a:rPr lang="en-US" altLang="zh-CN" dirty="0"/>
              <a:t>public:</a:t>
            </a:r>
          </a:p>
          <a:p>
            <a:pPr marL="0" indent="0">
              <a:buNone/>
            </a:pPr>
            <a:r>
              <a:rPr lang="en-US" altLang="zh-CN" dirty="0"/>
              <a:t>    </a:t>
            </a:r>
            <a:r>
              <a:rPr lang="en-US" altLang="zh-CN" dirty="0" err="1"/>
              <a:t>GenList</a:t>
            </a:r>
            <a:r>
              <a:rPr lang="en-US" altLang="zh-CN" dirty="0"/>
              <a:t> ( );                      //</a:t>
            </a:r>
            <a:r>
              <a:rPr lang="zh-CN" altLang="en-US" dirty="0"/>
              <a:t>构造函数</a:t>
            </a:r>
          </a:p>
          <a:p>
            <a:pPr marL="0" indent="0">
              <a:buNone/>
            </a:pPr>
            <a:r>
              <a:rPr lang="zh-CN" altLang="en-US" dirty="0"/>
              <a:t>    </a:t>
            </a:r>
            <a:r>
              <a:rPr lang="en-US" altLang="zh-CN" dirty="0"/>
              <a:t>~</a:t>
            </a:r>
            <a:r>
              <a:rPr lang="en-US" altLang="zh-CN" dirty="0" err="1"/>
              <a:t>GenList</a:t>
            </a:r>
            <a:r>
              <a:rPr lang="en-US" altLang="zh-CN" dirty="0"/>
              <a:t> ( );		       //</a:t>
            </a:r>
            <a:r>
              <a:rPr lang="zh-CN" altLang="en-US" dirty="0"/>
              <a:t>析构函数 </a:t>
            </a:r>
          </a:p>
          <a:p>
            <a:pPr marL="0" indent="0">
              <a:buNone/>
            </a:pPr>
            <a:r>
              <a:rPr lang="zh-CN" altLang="en-US" dirty="0"/>
              <a:t>    </a:t>
            </a:r>
            <a:r>
              <a:rPr lang="en-US" altLang="zh-CN" dirty="0"/>
              <a:t>bool Head (Items&lt;T&gt; &amp;x);       //</a:t>
            </a:r>
            <a:r>
              <a:rPr lang="zh-CN" altLang="en-US" dirty="0"/>
              <a:t>返回表头元素</a:t>
            </a:r>
          </a:p>
          <a:p>
            <a:pPr marL="0" indent="0">
              <a:buNone/>
            </a:pPr>
            <a:r>
              <a:rPr lang="zh-CN" altLang="en-US" dirty="0"/>
              <a:t>    </a:t>
            </a:r>
            <a:r>
              <a:rPr lang="en-US" altLang="zh-CN" dirty="0"/>
              <a:t>bool Tail (</a:t>
            </a:r>
            <a:r>
              <a:rPr lang="en-US" altLang="zh-CN" dirty="0" err="1"/>
              <a:t>GenList</a:t>
            </a:r>
            <a:r>
              <a:rPr lang="en-US" altLang="zh-CN" dirty="0"/>
              <a:t>&lt;T&gt; &amp;</a:t>
            </a:r>
            <a:r>
              <a:rPr lang="en-US" altLang="zh-CN" dirty="0" err="1"/>
              <a:t>lt</a:t>
            </a:r>
            <a:r>
              <a:rPr lang="en-US" altLang="zh-CN" dirty="0"/>
              <a:t> );	 //</a:t>
            </a:r>
            <a:r>
              <a:rPr lang="zh-CN" altLang="en-US" dirty="0"/>
              <a:t>返回表尾</a:t>
            </a:r>
          </a:p>
          <a:p>
            <a:pPr marL="0" indent="0">
              <a:buNone/>
            </a:pPr>
            <a:r>
              <a:rPr lang="zh-CN" altLang="en-US" dirty="0"/>
              <a:t>    </a:t>
            </a:r>
            <a:r>
              <a:rPr lang="en-US" altLang="zh-CN" dirty="0" err="1"/>
              <a:t>GenListNode</a:t>
            </a:r>
            <a:r>
              <a:rPr lang="en-US" altLang="zh-CN" dirty="0"/>
              <a:t>&lt;T&gt;  *First ( ); //</a:t>
            </a:r>
            <a:r>
              <a:rPr lang="zh-CN" altLang="en-US" dirty="0"/>
              <a:t>返回第一个元素</a:t>
            </a:r>
          </a:p>
          <a:p>
            <a:pPr marL="0" indent="0">
              <a:buNone/>
            </a:pPr>
            <a:r>
              <a:rPr lang="zh-CN" altLang="en-US" dirty="0"/>
              <a:t>    </a:t>
            </a:r>
            <a:r>
              <a:rPr lang="en-US" altLang="zh-CN" dirty="0" err="1"/>
              <a:t>GenListNode</a:t>
            </a:r>
            <a:r>
              <a:rPr lang="en-US" altLang="zh-CN" dirty="0"/>
              <a:t>&lt;T&gt; *Next ( </a:t>
            </a:r>
            <a:r>
              <a:rPr lang="en-US" altLang="zh-CN" dirty="0" err="1"/>
              <a:t>GenListNode</a:t>
            </a:r>
            <a:r>
              <a:rPr lang="en-US" altLang="zh-CN" dirty="0"/>
              <a:t>&lt;T&gt; *</a:t>
            </a:r>
            <a:r>
              <a:rPr lang="en-US" altLang="zh-CN" dirty="0" err="1"/>
              <a:t>elem</a:t>
            </a:r>
            <a:r>
              <a:rPr lang="en-US" altLang="zh-CN" dirty="0"/>
              <a:t> );       //</a:t>
            </a:r>
            <a:r>
              <a:rPr lang="zh-CN" altLang="en-US" dirty="0"/>
              <a:t>返回表元素</a:t>
            </a:r>
            <a:r>
              <a:rPr lang="en-US" altLang="zh-CN" dirty="0" err="1"/>
              <a:t>elem</a:t>
            </a:r>
            <a:r>
              <a:rPr lang="zh-CN" altLang="en-US" dirty="0"/>
              <a:t>的直接后继元素</a:t>
            </a:r>
          </a:p>
          <a:p>
            <a:pPr marL="0" indent="0">
              <a:buNone/>
            </a:pPr>
            <a:r>
              <a:rPr lang="zh-CN" altLang="en-US" dirty="0"/>
              <a:t>    </a:t>
            </a:r>
            <a:r>
              <a:rPr lang="en-US" altLang="zh-CN" dirty="0"/>
              <a:t>void Copy(const </a:t>
            </a:r>
            <a:r>
              <a:rPr lang="en-US" altLang="zh-CN" dirty="0" err="1"/>
              <a:t>GenList</a:t>
            </a:r>
            <a:r>
              <a:rPr lang="en-US" altLang="zh-CN" dirty="0"/>
              <a:t>&lt;T&gt;&amp; R);           //</a:t>
            </a:r>
            <a:r>
              <a:rPr lang="zh-CN" altLang="en-US" dirty="0"/>
              <a:t>复制广义表</a:t>
            </a:r>
          </a:p>
          <a:p>
            <a:pPr marL="0" indent="0">
              <a:buNone/>
            </a:pPr>
            <a:r>
              <a:rPr lang="zh-CN" altLang="en-US" dirty="0"/>
              <a:t>    </a:t>
            </a:r>
            <a:r>
              <a:rPr lang="en-US" altLang="zh-CN" dirty="0"/>
              <a:t>int Length ( );         //</a:t>
            </a:r>
            <a:r>
              <a:rPr lang="zh-CN" altLang="en-US" dirty="0"/>
              <a:t>计算长度</a:t>
            </a:r>
          </a:p>
          <a:p>
            <a:pPr marL="0" indent="0">
              <a:buNone/>
            </a:pPr>
            <a:r>
              <a:rPr lang="zh-CN" altLang="en-US" dirty="0"/>
              <a:t>    </a:t>
            </a:r>
            <a:r>
              <a:rPr lang="en-US" altLang="zh-CN" dirty="0"/>
              <a:t>int depth ( );           //</a:t>
            </a:r>
            <a:r>
              <a:rPr lang="zh-CN" altLang="en-US" dirty="0"/>
              <a:t>计算深度</a:t>
            </a:r>
          </a:p>
          <a:p>
            <a:pPr marL="0" indent="0">
              <a:buNone/>
            </a:pPr>
            <a:r>
              <a:rPr lang="zh-CN" altLang="en-US" dirty="0"/>
              <a:t>    </a:t>
            </a:r>
            <a:r>
              <a:rPr lang="en-US" altLang="zh-CN" dirty="0"/>
              <a:t>friend </a:t>
            </a:r>
            <a:r>
              <a:rPr lang="en-US" altLang="zh-CN" dirty="0" err="1"/>
              <a:t>istream</a:t>
            </a:r>
            <a:r>
              <a:rPr lang="en-US" altLang="zh-CN" dirty="0"/>
              <a:t>&amp; operator &gt;&gt; (</a:t>
            </a:r>
            <a:r>
              <a:rPr lang="en-US" altLang="zh-CN" dirty="0" err="1"/>
              <a:t>istream</a:t>
            </a:r>
            <a:r>
              <a:rPr lang="en-US" altLang="zh-CN" dirty="0"/>
              <a:t>&amp; in, </a:t>
            </a:r>
            <a:r>
              <a:rPr lang="en-US" altLang="zh-CN" dirty="0" err="1"/>
              <a:t>GenList</a:t>
            </a:r>
            <a:r>
              <a:rPr lang="en-US" altLang="zh-CN" dirty="0"/>
              <a:t>&lt;T&gt;&amp; L); </a:t>
            </a:r>
          </a:p>
          <a:p>
            <a:pPr marL="0" indent="0">
              <a:buNone/>
            </a:pPr>
            <a:r>
              <a:rPr lang="en-US" altLang="zh-CN" dirty="0"/>
              <a:t>}</a:t>
            </a:r>
            <a:endParaRPr lang="zh-CN" altLang="en-US" dirty="0"/>
          </a:p>
        </p:txBody>
      </p:sp>
      <p:sp>
        <p:nvSpPr>
          <p:cNvPr id="4" name="灯片编号占位符 3">
            <a:extLst>
              <a:ext uri="{FF2B5EF4-FFF2-40B4-BE49-F238E27FC236}">
                <a16:creationId xmlns:a16="http://schemas.microsoft.com/office/drawing/2014/main" id="{D432DBA8-12A5-A2FF-84DE-E3B890D8CDEE}"/>
              </a:ext>
            </a:extLst>
          </p:cNvPr>
          <p:cNvSpPr>
            <a:spLocks noGrp="1"/>
          </p:cNvSpPr>
          <p:nvPr>
            <p:ph type="sldNum" sz="quarter" idx="12"/>
          </p:nvPr>
        </p:nvSpPr>
        <p:spPr/>
        <p:txBody>
          <a:bodyPr/>
          <a:lstStyle/>
          <a:p>
            <a:pPr>
              <a:defRPr/>
            </a:pPr>
            <a:fld id="{34C23A13-5672-41C0-8934-A4311B913B34}" type="slidenum">
              <a:rPr lang="en-US" altLang="zh-CN" smtClean="0"/>
              <a:pPr>
                <a:defRPr/>
              </a:pPr>
              <a:t>74</a:t>
            </a:fld>
            <a:endParaRPr lang="en-US" altLang="zh-CN"/>
          </a:p>
        </p:txBody>
      </p:sp>
    </p:spTree>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C67E15-D929-4259-8E13-D5CD8AB990D2}"/>
              </a:ext>
            </a:extLst>
          </p:cNvPr>
          <p:cNvSpPr>
            <a:spLocks noGrp="1"/>
          </p:cNvSpPr>
          <p:nvPr>
            <p:ph type="title"/>
          </p:nvPr>
        </p:nvSpPr>
        <p:spPr/>
        <p:txBody>
          <a:bodyPr/>
          <a:lstStyle/>
          <a:p>
            <a:r>
              <a:rPr lang="zh-CN" altLang="en-US" dirty="0"/>
              <a:t>部分成员函数的实现</a:t>
            </a:r>
          </a:p>
        </p:txBody>
      </p:sp>
      <p:sp>
        <p:nvSpPr>
          <p:cNvPr id="3" name="内容占位符 2">
            <a:extLst>
              <a:ext uri="{FF2B5EF4-FFF2-40B4-BE49-F238E27FC236}">
                <a16:creationId xmlns:a16="http://schemas.microsoft.com/office/drawing/2014/main" id="{39E13070-F313-419C-B963-7913E70EE172}"/>
              </a:ext>
            </a:extLst>
          </p:cNvPr>
          <p:cNvSpPr>
            <a:spLocks noGrp="1"/>
          </p:cNvSpPr>
          <p:nvPr>
            <p:ph idx="1"/>
          </p:nvPr>
        </p:nvSpPr>
        <p:spPr/>
        <p:txBody>
          <a:bodyPr>
            <a:normAutofit fontScale="47500" lnSpcReduction="20000"/>
          </a:bodyPr>
          <a:lstStyle/>
          <a:p>
            <a:pPr marL="0" indent="0">
              <a:buNone/>
            </a:pPr>
            <a:r>
              <a:rPr lang="en-US" altLang="zh-CN" dirty="0"/>
              <a:t>//</a:t>
            </a:r>
            <a:r>
              <a:rPr lang="zh-CN" altLang="en-US" dirty="0"/>
              <a:t>构造函数</a:t>
            </a:r>
          </a:p>
          <a:p>
            <a:pPr marL="0" indent="0">
              <a:buNone/>
            </a:pPr>
            <a:r>
              <a:rPr lang="en-US" altLang="zh-CN" dirty="0"/>
              <a:t>template &lt;class T&gt; </a:t>
            </a:r>
            <a:r>
              <a:rPr lang="en-US" altLang="zh-CN" dirty="0" err="1"/>
              <a:t>GenList</a:t>
            </a:r>
            <a:r>
              <a:rPr lang="en-US" altLang="zh-CN" dirty="0"/>
              <a:t>&lt;T&gt; :: </a:t>
            </a:r>
            <a:r>
              <a:rPr lang="en-US" altLang="zh-CN" dirty="0" err="1"/>
              <a:t>GenList</a:t>
            </a:r>
            <a:r>
              <a:rPr lang="en-US" altLang="zh-CN" dirty="0"/>
              <a:t> ( ) {   </a:t>
            </a:r>
          </a:p>
          <a:p>
            <a:pPr marL="0" indent="0">
              <a:buNone/>
            </a:pPr>
            <a:r>
              <a:rPr lang="en-US" altLang="zh-CN" dirty="0"/>
              <a:t>     first = new </a:t>
            </a:r>
            <a:r>
              <a:rPr lang="en-US" altLang="zh-CN" dirty="0" err="1"/>
              <a:t>GenListNode</a:t>
            </a:r>
            <a:r>
              <a:rPr lang="en-US" altLang="zh-CN" dirty="0"/>
              <a:t> &lt;T&gt;;            assert(first != NULL);</a:t>
            </a:r>
          </a:p>
          <a:p>
            <a:pPr marL="0" indent="0">
              <a:buNone/>
            </a:pPr>
            <a:r>
              <a:rPr lang="en-US" altLang="zh-CN" dirty="0"/>
              <a:t>}</a:t>
            </a:r>
          </a:p>
          <a:p>
            <a:pPr marL="0" indent="0">
              <a:buNone/>
            </a:pPr>
            <a:endParaRPr lang="en-US" altLang="zh-CN" dirty="0"/>
          </a:p>
          <a:p>
            <a:pPr marL="0" indent="0">
              <a:buNone/>
            </a:pPr>
            <a:r>
              <a:rPr lang="en-US" altLang="zh-CN" dirty="0"/>
              <a:t>//</a:t>
            </a:r>
            <a:r>
              <a:rPr lang="zh-CN" altLang="en-US" dirty="0"/>
              <a:t>取得第一个元素。若广义表非空，则取得其第一个元素的值，否则报错。</a:t>
            </a:r>
          </a:p>
          <a:p>
            <a:pPr marL="0" indent="0">
              <a:buNone/>
            </a:pPr>
            <a:r>
              <a:rPr lang="en-US" altLang="zh-CN" dirty="0"/>
              <a:t>template&lt;class T&gt; bool </a:t>
            </a:r>
            <a:r>
              <a:rPr lang="en-US" altLang="zh-CN" dirty="0" err="1"/>
              <a:t>GenList</a:t>
            </a:r>
            <a:r>
              <a:rPr lang="en-US" altLang="zh-CN" dirty="0"/>
              <a:t>&lt;T&gt; :: Head ( Items&lt;T&gt;&amp; x) {</a:t>
            </a:r>
          </a:p>
          <a:p>
            <a:pPr marL="0" indent="0">
              <a:buNone/>
            </a:pPr>
            <a:r>
              <a:rPr lang="en-US" altLang="zh-CN" dirty="0"/>
              <a:t>    if ( first-&gt;</a:t>
            </a:r>
            <a:r>
              <a:rPr lang="en-US" altLang="zh-CN" dirty="0" err="1"/>
              <a:t>tlink</a:t>
            </a:r>
            <a:r>
              <a:rPr lang="en-US" altLang="zh-CN" dirty="0"/>
              <a:t> == NULL ) return false;</a:t>
            </a:r>
          </a:p>
          <a:p>
            <a:pPr marL="0" indent="0">
              <a:buNone/>
            </a:pPr>
            <a:r>
              <a:rPr lang="en-US" altLang="zh-CN" dirty="0"/>
              <a:t>    else {   //</a:t>
            </a:r>
            <a:r>
              <a:rPr lang="zh-CN" altLang="en-US" dirty="0"/>
              <a:t>非空表</a:t>
            </a:r>
          </a:p>
          <a:p>
            <a:pPr marL="0" indent="0">
              <a:buNone/>
            </a:pPr>
            <a:r>
              <a:rPr lang="zh-CN" altLang="en-US" dirty="0"/>
              <a:t>       </a:t>
            </a:r>
            <a:r>
              <a:rPr lang="en-US" altLang="zh-CN" dirty="0" err="1"/>
              <a:t>x.utype</a:t>
            </a:r>
            <a:r>
              <a:rPr lang="en-US" altLang="zh-CN" dirty="0"/>
              <a:t> = first-&gt;</a:t>
            </a:r>
            <a:r>
              <a:rPr lang="en-US" altLang="zh-CN" dirty="0" err="1"/>
              <a:t>tlink</a:t>
            </a:r>
            <a:r>
              <a:rPr lang="en-US" altLang="zh-CN" dirty="0"/>
              <a:t>-&gt;</a:t>
            </a:r>
            <a:r>
              <a:rPr lang="en-US" altLang="zh-CN" dirty="0" err="1"/>
              <a:t>utype</a:t>
            </a:r>
            <a:r>
              <a:rPr lang="en-US" altLang="zh-CN" dirty="0"/>
              <a:t>;          x.info = first-&gt;</a:t>
            </a:r>
            <a:r>
              <a:rPr lang="en-US" altLang="zh-CN" dirty="0" err="1"/>
              <a:t>tlink</a:t>
            </a:r>
            <a:r>
              <a:rPr lang="en-US" altLang="zh-CN" dirty="0"/>
              <a:t>-&gt;info;   </a:t>
            </a:r>
          </a:p>
          <a:p>
            <a:pPr marL="0" indent="0">
              <a:buNone/>
            </a:pPr>
            <a:r>
              <a:rPr lang="en-US" altLang="zh-CN" dirty="0"/>
              <a:t>       return true;  	</a:t>
            </a:r>
          </a:p>
          <a:p>
            <a:pPr marL="0" indent="0">
              <a:buNone/>
            </a:pPr>
            <a:r>
              <a:rPr lang="en-US" altLang="zh-CN" dirty="0"/>
              <a:t>    }</a:t>
            </a:r>
          </a:p>
          <a:p>
            <a:pPr marL="0" indent="0">
              <a:buNone/>
            </a:pPr>
            <a:r>
              <a:rPr lang="en-US" altLang="zh-CN" dirty="0"/>
              <a:t>}</a:t>
            </a:r>
          </a:p>
          <a:p>
            <a:pPr marL="0" indent="0">
              <a:buNone/>
            </a:pPr>
            <a:endParaRPr lang="zh-CN" altLang="en-US" dirty="0"/>
          </a:p>
        </p:txBody>
      </p:sp>
      <p:sp>
        <p:nvSpPr>
          <p:cNvPr id="5" name="灯片编号占位符 4">
            <a:extLst>
              <a:ext uri="{FF2B5EF4-FFF2-40B4-BE49-F238E27FC236}">
                <a16:creationId xmlns:a16="http://schemas.microsoft.com/office/drawing/2014/main" id="{1CB015A5-8BA7-3ED0-0522-09F952A8524F}"/>
              </a:ext>
            </a:extLst>
          </p:cNvPr>
          <p:cNvSpPr>
            <a:spLocks noGrp="1"/>
          </p:cNvSpPr>
          <p:nvPr>
            <p:ph type="sldNum" sz="quarter" idx="12"/>
          </p:nvPr>
        </p:nvSpPr>
        <p:spPr/>
        <p:txBody>
          <a:bodyPr/>
          <a:lstStyle/>
          <a:p>
            <a:pPr>
              <a:defRPr/>
            </a:pPr>
            <a:fld id="{34C23A13-5672-41C0-8934-A4311B913B34}" type="slidenum">
              <a:rPr lang="en-US" altLang="zh-CN" smtClean="0"/>
              <a:pPr>
                <a:defRPr/>
              </a:pPr>
              <a:t>75</a:t>
            </a:fld>
            <a:endParaRPr lang="en-US" altLang="zh-CN"/>
          </a:p>
        </p:txBody>
      </p:sp>
    </p:spTree>
  </p:cSld>
  <p:clrMapOvr>
    <a:masterClrMapping/>
  </p:clrMapOvr>
  <p:transition>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B1D8928-FE90-4F9C-8880-8C334036BB91}"/>
              </a:ext>
            </a:extLst>
          </p:cNvPr>
          <p:cNvSpPr>
            <a:spLocks noGrp="1"/>
          </p:cNvSpPr>
          <p:nvPr>
            <p:ph idx="1"/>
          </p:nvPr>
        </p:nvSpPr>
        <p:spPr>
          <a:xfrm>
            <a:off x="323528" y="620688"/>
            <a:ext cx="8568952" cy="5556275"/>
          </a:xfrm>
        </p:spPr>
        <p:txBody>
          <a:bodyPr>
            <a:normAutofit fontScale="77500" lnSpcReduction="20000"/>
          </a:bodyPr>
          <a:lstStyle/>
          <a:p>
            <a:pPr marL="0" indent="0">
              <a:buNone/>
            </a:pPr>
            <a:r>
              <a:rPr lang="en-US" altLang="zh-CN" dirty="0"/>
              <a:t>template &lt;class T&gt;</a:t>
            </a:r>
          </a:p>
          <a:p>
            <a:pPr marL="0" indent="0">
              <a:buNone/>
            </a:pPr>
            <a:r>
              <a:rPr lang="en-US" altLang="zh-CN" dirty="0"/>
              <a:t>bool </a:t>
            </a:r>
            <a:r>
              <a:rPr lang="en-US" altLang="zh-CN" dirty="0" err="1"/>
              <a:t>GenList</a:t>
            </a:r>
            <a:r>
              <a:rPr lang="en-US" altLang="zh-CN" dirty="0"/>
              <a:t>&lt;T&gt;:: Tail (</a:t>
            </a:r>
            <a:r>
              <a:rPr lang="en-US" altLang="zh-CN" dirty="0" err="1"/>
              <a:t>GenList</a:t>
            </a:r>
            <a:r>
              <a:rPr lang="en-US" altLang="zh-CN" dirty="0"/>
              <a:t>&lt;T&gt;&amp; </a:t>
            </a:r>
            <a:r>
              <a:rPr lang="en-US" altLang="zh-CN" dirty="0" err="1"/>
              <a:t>lt</a:t>
            </a:r>
            <a:r>
              <a:rPr lang="en-US" altLang="zh-CN" dirty="0"/>
              <a:t>) {</a:t>
            </a:r>
          </a:p>
          <a:p>
            <a:pPr marL="0" indent="0">
              <a:buNone/>
            </a:pPr>
            <a:r>
              <a:rPr lang="en-US" altLang="zh-CN" dirty="0"/>
              <a:t>//</a:t>
            </a:r>
            <a:r>
              <a:rPr lang="zh-CN" altLang="en-US" dirty="0"/>
              <a:t>若广义表非空，则返回广义表除第一个元</a:t>
            </a:r>
          </a:p>
          <a:p>
            <a:pPr marL="0" indent="0">
              <a:buNone/>
            </a:pPr>
            <a:r>
              <a:rPr lang="en-US" altLang="zh-CN" dirty="0"/>
              <a:t>//</a:t>
            </a:r>
            <a:r>
              <a:rPr lang="zh-CN" altLang="en-US" dirty="0"/>
              <a:t>素外其它元素组成的表</a:t>
            </a:r>
            <a:r>
              <a:rPr lang="en-US" altLang="zh-CN" dirty="0"/>
              <a:t>, </a:t>
            </a:r>
            <a:r>
              <a:rPr lang="zh-CN" altLang="en-US" dirty="0"/>
              <a:t>否则函数没有定义</a:t>
            </a:r>
          </a:p>
          <a:p>
            <a:pPr marL="0" indent="0">
              <a:buNone/>
            </a:pPr>
            <a:r>
              <a:rPr lang="zh-CN" altLang="en-US" dirty="0"/>
              <a:t>     </a:t>
            </a:r>
            <a:r>
              <a:rPr lang="en-US" altLang="zh-CN" dirty="0"/>
              <a:t>if ( first-&gt;</a:t>
            </a:r>
            <a:r>
              <a:rPr lang="en-US" altLang="zh-CN" dirty="0" err="1"/>
              <a:t>tlink</a:t>
            </a:r>
            <a:r>
              <a:rPr lang="en-US" altLang="zh-CN" dirty="0"/>
              <a:t> == NULL ) return false;</a:t>
            </a:r>
          </a:p>
          <a:p>
            <a:pPr marL="0" indent="0">
              <a:buNone/>
            </a:pPr>
            <a:r>
              <a:rPr lang="en-US" altLang="zh-CN" dirty="0"/>
              <a:t>     else {</a:t>
            </a:r>
          </a:p>
          <a:p>
            <a:pPr marL="0" indent="0">
              <a:buNone/>
            </a:pPr>
            <a:r>
              <a:rPr lang="en-US" altLang="zh-CN" dirty="0"/>
              <a:t>        </a:t>
            </a:r>
            <a:r>
              <a:rPr lang="en-US" altLang="zh-CN" dirty="0" err="1"/>
              <a:t>lt.first</a:t>
            </a:r>
            <a:r>
              <a:rPr lang="en-US" altLang="zh-CN" dirty="0"/>
              <a:t>-&gt;</a:t>
            </a:r>
            <a:r>
              <a:rPr lang="en-US" altLang="zh-CN" dirty="0" err="1"/>
              <a:t>utype</a:t>
            </a:r>
            <a:r>
              <a:rPr lang="en-US" altLang="zh-CN" dirty="0"/>
              <a:t> = 0;</a:t>
            </a:r>
          </a:p>
          <a:p>
            <a:pPr marL="0" indent="0">
              <a:buNone/>
            </a:pPr>
            <a:r>
              <a:rPr lang="en-US" altLang="zh-CN" dirty="0"/>
              <a:t>        </a:t>
            </a:r>
            <a:r>
              <a:rPr lang="en-US" altLang="zh-CN" dirty="0" err="1"/>
              <a:t>lt.first</a:t>
            </a:r>
            <a:r>
              <a:rPr lang="en-US" altLang="zh-CN" dirty="0"/>
              <a:t>-&gt;</a:t>
            </a:r>
            <a:r>
              <a:rPr lang="en-US" altLang="zh-CN" dirty="0" err="1"/>
              <a:t>info.ref</a:t>
            </a:r>
            <a:r>
              <a:rPr lang="en-US" altLang="zh-CN" dirty="0"/>
              <a:t> = 0;</a:t>
            </a:r>
          </a:p>
          <a:p>
            <a:pPr marL="0" indent="0">
              <a:buNone/>
            </a:pPr>
            <a:r>
              <a:rPr lang="en-US" altLang="zh-CN" dirty="0"/>
              <a:t>        </a:t>
            </a:r>
            <a:r>
              <a:rPr lang="en-US" altLang="zh-CN" dirty="0" err="1"/>
              <a:t>lt.first</a:t>
            </a:r>
            <a:r>
              <a:rPr lang="en-US" altLang="zh-CN" dirty="0"/>
              <a:t>-&gt;</a:t>
            </a:r>
            <a:r>
              <a:rPr lang="en-US" altLang="zh-CN" dirty="0" err="1"/>
              <a:t>tlink</a:t>
            </a:r>
            <a:r>
              <a:rPr lang="en-US" altLang="zh-CN" dirty="0"/>
              <a:t> = Copy ( first-&gt;</a:t>
            </a:r>
            <a:r>
              <a:rPr lang="en-US" altLang="zh-CN" dirty="0" err="1"/>
              <a:t>tlink</a:t>
            </a:r>
            <a:r>
              <a:rPr lang="en-US" altLang="zh-CN" dirty="0"/>
              <a:t>-&gt;</a:t>
            </a:r>
            <a:r>
              <a:rPr lang="en-US" altLang="zh-CN" dirty="0" err="1"/>
              <a:t>tlink</a:t>
            </a:r>
            <a:r>
              <a:rPr lang="en-US" altLang="zh-CN" dirty="0"/>
              <a:t>);</a:t>
            </a:r>
          </a:p>
          <a:p>
            <a:pPr marL="0" indent="0">
              <a:buNone/>
            </a:pPr>
            <a:r>
              <a:rPr lang="en-US" altLang="zh-CN" dirty="0"/>
              <a:t>        return true;</a:t>
            </a:r>
          </a:p>
          <a:p>
            <a:pPr marL="0" indent="0">
              <a:buNone/>
            </a:pPr>
            <a:r>
              <a:rPr lang="en-US" altLang="zh-CN" dirty="0"/>
              <a:t>    } </a:t>
            </a:r>
          </a:p>
          <a:p>
            <a:pPr marL="0" indent="0">
              <a:buNone/>
            </a:pPr>
            <a:r>
              <a:rPr lang="en-US" altLang="zh-CN" dirty="0"/>
              <a:t>} </a:t>
            </a:r>
            <a:endParaRPr lang="zh-CN" altLang="en-US" dirty="0"/>
          </a:p>
        </p:txBody>
      </p:sp>
      <p:sp>
        <p:nvSpPr>
          <p:cNvPr id="4" name="灯片编号占位符 3">
            <a:extLst>
              <a:ext uri="{FF2B5EF4-FFF2-40B4-BE49-F238E27FC236}">
                <a16:creationId xmlns:a16="http://schemas.microsoft.com/office/drawing/2014/main" id="{271A02FA-8E61-8AD4-10AA-5BE25A4674C6}"/>
              </a:ext>
            </a:extLst>
          </p:cNvPr>
          <p:cNvSpPr>
            <a:spLocks noGrp="1"/>
          </p:cNvSpPr>
          <p:nvPr>
            <p:ph type="sldNum" sz="quarter" idx="12"/>
          </p:nvPr>
        </p:nvSpPr>
        <p:spPr/>
        <p:txBody>
          <a:bodyPr/>
          <a:lstStyle/>
          <a:p>
            <a:pPr>
              <a:defRPr/>
            </a:pPr>
            <a:fld id="{34C23A13-5672-41C0-8934-A4311B913B34}" type="slidenum">
              <a:rPr lang="en-US" altLang="zh-CN" smtClean="0"/>
              <a:pPr>
                <a:defRPr/>
              </a:pPr>
              <a:t>76</a:t>
            </a:fld>
            <a:endParaRPr lang="en-US" altLang="zh-CN"/>
          </a:p>
        </p:txBody>
      </p:sp>
    </p:spTree>
  </p:cSld>
  <p:clrMapOvr>
    <a:masterClrMapping/>
  </p:clrMapOvr>
  <p:transition>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39F6BCE-BD41-4044-8579-96FBBD89E4DE}"/>
              </a:ext>
            </a:extLst>
          </p:cNvPr>
          <p:cNvSpPr>
            <a:spLocks noGrp="1"/>
          </p:cNvSpPr>
          <p:nvPr>
            <p:ph idx="1"/>
          </p:nvPr>
        </p:nvSpPr>
        <p:spPr>
          <a:xfrm>
            <a:off x="395536" y="332656"/>
            <a:ext cx="8496944" cy="5844307"/>
          </a:xfrm>
        </p:spPr>
        <p:txBody>
          <a:bodyPr>
            <a:normAutofit fontScale="77500" lnSpcReduction="20000"/>
          </a:bodyPr>
          <a:lstStyle/>
          <a:p>
            <a:pPr marL="0" indent="0">
              <a:buNone/>
            </a:pPr>
            <a:r>
              <a:rPr lang="en-US" altLang="zh-CN" dirty="0"/>
              <a:t>template &lt;class T&gt;</a:t>
            </a:r>
          </a:p>
          <a:p>
            <a:pPr marL="0" indent="0">
              <a:buNone/>
            </a:pPr>
            <a:r>
              <a:rPr lang="en-US" altLang="zh-CN" dirty="0" err="1"/>
              <a:t>GenListNode</a:t>
            </a:r>
            <a:r>
              <a:rPr lang="en-US" altLang="zh-CN" dirty="0"/>
              <a:t>&lt;T&gt; * </a:t>
            </a:r>
            <a:r>
              <a:rPr lang="en-US" altLang="zh-CN" dirty="0" err="1"/>
              <a:t>GenList</a:t>
            </a:r>
            <a:r>
              <a:rPr lang="en-US" altLang="zh-CN" dirty="0"/>
              <a:t>&lt;T&gt; :: First ( ) {</a:t>
            </a:r>
          </a:p>
          <a:p>
            <a:pPr marL="0" indent="0">
              <a:buNone/>
            </a:pPr>
            <a:r>
              <a:rPr lang="en-US" altLang="zh-CN" dirty="0"/>
              <a:t>//</a:t>
            </a:r>
            <a:r>
              <a:rPr lang="zh-CN" altLang="en-US" dirty="0"/>
              <a:t>返回广义表的第一个元素（若表空，则返回一个</a:t>
            </a:r>
          </a:p>
          <a:p>
            <a:pPr marL="0" indent="0">
              <a:buNone/>
            </a:pPr>
            <a:r>
              <a:rPr lang="en-US" altLang="zh-CN" dirty="0"/>
              <a:t>//</a:t>
            </a:r>
            <a:r>
              <a:rPr lang="zh-CN" altLang="en-US" dirty="0"/>
              <a:t>特定的空值</a:t>
            </a:r>
            <a:r>
              <a:rPr lang="en-US" altLang="zh-CN" dirty="0"/>
              <a:t>NULL</a:t>
            </a:r>
            <a:r>
              <a:rPr lang="zh-CN" altLang="en-US" dirty="0"/>
              <a:t>）。	</a:t>
            </a:r>
          </a:p>
          <a:p>
            <a:pPr marL="0" indent="0">
              <a:buNone/>
            </a:pPr>
            <a:r>
              <a:rPr lang="zh-CN" altLang="en-US" dirty="0"/>
              <a:t>     </a:t>
            </a:r>
            <a:r>
              <a:rPr lang="en-US" altLang="zh-CN" dirty="0"/>
              <a:t>return first-&gt;</a:t>
            </a:r>
            <a:r>
              <a:rPr lang="en-US" altLang="zh-CN" dirty="0" err="1"/>
              <a:t>tlink</a:t>
            </a:r>
            <a:r>
              <a:rPr lang="en-US" altLang="zh-CN" dirty="0"/>
              <a:t>;</a:t>
            </a:r>
          </a:p>
          <a:p>
            <a:pPr marL="0" indent="0">
              <a:buNone/>
            </a:pPr>
            <a:r>
              <a:rPr lang="en-US" altLang="zh-CN" dirty="0"/>
              <a:t>}</a:t>
            </a:r>
          </a:p>
          <a:p>
            <a:pPr marL="0" indent="0">
              <a:buNone/>
            </a:pPr>
            <a:endParaRPr lang="en-US" altLang="zh-CN" dirty="0"/>
          </a:p>
          <a:p>
            <a:pPr marL="0" indent="0">
              <a:buNone/>
            </a:pPr>
            <a:r>
              <a:rPr lang="en-US" altLang="zh-CN" dirty="0"/>
              <a:t>template &lt;class T&gt;</a:t>
            </a:r>
          </a:p>
          <a:p>
            <a:pPr marL="0" indent="0">
              <a:buNone/>
            </a:pPr>
            <a:r>
              <a:rPr lang="en-US" altLang="zh-CN" dirty="0" err="1"/>
              <a:t>GenListNode</a:t>
            </a:r>
            <a:r>
              <a:rPr lang="en-US" altLang="zh-CN" dirty="0"/>
              <a:t>&lt;T&gt; * </a:t>
            </a:r>
            <a:r>
              <a:rPr lang="en-US" altLang="zh-CN" dirty="0" err="1"/>
              <a:t>GenList</a:t>
            </a:r>
            <a:r>
              <a:rPr lang="en-US" altLang="zh-CN" dirty="0"/>
              <a:t>&lt;T&gt; :: Next ( </a:t>
            </a:r>
            <a:r>
              <a:rPr lang="en-US" altLang="zh-CN" dirty="0" err="1"/>
              <a:t>GenListNode</a:t>
            </a:r>
            <a:r>
              <a:rPr lang="en-US" altLang="zh-CN" dirty="0"/>
              <a:t>&lt;T&gt; *</a:t>
            </a:r>
            <a:r>
              <a:rPr lang="en-US" altLang="zh-CN" dirty="0" err="1"/>
              <a:t>elem</a:t>
            </a:r>
            <a:r>
              <a:rPr lang="en-US" altLang="zh-CN" dirty="0"/>
              <a:t> ) {</a:t>
            </a:r>
          </a:p>
          <a:p>
            <a:pPr marL="0" indent="0">
              <a:buNone/>
            </a:pPr>
            <a:r>
              <a:rPr lang="en-US" altLang="zh-CN" dirty="0"/>
              <a:t>//</a:t>
            </a:r>
            <a:r>
              <a:rPr lang="zh-CN" altLang="en-US" dirty="0"/>
              <a:t>返回表元素</a:t>
            </a:r>
            <a:r>
              <a:rPr lang="en-US" altLang="zh-CN" dirty="0" err="1"/>
              <a:t>elem</a:t>
            </a:r>
            <a:r>
              <a:rPr lang="zh-CN" altLang="en-US" dirty="0"/>
              <a:t>的直接后继元素</a:t>
            </a:r>
          </a:p>
          <a:p>
            <a:pPr marL="0" indent="0">
              <a:buNone/>
            </a:pPr>
            <a:r>
              <a:rPr lang="zh-CN" altLang="en-US" dirty="0"/>
              <a:t>	 </a:t>
            </a:r>
            <a:r>
              <a:rPr lang="en-US" altLang="zh-CN" dirty="0"/>
              <a:t>return </a:t>
            </a:r>
            <a:r>
              <a:rPr lang="en-US" altLang="zh-CN" dirty="0" err="1"/>
              <a:t>elem</a:t>
            </a:r>
            <a:r>
              <a:rPr lang="en-US" altLang="zh-CN" dirty="0"/>
              <a:t>-&gt;</a:t>
            </a:r>
            <a:r>
              <a:rPr lang="en-US" altLang="zh-CN" dirty="0" err="1"/>
              <a:t>tlink</a:t>
            </a:r>
            <a:r>
              <a:rPr lang="en-US" altLang="zh-CN" dirty="0"/>
              <a:t>;</a:t>
            </a:r>
          </a:p>
          <a:p>
            <a:pPr marL="0" indent="0">
              <a:buNone/>
            </a:pPr>
            <a:r>
              <a:rPr lang="en-US" altLang="zh-CN" dirty="0"/>
              <a:t>}</a:t>
            </a:r>
          </a:p>
          <a:p>
            <a:pPr marL="0" indent="0">
              <a:buNone/>
            </a:pPr>
            <a:endParaRPr lang="zh-CN" altLang="en-US" dirty="0"/>
          </a:p>
        </p:txBody>
      </p:sp>
      <p:sp>
        <p:nvSpPr>
          <p:cNvPr id="4" name="灯片编号占位符 3">
            <a:extLst>
              <a:ext uri="{FF2B5EF4-FFF2-40B4-BE49-F238E27FC236}">
                <a16:creationId xmlns:a16="http://schemas.microsoft.com/office/drawing/2014/main" id="{DF0743AC-F3A4-B0C5-8123-C76BF6787439}"/>
              </a:ext>
            </a:extLst>
          </p:cNvPr>
          <p:cNvSpPr>
            <a:spLocks noGrp="1"/>
          </p:cNvSpPr>
          <p:nvPr>
            <p:ph type="sldNum" sz="quarter" idx="12"/>
          </p:nvPr>
        </p:nvSpPr>
        <p:spPr/>
        <p:txBody>
          <a:bodyPr/>
          <a:lstStyle/>
          <a:p>
            <a:pPr>
              <a:defRPr/>
            </a:pPr>
            <a:fld id="{34C23A13-5672-41C0-8934-A4311B913B34}" type="slidenum">
              <a:rPr lang="en-US" altLang="zh-CN" smtClean="0"/>
              <a:pPr>
                <a:defRPr/>
              </a:pPr>
              <a:t>77</a:t>
            </a:fld>
            <a:endParaRPr lang="en-US" altLang="zh-CN"/>
          </a:p>
        </p:txBody>
      </p:sp>
    </p:spTree>
  </p:cSld>
  <p:clrMapOvr>
    <a:masterClrMapping/>
  </p:clrMapOvr>
  <p:transition>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755638-FEE1-47DA-847C-56C75230EFA9}"/>
              </a:ext>
            </a:extLst>
          </p:cNvPr>
          <p:cNvSpPr>
            <a:spLocks noGrp="1"/>
          </p:cNvSpPr>
          <p:nvPr>
            <p:ph type="title"/>
          </p:nvPr>
        </p:nvSpPr>
        <p:spPr/>
        <p:txBody>
          <a:bodyPr/>
          <a:lstStyle/>
          <a:p>
            <a:r>
              <a:rPr lang="zh-CN" altLang="en-US" dirty="0"/>
              <a:t>广义表的递归算法</a:t>
            </a:r>
          </a:p>
        </p:txBody>
      </p:sp>
      <p:sp>
        <p:nvSpPr>
          <p:cNvPr id="3" name="内容占位符 2">
            <a:extLst>
              <a:ext uri="{FF2B5EF4-FFF2-40B4-BE49-F238E27FC236}">
                <a16:creationId xmlns:a16="http://schemas.microsoft.com/office/drawing/2014/main" id="{A2215384-264F-4BAB-8E2C-635D3E91C1DD}"/>
              </a:ext>
            </a:extLst>
          </p:cNvPr>
          <p:cNvSpPr>
            <a:spLocks noGrp="1"/>
          </p:cNvSpPr>
          <p:nvPr>
            <p:ph idx="1"/>
          </p:nvPr>
        </p:nvSpPr>
        <p:spPr/>
        <p:txBody>
          <a:bodyPr>
            <a:normAutofit/>
          </a:bodyPr>
          <a:lstStyle/>
          <a:p>
            <a:r>
              <a:rPr lang="zh-CN" altLang="en-US" dirty="0"/>
              <a:t> 广义表的复制算法</a:t>
            </a:r>
          </a:p>
          <a:p>
            <a:pPr marL="0" indent="0">
              <a:buNone/>
            </a:pPr>
            <a:r>
              <a:rPr lang="en-US" altLang="zh-CN" dirty="0"/>
              <a:t>template &lt;class T&gt;   void </a:t>
            </a:r>
            <a:r>
              <a:rPr lang="en-US" altLang="zh-CN" dirty="0" err="1"/>
              <a:t>GenList</a:t>
            </a:r>
            <a:r>
              <a:rPr lang="en-US" altLang="zh-CN" dirty="0"/>
              <a:t>&lt;T&gt; :: Copy ( const </a:t>
            </a:r>
            <a:r>
              <a:rPr lang="en-US" altLang="zh-CN" dirty="0" err="1"/>
              <a:t>GenList</a:t>
            </a:r>
            <a:r>
              <a:rPr lang="en-US" altLang="zh-CN" dirty="0"/>
              <a:t>&lt;T&gt;&amp; R ) {</a:t>
            </a:r>
          </a:p>
          <a:p>
            <a:pPr marL="0" indent="0">
              <a:buNone/>
            </a:pPr>
            <a:r>
              <a:rPr lang="en-US" altLang="zh-CN" dirty="0"/>
              <a:t>    first = Copy ( </a:t>
            </a:r>
            <a:r>
              <a:rPr lang="en-US" altLang="zh-CN" dirty="0" err="1"/>
              <a:t>R.first</a:t>
            </a:r>
            <a:r>
              <a:rPr lang="en-US" altLang="zh-CN" dirty="0"/>
              <a:t> );	   </a:t>
            </a:r>
          </a:p>
          <a:p>
            <a:pPr marL="0" indent="0">
              <a:buNone/>
            </a:pPr>
            <a:r>
              <a:rPr lang="en-US" altLang="zh-CN" dirty="0"/>
              <a:t>}</a:t>
            </a:r>
          </a:p>
          <a:p>
            <a:pPr marL="0" indent="0">
              <a:buNone/>
            </a:pPr>
            <a:endParaRPr lang="zh-CN" altLang="en-US" dirty="0"/>
          </a:p>
        </p:txBody>
      </p:sp>
      <p:sp>
        <p:nvSpPr>
          <p:cNvPr id="5" name="灯片编号占位符 4">
            <a:extLst>
              <a:ext uri="{FF2B5EF4-FFF2-40B4-BE49-F238E27FC236}">
                <a16:creationId xmlns:a16="http://schemas.microsoft.com/office/drawing/2014/main" id="{8631A6DE-0B07-ED18-C5C7-4E8D543A136D}"/>
              </a:ext>
            </a:extLst>
          </p:cNvPr>
          <p:cNvSpPr>
            <a:spLocks noGrp="1"/>
          </p:cNvSpPr>
          <p:nvPr>
            <p:ph type="sldNum" sz="quarter" idx="12"/>
          </p:nvPr>
        </p:nvSpPr>
        <p:spPr/>
        <p:txBody>
          <a:bodyPr/>
          <a:lstStyle/>
          <a:p>
            <a:pPr>
              <a:defRPr/>
            </a:pPr>
            <a:fld id="{34C23A13-5672-41C0-8934-A4311B913B34}" type="slidenum">
              <a:rPr lang="en-US" altLang="zh-CN" smtClean="0"/>
              <a:pPr>
                <a:defRPr/>
              </a:pPr>
              <a:t>78</a:t>
            </a:fld>
            <a:endParaRPr lang="en-US" altLang="zh-CN"/>
          </a:p>
        </p:txBody>
      </p:sp>
    </p:spTree>
  </p:cSld>
  <p:clrMapOvr>
    <a:masterClrMapping/>
  </p:clrMapOvr>
  <p:transition>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11E396-390A-4E59-B995-ECD287F220ED}"/>
              </a:ext>
            </a:extLst>
          </p:cNvPr>
          <p:cNvSpPr>
            <a:spLocks noGrp="1"/>
          </p:cNvSpPr>
          <p:nvPr>
            <p:ph idx="1"/>
          </p:nvPr>
        </p:nvSpPr>
        <p:spPr>
          <a:xfrm>
            <a:off x="628650" y="548680"/>
            <a:ext cx="7886700" cy="5628283"/>
          </a:xfrm>
        </p:spPr>
        <p:txBody>
          <a:bodyPr>
            <a:normAutofit fontScale="62500" lnSpcReduction="20000"/>
          </a:bodyPr>
          <a:lstStyle/>
          <a:p>
            <a:pPr marL="0" indent="0">
              <a:buNone/>
            </a:pPr>
            <a:r>
              <a:rPr lang="en-US" altLang="zh-CN" dirty="0"/>
              <a:t>template &lt;class T&gt; </a:t>
            </a:r>
            <a:r>
              <a:rPr lang="en-US" altLang="zh-CN" dirty="0" err="1"/>
              <a:t>GenListNode</a:t>
            </a:r>
            <a:r>
              <a:rPr lang="en-US" altLang="zh-CN" dirty="0"/>
              <a:t>&lt;T&gt;* </a:t>
            </a:r>
            <a:r>
              <a:rPr lang="en-US" altLang="zh-CN" dirty="0" err="1"/>
              <a:t>GenList</a:t>
            </a:r>
            <a:r>
              <a:rPr lang="en-US" altLang="zh-CN" dirty="0"/>
              <a:t>&lt;T&gt; :: Copy ( </a:t>
            </a:r>
            <a:r>
              <a:rPr lang="en-US" altLang="zh-CN" dirty="0" err="1"/>
              <a:t>GenListNode</a:t>
            </a:r>
            <a:r>
              <a:rPr lang="en-US" altLang="zh-CN" dirty="0"/>
              <a:t>&lt;T&gt; * ls ) { </a:t>
            </a:r>
          </a:p>
          <a:p>
            <a:pPr marL="0" indent="0">
              <a:buNone/>
            </a:pPr>
            <a:r>
              <a:rPr lang="en-US" altLang="zh-CN" dirty="0"/>
              <a:t>    </a:t>
            </a:r>
            <a:r>
              <a:rPr lang="en-US" altLang="zh-CN" dirty="0" err="1"/>
              <a:t>GenListNode</a:t>
            </a:r>
            <a:r>
              <a:rPr lang="en-US" altLang="zh-CN" dirty="0"/>
              <a:t>&lt;T&gt; *q = NULL;</a:t>
            </a:r>
          </a:p>
          <a:p>
            <a:pPr marL="0" indent="0">
              <a:buNone/>
            </a:pPr>
            <a:r>
              <a:rPr lang="en-US" altLang="zh-CN" dirty="0"/>
              <a:t>    if ( ls != NULL ) {</a:t>
            </a:r>
          </a:p>
          <a:p>
            <a:pPr marL="0" indent="0">
              <a:buNone/>
            </a:pPr>
            <a:r>
              <a:rPr lang="en-US" altLang="zh-CN" dirty="0"/>
              <a:t>      q = new </a:t>
            </a:r>
            <a:r>
              <a:rPr lang="en-US" altLang="zh-CN" dirty="0" err="1"/>
              <a:t>GenListNode</a:t>
            </a:r>
            <a:r>
              <a:rPr lang="en-US" altLang="zh-CN" dirty="0"/>
              <a:t>&lt;T&gt;;</a:t>
            </a:r>
          </a:p>
          <a:p>
            <a:pPr marL="0" indent="0">
              <a:buNone/>
            </a:pPr>
            <a:r>
              <a:rPr lang="en-US" altLang="zh-CN" dirty="0"/>
              <a:t>      q-&gt;</a:t>
            </a:r>
            <a:r>
              <a:rPr lang="en-US" altLang="zh-CN" dirty="0" err="1"/>
              <a:t>utype</a:t>
            </a:r>
            <a:r>
              <a:rPr lang="en-US" altLang="zh-CN" dirty="0"/>
              <a:t> = ls-&gt;</a:t>
            </a:r>
            <a:r>
              <a:rPr lang="en-US" altLang="zh-CN" dirty="0" err="1"/>
              <a:t>utype</a:t>
            </a:r>
            <a:r>
              <a:rPr lang="en-US" altLang="zh-CN" dirty="0"/>
              <a:t>; </a:t>
            </a:r>
          </a:p>
          <a:p>
            <a:pPr marL="0" indent="0">
              <a:buNone/>
            </a:pPr>
            <a:r>
              <a:rPr lang="en-US" altLang="zh-CN" dirty="0"/>
              <a:t>      switch ( ls-&gt;</a:t>
            </a:r>
            <a:r>
              <a:rPr lang="en-US" altLang="zh-CN" dirty="0" err="1"/>
              <a:t>utype</a:t>
            </a:r>
            <a:r>
              <a:rPr lang="en-US" altLang="zh-CN" dirty="0"/>
              <a:t> ) {			</a:t>
            </a:r>
          </a:p>
          <a:p>
            <a:pPr marL="0" indent="0">
              <a:buNone/>
            </a:pPr>
            <a:r>
              <a:rPr lang="en-US" altLang="zh-CN" dirty="0"/>
              <a:t>        case 0:  q-&gt;</a:t>
            </a:r>
            <a:r>
              <a:rPr lang="en-US" altLang="zh-CN" dirty="0" err="1"/>
              <a:t>info.ref</a:t>
            </a:r>
            <a:r>
              <a:rPr lang="en-US" altLang="zh-CN" dirty="0"/>
              <a:t> = ls-&gt;</a:t>
            </a:r>
            <a:r>
              <a:rPr lang="en-US" altLang="zh-CN" dirty="0" err="1"/>
              <a:t>info.ref</a:t>
            </a:r>
            <a:r>
              <a:rPr lang="en-US" altLang="zh-CN" dirty="0"/>
              <a:t>;   break;</a:t>
            </a:r>
          </a:p>
          <a:p>
            <a:pPr marL="0" indent="0">
              <a:buNone/>
            </a:pPr>
            <a:r>
              <a:rPr lang="en-US" altLang="zh-CN" dirty="0"/>
              <a:t>        case 1:  q-&gt;</a:t>
            </a:r>
            <a:r>
              <a:rPr lang="en-US" altLang="zh-CN" dirty="0" err="1"/>
              <a:t>info.value</a:t>
            </a:r>
            <a:r>
              <a:rPr lang="en-US" altLang="zh-CN" dirty="0"/>
              <a:t> = ls-&gt;</a:t>
            </a:r>
            <a:r>
              <a:rPr lang="en-US" altLang="zh-CN" dirty="0" err="1"/>
              <a:t>info.value</a:t>
            </a:r>
            <a:r>
              <a:rPr lang="en-US" altLang="zh-CN" dirty="0"/>
              <a:t>;   break;</a:t>
            </a:r>
          </a:p>
          <a:p>
            <a:pPr marL="0" indent="0">
              <a:buNone/>
            </a:pPr>
            <a:r>
              <a:rPr lang="en-US" altLang="zh-CN" dirty="0"/>
              <a:t>        case 2:  q-&gt;</a:t>
            </a:r>
            <a:r>
              <a:rPr lang="en-US" altLang="zh-CN" dirty="0" err="1"/>
              <a:t>info.hlink</a:t>
            </a:r>
            <a:r>
              <a:rPr lang="en-US" altLang="zh-CN" dirty="0"/>
              <a:t> = Copy (ls-&gt;</a:t>
            </a:r>
            <a:r>
              <a:rPr lang="en-US" altLang="zh-CN" dirty="0" err="1"/>
              <a:t>info.hlink</a:t>
            </a:r>
            <a:r>
              <a:rPr lang="en-US" altLang="zh-CN" dirty="0"/>
              <a:t>) ;   break;</a:t>
            </a:r>
          </a:p>
          <a:p>
            <a:pPr marL="0" indent="0">
              <a:buNone/>
            </a:pPr>
            <a:r>
              <a:rPr lang="en-US" altLang="zh-CN" dirty="0"/>
              <a:t>      }      </a:t>
            </a:r>
          </a:p>
          <a:p>
            <a:pPr marL="0" indent="0">
              <a:buNone/>
            </a:pPr>
            <a:r>
              <a:rPr lang="en-US" altLang="zh-CN" dirty="0"/>
              <a:t>      q-&gt;</a:t>
            </a:r>
            <a:r>
              <a:rPr lang="en-US" altLang="zh-CN" dirty="0" err="1"/>
              <a:t>tlink</a:t>
            </a:r>
            <a:r>
              <a:rPr lang="en-US" altLang="zh-CN" dirty="0"/>
              <a:t> = Copy(ls-&gt;</a:t>
            </a:r>
            <a:r>
              <a:rPr lang="en-US" altLang="zh-CN" dirty="0" err="1"/>
              <a:t>tlink</a:t>
            </a:r>
            <a:r>
              <a:rPr lang="en-US" altLang="zh-CN" dirty="0"/>
              <a:t>);</a:t>
            </a:r>
          </a:p>
          <a:p>
            <a:pPr marL="0" indent="0">
              <a:buNone/>
            </a:pPr>
            <a:r>
              <a:rPr lang="en-US" altLang="zh-CN" dirty="0"/>
              <a:t>   }</a:t>
            </a:r>
          </a:p>
          <a:p>
            <a:pPr marL="0" indent="0">
              <a:buNone/>
            </a:pPr>
            <a:r>
              <a:rPr lang="en-US" altLang="zh-CN" dirty="0"/>
              <a:t>   return q;</a:t>
            </a:r>
          </a:p>
          <a:p>
            <a:pPr marL="0" indent="0">
              <a:buNone/>
            </a:pPr>
            <a:r>
              <a:rPr lang="en-US" altLang="zh-CN" dirty="0"/>
              <a:t>};</a:t>
            </a:r>
          </a:p>
        </p:txBody>
      </p:sp>
      <p:sp>
        <p:nvSpPr>
          <p:cNvPr id="4" name="灯片编号占位符 3">
            <a:extLst>
              <a:ext uri="{FF2B5EF4-FFF2-40B4-BE49-F238E27FC236}">
                <a16:creationId xmlns:a16="http://schemas.microsoft.com/office/drawing/2014/main" id="{01F0FCC0-502A-6E11-0418-08F8DF7213FA}"/>
              </a:ext>
            </a:extLst>
          </p:cNvPr>
          <p:cNvSpPr>
            <a:spLocks noGrp="1"/>
          </p:cNvSpPr>
          <p:nvPr>
            <p:ph type="sldNum" sz="quarter" idx="12"/>
          </p:nvPr>
        </p:nvSpPr>
        <p:spPr/>
        <p:txBody>
          <a:bodyPr/>
          <a:lstStyle/>
          <a:p>
            <a:pPr>
              <a:defRPr/>
            </a:pPr>
            <a:fld id="{34C23A13-5672-41C0-8934-A4311B913B34}" type="slidenum">
              <a:rPr lang="en-US" altLang="zh-CN" smtClean="0"/>
              <a:pPr>
                <a:defRPr/>
              </a:pPr>
              <a:t>79</a:t>
            </a:fld>
            <a:endParaRPr lang="en-US" altLang="zh-CN"/>
          </a:p>
        </p:txBody>
      </p:sp>
    </p:spTree>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1026" descr="zc">
            <a:extLst>
              <a:ext uri="{FF2B5EF4-FFF2-40B4-BE49-F238E27FC236}">
                <a16:creationId xmlns:a16="http://schemas.microsoft.com/office/drawing/2014/main" id="{A9860F00-06B8-F1F1-5320-DE60753880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341438"/>
            <a:ext cx="6923087"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8068" name="Object 1028">
            <a:extLst>
              <a:ext uri="{FF2B5EF4-FFF2-40B4-BE49-F238E27FC236}">
                <a16:creationId xmlns:a16="http://schemas.microsoft.com/office/drawing/2014/main" id="{9FEF2A53-3976-E692-97CB-F386D0D152D8}"/>
              </a:ext>
            </a:extLst>
          </p:cNvPr>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公式" r:id="rId3" imgW="114151" imgH="215619" progId="Equation.3">
                  <p:embed/>
                </p:oleObj>
              </mc:Choice>
              <mc:Fallback>
                <p:oleObj name="公式" r:id="rId3" imgW="114151" imgH="215619" progId="Equation.3">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9" name="Object 1029">
            <a:extLst>
              <a:ext uri="{FF2B5EF4-FFF2-40B4-BE49-F238E27FC236}">
                <a16:creationId xmlns:a16="http://schemas.microsoft.com/office/drawing/2014/main" id="{ED02A989-A264-0543-CB37-1D5CEFBC7DB1}"/>
              </a:ext>
            </a:extLst>
          </p:cNvPr>
          <p:cNvGraphicFramePr>
            <a:graphicFrameLocks noChangeAspect="1"/>
          </p:cNvGraphicFramePr>
          <p:nvPr/>
        </p:nvGraphicFramePr>
        <p:xfrm>
          <a:off x="4514850" y="3321050"/>
          <a:ext cx="112713" cy="214313"/>
        </p:xfrm>
        <a:graphic>
          <a:graphicData uri="http://schemas.openxmlformats.org/presentationml/2006/ole">
            <mc:AlternateContent xmlns:mc="http://schemas.openxmlformats.org/markup-compatibility/2006">
              <mc:Choice xmlns:v="urn:schemas-microsoft-com:vml" Requires="v">
                <p:oleObj name="公式" r:id="rId3" imgW="114151" imgH="215619" progId="Equation.3">
                  <p:embed/>
                </p:oleObj>
              </mc:Choice>
              <mc:Fallback>
                <p:oleObj name="公式" r:id="rId3" imgW="114151" imgH="215619" progId="Equation.3">
                  <p:embed/>
                  <p:pic>
                    <p:nvPicPr>
                      <p:cNvPr id="0" name="Object 10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5414" name="Rectangle 1030">
            <a:extLst>
              <a:ext uri="{FF2B5EF4-FFF2-40B4-BE49-F238E27FC236}">
                <a16:creationId xmlns:a16="http://schemas.microsoft.com/office/drawing/2014/main" id="{361199CD-CF6D-2CC5-E62B-2EB8E3275060}"/>
              </a:ext>
            </a:extLst>
          </p:cNvPr>
          <p:cNvSpPr>
            <a:spLocks noChangeArrowheads="1"/>
          </p:cNvSpPr>
          <p:nvPr/>
        </p:nvSpPr>
        <p:spPr bwMode="auto">
          <a:xfrm>
            <a:off x="381000" y="3200400"/>
            <a:ext cx="8839200" cy="1066800"/>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zh-CN" altLang="en-US" sz="3200" b="1">
                <a:solidFill>
                  <a:schemeClr val="hlink"/>
                </a:solidFill>
                <a:effectLst>
                  <a:outerShdw blurRad="38100" dist="38100" dir="2700000" algn="tl">
                    <a:srgbClr val="C0C0C0"/>
                  </a:outerShdw>
                </a:effectLst>
                <a:latin typeface="+mn-lt"/>
                <a:ea typeface="仿宋_GB2312" pitchFamily="49" charset="-122"/>
              </a:rPr>
              <a:t>例如，对于广义表</a:t>
            </a:r>
          </a:p>
          <a:p>
            <a:pPr eaLnBrk="1" fontAlgn="auto" hangingPunct="1">
              <a:spcBef>
                <a:spcPts val="0"/>
              </a:spcBef>
              <a:spcAft>
                <a:spcPts val="0"/>
              </a:spcAft>
              <a:defRPr/>
            </a:pPr>
            <a:r>
              <a:rPr lang="zh-CN" altLang="en-US" sz="3200" b="1" i="1">
                <a:effectLst>
                  <a:outerShdw blurRad="38100" dist="38100" dir="2700000" algn="tl">
                    <a:srgbClr val="C0C0C0"/>
                  </a:outerShdw>
                </a:effectLst>
                <a:latin typeface="+mn-lt"/>
                <a:ea typeface="仿宋_GB2312" pitchFamily="49" charset="-122"/>
              </a:rPr>
              <a:t>   </a:t>
            </a:r>
            <a:r>
              <a:rPr lang="en-US" altLang="zh-CN" sz="3200" b="1">
                <a:solidFill>
                  <a:schemeClr val="tx2"/>
                </a:solidFill>
                <a:effectLst>
                  <a:outerShdw blurRad="38100" dist="38100" dir="2700000" algn="tl">
                    <a:srgbClr val="C0C0C0"/>
                  </a:outerShdw>
                </a:effectLst>
                <a:latin typeface="+mn-lt"/>
                <a:ea typeface="仿宋_GB2312" pitchFamily="49" charset="-122"/>
              </a:rPr>
              <a:t>E (B (a, b), D (B (a, b), C (u, (x, y, z)), A ( ) ) )</a:t>
            </a:r>
          </a:p>
        </p:txBody>
      </p:sp>
      <p:sp>
        <p:nvSpPr>
          <p:cNvPr id="88071" name="AutoShape 1031">
            <a:extLst>
              <a:ext uri="{FF2B5EF4-FFF2-40B4-BE49-F238E27FC236}">
                <a16:creationId xmlns:a16="http://schemas.microsoft.com/office/drawing/2014/main" id="{2E1CBC3B-C78B-A5A5-21AF-EA30DF8FF2C9}"/>
              </a:ext>
            </a:extLst>
          </p:cNvPr>
          <p:cNvSpPr>
            <a:spLocks/>
          </p:cNvSpPr>
          <p:nvPr/>
        </p:nvSpPr>
        <p:spPr bwMode="auto">
          <a:xfrm rot="-5400000">
            <a:off x="7658100" y="4076700"/>
            <a:ext cx="152400" cy="685800"/>
          </a:xfrm>
          <a:prstGeom prst="leftBrace">
            <a:avLst>
              <a:gd name="adj1" fmla="val 37500"/>
              <a:gd name="adj2" fmla="val 5000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88072" name="AutoShape 1032">
            <a:extLst>
              <a:ext uri="{FF2B5EF4-FFF2-40B4-BE49-F238E27FC236}">
                <a16:creationId xmlns:a16="http://schemas.microsoft.com/office/drawing/2014/main" id="{1E8C9CB2-1F8D-0F7D-36FA-BFE1ED12AF21}"/>
              </a:ext>
            </a:extLst>
          </p:cNvPr>
          <p:cNvSpPr>
            <a:spLocks/>
          </p:cNvSpPr>
          <p:nvPr/>
        </p:nvSpPr>
        <p:spPr bwMode="auto">
          <a:xfrm rot="-5400000">
            <a:off x="1828800" y="3810000"/>
            <a:ext cx="152400" cy="1219200"/>
          </a:xfrm>
          <a:prstGeom prst="leftBrace">
            <a:avLst>
              <a:gd name="adj1" fmla="val 66667"/>
              <a:gd name="adj2" fmla="val 5000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88073" name="AutoShape 1033">
            <a:extLst>
              <a:ext uri="{FF2B5EF4-FFF2-40B4-BE49-F238E27FC236}">
                <a16:creationId xmlns:a16="http://schemas.microsoft.com/office/drawing/2014/main" id="{CA390537-1FAD-396E-A20F-4B89D9537A6D}"/>
              </a:ext>
            </a:extLst>
          </p:cNvPr>
          <p:cNvSpPr>
            <a:spLocks/>
          </p:cNvSpPr>
          <p:nvPr/>
        </p:nvSpPr>
        <p:spPr bwMode="auto">
          <a:xfrm rot="-5400000">
            <a:off x="3848100" y="3848100"/>
            <a:ext cx="152400" cy="1143000"/>
          </a:xfrm>
          <a:prstGeom prst="leftBrace">
            <a:avLst>
              <a:gd name="adj1" fmla="val 62500"/>
              <a:gd name="adj2" fmla="val 5000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88074" name="AutoShape 1034">
            <a:extLst>
              <a:ext uri="{FF2B5EF4-FFF2-40B4-BE49-F238E27FC236}">
                <a16:creationId xmlns:a16="http://schemas.microsoft.com/office/drawing/2014/main" id="{1F51A390-D0B0-5E43-DDAE-8F0F3AE574A3}"/>
              </a:ext>
            </a:extLst>
          </p:cNvPr>
          <p:cNvSpPr>
            <a:spLocks/>
          </p:cNvSpPr>
          <p:nvPr/>
        </p:nvSpPr>
        <p:spPr bwMode="auto">
          <a:xfrm rot="-5400000">
            <a:off x="6286500" y="3848100"/>
            <a:ext cx="152400" cy="1143000"/>
          </a:xfrm>
          <a:prstGeom prst="leftBrace">
            <a:avLst>
              <a:gd name="adj1" fmla="val 62500"/>
              <a:gd name="adj2" fmla="val 5000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88075" name="AutoShape 1035">
            <a:extLst>
              <a:ext uri="{FF2B5EF4-FFF2-40B4-BE49-F238E27FC236}">
                <a16:creationId xmlns:a16="http://schemas.microsoft.com/office/drawing/2014/main" id="{0816257D-CD7B-CD8C-DCED-4F01D509655A}"/>
              </a:ext>
            </a:extLst>
          </p:cNvPr>
          <p:cNvSpPr>
            <a:spLocks/>
          </p:cNvSpPr>
          <p:nvPr/>
        </p:nvSpPr>
        <p:spPr bwMode="auto">
          <a:xfrm rot="-5400000">
            <a:off x="5905500" y="3771900"/>
            <a:ext cx="152400" cy="2209800"/>
          </a:xfrm>
          <a:prstGeom prst="leftBrace">
            <a:avLst>
              <a:gd name="adj1" fmla="val 120833"/>
              <a:gd name="adj2" fmla="val 5000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88076" name="AutoShape 1036">
            <a:extLst>
              <a:ext uri="{FF2B5EF4-FFF2-40B4-BE49-F238E27FC236}">
                <a16:creationId xmlns:a16="http://schemas.microsoft.com/office/drawing/2014/main" id="{1011067B-8AF4-94FD-D50F-19F66EFE62AE}"/>
              </a:ext>
            </a:extLst>
          </p:cNvPr>
          <p:cNvSpPr>
            <a:spLocks/>
          </p:cNvSpPr>
          <p:nvPr/>
        </p:nvSpPr>
        <p:spPr bwMode="auto">
          <a:xfrm rot="-5400000">
            <a:off x="5524500" y="2628900"/>
            <a:ext cx="152400" cy="5410200"/>
          </a:xfrm>
          <a:prstGeom prst="leftBrace">
            <a:avLst>
              <a:gd name="adj1" fmla="val 295833"/>
              <a:gd name="adj2" fmla="val 4994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88077" name="AutoShape 1037">
            <a:extLst>
              <a:ext uri="{FF2B5EF4-FFF2-40B4-BE49-F238E27FC236}">
                <a16:creationId xmlns:a16="http://schemas.microsoft.com/office/drawing/2014/main" id="{C9470F1C-CD89-67AE-1FE9-7B3148AFF017}"/>
              </a:ext>
            </a:extLst>
          </p:cNvPr>
          <p:cNvSpPr>
            <a:spLocks/>
          </p:cNvSpPr>
          <p:nvPr/>
        </p:nvSpPr>
        <p:spPr bwMode="auto">
          <a:xfrm rot="-5400000">
            <a:off x="4572000" y="2057400"/>
            <a:ext cx="152400" cy="7620000"/>
          </a:xfrm>
          <a:prstGeom prst="leftBrace">
            <a:avLst>
              <a:gd name="adj1" fmla="val 416667"/>
              <a:gd name="adj2" fmla="val 49940"/>
            </a:avLst>
          </a:prstGeom>
          <a:noFill/>
          <a:ln w="28575">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88078" name="Text Box 1038">
            <a:extLst>
              <a:ext uri="{FF2B5EF4-FFF2-40B4-BE49-F238E27FC236}">
                <a16:creationId xmlns:a16="http://schemas.microsoft.com/office/drawing/2014/main" id="{3105D535-E943-E051-07B7-8B42946C9E8F}"/>
              </a:ext>
            </a:extLst>
          </p:cNvPr>
          <p:cNvSpPr txBox="1">
            <a:spLocks noChangeArrowheads="1"/>
          </p:cNvSpPr>
          <p:nvPr/>
        </p:nvSpPr>
        <p:spPr bwMode="auto">
          <a:xfrm>
            <a:off x="1746250" y="4373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88079" name="Text Box 1039">
            <a:extLst>
              <a:ext uri="{FF2B5EF4-FFF2-40B4-BE49-F238E27FC236}">
                <a16:creationId xmlns:a16="http://schemas.microsoft.com/office/drawing/2014/main" id="{6B586987-82CB-1DAD-4A19-580DCFDBC071}"/>
              </a:ext>
            </a:extLst>
          </p:cNvPr>
          <p:cNvSpPr txBox="1">
            <a:spLocks noChangeArrowheads="1"/>
          </p:cNvSpPr>
          <p:nvPr/>
        </p:nvSpPr>
        <p:spPr bwMode="auto">
          <a:xfrm>
            <a:off x="3727450" y="4373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88080" name="Text Box 1040">
            <a:extLst>
              <a:ext uri="{FF2B5EF4-FFF2-40B4-BE49-F238E27FC236}">
                <a16:creationId xmlns:a16="http://schemas.microsoft.com/office/drawing/2014/main" id="{F5E17844-0283-8CB0-E8BE-7ABB7644F34F}"/>
              </a:ext>
            </a:extLst>
          </p:cNvPr>
          <p:cNvSpPr txBox="1">
            <a:spLocks noChangeArrowheads="1"/>
          </p:cNvSpPr>
          <p:nvPr/>
        </p:nvSpPr>
        <p:spPr bwMode="auto">
          <a:xfrm>
            <a:off x="6165850" y="4373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88081" name="Text Box 1041">
            <a:extLst>
              <a:ext uri="{FF2B5EF4-FFF2-40B4-BE49-F238E27FC236}">
                <a16:creationId xmlns:a16="http://schemas.microsoft.com/office/drawing/2014/main" id="{0FA04FFF-4F6E-9847-AB05-10F860F813DF}"/>
              </a:ext>
            </a:extLst>
          </p:cNvPr>
          <p:cNvSpPr txBox="1">
            <a:spLocks noChangeArrowheads="1"/>
          </p:cNvSpPr>
          <p:nvPr/>
        </p:nvSpPr>
        <p:spPr bwMode="auto">
          <a:xfrm>
            <a:off x="7537450" y="43735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88082" name="Text Box 1042">
            <a:extLst>
              <a:ext uri="{FF2B5EF4-FFF2-40B4-BE49-F238E27FC236}">
                <a16:creationId xmlns:a16="http://schemas.microsoft.com/office/drawing/2014/main" id="{B1F7D494-4948-2F74-3D48-DEE27C2A98B9}"/>
              </a:ext>
            </a:extLst>
          </p:cNvPr>
          <p:cNvSpPr txBox="1">
            <a:spLocks noChangeArrowheads="1"/>
          </p:cNvSpPr>
          <p:nvPr/>
        </p:nvSpPr>
        <p:spPr bwMode="auto">
          <a:xfrm>
            <a:off x="5784850" y="48307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88083" name="Text Box 1043">
            <a:extLst>
              <a:ext uri="{FF2B5EF4-FFF2-40B4-BE49-F238E27FC236}">
                <a16:creationId xmlns:a16="http://schemas.microsoft.com/office/drawing/2014/main" id="{FA81485F-EA9B-E1FE-3617-1B5684F05D7E}"/>
              </a:ext>
            </a:extLst>
          </p:cNvPr>
          <p:cNvSpPr txBox="1">
            <a:spLocks noChangeArrowheads="1"/>
          </p:cNvSpPr>
          <p:nvPr/>
        </p:nvSpPr>
        <p:spPr bwMode="auto">
          <a:xfrm>
            <a:off x="5410200" y="52879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accent2"/>
                </a:solidFill>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88084" name="Text Box 1044">
            <a:extLst>
              <a:ext uri="{FF2B5EF4-FFF2-40B4-BE49-F238E27FC236}">
                <a16:creationId xmlns:a16="http://schemas.microsoft.com/office/drawing/2014/main" id="{AC9E76EE-7375-744E-01F3-C0DA940FBE9A}"/>
              </a:ext>
            </a:extLst>
          </p:cNvPr>
          <p:cNvSpPr txBox="1">
            <a:spLocks noChangeArrowheads="1"/>
          </p:cNvSpPr>
          <p:nvPr/>
        </p:nvSpPr>
        <p:spPr bwMode="auto">
          <a:xfrm>
            <a:off x="4419600" y="58213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3200" b="1">
                <a:solidFill>
                  <a:schemeClr val="accent2"/>
                </a:solidFill>
                <a:latin typeface="Times New Roman" panose="02020603050405020304" pitchFamily="18" charset="0"/>
                <a:ea typeface="宋体" panose="02010600030101010101" pitchFamily="2" charset="-122"/>
              </a:rPr>
              <a:t>4</a:t>
            </a:r>
            <a:endParaRPr kumimoji="1" lang="en-US" altLang="zh-CN" sz="2400">
              <a:latin typeface="Times New Roman" panose="02020603050405020304" pitchFamily="18" charset="0"/>
              <a:ea typeface="宋体" panose="02010600030101010101" pitchFamily="2" charset="-122"/>
            </a:endParaRPr>
          </a:p>
        </p:txBody>
      </p:sp>
      <p:sp>
        <p:nvSpPr>
          <p:cNvPr id="2" name="标题 1">
            <a:extLst>
              <a:ext uri="{FF2B5EF4-FFF2-40B4-BE49-F238E27FC236}">
                <a16:creationId xmlns:a16="http://schemas.microsoft.com/office/drawing/2014/main" id="{195CD69A-912F-4738-8157-B659C390E529}"/>
              </a:ext>
            </a:extLst>
          </p:cNvPr>
          <p:cNvSpPr>
            <a:spLocks noGrp="1"/>
          </p:cNvSpPr>
          <p:nvPr>
            <p:ph type="title"/>
          </p:nvPr>
        </p:nvSpPr>
        <p:spPr>
          <a:xfrm>
            <a:off x="628650" y="365125"/>
            <a:ext cx="7886700" cy="976313"/>
          </a:xfrm>
        </p:spPr>
        <p:txBody>
          <a:bodyPr/>
          <a:lstStyle/>
          <a:p>
            <a:r>
              <a:rPr lang="zh-CN" altLang="en-US" dirty="0"/>
              <a:t>求广义表的深度</a:t>
            </a:r>
          </a:p>
        </p:txBody>
      </p:sp>
      <p:sp>
        <p:nvSpPr>
          <p:cNvPr id="4" name="灯片编号占位符 3">
            <a:extLst>
              <a:ext uri="{FF2B5EF4-FFF2-40B4-BE49-F238E27FC236}">
                <a16:creationId xmlns:a16="http://schemas.microsoft.com/office/drawing/2014/main" id="{CDBDA0A2-7A84-9B0E-17A2-669558592D56}"/>
              </a:ext>
            </a:extLst>
          </p:cNvPr>
          <p:cNvSpPr>
            <a:spLocks noGrp="1"/>
          </p:cNvSpPr>
          <p:nvPr>
            <p:ph type="sldNum" sz="quarter" idx="12"/>
          </p:nvPr>
        </p:nvSpPr>
        <p:spPr/>
        <p:txBody>
          <a:bodyPr/>
          <a:lstStyle/>
          <a:p>
            <a:pPr>
              <a:defRPr/>
            </a:pPr>
            <a:fld id="{75DB822A-0CFA-4B70-89C2-4987E9BB9761}" type="slidenum">
              <a:rPr lang="en-US" altLang="zh-CN" smtClean="0"/>
              <a:pPr>
                <a:defRPr/>
              </a:pPr>
              <a:t>80</a:t>
            </a:fld>
            <a:endParaRPr lang="en-US" altLang="zh-CN"/>
          </a:p>
        </p:txBody>
      </p:sp>
    </p:spTree>
  </p:cSld>
  <p:clrMapOvr>
    <a:masterClrMapping/>
  </p:clrMapOvr>
  <p:transition>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2D16F7C-E755-4F60-9F8D-70D62A6547D9}"/>
              </a:ext>
            </a:extLst>
          </p:cNvPr>
          <p:cNvSpPr>
            <a:spLocks noGrp="1"/>
          </p:cNvSpPr>
          <p:nvPr>
            <p:ph idx="1"/>
          </p:nvPr>
        </p:nvSpPr>
        <p:spPr>
          <a:xfrm>
            <a:off x="628650" y="404664"/>
            <a:ext cx="7886700" cy="5772299"/>
          </a:xfrm>
        </p:spPr>
        <p:txBody>
          <a:bodyPr>
            <a:normAutofit fontScale="47500" lnSpcReduction="20000"/>
          </a:bodyPr>
          <a:lstStyle/>
          <a:p>
            <a:pPr marL="0" indent="0">
              <a:buNone/>
            </a:pPr>
            <a:r>
              <a:rPr lang="en-US" altLang="zh-CN" dirty="0"/>
              <a:t>template &lt;class T&gt;  int </a:t>
            </a:r>
            <a:r>
              <a:rPr lang="en-US" altLang="zh-CN" dirty="0" err="1"/>
              <a:t>GenList</a:t>
            </a:r>
            <a:r>
              <a:rPr lang="en-US" altLang="zh-CN" dirty="0"/>
              <a:t>&lt;T&gt; :: depth ( ) {	       </a:t>
            </a:r>
          </a:p>
          <a:p>
            <a:pPr marL="0" indent="0">
              <a:buNone/>
            </a:pPr>
            <a:r>
              <a:rPr lang="en-US" altLang="zh-CN" dirty="0"/>
              <a:t>    return depth ( first );</a:t>
            </a:r>
          </a:p>
          <a:p>
            <a:pPr marL="0" indent="0">
              <a:buNone/>
            </a:pPr>
            <a:r>
              <a:rPr lang="en-US" altLang="zh-CN" dirty="0"/>
              <a:t>}</a:t>
            </a:r>
          </a:p>
          <a:p>
            <a:pPr marL="0" indent="0">
              <a:buNone/>
            </a:pPr>
            <a:endParaRPr lang="en-US" altLang="zh-CN" dirty="0"/>
          </a:p>
          <a:p>
            <a:pPr marL="0" indent="0">
              <a:buNone/>
            </a:pPr>
            <a:r>
              <a:rPr lang="en-US" altLang="zh-CN" dirty="0"/>
              <a:t>template &lt;class T&gt; </a:t>
            </a:r>
          </a:p>
          <a:p>
            <a:pPr marL="0" indent="0">
              <a:buNone/>
            </a:pPr>
            <a:r>
              <a:rPr lang="en-US" altLang="zh-CN" dirty="0"/>
              <a:t>int </a:t>
            </a:r>
            <a:r>
              <a:rPr lang="en-US" altLang="zh-CN" dirty="0" err="1"/>
              <a:t>GenList</a:t>
            </a:r>
            <a:r>
              <a:rPr lang="en-US" altLang="zh-CN" dirty="0"/>
              <a:t>&lt;T&gt; :: depth ( </a:t>
            </a:r>
            <a:r>
              <a:rPr lang="en-US" altLang="zh-CN" dirty="0" err="1"/>
              <a:t>GenListNode</a:t>
            </a:r>
            <a:r>
              <a:rPr lang="en-US" altLang="zh-CN" dirty="0"/>
              <a:t>&lt;T&gt; *ls ) {</a:t>
            </a:r>
          </a:p>
          <a:p>
            <a:pPr marL="0" indent="0">
              <a:buNone/>
            </a:pPr>
            <a:r>
              <a:rPr lang="en-US" altLang="zh-CN" dirty="0"/>
              <a:t>    if ( ls-&gt;</a:t>
            </a:r>
            <a:r>
              <a:rPr lang="en-US" altLang="zh-CN" dirty="0" err="1"/>
              <a:t>tlink</a:t>
            </a:r>
            <a:r>
              <a:rPr lang="en-US" altLang="zh-CN" dirty="0"/>
              <a:t> == NULL ) return 1;	  //</a:t>
            </a:r>
            <a:r>
              <a:rPr lang="zh-CN" altLang="en-US" dirty="0"/>
              <a:t>空表</a:t>
            </a:r>
          </a:p>
          <a:p>
            <a:pPr marL="0" indent="0">
              <a:buNone/>
            </a:pPr>
            <a:r>
              <a:rPr lang="zh-CN" altLang="en-US" dirty="0"/>
              <a:t>    </a:t>
            </a:r>
            <a:r>
              <a:rPr lang="en-US" altLang="zh-CN" dirty="0" err="1"/>
              <a:t>GenListNode</a:t>
            </a:r>
            <a:r>
              <a:rPr lang="en-US" altLang="zh-CN" dirty="0"/>
              <a:t>&lt;T&gt; * temp = ls-&gt;</a:t>
            </a:r>
            <a:r>
              <a:rPr lang="en-US" altLang="zh-CN" dirty="0" err="1"/>
              <a:t>tlink</a:t>
            </a:r>
            <a:r>
              <a:rPr lang="en-US" altLang="zh-CN" dirty="0"/>
              <a:t>;         int m = 0, n;</a:t>
            </a:r>
          </a:p>
          <a:p>
            <a:pPr marL="0" indent="0">
              <a:buNone/>
            </a:pPr>
            <a:r>
              <a:rPr lang="en-US" altLang="zh-CN" dirty="0"/>
              <a:t>    while ( temp != NULL ) {    //</a:t>
            </a:r>
            <a:r>
              <a:rPr lang="zh-CN" altLang="en-US" dirty="0"/>
              <a:t>在表顶层横扫</a:t>
            </a:r>
          </a:p>
          <a:p>
            <a:pPr marL="0" indent="0">
              <a:buNone/>
            </a:pPr>
            <a:r>
              <a:rPr lang="zh-CN" altLang="en-US" dirty="0"/>
              <a:t>        </a:t>
            </a:r>
            <a:r>
              <a:rPr lang="en-US" altLang="zh-CN" dirty="0"/>
              <a:t>if ( temp-&gt;</a:t>
            </a:r>
            <a:r>
              <a:rPr lang="en-US" altLang="zh-CN" dirty="0" err="1"/>
              <a:t>utype</a:t>
            </a:r>
            <a:r>
              <a:rPr lang="en-US" altLang="zh-CN" dirty="0"/>
              <a:t> == 2 ) {  //</a:t>
            </a:r>
            <a:r>
              <a:rPr lang="zh-CN" altLang="en-US" dirty="0"/>
              <a:t>结点为表结点</a:t>
            </a:r>
          </a:p>
          <a:p>
            <a:pPr marL="0" indent="0">
              <a:buNone/>
            </a:pPr>
            <a:r>
              <a:rPr lang="zh-CN" altLang="en-US" dirty="0"/>
              <a:t>           </a:t>
            </a:r>
            <a:r>
              <a:rPr lang="en-US" altLang="zh-CN" dirty="0"/>
              <a:t>n = depth ( temp-&gt;</a:t>
            </a:r>
            <a:r>
              <a:rPr lang="en-US" altLang="zh-CN" dirty="0" err="1"/>
              <a:t>info.hlink</a:t>
            </a:r>
            <a:r>
              <a:rPr lang="en-US" altLang="zh-CN" dirty="0"/>
              <a:t> );</a:t>
            </a:r>
          </a:p>
          <a:p>
            <a:pPr marL="0" indent="0">
              <a:buNone/>
            </a:pPr>
            <a:r>
              <a:rPr lang="en-US" altLang="zh-CN" dirty="0"/>
              <a:t>           if ( m &lt; n ) m = n;          //m</a:t>
            </a:r>
            <a:r>
              <a:rPr lang="zh-CN" altLang="en-US" dirty="0"/>
              <a:t>记最大深度</a:t>
            </a:r>
          </a:p>
          <a:p>
            <a:pPr marL="0" indent="0">
              <a:buNone/>
            </a:pPr>
            <a:r>
              <a:rPr lang="zh-CN" altLang="en-US" dirty="0"/>
              <a:t>        </a:t>
            </a:r>
            <a:r>
              <a:rPr lang="en-US" altLang="zh-CN" dirty="0"/>
              <a:t>}</a:t>
            </a:r>
          </a:p>
          <a:p>
            <a:pPr marL="0" indent="0">
              <a:buNone/>
            </a:pPr>
            <a:r>
              <a:rPr lang="en-US" altLang="zh-CN" dirty="0"/>
              <a:t>        temp = temp-&gt;</a:t>
            </a:r>
            <a:r>
              <a:rPr lang="en-US" altLang="zh-CN" dirty="0" err="1"/>
              <a:t>tlink</a:t>
            </a:r>
            <a:r>
              <a:rPr lang="en-US" altLang="zh-CN" dirty="0"/>
              <a:t>;</a:t>
            </a:r>
          </a:p>
          <a:p>
            <a:pPr marL="0" indent="0">
              <a:buNone/>
            </a:pPr>
            <a:r>
              <a:rPr lang="en-US" altLang="zh-CN" dirty="0"/>
              <a:t>    }</a:t>
            </a:r>
          </a:p>
          <a:p>
            <a:pPr marL="0" indent="0">
              <a:buNone/>
            </a:pPr>
            <a:r>
              <a:rPr lang="en-US" altLang="zh-CN" dirty="0"/>
              <a:t>    return m+1;</a:t>
            </a:r>
          </a:p>
          <a:p>
            <a:pPr marL="0" indent="0">
              <a:buNone/>
            </a:pPr>
            <a:r>
              <a:rPr lang="en-US" altLang="zh-CN" dirty="0"/>
              <a:t>}</a:t>
            </a:r>
          </a:p>
        </p:txBody>
      </p:sp>
      <p:sp>
        <p:nvSpPr>
          <p:cNvPr id="4" name="灯片编号占位符 3">
            <a:extLst>
              <a:ext uri="{FF2B5EF4-FFF2-40B4-BE49-F238E27FC236}">
                <a16:creationId xmlns:a16="http://schemas.microsoft.com/office/drawing/2014/main" id="{AAE87DFB-E47A-5B28-5688-6080A9E9AB25}"/>
              </a:ext>
            </a:extLst>
          </p:cNvPr>
          <p:cNvSpPr>
            <a:spLocks noGrp="1"/>
          </p:cNvSpPr>
          <p:nvPr>
            <p:ph type="sldNum" sz="quarter" idx="12"/>
          </p:nvPr>
        </p:nvSpPr>
        <p:spPr/>
        <p:txBody>
          <a:bodyPr/>
          <a:lstStyle/>
          <a:p>
            <a:pPr>
              <a:defRPr/>
            </a:pPr>
            <a:fld id="{34C23A13-5672-41C0-8934-A4311B913B34}" type="slidenum">
              <a:rPr lang="en-US" altLang="zh-CN" smtClean="0"/>
              <a:pPr>
                <a:defRPr/>
              </a:pPr>
              <a:t>81</a:t>
            </a:fld>
            <a:endParaRPr lang="en-US" altLang="zh-CN"/>
          </a:p>
        </p:txBody>
      </p:sp>
    </p:spTree>
  </p:cSld>
  <p:clrMapOvr>
    <a:masterClrMapping/>
  </p:clrMapOvr>
  <p:transition>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4" descr="再生纸">
            <a:extLst>
              <a:ext uri="{FF2B5EF4-FFF2-40B4-BE49-F238E27FC236}">
                <a16:creationId xmlns:a16="http://schemas.microsoft.com/office/drawing/2014/main" id="{1265404B-A826-A76C-10C0-AB3030EEF164}"/>
              </a:ext>
            </a:extLst>
          </p:cNvPr>
          <p:cNvSpPr>
            <a:spLocks noChangeArrowheads="1"/>
          </p:cNvSpPr>
          <p:nvPr/>
        </p:nvSpPr>
        <p:spPr bwMode="auto">
          <a:xfrm>
            <a:off x="1123950" y="16573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16" name="Line 5">
            <a:extLst>
              <a:ext uri="{FF2B5EF4-FFF2-40B4-BE49-F238E27FC236}">
                <a16:creationId xmlns:a16="http://schemas.microsoft.com/office/drawing/2014/main" id="{3A5F397B-D8D8-A709-5CBB-087D76A58593}"/>
              </a:ext>
            </a:extLst>
          </p:cNvPr>
          <p:cNvSpPr>
            <a:spLocks noChangeShapeType="1"/>
          </p:cNvSpPr>
          <p:nvPr/>
        </p:nvSpPr>
        <p:spPr bwMode="auto">
          <a:xfrm>
            <a:off x="819150" y="1809750"/>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17" name="Line 6">
            <a:extLst>
              <a:ext uri="{FF2B5EF4-FFF2-40B4-BE49-F238E27FC236}">
                <a16:creationId xmlns:a16="http://schemas.microsoft.com/office/drawing/2014/main" id="{948618A9-A5E6-1CC0-7387-4205405C4878}"/>
              </a:ext>
            </a:extLst>
          </p:cNvPr>
          <p:cNvSpPr>
            <a:spLocks noChangeShapeType="1"/>
          </p:cNvSpPr>
          <p:nvPr/>
        </p:nvSpPr>
        <p:spPr bwMode="auto">
          <a:xfrm>
            <a:off x="1522413" y="165735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18" name="Line 7">
            <a:extLst>
              <a:ext uri="{FF2B5EF4-FFF2-40B4-BE49-F238E27FC236}">
                <a16:creationId xmlns:a16="http://schemas.microsoft.com/office/drawing/2014/main" id="{65904BAF-28D2-E59C-6411-C00A675B6CE3}"/>
              </a:ext>
            </a:extLst>
          </p:cNvPr>
          <p:cNvSpPr>
            <a:spLocks noChangeShapeType="1"/>
          </p:cNvSpPr>
          <p:nvPr/>
        </p:nvSpPr>
        <p:spPr bwMode="auto">
          <a:xfrm>
            <a:off x="1903413" y="1657350"/>
            <a:ext cx="0" cy="38100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19" name="Rectangle 8">
            <a:extLst>
              <a:ext uri="{FF2B5EF4-FFF2-40B4-BE49-F238E27FC236}">
                <a16:creationId xmlns:a16="http://schemas.microsoft.com/office/drawing/2014/main" id="{7245FB4C-A9F0-A1C3-B9BA-7F1278C84CAD}"/>
              </a:ext>
            </a:extLst>
          </p:cNvPr>
          <p:cNvSpPr>
            <a:spLocks noChangeArrowheads="1"/>
          </p:cNvSpPr>
          <p:nvPr/>
        </p:nvSpPr>
        <p:spPr bwMode="auto">
          <a:xfrm>
            <a:off x="1522413" y="165735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0120" name="Text Box 9">
            <a:extLst>
              <a:ext uri="{FF2B5EF4-FFF2-40B4-BE49-F238E27FC236}">
                <a16:creationId xmlns:a16="http://schemas.microsoft.com/office/drawing/2014/main" id="{86DD2178-7920-592D-B49D-60179460D3D7}"/>
              </a:ext>
            </a:extLst>
          </p:cNvPr>
          <p:cNvSpPr txBox="1">
            <a:spLocks noChangeArrowheads="1"/>
          </p:cNvSpPr>
          <p:nvPr/>
        </p:nvSpPr>
        <p:spPr bwMode="auto">
          <a:xfrm>
            <a:off x="1141413" y="158115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90121" name="Rectangle 10" descr="再生纸">
            <a:extLst>
              <a:ext uri="{FF2B5EF4-FFF2-40B4-BE49-F238E27FC236}">
                <a16:creationId xmlns:a16="http://schemas.microsoft.com/office/drawing/2014/main" id="{4E1359CA-9B6A-75C5-166B-4199FE0C0FB7}"/>
              </a:ext>
            </a:extLst>
          </p:cNvPr>
          <p:cNvSpPr>
            <a:spLocks noChangeArrowheads="1"/>
          </p:cNvSpPr>
          <p:nvPr/>
        </p:nvSpPr>
        <p:spPr bwMode="auto">
          <a:xfrm>
            <a:off x="2513013" y="16573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22" name="Line 11">
            <a:extLst>
              <a:ext uri="{FF2B5EF4-FFF2-40B4-BE49-F238E27FC236}">
                <a16:creationId xmlns:a16="http://schemas.microsoft.com/office/drawing/2014/main" id="{E607093E-1BE4-A83D-F712-42D8337AB4B4}"/>
              </a:ext>
            </a:extLst>
          </p:cNvPr>
          <p:cNvSpPr>
            <a:spLocks noChangeShapeType="1"/>
          </p:cNvSpPr>
          <p:nvPr/>
        </p:nvSpPr>
        <p:spPr bwMode="auto">
          <a:xfrm>
            <a:off x="2132013" y="1809750"/>
            <a:ext cx="3810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23" name="Text Box 12">
            <a:extLst>
              <a:ext uri="{FF2B5EF4-FFF2-40B4-BE49-F238E27FC236}">
                <a16:creationId xmlns:a16="http://schemas.microsoft.com/office/drawing/2014/main" id="{4014ACC4-0CCC-64E6-41A4-C100D2893DE7}"/>
              </a:ext>
            </a:extLst>
          </p:cNvPr>
          <p:cNvSpPr txBox="1">
            <a:spLocks noChangeArrowheads="1"/>
          </p:cNvSpPr>
          <p:nvPr/>
        </p:nvSpPr>
        <p:spPr bwMode="auto">
          <a:xfrm>
            <a:off x="2530475" y="158115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1  5</a:t>
            </a:r>
            <a:endParaRPr kumimoji="1" lang="en-US" altLang="zh-CN" sz="2400">
              <a:latin typeface="Times New Roman" panose="02020603050405020304" pitchFamily="18" charset="0"/>
              <a:ea typeface="宋体" panose="02010600030101010101" pitchFamily="2" charset="-122"/>
            </a:endParaRPr>
          </a:p>
        </p:txBody>
      </p:sp>
      <p:sp>
        <p:nvSpPr>
          <p:cNvPr id="90124" name="Rectangle 13" descr="再生纸">
            <a:extLst>
              <a:ext uri="{FF2B5EF4-FFF2-40B4-BE49-F238E27FC236}">
                <a16:creationId xmlns:a16="http://schemas.microsoft.com/office/drawing/2014/main" id="{B67F111D-6C0D-72FC-9C2E-D4E8C9B8ED69}"/>
              </a:ext>
            </a:extLst>
          </p:cNvPr>
          <p:cNvSpPr>
            <a:spLocks noChangeArrowheads="1"/>
          </p:cNvSpPr>
          <p:nvPr/>
        </p:nvSpPr>
        <p:spPr bwMode="auto">
          <a:xfrm>
            <a:off x="3884613" y="16573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25" name="Line 14">
            <a:extLst>
              <a:ext uri="{FF2B5EF4-FFF2-40B4-BE49-F238E27FC236}">
                <a16:creationId xmlns:a16="http://schemas.microsoft.com/office/drawing/2014/main" id="{FE924D3D-420A-ED9D-D1AC-6764B3B716E5}"/>
              </a:ext>
            </a:extLst>
          </p:cNvPr>
          <p:cNvSpPr>
            <a:spLocks noChangeShapeType="1"/>
          </p:cNvSpPr>
          <p:nvPr/>
        </p:nvSpPr>
        <p:spPr bwMode="auto">
          <a:xfrm>
            <a:off x="3503613" y="1809750"/>
            <a:ext cx="3810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26" name="Text Box 15">
            <a:extLst>
              <a:ext uri="{FF2B5EF4-FFF2-40B4-BE49-F238E27FC236}">
                <a16:creationId xmlns:a16="http://schemas.microsoft.com/office/drawing/2014/main" id="{746E2D90-9C48-39F9-63A5-1A779196AB81}"/>
              </a:ext>
            </a:extLst>
          </p:cNvPr>
          <p:cNvSpPr txBox="1">
            <a:spLocks noChangeArrowheads="1"/>
          </p:cNvSpPr>
          <p:nvPr/>
        </p:nvSpPr>
        <p:spPr bwMode="auto">
          <a:xfrm>
            <a:off x="3902075" y="15811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90127" name="Rectangle 16" descr="再生纸">
            <a:extLst>
              <a:ext uri="{FF2B5EF4-FFF2-40B4-BE49-F238E27FC236}">
                <a16:creationId xmlns:a16="http://schemas.microsoft.com/office/drawing/2014/main" id="{C238856A-B531-A217-4438-FC0DB08C4EB6}"/>
              </a:ext>
            </a:extLst>
          </p:cNvPr>
          <p:cNvSpPr>
            <a:spLocks noChangeArrowheads="1"/>
          </p:cNvSpPr>
          <p:nvPr/>
        </p:nvSpPr>
        <p:spPr bwMode="auto">
          <a:xfrm>
            <a:off x="5256213" y="16573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28" name="Line 17">
            <a:extLst>
              <a:ext uri="{FF2B5EF4-FFF2-40B4-BE49-F238E27FC236}">
                <a16:creationId xmlns:a16="http://schemas.microsoft.com/office/drawing/2014/main" id="{171D4B8B-FD00-4EE8-A9ED-9FAE31841157}"/>
              </a:ext>
            </a:extLst>
          </p:cNvPr>
          <p:cNvSpPr>
            <a:spLocks noChangeShapeType="1"/>
          </p:cNvSpPr>
          <p:nvPr/>
        </p:nvSpPr>
        <p:spPr bwMode="auto">
          <a:xfrm>
            <a:off x="4875213" y="1809750"/>
            <a:ext cx="3810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29" name="Text Box 18">
            <a:extLst>
              <a:ext uri="{FF2B5EF4-FFF2-40B4-BE49-F238E27FC236}">
                <a16:creationId xmlns:a16="http://schemas.microsoft.com/office/drawing/2014/main" id="{B6FA2C83-214C-6B89-CC74-B76B3F382BFA}"/>
              </a:ext>
            </a:extLst>
          </p:cNvPr>
          <p:cNvSpPr txBox="1">
            <a:spLocks noChangeArrowheads="1"/>
          </p:cNvSpPr>
          <p:nvPr/>
        </p:nvSpPr>
        <p:spPr bwMode="auto">
          <a:xfrm>
            <a:off x="5273675" y="158115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90130" name="Rectangle 19" descr="再生纸">
            <a:extLst>
              <a:ext uri="{FF2B5EF4-FFF2-40B4-BE49-F238E27FC236}">
                <a16:creationId xmlns:a16="http://schemas.microsoft.com/office/drawing/2014/main" id="{A810E097-2B7C-DACA-4A6A-BE3EDE01AF84}"/>
              </a:ext>
            </a:extLst>
          </p:cNvPr>
          <p:cNvSpPr>
            <a:spLocks noChangeArrowheads="1"/>
          </p:cNvSpPr>
          <p:nvPr/>
        </p:nvSpPr>
        <p:spPr bwMode="auto">
          <a:xfrm>
            <a:off x="6627813" y="16573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31" name="Line 20">
            <a:extLst>
              <a:ext uri="{FF2B5EF4-FFF2-40B4-BE49-F238E27FC236}">
                <a16:creationId xmlns:a16="http://schemas.microsoft.com/office/drawing/2014/main" id="{BABB388E-E3CA-FEFA-19AE-C64C28E40A10}"/>
              </a:ext>
            </a:extLst>
          </p:cNvPr>
          <p:cNvSpPr>
            <a:spLocks noChangeShapeType="1"/>
          </p:cNvSpPr>
          <p:nvPr/>
        </p:nvSpPr>
        <p:spPr bwMode="auto">
          <a:xfrm>
            <a:off x="6246813" y="1809750"/>
            <a:ext cx="3810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2" name="Text Box 21">
            <a:extLst>
              <a:ext uri="{FF2B5EF4-FFF2-40B4-BE49-F238E27FC236}">
                <a16:creationId xmlns:a16="http://schemas.microsoft.com/office/drawing/2014/main" id="{E0D2278E-4FA1-E27B-F9F7-6E1629826DF4}"/>
              </a:ext>
            </a:extLst>
          </p:cNvPr>
          <p:cNvSpPr txBox="1">
            <a:spLocks noChangeArrowheads="1"/>
          </p:cNvSpPr>
          <p:nvPr/>
        </p:nvSpPr>
        <p:spPr bwMode="auto">
          <a:xfrm>
            <a:off x="6645275" y="158115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1  2</a:t>
            </a:r>
            <a:endParaRPr kumimoji="1" lang="en-US" altLang="zh-CN" sz="2400">
              <a:latin typeface="Times New Roman" panose="02020603050405020304" pitchFamily="18" charset="0"/>
              <a:ea typeface="宋体" panose="02010600030101010101" pitchFamily="2" charset="-122"/>
            </a:endParaRPr>
          </a:p>
        </p:txBody>
      </p:sp>
      <p:sp>
        <p:nvSpPr>
          <p:cNvPr id="90133" name="Text Box 22">
            <a:extLst>
              <a:ext uri="{FF2B5EF4-FFF2-40B4-BE49-F238E27FC236}">
                <a16:creationId xmlns:a16="http://schemas.microsoft.com/office/drawing/2014/main" id="{47E73BC5-536F-DFD0-84D3-3206E5D097A0}"/>
              </a:ext>
            </a:extLst>
          </p:cNvPr>
          <p:cNvSpPr txBox="1">
            <a:spLocks noChangeArrowheads="1"/>
          </p:cNvSpPr>
          <p:nvPr/>
        </p:nvSpPr>
        <p:spPr bwMode="auto">
          <a:xfrm>
            <a:off x="7389813" y="151923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90134" name="Line 23">
            <a:extLst>
              <a:ext uri="{FF2B5EF4-FFF2-40B4-BE49-F238E27FC236}">
                <a16:creationId xmlns:a16="http://schemas.microsoft.com/office/drawing/2014/main" id="{799F3EAC-886A-36D5-F526-276A13B93098}"/>
              </a:ext>
            </a:extLst>
          </p:cNvPr>
          <p:cNvSpPr>
            <a:spLocks noChangeShapeType="1"/>
          </p:cNvSpPr>
          <p:nvPr/>
        </p:nvSpPr>
        <p:spPr bwMode="auto">
          <a:xfrm>
            <a:off x="2894013" y="16573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5" name="Line 24">
            <a:extLst>
              <a:ext uri="{FF2B5EF4-FFF2-40B4-BE49-F238E27FC236}">
                <a16:creationId xmlns:a16="http://schemas.microsoft.com/office/drawing/2014/main" id="{51477949-5C9E-EECD-0819-6A35E030E799}"/>
              </a:ext>
            </a:extLst>
          </p:cNvPr>
          <p:cNvSpPr>
            <a:spLocks noChangeShapeType="1"/>
          </p:cNvSpPr>
          <p:nvPr/>
        </p:nvSpPr>
        <p:spPr bwMode="auto">
          <a:xfrm>
            <a:off x="3275013" y="16573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6" name="Line 25">
            <a:extLst>
              <a:ext uri="{FF2B5EF4-FFF2-40B4-BE49-F238E27FC236}">
                <a16:creationId xmlns:a16="http://schemas.microsoft.com/office/drawing/2014/main" id="{C2014AD6-1F1C-9C33-62FE-09DFEF8B9E67}"/>
              </a:ext>
            </a:extLst>
          </p:cNvPr>
          <p:cNvSpPr>
            <a:spLocks noChangeShapeType="1"/>
          </p:cNvSpPr>
          <p:nvPr/>
        </p:nvSpPr>
        <p:spPr bwMode="auto">
          <a:xfrm>
            <a:off x="4265613" y="16573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7" name="Line 26">
            <a:extLst>
              <a:ext uri="{FF2B5EF4-FFF2-40B4-BE49-F238E27FC236}">
                <a16:creationId xmlns:a16="http://schemas.microsoft.com/office/drawing/2014/main" id="{F6731808-BC82-90B0-67B2-BE8BC596389D}"/>
              </a:ext>
            </a:extLst>
          </p:cNvPr>
          <p:cNvSpPr>
            <a:spLocks noChangeShapeType="1"/>
          </p:cNvSpPr>
          <p:nvPr/>
        </p:nvSpPr>
        <p:spPr bwMode="auto">
          <a:xfrm>
            <a:off x="4646613" y="16573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8" name="Line 27">
            <a:extLst>
              <a:ext uri="{FF2B5EF4-FFF2-40B4-BE49-F238E27FC236}">
                <a16:creationId xmlns:a16="http://schemas.microsoft.com/office/drawing/2014/main" id="{41F02478-860F-55EF-8DEE-727115FD0B48}"/>
              </a:ext>
            </a:extLst>
          </p:cNvPr>
          <p:cNvSpPr>
            <a:spLocks noChangeShapeType="1"/>
          </p:cNvSpPr>
          <p:nvPr/>
        </p:nvSpPr>
        <p:spPr bwMode="auto">
          <a:xfrm>
            <a:off x="5637213" y="16573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9" name="Line 28">
            <a:extLst>
              <a:ext uri="{FF2B5EF4-FFF2-40B4-BE49-F238E27FC236}">
                <a16:creationId xmlns:a16="http://schemas.microsoft.com/office/drawing/2014/main" id="{48F0B40B-9836-CB3E-55CC-2D2889E1C60A}"/>
              </a:ext>
            </a:extLst>
          </p:cNvPr>
          <p:cNvSpPr>
            <a:spLocks noChangeShapeType="1"/>
          </p:cNvSpPr>
          <p:nvPr/>
        </p:nvSpPr>
        <p:spPr bwMode="auto">
          <a:xfrm>
            <a:off x="6018213" y="16573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40" name="Line 29">
            <a:extLst>
              <a:ext uri="{FF2B5EF4-FFF2-40B4-BE49-F238E27FC236}">
                <a16:creationId xmlns:a16="http://schemas.microsoft.com/office/drawing/2014/main" id="{DE1E46E8-4C34-32D4-7248-631A25D2D7A3}"/>
              </a:ext>
            </a:extLst>
          </p:cNvPr>
          <p:cNvSpPr>
            <a:spLocks noChangeShapeType="1"/>
          </p:cNvSpPr>
          <p:nvPr/>
        </p:nvSpPr>
        <p:spPr bwMode="auto">
          <a:xfrm>
            <a:off x="7008813" y="16573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41" name="Line 30">
            <a:extLst>
              <a:ext uri="{FF2B5EF4-FFF2-40B4-BE49-F238E27FC236}">
                <a16:creationId xmlns:a16="http://schemas.microsoft.com/office/drawing/2014/main" id="{A550EE5D-AD6A-9E73-41AF-34028DEF06EE}"/>
              </a:ext>
            </a:extLst>
          </p:cNvPr>
          <p:cNvSpPr>
            <a:spLocks noChangeShapeType="1"/>
          </p:cNvSpPr>
          <p:nvPr/>
        </p:nvSpPr>
        <p:spPr bwMode="auto">
          <a:xfrm>
            <a:off x="7389813" y="16573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42" name="Rectangle 31" descr="再生纸">
            <a:extLst>
              <a:ext uri="{FF2B5EF4-FFF2-40B4-BE49-F238E27FC236}">
                <a16:creationId xmlns:a16="http://schemas.microsoft.com/office/drawing/2014/main" id="{FF287139-8B41-FECC-5879-F3BA98230794}"/>
              </a:ext>
            </a:extLst>
          </p:cNvPr>
          <p:cNvSpPr>
            <a:spLocks noChangeArrowheads="1"/>
          </p:cNvSpPr>
          <p:nvPr/>
        </p:nvSpPr>
        <p:spPr bwMode="auto">
          <a:xfrm>
            <a:off x="1123950" y="2509838"/>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43" name="Line 32">
            <a:extLst>
              <a:ext uri="{FF2B5EF4-FFF2-40B4-BE49-F238E27FC236}">
                <a16:creationId xmlns:a16="http://schemas.microsoft.com/office/drawing/2014/main" id="{4E82CED0-3FE5-B59E-A13B-FD14BF9F1896}"/>
              </a:ext>
            </a:extLst>
          </p:cNvPr>
          <p:cNvSpPr>
            <a:spLocks noChangeShapeType="1"/>
          </p:cNvSpPr>
          <p:nvPr/>
        </p:nvSpPr>
        <p:spPr bwMode="auto">
          <a:xfrm>
            <a:off x="912813" y="2647950"/>
            <a:ext cx="211137" cy="14288"/>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44" name="Rectangle 33">
            <a:extLst>
              <a:ext uri="{FF2B5EF4-FFF2-40B4-BE49-F238E27FC236}">
                <a16:creationId xmlns:a16="http://schemas.microsoft.com/office/drawing/2014/main" id="{9EF54E81-9EBB-2B0C-A8EE-28C7E55C1B47}"/>
              </a:ext>
            </a:extLst>
          </p:cNvPr>
          <p:cNvSpPr>
            <a:spLocks noChangeArrowheads="1"/>
          </p:cNvSpPr>
          <p:nvPr/>
        </p:nvSpPr>
        <p:spPr bwMode="auto">
          <a:xfrm>
            <a:off x="1522413" y="2509838"/>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0145" name="Text Box 34">
            <a:extLst>
              <a:ext uri="{FF2B5EF4-FFF2-40B4-BE49-F238E27FC236}">
                <a16:creationId xmlns:a16="http://schemas.microsoft.com/office/drawing/2014/main" id="{163CF793-7B1B-5D2A-FD80-BCBEC6FDF1D3}"/>
              </a:ext>
            </a:extLst>
          </p:cNvPr>
          <p:cNvSpPr txBox="1">
            <a:spLocks noChangeArrowheads="1"/>
          </p:cNvSpPr>
          <p:nvPr/>
        </p:nvSpPr>
        <p:spPr bwMode="auto">
          <a:xfrm>
            <a:off x="1141413" y="243363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90146" name="Rectangle 35" descr="再生纸">
            <a:extLst>
              <a:ext uri="{FF2B5EF4-FFF2-40B4-BE49-F238E27FC236}">
                <a16:creationId xmlns:a16="http://schemas.microsoft.com/office/drawing/2014/main" id="{9CEA311A-5281-C41F-D86E-2BB467B7EA13}"/>
              </a:ext>
            </a:extLst>
          </p:cNvPr>
          <p:cNvSpPr>
            <a:spLocks noChangeArrowheads="1"/>
          </p:cNvSpPr>
          <p:nvPr/>
        </p:nvSpPr>
        <p:spPr bwMode="auto">
          <a:xfrm>
            <a:off x="2513013" y="24955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47" name="Line 36">
            <a:extLst>
              <a:ext uri="{FF2B5EF4-FFF2-40B4-BE49-F238E27FC236}">
                <a16:creationId xmlns:a16="http://schemas.microsoft.com/office/drawing/2014/main" id="{6DF7D36C-4AE0-2E9E-FB6F-A551C753A8C5}"/>
              </a:ext>
            </a:extLst>
          </p:cNvPr>
          <p:cNvSpPr>
            <a:spLocks noChangeShapeType="1"/>
          </p:cNvSpPr>
          <p:nvPr/>
        </p:nvSpPr>
        <p:spPr bwMode="auto">
          <a:xfrm>
            <a:off x="2132013" y="2662238"/>
            <a:ext cx="3810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48" name="Text Box 37">
            <a:extLst>
              <a:ext uri="{FF2B5EF4-FFF2-40B4-BE49-F238E27FC236}">
                <a16:creationId xmlns:a16="http://schemas.microsoft.com/office/drawing/2014/main" id="{0CA148C6-F24D-17DA-9DF6-313BB6D27DCB}"/>
              </a:ext>
            </a:extLst>
          </p:cNvPr>
          <p:cNvSpPr txBox="1">
            <a:spLocks noChangeArrowheads="1"/>
          </p:cNvSpPr>
          <p:nvPr/>
        </p:nvSpPr>
        <p:spPr bwMode="auto">
          <a:xfrm>
            <a:off x="2530475" y="2433638"/>
            <a:ext cx="866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 ‘</a:t>
            </a:r>
            <a:r>
              <a:rPr kumimoji="1" lang="en-US" altLang="zh-CN" sz="2800" b="1" i="1">
                <a:latin typeface="Times New Roman" panose="02020603050405020304" pitchFamily="18" charset="0"/>
                <a:ea typeface="宋体" panose="02010600030101010101" pitchFamily="2" charset="-122"/>
              </a:rPr>
              <a:t>x</a:t>
            </a:r>
            <a:r>
              <a:rPr kumimoji="1" lang="en-US" altLang="zh-CN" sz="2800" b="1">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0149" name="Rectangle 38" descr="再生纸">
            <a:extLst>
              <a:ext uri="{FF2B5EF4-FFF2-40B4-BE49-F238E27FC236}">
                <a16:creationId xmlns:a16="http://schemas.microsoft.com/office/drawing/2014/main" id="{A6473AEF-09D8-F644-9BD3-D22FFD13EEB9}"/>
              </a:ext>
            </a:extLst>
          </p:cNvPr>
          <p:cNvSpPr>
            <a:spLocks noChangeArrowheads="1"/>
          </p:cNvSpPr>
          <p:nvPr/>
        </p:nvSpPr>
        <p:spPr bwMode="auto">
          <a:xfrm>
            <a:off x="3884613" y="24955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50" name="Line 39">
            <a:extLst>
              <a:ext uri="{FF2B5EF4-FFF2-40B4-BE49-F238E27FC236}">
                <a16:creationId xmlns:a16="http://schemas.microsoft.com/office/drawing/2014/main" id="{4DEA86CF-36DF-66E7-EF3F-267CD3F273B1}"/>
              </a:ext>
            </a:extLst>
          </p:cNvPr>
          <p:cNvSpPr>
            <a:spLocks noChangeShapeType="1"/>
          </p:cNvSpPr>
          <p:nvPr/>
        </p:nvSpPr>
        <p:spPr bwMode="auto">
          <a:xfrm>
            <a:off x="3503613" y="2662238"/>
            <a:ext cx="3810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51" name="Line 40">
            <a:extLst>
              <a:ext uri="{FF2B5EF4-FFF2-40B4-BE49-F238E27FC236}">
                <a16:creationId xmlns:a16="http://schemas.microsoft.com/office/drawing/2014/main" id="{3F9752C2-D4BF-7CF8-BB76-A3C85E7E88AB}"/>
              </a:ext>
            </a:extLst>
          </p:cNvPr>
          <p:cNvSpPr>
            <a:spLocks noChangeShapeType="1"/>
          </p:cNvSpPr>
          <p:nvPr/>
        </p:nvSpPr>
        <p:spPr bwMode="auto">
          <a:xfrm>
            <a:off x="3351213" y="25098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52" name="Line 41">
            <a:extLst>
              <a:ext uri="{FF2B5EF4-FFF2-40B4-BE49-F238E27FC236}">
                <a16:creationId xmlns:a16="http://schemas.microsoft.com/office/drawing/2014/main" id="{6D5B2764-B49A-E3B1-9DC4-8A7DD666EB2E}"/>
              </a:ext>
            </a:extLst>
          </p:cNvPr>
          <p:cNvSpPr>
            <a:spLocks noChangeShapeType="1"/>
          </p:cNvSpPr>
          <p:nvPr/>
        </p:nvSpPr>
        <p:spPr bwMode="auto">
          <a:xfrm>
            <a:off x="4646613" y="25098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53" name="Line 42">
            <a:extLst>
              <a:ext uri="{FF2B5EF4-FFF2-40B4-BE49-F238E27FC236}">
                <a16:creationId xmlns:a16="http://schemas.microsoft.com/office/drawing/2014/main" id="{BC8401A8-7A1E-AB85-63F8-7BE9F819B9B3}"/>
              </a:ext>
            </a:extLst>
          </p:cNvPr>
          <p:cNvSpPr>
            <a:spLocks noChangeShapeType="1"/>
          </p:cNvSpPr>
          <p:nvPr/>
        </p:nvSpPr>
        <p:spPr bwMode="auto">
          <a:xfrm>
            <a:off x="2894013" y="24955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54" name="Line 43">
            <a:extLst>
              <a:ext uri="{FF2B5EF4-FFF2-40B4-BE49-F238E27FC236}">
                <a16:creationId xmlns:a16="http://schemas.microsoft.com/office/drawing/2014/main" id="{B71C1163-7CEC-BEE4-AAF2-7D4FAACF1F0B}"/>
              </a:ext>
            </a:extLst>
          </p:cNvPr>
          <p:cNvSpPr>
            <a:spLocks noChangeShapeType="1"/>
          </p:cNvSpPr>
          <p:nvPr/>
        </p:nvSpPr>
        <p:spPr bwMode="auto">
          <a:xfrm>
            <a:off x="4265613" y="24955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55" name="Text Box 44">
            <a:extLst>
              <a:ext uri="{FF2B5EF4-FFF2-40B4-BE49-F238E27FC236}">
                <a16:creationId xmlns:a16="http://schemas.microsoft.com/office/drawing/2014/main" id="{51EE854A-75DF-57A6-5636-1A60553037D4}"/>
              </a:ext>
            </a:extLst>
          </p:cNvPr>
          <p:cNvSpPr txBox="1">
            <a:spLocks noChangeArrowheads="1"/>
          </p:cNvSpPr>
          <p:nvPr/>
        </p:nvSpPr>
        <p:spPr bwMode="auto">
          <a:xfrm>
            <a:off x="4646613" y="235743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90156" name="Rectangle 45" descr="再生纸">
            <a:extLst>
              <a:ext uri="{FF2B5EF4-FFF2-40B4-BE49-F238E27FC236}">
                <a16:creationId xmlns:a16="http://schemas.microsoft.com/office/drawing/2014/main" id="{220C46C1-0320-EE6E-D849-7577399B8B98}"/>
              </a:ext>
            </a:extLst>
          </p:cNvPr>
          <p:cNvSpPr>
            <a:spLocks noChangeArrowheads="1"/>
          </p:cNvSpPr>
          <p:nvPr/>
        </p:nvSpPr>
        <p:spPr bwMode="auto">
          <a:xfrm>
            <a:off x="5256213" y="2509838"/>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57" name="Line 46">
            <a:extLst>
              <a:ext uri="{FF2B5EF4-FFF2-40B4-BE49-F238E27FC236}">
                <a16:creationId xmlns:a16="http://schemas.microsoft.com/office/drawing/2014/main" id="{B3A119E0-3BCC-105F-738F-3C2E4E4CBBDA}"/>
              </a:ext>
            </a:extLst>
          </p:cNvPr>
          <p:cNvSpPr>
            <a:spLocks noChangeShapeType="1"/>
          </p:cNvSpPr>
          <p:nvPr/>
        </p:nvSpPr>
        <p:spPr bwMode="auto">
          <a:xfrm>
            <a:off x="5484813" y="2266950"/>
            <a:ext cx="0" cy="22860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58" name="Rectangle 47">
            <a:extLst>
              <a:ext uri="{FF2B5EF4-FFF2-40B4-BE49-F238E27FC236}">
                <a16:creationId xmlns:a16="http://schemas.microsoft.com/office/drawing/2014/main" id="{8D1B5171-2C23-51AA-4170-9264A3DE4918}"/>
              </a:ext>
            </a:extLst>
          </p:cNvPr>
          <p:cNvSpPr>
            <a:spLocks noChangeArrowheads="1"/>
          </p:cNvSpPr>
          <p:nvPr/>
        </p:nvSpPr>
        <p:spPr bwMode="auto">
          <a:xfrm>
            <a:off x="5654675" y="2509838"/>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0159" name="Rectangle 48" descr="再生纸">
            <a:extLst>
              <a:ext uri="{FF2B5EF4-FFF2-40B4-BE49-F238E27FC236}">
                <a16:creationId xmlns:a16="http://schemas.microsoft.com/office/drawing/2014/main" id="{E2B2CA84-123D-7D03-45FC-4F9F4E11BF55}"/>
              </a:ext>
            </a:extLst>
          </p:cNvPr>
          <p:cNvSpPr>
            <a:spLocks noChangeArrowheads="1"/>
          </p:cNvSpPr>
          <p:nvPr/>
        </p:nvSpPr>
        <p:spPr bwMode="auto">
          <a:xfrm>
            <a:off x="6645275" y="24955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60" name="Line 49">
            <a:extLst>
              <a:ext uri="{FF2B5EF4-FFF2-40B4-BE49-F238E27FC236}">
                <a16:creationId xmlns:a16="http://schemas.microsoft.com/office/drawing/2014/main" id="{43CC4611-BE32-7D37-6DFD-6FEB120B48AA}"/>
              </a:ext>
            </a:extLst>
          </p:cNvPr>
          <p:cNvSpPr>
            <a:spLocks noChangeShapeType="1"/>
          </p:cNvSpPr>
          <p:nvPr/>
        </p:nvSpPr>
        <p:spPr bwMode="auto">
          <a:xfrm>
            <a:off x="6264275" y="2662238"/>
            <a:ext cx="3810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61" name="Line 50">
            <a:extLst>
              <a:ext uri="{FF2B5EF4-FFF2-40B4-BE49-F238E27FC236}">
                <a16:creationId xmlns:a16="http://schemas.microsoft.com/office/drawing/2014/main" id="{F327BAB4-D2B9-21BB-6DE1-7CEA908C6C7F}"/>
              </a:ext>
            </a:extLst>
          </p:cNvPr>
          <p:cNvSpPr>
            <a:spLocks noChangeShapeType="1"/>
          </p:cNvSpPr>
          <p:nvPr/>
        </p:nvSpPr>
        <p:spPr bwMode="auto">
          <a:xfrm>
            <a:off x="7407275" y="25098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62" name="Line 51">
            <a:extLst>
              <a:ext uri="{FF2B5EF4-FFF2-40B4-BE49-F238E27FC236}">
                <a16:creationId xmlns:a16="http://schemas.microsoft.com/office/drawing/2014/main" id="{77CD165E-F222-6EFC-6F0D-5814B0D7B801}"/>
              </a:ext>
            </a:extLst>
          </p:cNvPr>
          <p:cNvSpPr>
            <a:spLocks noChangeShapeType="1"/>
          </p:cNvSpPr>
          <p:nvPr/>
        </p:nvSpPr>
        <p:spPr bwMode="auto">
          <a:xfrm>
            <a:off x="7026275" y="24955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63" name="Rectangle 52" descr="再生纸">
            <a:extLst>
              <a:ext uri="{FF2B5EF4-FFF2-40B4-BE49-F238E27FC236}">
                <a16:creationId xmlns:a16="http://schemas.microsoft.com/office/drawing/2014/main" id="{3AB920E9-F5A5-FAAF-3F6D-CB7F4EAC1B3F}"/>
              </a:ext>
            </a:extLst>
          </p:cNvPr>
          <p:cNvSpPr>
            <a:spLocks noChangeArrowheads="1"/>
          </p:cNvSpPr>
          <p:nvPr/>
        </p:nvSpPr>
        <p:spPr bwMode="auto">
          <a:xfrm>
            <a:off x="6153150" y="3333750"/>
            <a:ext cx="11430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64" name="Line 53">
            <a:extLst>
              <a:ext uri="{FF2B5EF4-FFF2-40B4-BE49-F238E27FC236}">
                <a16:creationId xmlns:a16="http://schemas.microsoft.com/office/drawing/2014/main" id="{119FF8AA-E491-4872-15D7-DBE79F265246}"/>
              </a:ext>
            </a:extLst>
          </p:cNvPr>
          <p:cNvSpPr>
            <a:spLocks noChangeShapeType="1"/>
          </p:cNvSpPr>
          <p:nvPr/>
        </p:nvSpPr>
        <p:spPr bwMode="auto">
          <a:xfrm>
            <a:off x="5848350" y="3486150"/>
            <a:ext cx="3048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65" name="Rectangle 54">
            <a:extLst>
              <a:ext uri="{FF2B5EF4-FFF2-40B4-BE49-F238E27FC236}">
                <a16:creationId xmlns:a16="http://schemas.microsoft.com/office/drawing/2014/main" id="{C90A7C72-4E7C-A4B3-22D3-1AF762D9F10E}"/>
              </a:ext>
            </a:extLst>
          </p:cNvPr>
          <p:cNvSpPr>
            <a:spLocks noChangeArrowheads="1"/>
          </p:cNvSpPr>
          <p:nvPr/>
        </p:nvSpPr>
        <p:spPr bwMode="auto">
          <a:xfrm>
            <a:off x="6551613" y="3333750"/>
            <a:ext cx="381000" cy="381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kumimoji="1" lang="zh-CN" altLang="en-US" sz="2400">
              <a:latin typeface="Times New Roman" panose="02020603050405020304" pitchFamily="18" charset="0"/>
              <a:ea typeface="宋体" panose="02010600030101010101" pitchFamily="2" charset="-122"/>
            </a:endParaRPr>
          </a:p>
        </p:txBody>
      </p:sp>
      <p:sp>
        <p:nvSpPr>
          <p:cNvPr id="90166" name="Rectangle 55" descr="再生纸">
            <a:extLst>
              <a:ext uri="{FF2B5EF4-FFF2-40B4-BE49-F238E27FC236}">
                <a16:creationId xmlns:a16="http://schemas.microsoft.com/office/drawing/2014/main" id="{967994EA-1849-505B-CC8F-C06B55AEEFAE}"/>
              </a:ext>
            </a:extLst>
          </p:cNvPr>
          <p:cNvSpPr>
            <a:spLocks noChangeArrowheads="1"/>
          </p:cNvSpPr>
          <p:nvPr/>
        </p:nvSpPr>
        <p:spPr bwMode="auto">
          <a:xfrm>
            <a:off x="7542213" y="3333750"/>
            <a:ext cx="1219200" cy="381000"/>
          </a:xfrm>
          <a:prstGeom prst="rect">
            <a:avLst/>
          </a:prstGeom>
          <a:blipFill dpi="0" rotWithShape="0">
            <a:blip r:embed="rId2"/>
            <a:srcRect/>
            <a:tile tx="0" ty="0" sx="100000" sy="100000" flip="none" algn="tl"/>
          </a:blipFill>
          <a:ln w="9525">
            <a:solidFill>
              <a:srgbClr val="333399"/>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90167" name="Line 56">
            <a:extLst>
              <a:ext uri="{FF2B5EF4-FFF2-40B4-BE49-F238E27FC236}">
                <a16:creationId xmlns:a16="http://schemas.microsoft.com/office/drawing/2014/main" id="{4BBBEC01-E3D1-50F2-FA16-75799983BF4A}"/>
              </a:ext>
            </a:extLst>
          </p:cNvPr>
          <p:cNvSpPr>
            <a:spLocks noChangeShapeType="1"/>
          </p:cNvSpPr>
          <p:nvPr/>
        </p:nvSpPr>
        <p:spPr bwMode="auto">
          <a:xfrm>
            <a:off x="7161213" y="3486150"/>
            <a:ext cx="38100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68" name="Line 57">
            <a:extLst>
              <a:ext uri="{FF2B5EF4-FFF2-40B4-BE49-F238E27FC236}">
                <a16:creationId xmlns:a16="http://schemas.microsoft.com/office/drawing/2014/main" id="{E7F74D2C-7FE7-5014-2A7B-66A5DE3997A4}"/>
              </a:ext>
            </a:extLst>
          </p:cNvPr>
          <p:cNvSpPr>
            <a:spLocks noChangeShapeType="1"/>
          </p:cNvSpPr>
          <p:nvPr/>
        </p:nvSpPr>
        <p:spPr bwMode="auto">
          <a:xfrm>
            <a:off x="8380413" y="33337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69" name="Line 58">
            <a:extLst>
              <a:ext uri="{FF2B5EF4-FFF2-40B4-BE49-F238E27FC236}">
                <a16:creationId xmlns:a16="http://schemas.microsoft.com/office/drawing/2014/main" id="{A6154577-9D09-AE95-B377-3C6C8A6DC08F}"/>
              </a:ext>
            </a:extLst>
          </p:cNvPr>
          <p:cNvSpPr>
            <a:spLocks noChangeShapeType="1"/>
          </p:cNvSpPr>
          <p:nvPr/>
        </p:nvSpPr>
        <p:spPr bwMode="auto">
          <a:xfrm>
            <a:off x="7923213" y="333375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70" name="Text Box 59">
            <a:extLst>
              <a:ext uri="{FF2B5EF4-FFF2-40B4-BE49-F238E27FC236}">
                <a16:creationId xmlns:a16="http://schemas.microsoft.com/office/drawing/2014/main" id="{1B606DE1-859B-7857-84C8-F5BCAA12C165}"/>
              </a:ext>
            </a:extLst>
          </p:cNvPr>
          <p:cNvSpPr txBox="1">
            <a:spLocks noChangeArrowheads="1"/>
          </p:cNvSpPr>
          <p:nvPr/>
        </p:nvSpPr>
        <p:spPr bwMode="auto">
          <a:xfrm>
            <a:off x="6170613" y="327183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90171" name="Text Box 60">
            <a:extLst>
              <a:ext uri="{FF2B5EF4-FFF2-40B4-BE49-F238E27FC236}">
                <a16:creationId xmlns:a16="http://schemas.microsoft.com/office/drawing/2014/main" id="{D591B3CF-9902-3E7A-3203-7D0FFE309D4D}"/>
              </a:ext>
            </a:extLst>
          </p:cNvPr>
          <p:cNvSpPr txBox="1">
            <a:spLocks noChangeArrowheads="1"/>
          </p:cNvSpPr>
          <p:nvPr/>
        </p:nvSpPr>
        <p:spPr bwMode="auto">
          <a:xfrm>
            <a:off x="5300663" y="2433638"/>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0  1</a:t>
            </a:r>
            <a:endParaRPr kumimoji="1" lang="en-US" altLang="zh-CN" sz="2400">
              <a:latin typeface="Times New Roman" panose="02020603050405020304" pitchFamily="18" charset="0"/>
              <a:ea typeface="宋体" panose="02010600030101010101" pitchFamily="2" charset="-122"/>
            </a:endParaRPr>
          </a:p>
        </p:txBody>
      </p:sp>
      <p:sp>
        <p:nvSpPr>
          <p:cNvPr id="90172" name="Line 61">
            <a:extLst>
              <a:ext uri="{FF2B5EF4-FFF2-40B4-BE49-F238E27FC236}">
                <a16:creationId xmlns:a16="http://schemas.microsoft.com/office/drawing/2014/main" id="{A6395AA6-8789-6E26-158A-AC5E6B834912}"/>
              </a:ext>
            </a:extLst>
          </p:cNvPr>
          <p:cNvSpPr>
            <a:spLocks noChangeShapeType="1"/>
          </p:cNvSpPr>
          <p:nvPr/>
        </p:nvSpPr>
        <p:spPr bwMode="auto">
          <a:xfrm>
            <a:off x="2741613" y="2419350"/>
            <a:ext cx="4572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73" name="Line 62">
            <a:extLst>
              <a:ext uri="{FF2B5EF4-FFF2-40B4-BE49-F238E27FC236}">
                <a16:creationId xmlns:a16="http://schemas.microsoft.com/office/drawing/2014/main" id="{89561189-F9F8-76D0-4850-1791D9AA693A}"/>
              </a:ext>
            </a:extLst>
          </p:cNvPr>
          <p:cNvSpPr>
            <a:spLocks noChangeShapeType="1"/>
          </p:cNvSpPr>
          <p:nvPr/>
        </p:nvSpPr>
        <p:spPr bwMode="auto">
          <a:xfrm flipH="1">
            <a:off x="2741613" y="2419350"/>
            <a:ext cx="4572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74" name="Text Box 63">
            <a:extLst>
              <a:ext uri="{FF2B5EF4-FFF2-40B4-BE49-F238E27FC236}">
                <a16:creationId xmlns:a16="http://schemas.microsoft.com/office/drawing/2014/main" id="{A70F6C84-9B6F-8CF9-D195-060FC8384DC0}"/>
              </a:ext>
            </a:extLst>
          </p:cNvPr>
          <p:cNvSpPr txBox="1">
            <a:spLocks noChangeArrowheads="1"/>
          </p:cNvSpPr>
          <p:nvPr/>
        </p:nvSpPr>
        <p:spPr bwMode="auto">
          <a:xfrm>
            <a:off x="3884613" y="2419350"/>
            <a:ext cx="8461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 ‘</a:t>
            </a:r>
            <a:r>
              <a:rPr kumimoji="1" lang="en-US" altLang="zh-CN" sz="2800" b="1" i="1">
                <a:latin typeface="Times New Roman" panose="02020603050405020304" pitchFamily="18" charset="0"/>
                <a:ea typeface="宋体" panose="02010600030101010101" pitchFamily="2" charset="-122"/>
              </a:rPr>
              <a:t>y</a:t>
            </a:r>
            <a:r>
              <a:rPr kumimoji="1" lang="en-US" altLang="zh-CN" sz="2800" b="1">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0175" name="Line 64">
            <a:extLst>
              <a:ext uri="{FF2B5EF4-FFF2-40B4-BE49-F238E27FC236}">
                <a16:creationId xmlns:a16="http://schemas.microsoft.com/office/drawing/2014/main" id="{BCE174EE-080D-BD8C-2284-E081DA52C93D}"/>
              </a:ext>
            </a:extLst>
          </p:cNvPr>
          <p:cNvSpPr>
            <a:spLocks noChangeShapeType="1"/>
          </p:cNvSpPr>
          <p:nvPr/>
        </p:nvSpPr>
        <p:spPr bwMode="auto">
          <a:xfrm>
            <a:off x="912813" y="2266950"/>
            <a:ext cx="0" cy="3810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76" name="Line 65">
            <a:extLst>
              <a:ext uri="{FF2B5EF4-FFF2-40B4-BE49-F238E27FC236}">
                <a16:creationId xmlns:a16="http://schemas.microsoft.com/office/drawing/2014/main" id="{ACE94BC4-BCD2-3463-A4B0-8D23F92AA57C}"/>
              </a:ext>
            </a:extLst>
          </p:cNvPr>
          <p:cNvSpPr>
            <a:spLocks noChangeShapeType="1"/>
          </p:cNvSpPr>
          <p:nvPr/>
        </p:nvSpPr>
        <p:spPr bwMode="auto">
          <a:xfrm>
            <a:off x="912813" y="2266950"/>
            <a:ext cx="35814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77" name="Line 66">
            <a:extLst>
              <a:ext uri="{FF2B5EF4-FFF2-40B4-BE49-F238E27FC236}">
                <a16:creationId xmlns:a16="http://schemas.microsoft.com/office/drawing/2014/main" id="{E775B7F6-E5AB-28E1-2A8E-59E84413B5CE}"/>
              </a:ext>
            </a:extLst>
          </p:cNvPr>
          <p:cNvSpPr>
            <a:spLocks noChangeShapeType="1"/>
          </p:cNvSpPr>
          <p:nvPr/>
        </p:nvSpPr>
        <p:spPr bwMode="auto">
          <a:xfrm>
            <a:off x="4494213" y="1809750"/>
            <a:ext cx="0" cy="457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23" name="Text Box 67">
            <a:extLst>
              <a:ext uri="{FF2B5EF4-FFF2-40B4-BE49-F238E27FC236}">
                <a16:creationId xmlns:a16="http://schemas.microsoft.com/office/drawing/2014/main" id="{7A3BDC3A-82EA-9EB7-B775-3935C1E9A4C5}"/>
              </a:ext>
            </a:extLst>
          </p:cNvPr>
          <p:cNvSpPr txBox="1">
            <a:spLocks noChangeArrowheads="1"/>
          </p:cNvSpPr>
          <p:nvPr/>
        </p:nvSpPr>
        <p:spPr bwMode="auto">
          <a:xfrm>
            <a:off x="381000" y="1447800"/>
            <a:ext cx="455613" cy="579438"/>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3200" b="1" i="1">
                <a:effectLst>
                  <a:outerShdw blurRad="38100" dist="38100" dir="2700000" algn="tl">
                    <a:srgbClr val="C0C0C0"/>
                  </a:outerShdw>
                </a:effectLst>
                <a:latin typeface="+mn-lt"/>
                <a:ea typeface="+mn-ea"/>
              </a:rPr>
              <a:t>ls</a:t>
            </a:r>
            <a:endParaRPr lang="en-US" altLang="zh-CN">
              <a:latin typeface="+mn-lt"/>
              <a:ea typeface="+mn-ea"/>
            </a:endParaRPr>
          </a:p>
        </p:txBody>
      </p:sp>
      <p:sp>
        <p:nvSpPr>
          <p:cNvPr id="90179" name="Line 68">
            <a:extLst>
              <a:ext uri="{FF2B5EF4-FFF2-40B4-BE49-F238E27FC236}">
                <a16:creationId xmlns:a16="http://schemas.microsoft.com/office/drawing/2014/main" id="{E900B604-7CD0-6C03-A77D-890BC66ABA3C}"/>
              </a:ext>
            </a:extLst>
          </p:cNvPr>
          <p:cNvSpPr>
            <a:spLocks noChangeShapeType="1"/>
          </p:cNvSpPr>
          <p:nvPr/>
        </p:nvSpPr>
        <p:spPr bwMode="auto">
          <a:xfrm>
            <a:off x="5484813" y="2266950"/>
            <a:ext cx="3810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80" name="Line 69">
            <a:extLst>
              <a:ext uri="{FF2B5EF4-FFF2-40B4-BE49-F238E27FC236}">
                <a16:creationId xmlns:a16="http://schemas.microsoft.com/office/drawing/2014/main" id="{84DF3094-EE6F-0D39-70F8-D6D0FD439DF8}"/>
              </a:ext>
            </a:extLst>
          </p:cNvPr>
          <p:cNvSpPr>
            <a:spLocks noChangeShapeType="1"/>
          </p:cNvSpPr>
          <p:nvPr/>
        </p:nvSpPr>
        <p:spPr bwMode="auto">
          <a:xfrm>
            <a:off x="5865813" y="1809750"/>
            <a:ext cx="0" cy="457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81" name="Text Box 70">
            <a:extLst>
              <a:ext uri="{FF2B5EF4-FFF2-40B4-BE49-F238E27FC236}">
                <a16:creationId xmlns:a16="http://schemas.microsoft.com/office/drawing/2014/main" id="{386AB0A4-4316-70DF-7ED0-E1B32A6F34D9}"/>
              </a:ext>
            </a:extLst>
          </p:cNvPr>
          <p:cNvSpPr txBox="1">
            <a:spLocks noChangeArrowheads="1"/>
          </p:cNvSpPr>
          <p:nvPr/>
        </p:nvSpPr>
        <p:spPr bwMode="auto">
          <a:xfrm>
            <a:off x="6646863" y="24336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90182" name="Line 71">
            <a:extLst>
              <a:ext uri="{FF2B5EF4-FFF2-40B4-BE49-F238E27FC236}">
                <a16:creationId xmlns:a16="http://schemas.microsoft.com/office/drawing/2014/main" id="{6294B5E9-0E3A-FDB9-2444-258F025D7741}"/>
              </a:ext>
            </a:extLst>
          </p:cNvPr>
          <p:cNvSpPr>
            <a:spLocks noChangeShapeType="1"/>
          </p:cNvSpPr>
          <p:nvPr/>
        </p:nvSpPr>
        <p:spPr bwMode="auto">
          <a:xfrm>
            <a:off x="7237413" y="2647950"/>
            <a:ext cx="0" cy="457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83" name="Line 72">
            <a:extLst>
              <a:ext uri="{FF2B5EF4-FFF2-40B4-BE49-F238E27FC236}">
                <a16:creationId xmlns:a16="http://schemas.microsoft.com/office/drawing/2014/main" id="{62060488-6BEA-5944-A085-5E9144FABDAA}"/>
              </a:ext>
            </a:extLst>
          </p:cNvPr>
          <p:cNvSpPr>
            <a:spLocks noChangeShapeType="1"/>
          </p:cNvSpPr>
          <p:nvPr/>
        </p:nvSpPr>
        <p:spPr bwMode="auto">
          <a:xfrm flipH="1">
            <a:off x="5865813" y="3105150"/>
            <a:ext cx="13716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84" name="Line 73">
            <a:extLst>
              <a:ext uri="{FF2B5EF4-FFF2-40B4-BE49-F238E27FC236}">
                <a16:creationId xmlns:a16="http://schemas.microsoft.com/office/drawing/2014/main" id="{E86BD3FE-5442-9C8F-2DB5-307D4A6D0D38}"/>
              </a:ext>
            </a:extLst>
          </p:cNvPr>
          <p:cNvSpPr>
            <a:spLocks noChangeShapeType="1"/>
          </p:cNvSpPr>
          <p:nvPr/>
        </p:nvSpPr>
        <p:spPr bwMode="auto">
          <a:xfrm>
            <a:off x="5865813" y="3105150"/>
            <a:ext cx="0" cy="3810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85" name="Text Box 74">
            <a:extLst>
              <a:ext uri="{FF2B5EF4-FFF2-40B4-BE49-F238E27FC236}">
                <a16:creationId xmlns:a16="http://schemas.microsoft.com/office/drawing/2014/main" id="{2BC426B9-A3A8-E000-771F-F9AA002AB46B}"/>
              </a:ext>
            </a:extLst>
          </p:cNvPr>
          <p:cNvSpPr txBox="1">
            <a:spLocks noChangeArrowheads="1"/>
          </p:cNvSpPr>
          <p:nvPr/>
        </p:nvSpPr>
        <p:spPr bwMode="auto">
          <a:xfrm>
            <a:off x="7589838" y="3257550"/>
            <a:ext cx="866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rPr>
              <a:t>2 ‘</a:t>
            </a:r>
            <a:r>
              <a:rPr kumimoji="1" lang="en-US" altLang="zh-CN" sz="2800" b="1" i="1">
                <a:latin typeface="Times New Roman" panose="02020603050405020304" pitchFamily="18" charset="0"/>
                <a:ea typeface="宋体" panose="02010600030101010101" pitchFamily="2" charset="-122"/>
              </a:rPr>
              <a:t>x</a:t>
            </a:r>
            <a:r>
              <a:rPr kumimoji="1" lang="en-US" altLang="zh-CN" sz="2800" b="1">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0186" name="Text Box 75">
            <a:extLst>
              <a:ext uri="{FF2B5EF4-FFF2-40B4-BE49-F238E27FC236}">
                <a16:creationId xmlns:a16="http://schemas.microsoft.com/office/drawing/2014/main" id="{163481F3-7E23-8A2D-F776-07967F4A9A09}"/>
              </a:ext>
            </a:extLst>
          </p:cNvPr>
          <p:cNvSpPr txBox="1">
            <a:spLocks noChangeArrowheads="1"/>
          </p:cNvSpPr>
          <p:nvPr/>
        </p:nvSpPr>
        <p:spPr bwMode="auto">
          <a:xfrm>
            <a:off x="7389813" y="2357438"/>
            <a:ext cx="398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90187" name="Text Box 76">
            <a:extLst>
              <a:ext uri="{FF2B5EF4-FFF2-40B4-BE49-F238E27FC236}">
                <a16:creationId xmlns:a16="http://schemas.microsoft.com/office/drawing/2014/main" id="{CDFF0138-C1CB-3C6B-53DA-93CDAA966B04}"/>
              </a:ext>
            </a:extLst>
          </p:cNvPr>
          <p:cNvSpPr txBox="1">
            <a:spLocks noChangeArrowheads="1"/>
          </p:cNvSpPr>
          <p:nvPr/>
        </p:nvSpPr>
        <p:spPr bwMode="auto">
          <a:xfrm>
            <a:off x="8362950" y="3195638"/>
            <a:ext cx="398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a:latin typeface="Times New Roman" panose="02020603050405020304" pitchFamily="18" charset="0"/>
              <a:ea typeface="宋体" panose="02010600030101010101" pitchFamily="2" charset="-122"/>
            </a:endParaRPr>
          </a:p>
        </p:txBody>
      </p:sp>
      <p:sp>
        <p:nvSpPr>
          <p:cNvPr id="90188" name="Line 77">
            <a:extLst>
              <a:ext uri="{FF2B5EF4-FFF2-40B4-BE49-F238E27FC236}">
                <a16:creationId xmlns:a16="http://schemas.microsoft.com/office/drawing/2014/main" id="{FCA99157-D9A7-DC43-895C-945DCBC32517}"/>
              </a:ext>
            </a:extLst>
          </p:cNvPr>
          <p:cNvSpPr>
            <a:spLocks noChangeShapeType="1"/>
          </p:cNvSpPr>
          <p:nvPr/>
        </p:nvSpPr>
        <p:spPr bwMode="auto">
          <a:xfrm>
            <a:off x="7758113" y="3257550"/>
            <a:ext cx="4572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89" name="Line 78">
            <a:extLst>
              <a:ext uri="{FF2B5EF4-FFF2-40B4-BE49-F238E27FC236}">
                <a16:creationId xmlns:a16="http://schemas.microsoft.com/office/drawing/2014/main" id="{4B8D1390-7DE0-0D08-BCF5-8C0AB07090EA}"/>
              </a:ext>
            </a:extLst>
          </p:cNvPr>
          <p:cNvSpPr>
            <a:spLocks noChangeShapeType="1"/>
          </p:cNvSpPr>
          <p:nvPr/>
        </p:nvSpPr>
        <p:spPr bwMode="auto">
          <a:xfrm flipH="1">
            <a:off x="7758113" y="3257550"/>
            <a:ext cx="457200" cy="533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标题 1">
            <a:extLst>
              <a:ext uri="{FF2B5EF4-FFF2-40B4-BE49-F238E27FC236}">
                <a16:creationId xmlns:a16="http://schemas.microsoft.com/office/drawing/2014/main" id="{E6117C9F-57B9-4A10-BB78-3455C07CE51F}"/>
              </a:ext>
            </a:extLst>
          </p:cNvPr>
          <p:cNvSpPr>
            <a:spLocks noGrp="1"/>
          </p:cNvSpPr>
          <p:nvPr>
            <p:ph type="title"/>
          </p:nvPr>
        </p:nvSpPr>
        <p:spPr/>
        <p:txBody>
          <a:bodyPr/>
          <a:lstStyle/>
          <a:p>
            <a:r>
              <a:rPr lang="zh-CN" altLang="en-US" dirty="0"/>
              <a:t>广义表的删除算法</a:t>
            </a:r>
          </a:p>
        </p:txBody>
      </p:sp>
      <p:sp>
        <p:nvSpPr>
          <p:cNvPr id="3" name="内容占位符 2">
            <a:extLst>
              <a:ext uri="{FF2B5EF4-FFF2-40B4-BE49-F238E27FC236}">
                <a16:creationId xmlns:a16="http://schemas.microsoft.com/office/drawing/2014/main" id="{28F70146-2E6B-49F1-8445-873640D3A0B7}"/>
              </a:ext>
            </a:extLst>
          </p:cNvPr>
          <p:cNvSpPr>
            <a:spLocks noGrp="1"/>
          </p:cNvSpPr>
          <p:nvPr>
            <p:ph idx="1"/>
          </p:nvPr>
        </p:nvSpPr>
        <p:spPr>
          <a:xfrm>
            <a:off x="251529" y="3929062"/>
            <a:ext cx="8640937" cy="2309808"/>
          </a:xfrm>
        </p:spPr>
        <p:txBody>
          <a:bodyPr>
            <a:normAutofit/>
          </a:bodyPr>
          <a:lstStyle/>
          <a:p>
            <a:r>
              <a:rPr lang="zh-CN" altLang="en-US" dirty="0"/>
              <a:t>扫描子链表</a:t>
            </a:r>
          </a:p>
          <a:p>
            <a:pPr lvl="1"/>
            <a:r>
              <a:rPr lang="zh-CN" altLang="en-US" dirty="0"/>
              <a:t>若结点数据为‘</a:t>
            </a:r>
            <a:r>
              <a:rPr lang="en-US" altLang="zh-CN" dirty="0"/>
              <a:t>x’, </a:t>
            </a:r>
            <a:r>
              <a:rPr lang="zh-CN" altLang="en-US" dirty="0"/>
              <a:t>删除。可能做循环连续删。</a:t>
            </a:r>
          </a:p>
          <a:p>
            <a:pPr lvl="1"/>
            <a:r>
              <a:rPr lang="zh-CN" altLang="en-US" dirty="0"/>
              <a:t>若结点数据不为‘</a:t>
            </a:r>
            <a:r>
              <a:rPr lang="en-US" altLang="zh-CN" dirty="0"/>
              <a:t>x’</a:t>
            </a:r>
            <a:r>
              <a:rPr lang="zh-CN" altLang="en-US" dirty="0"/>
              <a:t>，不执行删除。</a:t>
            </a:r>
          </a:p>
          <a:p>
            <a:pPr lvl="1"/>
            <a:r>
              <a:rPr lang="zh-CN" altLang="en-US" dirty="0"/>
              <a:t>若结点为子表，递归在子表执行删除。</a:t>
            </a:r>
          </a:p>
        </p:txBody>
      </p:sp>
      <p:sp>
        <p:nvSpPr>
          <p:cNvPr id="5" name="灯片编号占位符 4">
            <a:extLst>
              <a:ext uri="{FF2B5EF4-FFF2-40B4-BE49-F238E27FC236}">
                <a16:creationId xmlns:a16="http://schemas.microsoft.com/office/drawing/2014/main" id="{1DD51B47-3F74-5794-BA4D-B8FD0AB9B84F}"/>
              </a:ext>
            </a:extLst>
          </p:cNvPr>
          <p:cNvSpPr>
            <a:spLocks noGrp="1"/>
          </p:cNvSpPr>
          <p:nvPr>
            <p:ph type="sldNum" sz="quarter" idx="12"/>
          </p:nvPr>
        </p:nvSpPr>
        <p:spPr/>
        <p:txBody>
          <a:bodyPr/>
          <a:lstStyle/>
          <a:p>
            <a:pPr>
              <a:defRPr/>
            </a:pPr>
            <a:fld id="{34C23A13-5672-41C0-8934-A4311B913B34}" type="slidenum">
              <a:rPr lang="en-US" altLang="zh-CN" smtClean="0"/>
              <a:pPr>
                <a:defRPr/>
              </a:pPr>
              <a:t>82</a:t>
            </a:fld>
            <a:endParaRPr lang="en-US" altLang="zh-CN"/>
          </a:p>
        </p:txBody>
      </p:sp>
    </p:spTree>
  </p:cSld>
  <p:clrMapOvr>
    <a:masterClrMapping/>
  </p:clrMapOvr>
  <p:transition>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a:extLst>
              <a:ext uri="{FF2B5EF4-FFF2-40B4-BE49-F238E27FC236}">
                <a16:creationId xmlns:a16="http://schemas.microsoft.com/office/drawing/2014/main" id="{BCFE6AD9-02A0-CD5A-CAD2-DF13E2B56127}"/>
              </a:ext>
            </a:extLst>
          </p:cNvPr>
          <p:cNvSpPr txBox="1">
            <a:spLocks noChangeArrowheads="1"/>
          </p:cNvSpPr>
          <p:nvPr/>
        </p:nvSpPr>
        <p:spPr bwMode="auto">
          <a:xfrm>
            <a:off x="622300" y="549275"/>
            <a:ext cx="79883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05000"/>
              </a:lnSpc>
              <a:buClr>
                <a:schemeClr val="tx2"/>
              </a:buClr>
              <a:buFont typeface="Wingdings" panose="05000000000000000000" pitchFamily="2" charset="2"/>
              <a:buChar char="§"/>
            </a:pPr>
            <a:endParaRPr kumimoji="1" lang="zh-CN" altLang="zh-CN" sz="3200" b="1">
              <a:solidFill>
                <a:schemeClr val="hlink"/>
              </a:solidFill>
              <a:latin typeface="Times New Roman" panose="02020603050405020304" pitchFamily="18" charset="0"/>
              <a:ea typeface="楷体_GB2312" pitchFamily="49" charset="-122"/>
            </a:endParaRPr>
          </a:p>
        </p:txBody>
      </p:sp>
      <p:sp>
        <p:nvSpPr>
          <p:cNvPr id="3" name="内容占位符 2">
            <a:extLst>
              <a:ext uri="{FF2B5EF4-FFF2-40B4-BE49-F238E27FC236}">
                <a16:creationId xmlns:a16="http://schemas.microsoft.com/office/drawing/2014/main" id="{ECE5D0B7-3A7D-4906-BD40-6165002E065E}"/>
              </a:ext>
            </a:extLst>
          </p:cNvPr>
          <p:cNvSpPr>
            <a:spLocks noGrp="1"/>
          </p:cNvSpPr>
          <p:nvPr>
            <p:ph idx="1"/>
          </p:nvPr>
        </p:nvSpPr>
        <p:spPr>
          <a:xfrm>
            <a:off x="628650" y="549275"/>
            <a:ext cx="7886700" cy="5627688"/>
          </a:xfrm>
        </p:spPr>
        <p:txBody>
          <a:bodyPr>
            <a:normAutofit fontScale="55000" lnSpcReduction="20000"/>
          </a:bodyPr>
          <a:lstStyle/>
          <a:p>
            <a:pPr marL="0" indent="0">
              <a:buNone/>
            </a:pPr>
            <a:r>
              <a:rPr lang="en-US" altLang="zh-CN" dirty="0"/>
              <a:t>template &lt;class T&gt;</a:t>
            </a:r>
          </a:p>
          <a:p>
            <a:pPr marL="0" indent="0">
              <a:buNone/>
            </a:pPr>
            <a:r>
              <a:rPr lang="en-US" altLang="zh-CN" dirty="0"/>
              <a:t>void </a:t>
            </a:r>
            <a:r>
              <a:rPr lang="en-US" altLang="zh-CN" dirty="0" err="1"/>
              <a:t>delvalue</a:t>
            </a:r>
            <a:r>
              <a:rPr lang="en-US" altLang="zh-CN" dirty="0"/>
              <a:t>(</a:t>
            </a:r>
            <a:r>
              <a:rPr lang="en-US" altLang="zh-CN" dirty="0" err="1"/>
              <a:t>GenListNode</a:t>
            </a:r>
            <a:r>
              <a:rPr lang="en-US" altLang="zh-CN" dirty="0"/>
              <a:t>&lt;T&gt; * ls, T x) {</a:t>
            </a:r>
          </a:p>
          <a:p>
            <a:pPr marL="0" indent="0">
              <a:buNone/>
            </a:pPr>
            <a:r>
              <a:rPr lang="en-US" altLang="zh-CN" dirty="0"/>
              <a:t>    if ( ls-&gt;</a:t>
            </a:r>
            <a:r>
              <a:rPr lang="en-US" altLang="zh-CN" dirty="0" err="1"/>
              <a:t>tlink</a:t>
            </a:r>
            <a:r>
              <a:rPr lang="en-US" altLang="zh-CN" dirty="0"/>
              <a:t> != NULL ) {		//</a:t>
            </a:r>
            <a:r>
              <a:rPr lang="zh-CN" altLang="en-US" dirty="0"/>
              <a:t>非空表 </a:t>
            </a:r>
          </a:p>
          <a:p>
            <a:pPr marL="0" indent="0">
              <a:buNone/>
            </a:pPr>
            <a:r>
              <a:rPr lang="zh-CN" altLang="en-US" dirty="0"/>
              <a:t>        </a:t>
            </a:r>
            <a:r>
              <a:rPr lang="en-US" altLang="zh-CN" dirty="0" err="1"/>
              <a:t>GenListNode</a:t>
            </a:r>
            <a:r>
              <a:rPr lang="en-US" altLang="zh-CN" dirty="0"/>
              <a:t>&lt;T&gt; * p = ls-&gt;</a:t>
            </a:r>
            <a:r>
              <a:rPr lang="en-US" altLang="zh-CN" dirty="0" err="1"/>
              <a:t>tlink</a:t>
            </a:r>
            <a:r>
              <a:rPr lang="en-US" altLang="zh-CN" dirty="0"/>
              <a:t>;</a:t>
            </a:r>
          </a:p>
          <a:p>
            <a:pPr marL="0" indent="0">
              <a:buNone/>
            </a:pPr>
            <a:r>
              <a:rPr lang="en-US" altLang="zh-CN" dirty="0"/>
              <a:t>        while ( p != NULL &amp;&amp; ( p-&gt;</a:t>
            </a:r>
            <a:r>
              <a:rPr lang="en-US" altLang="zh-CN" dirty="0" err="1"/>
              <a:t>utype</a:t>
            </a:r>
            <a:r>
              <a:rPr lang="en-US" altLang="zh-CN" dirty="0"/>
              <a:t> == 1 &amp;&amp; </a:t>
            </a:r>
          </a:p>
          <a:p>
            <a:pPr marL="0" indent="0">
              <a:buNone/>
            </a:pPr>
            <a:r>
              <a:rPr lang="en-US" altLang="zh-CN" dirty="0"/>
              <a:t>           p-&gt;</a:t>
            </a:r>
            <a:r>
              <a:rPr lang="en-US" altLang="zh-CN" dirty="0" err="1"/>
              <a:t>info.value</a:t>
            </a:r>
            <a:r>
              <a:rPr lang="en-US" altLang="zh-CN" dirty="0"/>
              <a:t> == x )) {</a:t>
            </a:r>
          </a:p>
          <a:p>
            <a:pPr marL="0" indent="0">
              <a:buNone/>
            </a:pPr>
            <a:r>
              <a:rPr lang="en-US" altLang="zh-CN" dirty="0"/>
              <a:t>             ls-&gt;</a:t>
            </a:r>
            <a:r>
              <a:rPr lang="en-US" altLang="zh-CN" dirty="0" err="1"/>
              <a:t>tlink</a:t>
            </a:r>
            <a:r>
              <a:rPr lang="en-US" altLang="zh-CN" dirty="0"/>
              <a:t> = p-&gt;</a:t>
            </a:r>
            <a:r>
              <a:rPr lang="en-US" altLang="zh-CN" dirty="0" err="1"/>
              <a:t>tlink</a:t>
            </a:r>
            <a:r>
              <a:rPr lang="en-US" altLang="zh-CN" dirty="0"/>
              <a:t>;  delete p;    //</a:t>
            </a:r>
            <a:r>
              <a:rPr lang="zh-CN" altLang="en-US" dirty="0"/>
              <a:t>删除</a:t>
            </a:r>
          </a:p>
          <a:p>
            <a:pPr marL="0" indent="0">
              <a:buNone/>
            </a:pPr>
            <a:r>
              <a:rPr lang="zh-CN" altLang="en-US" dirty="0"/>
              <a:t>             </a:t>
            </a:r>
            <a:r>
              <a:rPr lang="en-US" altLang="zh-CN" dirty="0"/>
              <a:t>p = ls-&gt;</a:t>
            </a:r>
            <a:r>
              <a:rPr lang="en-US" altLang="zh-CN" dirty="0" err="1"/>
              <a:t>tlink</a:t>
            </a:r>
            <a:r>
              <a:rPr lang="en-US" altLang="zh-CN" dirty="0"/>
              <a:t>;    //</a:t>
            </a:r>
            <a:r>
              <a:rPr lang="zh-CN" altLang="en-US" dirty="0"/>
              <a:t>指向同一层后继结点 </a:t>
            </a:r>
          </a:p>
          <a:p>
            <a:pPr marL="0" indent="0">
              <a:buNone/>
            </a:pPr>
            <a:r>
              <a:rPr lang="zh-CN" altLang="en-US" dirty="0"/>
              <a:t>        </a:t>
            </a:r>
            <a:r>
              <a:rPr lang="en-US" altLang="zh-CN" dirty="0"/>
              <a:t>}</a:t>
            </a:r>
          </a:p>
          <a:p>
            <a:pPr marL="0" indent="0">
              <a:buNone/>
            </a:pPr>
            <a:r>
              <a:rPr lang="en-US" altLang="zh-CN" dirty="0"/>
              <a:t>        if ( p != NULL ) {</a:t>
            </a:r>
          </a:p>
          <a:p>
            <a:pPr marL="0" indent="0">
              <a:buNone/>
            </a:pPr>
            <a:r>
              <a:rPr lang="en-US" altLang="zh-CN" dirty="0"/>
              <a:t>            if ( p-&gt;</a:t>
            </a:r>
            <a:r>
              <a:rPr lang="en-US" altLang="zh-CN" dirty="0" err="1"/>
              <a:t>utype</a:t>
            </a:r>
            <a:r>
              <a:rPr lang="en-US" altLang="zh-CN" dirty="0"/>
              <a:t> == 2 ) 	      //</a:t>
            </a:r>
            <a:r>
              <a:rPr lang="zh-CN" altLang="en-US" dirty="0"/>
              <a:t>在子表中删除</a:t>
            </a:r>
          </a:p>
          <a:p>
            <a:pPr marL="0" indent="0">
              <a:buNone/>
            </a:pPr>
            <a:r>
              <a:rPr lang="zh-CN" altLang="en-US" dirty="0"/>
              <a:t>                </a:t>
            </a:r>
            <a:r>
              <a:rPr lang="en-US" altLang="zh-CN" dirty="0" err="1"/>
              <a:t>delvalue</a:t>
            </a:r>
            <a:r>
              <a:rPr lang="en-US" altLang="zh-CN" dirty="0"/>
              <a:t> ( p-&gt;</a:t>
            </a:r>
            <a:r>
              <a:rPr lang="en-US" altLang="zh-CN" dirty="0" err="1"/>
              <a:t>info.hlink</a:t>
            </a:r>
            <a:r>
              <a:rPr lang="en-US" altLang="zh-CN" dirty="0"/>
              <a:t>, x );      </a:t>
            </a:r>
          </a:p>
          <a:p>
            <a:pPr marL="0" indent="0">
              <a:buNone/>
            </a:pPr>
            <a:r>
              <a:rPr lang="en-US" altLang="zh-CN" dirty="0"/>
              <a:t>            </a:t>
            </a:r>
            <a:r>
              <a:rPr lang="en-US" altLang="zh-CN" dirty="0" err="1"/>
              <a:t>delvalue</a:t>
            </a:r>
            <a:r>
              <a:rPr lang="en-US" altLang="zh-CN" dirty="0"/>
              <a:t> ( p, x );    //</a:t>
            </a:r>
            <a:r>
              <a:rPr lang="zh-CN" altLang="en-US" dirty="0"/>
              <a:t>在后续链表中删除</a:t>
            </a:r>
          </a:p>
          <a:p>
            <a:pPr marL="0" indent="0">
              <a:buNone/>
            </a:pPr>
            <a:r>
              <a:rPr lang="zh-CN" altLang="en-US" dirty="0"/>
              <a:t>        </a:t>
            </a:r>
            <a:r>
              <a:rPr lang="en-US" altLang="zh-CN" dirty="0"/>
              <a:t>}</a:t>
            </a:r>
          </a:p>
          <a:p>
            <a:pPr marL="0" indent="0">
              <a:buNone/>
            </a:pPr>
            <a:r>
              <a:rPr lang="en-US" altLang="zh-CN" dirty="0"/>
              <a:t>    }</a:t>
            </a:r>
          </a:p>
          <a:p>
            <a:pPr marL="0" indent="0">
              <a:buNone/>
            </a:pPr>
            <a:r>
              <a:rPr lang="en-US" altLang="zh-CN" dirty="0"/>
              <a:t>}; </a:t>
            </a:r>
          </a:p>
        </p:txBody>
      </p:sp>
      <p:sp>
        <p:nvSpPr>
          <p:cNvPr id="2" name="灯片编号占位符 1">
            <a:extLst>
              <a:ext uri="{FF2B5EF4-FFF2-40B4-BE49-F238E27FC236}">
                <a16:creationId xmlns:a16="http://schemas.microsoft.com/office/drawing/2014/main" id="{1F16B351-DC72-7F09-5910-2D135E050529}"/>
              </a:ext>
            </a:extLst>
          </p:cNvPr>
          <p:cNvSpPr>
            <a:spLocks noGrp="1"/>
          </p:cNvSpPr>
          <p:nvPr>
            <p:ph type="sldNum" sz="quarter" idx="12"/>
          </p:nvPr>
        </p:nvSpPr>
        <p:spPr/>
        <p:txBody>
          <a:bodyPr/>
          <a:lstStyle/>
          <a:p>
            <a:pPr>
              <a:defRPr/>
            </a:pPr>
            <a:fld id="{34C23A13-5672-41C0-8934-A4311B913B34}" type="slidenum">
              <a:rPr lang="en-US" altLang="zh-CN" smtClean="0"/>
              <a:pPr>
                <a:defRPr/>
              </a:pPr>
              <a:t>83</a:t>
            </a:fld>
            <a:endParaRPr lang="en-US" altLang="zh-CN"/>
          </a:p>
        </p:txBody>
      </p:sp>
    </p:spTree>
  </p:cSld>
  <p:clrMapOvr>
    <a:masterClrMapping/>
  </p:clrMapOvr>
  <p:transition>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E595CDE-98AE-47B0-9238-43C60BDE44BA}"/>
              </a:ext>
            </a:extLst>
          </p:cNvPr>
          <p:cNvSpPr>
            <a:spLocks noGrp="1"/>
          </p:cNvSpPr>
          <p:nvPr>
            <p:ph idx="1"/>
          </p:nvPr>
        </p:nvSpPr>
        <p:spPr>
          <a:xfrm>
            <a:off x="628650" y="476672"/>
            <a:ext cx="7886700" cy="5700291"/>
          </a:xfrm>
        </p:spPr>
        <p:txBody>
          <a:bodyPr>
            <a:normAutofit fontScale="47500" lnSpcReduction="20000"/>
          </a:bodyPr>
          <a:lstStyle/>
          <a:p>
            <a:pPr marL="0" indent="0">
              <a:buNone/>
            </a:pPr>
            <a:r>
              <a:rPr lang="en-US" altLang="zh-CN" dirty="0"/>
              <a:t>template &lt;class T&gt;</a:t>
            </a:r>
          </a:p>
          <a:p>
            <a:pPr marL="0" indent="0">
              <a:buNone/>
            </a:pPr>
            <a:r>
              <a:rPr lang="en-US" altLang="zh-CN" dirty="0" err="1"/>
              <a:t>GenList</a:t>
            </a:r>
            <a:r>
              <a:rPr lang="en-US" altLang="zh-CN" dirty="0"/>
              <a:t>&lt;T&gt;::~</a:t>
            </a:r>
            <a:r>
              <a:rPr lang="en-US" altLang="zh-CN" dirty="0" err="1"/>
              <a:t>GenList</a:t>
            </a:r>
            <a:r>
              <a:rPr lang="en-US" altLang="zh-CN" dirty="0"/>
              <a:t> ( ) {  Remove ( first );  }</a:t>
            </a:r>
          </a:p>
          <a:p>
            <a:pPr marL="0" indent="0">
              <a:buNone/>
            </a:pPr>
            <a:endParaRPr lang="en-US" altLang="zh-CN" dirty="0"/>
          </a:p>
          <a:p>
            <a:pPr marL="0" indent="0">
              <a:buNone/>
            </a:pPr>
            <a:r>
              <a:rPr lang="en-US" altLang="zh-CN" dirty="0"/>
              <a:t>template &lt;class T&gt;</a:t>
            </a:r>
          </a:p>
          <a:p>
            <a:pPr marL="0" indent="0">
              <a:buNone/>
            </a:pPr>
            <a:r>
              <a:rPr lang="en-US" altLang="zh-CN" dirty="0"/>
              <a:t>void </a:t>
            </a:r>
            <a:r>
              <a:rPr lang="en-US" altLang="zh-CN" dirty="0" err="1"/>
              <a:t>GenList</a:t>
            </a:r>
            <a:r>
              <a:rPr lang="en-US" altLang="zh-CN" dirty="0"/>
              <a:t>&lt;T&gt; :: Remove ( </a:t>
            </a:r>
            <a:r>
              <a:rPr lang="en-US" altLang="zh-CN" dirty="0" err="1"/>
              <a:t>GenListNode</a:t>
            </a:r>
            <a:r>
              <a:rPr lang="en-US" altLang="zh-CN" dirty="0"/>
              <a:t>&lt;T&gt; *ls ) {</a:t>
            </a:r>
          </a:p>
          <a:p>
            <a:pPr marL="0" indent="0">
              <a:buNone/>
            </a:pPr>
            <a:r>
              <a:rPr lang="en-US" altLang="zh-CN" dirty="0"/>
              <a:t>    ls-&gt;</a:t>
            </a:r>
            <a:r>
              <a:rPr lang="en-US" altLang="zh-CN" dirty="0" err="1"/>
              <a:t>info.ref</a:t>
            </a:r>
            <a:r>
              <a:rPr lang="en-US" altLang="zh-CN" dirty="0"/>
              <a:t> --;	        //</a:t>
            </a:r>
            <a:r>
              <a:rPr lang="zh-CN" altLang="en-US" dirty="0"/>
              <a:t>引用计数减</a:t>
            </a:r>
            <a:r>
              <a:rPr lang="en-US" altLang="zh-CN" dirty="0"/>
              <a:t>1</a:t>
            </a:r>
          </a:p>
          <a:p>
            <a:pPr marL="0" indent="0">
              <a:buNone/>
            </a:pPr>
            <a:r>
              <a:rPr lang="en-US" altLang="zh-CN" dirty="0"/>
              <a:t>    if ( ls-&gt;</a:t>
            </a:r>
            <a:r>
              <a:rPr lang="en-US" altLang="zh-CN" dirty="0" err="1"/>
              <a:t>info.ref</a:t>
            </a:r>
            <a:r>
              <a:rPr lang="en-US" altLang="zh-CN" dirty="0"/>
              <a:t> &lt;= 0 ) {	       //</a:t>
            </a:r>
            <a:r>
              <a:rPr lang="zh-CN" altLang="en-US" dirty="0"/>
              <a:t>如果减到</a:t>
            </a:r>
            <a:r>
              <a:rPr lang="en-US" altLang="zh-CN" dirty="0"/>
              <a:t>0</a:t>
            </a:r>
          </a:p>
          <a:p>
            <a:pPr marL="0" indent="0">
              <a:buNone/>
            </a:pPr>
            <a:r>
              <a:rPr lang="en-US" altLang="zh-CN" dirty="0"/>
              <a:t>       </a:t>
            </a:r>
            <a:r>
              <a:rPr lang="en-US" altLang="zh-CN" dirty="0" err="1"/>
              <a:t>GenListNode</a:t>
            </a:r>
            <a:r>
              <a:rPr lang="en-US" altLang="zh-CN" dirty="0"/>
              <a:t>&lt;T&gt; *q;   	</a:t>
            </a:r>
          </a:p>
          <a:p>
            <a:pPr marL="0" indent="0">
              <a:buNone/>
            </a:pPr>
            <a:r>
              <a:rPr lang="en-US" altLang="zh-CN" dirty="0"/>
              <a:t>       while ( ls-&gt;</a:t>
            </a:r>
            <a:r>
              <a:rPr lang="en-US" altLang="zh-CN" dirty="0" err="1"/>
              <a:t>tlink</a:t>
            </a:r>
            <a:r>
              <a:rPr lang="en-US" altLang="zh-CN" dirty="0"/>
              <a:t> != NULL ) {//</a:t>
            </a:r>
            <a:r>
              <a:rPr lang="zh-CN" altLang="en-US" dirty="0"/>
              <a:t>横扫表顶层</a:t>
            </a:r>
          </a:p>
          <a:p>
            <a:pPr marL="0" indent="0">
              <a:buNone/>
            </a:pPr>
            <a:r>
              <a:rPr lang="zh-CN" altLang="en-US" dirty="0"/>
              <a:t>          </a:t>
            </a:r>
            <a:r>
              <a:rPr lang="en-US" altLang="zh-CN" dirty="0"/>
              <a:t>q = ls-&gt;</a:t>
            </a:r>
            <a:r>
              <a:rPr lang="en-US" altLang="zh-CN" dirty="0" err="1"/>
              <a:t>tlink</a:t>
            </a:r>
            <a:r>
              <a:rPr lang="en-US" altLang="zh-CN" dirty="0"/>
              <a:t>;	      	</a:t>
            </a:r>
          </a:p>
          <a:p>
            <a:pPr marL="0" indent="0">
              <a:buNone/>
            </a:pPr>
            <a:r>
              <a:rPr lang="en-US" altLang="zh-CN" dirty="0"/>
              <a:t>          if ( q-&gt;</a:t>
            </a:r>
            <a:r>
              <a:rPr lang="en-US" altLang="zh-CN" dirty="0" err="1"/>
              <a:t>utype</a:t>
            </a:r>
            <a:r>
              <a:rPr lang="en-US" altLang="zh-CN" dirty="0"/>
              <a:t> == 2 )           //</a:t>
            </a:r>
            <a:r>
              <a:rPr lang="zh-CN" altLang="en-US" dirty="0"/>
              <a:t>递归删除子表</a:t>
            </a:r>
          </a:p>
          <a:p>
            <a:pPr marL="0" indent="0">
              <a:buNone/>
            </a:pPr>
            <a:r>
              <a:rPr lang="zh-CN" altLang="en-US" dirty="0"/>
              <a:t>             </a:t>
            </a:r>
            <a:r>
              <a:rPr lang="en-US" altLang="zh-CN" dirty="0"/>
              <a:t>Remove ( q-&gt;</a:t>
            </a:r>
            <a:r>
              <a:rPr lang="en-US" altLang="zh-CN" dirty="0" err="1"/>
              <a:t>info.hlink</a:t>
            </a:r>
            <a:r>
              <a:rPr lang="en-US" altLang="zh-CN" dirty="0"/>
              <a:t> );</a:t>
            </a:r>
          </a:p>
          <a:p>
            <a:pPr marL="0" indent="0">
              <a:buNone/>
            </a:pPr>
            <a:r>
              <a:rPr lang="en-US" altLang="zh-CN" dirty="0"/>
              <a:t>          ls-&gt;</a:t>
            </a:r>
            <a:r>
              <a:rPr lang="en-US" altLang="zh-CN" dirty="0" err="1"/>
              <a:t>tlink</a:t>
            </a:r>
            <a:r>
              <a:rPr lang="en-US" altLang="zh-CN" dirty="0"/>
              <a:t> = q-&gt;</a:t>
            </a:r>
            <a:r>
              <a:rPr lang="en-US" altLang="zh-CN" dirty="0" err="1"/>
              <a:t>tlink</a:t>
            </a:r>
            <a:r>
              <a:rPr lang="en-US" altLang="zh-CN" dirty="0"/>
              <a:t>;  delete q;</a:t>
            </a:r>
          </a:p>
          <a:p>
            <a:pPr marL="0" indent="0">
              <a:buNone/>
            </a:pPr>
            <a:r>
              <a:rPr lang="en-US" altLang="zh-CN" dirty="0"/>
              <a:t>       }</a:t>
            </a:r>
          </a:p>
          <a:p>
            <a:pPr marL="0" indent="0">
              <a:buNone/>
            </a:pPr>
            <a:r>
              <a:rPr lang="en-US" altLang="zh-CN" dirty="0"/>
              <a:t>       delete ls;</a:t>
            </a:r>
          </a:p>
          <a:p>
            <a:pPr marL="0" indent="0">
              <a:buNone/>
            </a:pPr>
            <a:r>
              <a:rPr lang="en-US" altLang="zh-CN" dirty="0"/>
              <a:t>    }</a:t>
            </a:r>
          </a:p>
          <a:p>
            <a:pPr marL="0" indent="0">
              <a:buNone/>
            </a:pPr>
            <a:r>
              <a:rPr lang="en-US" altLang="zh-CN" dirty="0"/>
              <a:t>};</a:t>
            </a:r>
          </a:p>
        </p:txBody>
      </p:sp>
      <p:sp>
        <p:nvSpPr>
          <p:cNvPr id="2" name="灯片编号占位符 1">
            <a:extLst>
              <a:ext uri="{FF2B5EF4-FFF2-40B4-BE49-F238E27FC236}">
                <a16:creationId xmlns:a16="http://schemas.microsoft.com/office/drawing/2014/main" id="{E0260C88-9268-AD18-685F-4B912B04E743}"/>
              </a:ext>
            </a:extLst>
          </p:cNvPr>
          <p:cNvSpPr>
            <a:spLocks noGrp="1"/>
          </p:cNvSpPr>
          <p:nvPr>
            <p:ph type="sldNum" sz="quarter" idx="12"/>
          </p:nvPr>
        </p:nvSpPr>
        <p:spPr/>
        <p:txBody>
          <a:bodyPr/>
          <a:lstStyle/>
          <a:p>
            <a:pPr>
              <a:defRPr/>
            </a:pPr>
            <a:fld id="{34C23A13-5672-41C0-8934-A4311B913B34}" type="slidenum">
              <a:rPr lang="en-US" altLang="zh-CN" smtClean="0"/>
              <a:pPr>
                <a:defRPr/>
              </a:pPr>
              <a:t>84</a:t>
            </a:fld>
            <a:endParaRPr lang="en-US" altLang="zh-CN"/>
          </a:p>
        </p:txBody>
      </p:sp>
    </p:spTree>
  </p:cSld>
  <p:clrMapOvr>
    <a:masterClrMapping/>
  </p:clrMapOvr>
  <p:transition>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a:extLst>
              <a:ext uri="{FF2B5EF4-FFF2-40B4-BE49-F238E27FC236}">
                <a16:creationId xmlns:a16="http://schemas.microsoft.com/office/drawing/2014/main" id="{F6E9E424-64CD-00C8-F107-9D6D24D640E7}"/>
              </a:ext>
            </a:extLst>
          </p:cNvPr>
          <p:cNvSpPr>
            <a:spLocks noGrp="1" noChangeArrowheads="1"/>
          </p:cNvSpPr>
          <p:nvPr>
            <p:ph type="title"/>
          </p:nvPr>
        </p:nvSpPr>
        <p:spPr>
          <a:xfrm>
            <a:off x="628650" y="365125"/>
            <a:ext cx="8191822" cy="1325563"/>
          </a:xfrm>
        </p:spPr>
        <p:txBody>
          <a:bodyPr/>
          <a:lstStyle/>
          <a:p>
            <a:r>
              <a:rPr lang="zh-CN" altLang="en-US" dirty="0"/>
              <a:t>建立广义表链表表示的算法思路 </a:t>
            </a:r>
          </a:p>
        </p:txBody>
      </p:sp>
      <p:sp>
        <p:nvSpPr>
          <p:cNvPr id="676867" name="Rectangle 3">
            <a:extLst>
              <a:ext uri="{FF2B5EF4-FFF2-40B4-BE49-F238E27FC236}">
                <a16:creationId xmlns:a16="http://schemas.microsoft.com/office/drawing/2014/main" id="{E0385102-C291-3497-8FE3-62F18D8158DC}"/>
              </a:ext>
            </a:extLst>
          </p:cNvPr>
          <p:cNvSpPr>
            <a:spLocks noGrp="1" noChangeArrowheads="1"/>
          </p:cNvSpPr>
          <p:nvPr>
            <p:ph idx="1"/>
          </p:nvPr>
        </p:nvSpPr>
        <p:spPr>
          <a:xfrm>
            <a:off x="628650" y="1825624"/>
            <a:ext cx="8191822" cy="4530725"/>
          </a:xfrm>
        </p:spPr>
        <p:txBody>
          <a:bodyPr>
            <a:normAutofit fontScale="62500" lnSpcReduction="20000"/>
          </a:bodyPr>
          <a:lstStyle/>
          <a:p>
            <a:r>
              <a:rPr lang="zh-CN" altLang="en-US" dirty="0"/>
              <a:t>假设广义表的元素类型是</a:t>
            </a:r>
            <a:r>
              <a:rPr lang="en-US" altLang="zh-CN" dirty="0"/>
              <a:t>char</a:t>
            </a:r>
            <a:r>
              <a:rPr lang="zh-CN" altLang="en-US" dirty="0"/>
              <a:t>，每个原子元素的值为英文字母。广义表的输入形式为以</a:t>
            </a:r>
            <a:r>
              <a:rPr lang="en-US" altLang="zh-CN" dirty="0"/>
              <a:t>'#‘</a:t>
            </a:r>
            <a:r>
              <a:rPr lang="zh-CN" altLang="en-US" dirty="0"/>
              <a:t>结束的字符串，例如：</a:t>
            </a:r>
            <a:endParaRPr lang="en-US" altLang="zh-CN" dirty="0"/>
          </a:p>
          <a:p>
            <a:pPr lvl="1"/>
            <a:r>
              <a:rPr lang="zh-CN" altLang="en-US" dirty="0"/>
              <a:t> </a:t>
            </a:r>
            <a:r>
              <a:rPr lang="en-US" altLang="zh-CN" dirty="0"/>
              <a:t>" D(B(</a:t>
            </a:r>
            <a:r>
              <a:rPr lang="en-US" altLang="zh-CN" dirty="0" err="1"/>
              <a:t>a,b</a:t>
            </a:r>
            <a:r>
              <a:rPr lang="en-US" altLang="zh-CN" dirty="0"/>
              <a:t>),C(u,(</a:t>
            </a:r>
            <a:r>
              <a:rPr lang="en-US" altLang="zh-CN" dirty="0" err="1"/>
              <a:t>x,y,z</a:t>
            </a:r>
            <a:r>
              <a:rPr lang="en-US" altLang="zh-CN" dirty="0"/>
              <a:t>)),A())#"</a:t>
            </a:r>
          </a:p>
          <a:p>
            <a:r>
              <a:rPr lang="zh-CN" altLang="en-US" dirty="0"/>
              <a:t>算法逐一检测输入的字符，如果遇到表名（大写字母），首先检查这个表是否已存在，若是，说明该表是共享表，只要将相应头结点的引用计数加一并把子表指针指向该头结点即可；若不是，保存该表名并建立相应广义表。</a:t>
            </a:r>
            <a:endParaRPr lang="en-US" altLang="zh-CN" dirty="0"/>
          </a:p>
          <a:p>
            <a:r>
              <a:rPr lang="zh-CN" altLang="en-US" dirty="0"/>
              <a:t>表名后面一定是左括号‘</a:t>
            </a:r>
            <a:r>
              <a:rPr lang="en-US" altLang="zh-CN" dirty="0"/>
              <a:t>(’</a:t>
            </a:r>
            <a:r>
              <a:rPr lang="zh-CN" altLang="en-US" dirty="0"/>
              <a:t>，不是则输入错，是则递归建立广义表结构。</a:t>
            </a:r>
          </a:p>
          <a:p>
            <a:r>
              <a:rPr lang="zh-CN" altLang="en-US" dirty="0"/>
              <a:t>如果遇到小写字母，则建立原子结点；如果遇到右括号‘</a:t>
            </a:r>
            <a:r>
              <a:rPr lang="en-US" altLang="zh-CN" dirty="0"/>
              <a:t>)’</a:t>
            </a:r>
            <a:r>
              <a:rPr lang="zh-CN" altLang="en-US" dirty="0"/>
              <a:t>，子表链收尾。</a:t>
            </a:r>
          </a:p>
          <a:p>
            <a:r>
              <a:rPr lang="zh-CN" altLang="en-US" dirty="0"/>
              <a:t>具体代码（略）</a:t>
            </a:r>
          </a:p>
        </p:txBody>
      </p:sp>
      <p:sp>
        <p:nvSpPr>
          <p:cNvPr id="3" name="灯片编号占位符 2">
            <a:extLst>
              <a:ext uri="{FF2B5EF4-FFF2-40B4-BE49-F238E27FC236}">
                <a16:creationId xmlns:a16="http://schemas.microsoft.com/office/drawing/2014/main" id="{2ADD0B6B-8DD3-8632-55C1-58171244DC7F}"/>
              </a:ext>
            </a:extLst>
          </p:cNvPr>
          <p:cNvSpPr>
            <a:spLocks noGrp="1"/>
          </p:cNvSpPr>
          <p:nvPr>
            <p:ph type="ftr" sz="quarter" idx="11"/>
          </p:nvPr>
        </p:nvSpPr>
        <p:spPr>
          <a:xfrm>
            <a:off x="3028950" y="6356350"/>
            <a:ext cx="3086100" cy="365125"/>
          </a:xfrm>
        </p:spPr>
        <p:txBody>
          <a:bodyPr/>
          <a:lstStyle/>
          <a:p>
            <a:fld id="{0D6B89CA-1B74-41A1-B079-142E967B5D30}" type="slidenum">
              <a:rPr lang="en-US" altLang="zh-CN"/>
              <a:pPr/>
              <a:t>85</a:t>
            </a:fld>
            <a:endParaRPr lang="en-US" altLang="zh-CN"/>
          </a:p>
        </p:txBody>
      </p:sp>
    </p:spTree>
  </p:cSld>
  <p:clrMapOvr>
    <a:masterClrMapping/>
  </p:clrMapOvr>
  <p:transition>
    <p:spli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3D7BA09-D1A7-6E94-C6D7-E8A5A87B827D}"/>
              </a:ext>
            </a:extLst>
          </p:cNvPr>
          <p:cNvSpPr>
            <a:spLocks noGrp="1" noChangeArrowheads="1"/>
          </p:cNvSpPr>
          <p:nvPr>
            <p:ph type="title"/>
          </p:nvPr>
        </p:nvSpPr>
        <p:spPr/>
        <p:txBody>
          <a:bodyPr/>
          <a:lstStyle/>
          <a:p>
            <a:pPr eaLnBrk="1" hangingPunct="1"/>
            <a:r>
              <a:rPr lang="zh-CN" altLang="en-US"/>
              <a:t>三元多项式的表示</a:t>
            </a:r>
          </a:p>
        </p:txBody>
      </p:sp>
      <p:sp>
        <p:nvSpPr>
          <p:cNvPr id="93187" name="Rectangle 3">
            <a:extLst>
              <a:ext uri="{FF2B5EF4-FFF2-40B4-BE49-F238E27FC236}">
                <a16:creationId xmlns:a16="http://schemas.microsoft.com/office/drawing/2014/main" id="{583891BE-3AAA-9BDF-6664-DE96EE63DFB6}"/>
              </a:ext>
            </a:extLst>
          </p:cNvPr>
          <p:cNvSpPr>
            <a:spLocks noGrp="1" noChangeArrowheads="1"/>
          </p:cNvSpPr>
          <p:nvPr>
            <p:ph idx="1"/>
          </p:nvPr>
        </p:nvSpPr>
        <p:spPr/>
        <p:txBody>
          <a:bodyPr/>
          <a:lstStyle/>
          <a:p>
            <a:pPr eaLnBrk="1" hangingPunct="1"/>
            <a:r>
              <a:rPr lang="zh-CN" altLang="en-US" dirty="0"/>
              <a:t>用广义表表示</a:t>
            </a:r>
          </a:p>
          <a:p>
            <a:pPr lvl="1" eaLnBrk="1" hangingPunct="1"/>
            <a:r>
              <a:rPr lang="zh-CN" altLang="en-US" dirty="0"/>
              <a:t>（自学）</a:t>
            </a:r>
          </a:p>
        </p:txBody>
      </p:sp>
      <p:sp>
        <p:nvSpPr>
          <p:cNvPr id="3" name="灯片编号占位符 2">
            <a:extLst>
              <a:ext uri="{FF2B5EF4-FFF2-40B4-BE49-F238E27FC236}">
                <a16:creationId xmlns:a16="http://schemas.microsoft.com/office/drawing/2014/main" id="{EC53B4C3-ABEE-05DE-6D5E-5F10848E6013}"/>
              </a:ext>
            </a:extLst>
          </p:cNvPr>
          <p:cNvSpPr>
            <a:spLocks noGrp="1"/>
          </p:cNvSpPr>
          <p:nvPr>
            <p:ph type="sldNum" sz="quarter" idx="12"/>
          </p:nvPr>
        </p:nvSpPr>
        <p:spPr/>
        <p:txBody>
          <a:bodyPr/>
          <a:lstStyle/>
          <a:p>
            <a:pPr>
              <a:defRPr/>
            </a:pPr>
            <a:fld id="{34C23A13-5672-41C0-8934-A4311B913B34}" type="slidenum">
              <a:rPr lang="en-US" altLang="zh-CN" smtClean="0"/>
              <a:pPr>
                <a:defRPr/>
              </a:pPr>
              <a:t>86</a:t>
            </a:fld>
            <a:endParaRPr lang="en-US" altLang="zh-CN"/>
          </a:p>
        </p:txBody>
      </p:sp>
    </p:spTree>
  </p:cSld>
  <p:clrMapOvr>
    <a:masterClrMapping/>
  </p:clrMapOvr>
  <p:transition>
    <p:spli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DB37AFBB-70C0-492E-2A2A-EBECDD0B48F2}"/>
              </a:ext>
            </a:extLst>
          </p:cNvPr>
          <p:cNvSpPr>
            <a:spLocks noGrp="1" noChangeArrowheads="1"/>
          </p:cNvSpPr>
          <p:nvPr>
            <p:ph type="title"/>
          </p:nvPr>
        </p:nvSpPr>
        <p:spPr/>
        <p:txBody>
          <a:bodyPr/>
          <a:lstStyle/>
          <a:p>
            <a:pPr eaLnBrk="1" hangingPunct="1"/>
            <a:r>
              <a:rPr lang="zh-CN" altLang="en-US"/>
              <a:t>小结</a:t>
            </a:r>
          </a:p>
        </p:txBody>
      </p:sp>
      <p:sp>
        <p:nvSpPr>
          <p:cNvPr id="91139" name="Rectangle 3">
            <a:extLst>
              <a:ext uri="{FF2B5EF4-FFF2-40B4-BE49-F238E27FC236}">
                <a16:creationId xmlns:a16="http://schemas.microsoft.com/office/drawing/2014/main" id="{77991CF6-BD51-762E-5CD1-80D8FC5ABB55}"/>
              </a:ext>
            </a:extLst>
          </p:cNvPr>
          <p:cNvSpPr>
            <a:spLocks noGrp="1" noChangeArrowheads="1"/>
          </p:cNvSpPr>
          <p:nvPr>
            <p:ph idx="1"/>
          </p:nvPr>
        </p:nvSpPr>
        <p:spPr/>
        <p:txBody>
          <a:bodyPr>
            <a:normAutofit fontScale="92500" lnSpcReduction="10000"/>
          </a:bodyPr>
          <a:lstStyle/>
          <a:p>
            <a:pPr eaLnBrk="1" hangingPunct="1">
              <a:defRPr/>
            </a:pPr>
            <a:r>
              <a:rPr lang="zh-CN" altLang="en-US" dirty="0"/>
              <a:t>多维数组</a:t>
            </a:r>
          </a:p>
          <a:p>
            <a:pPr eaLnBrk="1" hangingPunct="1">
              <a:defRPr/>
            </a:pPr>
            <a:r>
              <a:rPr lang="zh-CN" altLang="en-US" dirty="0"/>
              <a:t>特殊矩阵</a:t>
            </a:r>
          </a:p>
          <a:p>
            <a:pPr lvl="1" eaLnBrk="1" hangingPunct="1">
              <a:defRPr/>
            </a:pPr>
            <a:r>
              <a:rPr lang="zh-CN" altLang="en-US" dirty="0"/>
              <a:t>对称阵、三角矩阵、对角阵</a:t>
            </a:r>
          </a:p>
          <a:p>
            <a:pPr eaLnBrk="1" hangingPunct="1">
              <a:defRPr/>
            </a:pPr>
            <a:r>
              <a:rPr lang="zh-CN" altLang="en-US" dirty="0"/>
              <a:t>稀疏矩阵</a:t>
            </a:r>
          </a:p>
          <a:p>
            <a:pPr lvl="1" eaLnBrk="1" hangingPunct="1">
              <a:defRPr/>
            </a:pPr>
            <a:r>
              <a:rPr lang="zh-CN" altLang="en-US" dirty="0"/>
              <a:t>存储方法、转置、加法、乘法</a:t>
            </a:r>
          </a:p>
          <a:p>
            <a:pPr eaLnBrk="1" hangingPunct="1">
              <a:defRPr/>
            </a:pPr>
            <a:r>
              <a:rPr lang="zh-CN" altLang="en-US" dirty="0"/>
              <a:t>字符串</a:t>
            </a:r>
          </a:p>
          <a:p>
            <a:pPr lvl="1" eaLnBrk="1" hangingPunct="1">
              <a:defRPr/>
            </a:pPr>
            <a:r>
              <a:rPr lang="en-US" altLang="zh-CN" dirty="0"/>
              <a:t>KMP</a:t>
            </a:r>
          </a:p>
          <a:p>
            <a:pPr eaLnBrk="1" hangingPunct="1">
              <a:defRPr/>
            </a:pPr>
            <a:r>
              <a:rPr lang="zh-CN" altLang="en-US" dirty="0"/>
              <a:t>广义表</a:t>
            </a:r>
          </a:p>
        </p:txBody>
      </p:sp>
      <p:sp>
        <p:nvSpPr>
          <p:cNvPr id="3" name="灯片编号占位符 2">
            <a:extLst>
              <a:ext uri="{FF2B5EF4-FFF2-40B4-BE49-F238E27FC236}">
                <a16:creationId xmlns:a16="http://schemas.microsoft.com/office/drawing/2014/main" id="{E1D4844B-E5F9-522B-57F9-8B4CBD220428}"/>
              </a:ext>
            </a:extLst>
          </p:cNvPr>
          <p:cNvSpPr>
            <a:spLocks noGrp="1"/>
          </p:cNvSpPr>
          <p:nvPr>
            <p:ph type="sldNum" sz="quarter" idx="12"/>
          </p:nvPr>
        </p:nvSpPr>
        <p:spPr/>
        <p:txBody>
          <a:bodyPr/>
          <a:lstStyle/>
          <a:p>
            <a:pPr>
              <a:defRPr/>
            </a:pPr>
            <a:fld id="{34C23A13-5672-41C0-8934-A4311B913B34}" type="slidenum">
              <a:rPr lang="en-US" altLang="zh-CN" smtClean="0"/>
              <a:pPr>
                <a:defRPr/>
              </a:pPr>
              <a:t>87</a:t>
            </a:fld>
            <a:endParaRPr lang="en-US" altLang="zh-CN"/>
          </a:p>
        </p:txBody>
      </p:sp>
    </p:spTree>
  </p:cSld>
  <p:clrMapOvr>
    <a:masterClrMapping/>
  </p:clrMapOvr>
  <p:transition>
    <p:spli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D0BFDDB3-1093-8D60-B056-43104C3871A0}"/>
              </a:ext>
            </a:extLst>
          </p:cNvPr>
          <p:cNvSpPr>
            <a:spLocks noGrp="1" noChangeArrowheads="1"/>
          </p:cNvSpPr>
          <p:nvPr>
            <p:ph type="title"/>
          </p:nvPr>
        </p:nvSpPr>
        <p:spPr/>
        <p:txBody>
          <a:bodyPr/>
          <a:lstStyle/>
          <a:p>
            <a:r>
              <a:rPr lang="zh-CN" altLang="en-US"/>
              <a:t>常见题型</a:t>
            </a:r>
          </a:p>
        </p:txBody>
      </p:sp>
      <p:sp>
        <p:nvSpPr>
          <p:cNvPr id="95235" name="Rectangle 3">
            <a:extLst>
              <a:ext uri="{FF2B5EF4-FFF2-40B4-BE49-F238E27FC236}">
                <a16:creationId xmlns:a16="http://schemas.microsoft.com/office/drawing/2014/main" id="{91B00BAA-B28F-5961-9709-7985C19CFF8B}"/>
              </a:ext>
            </a:extLst>
          </p:cNvPr>
          <p:cNvSpPr>
            <a:spLocks noGrp="1" noChangeArrowheads="1"/>
          </p:cNvSpPr>
          <p:nvPr>
            <p:ph idx="1"/>
          </p:nvPr>
        </p:nvSpPr>
        <p:spPr/>
        <p:txBody>
          <a:bodyPr>
            <a:normAutofit fontScale="55000" lnSpcReduction="20000"/>
          </a:bodyPr>
          <a:lstStyle/>
          <a:p>
            <a:r>
              <a:rPr lang="zh-CN" altLang="en-US" dirty="0"/>
              <a:t>多维数组</a:t>
            </a:r>
          </a:p>
          <a:p>
            <a:pPr lvl="1"/>
            <a:r>
              <a:rPr lang="zh-CN" altLang="en-US" dirty="0"/>
              <a:t>计算多维数组中指定元素的存储地址</a:t>
            </a:r>
            <a:endParaRPr lang="en-US" altLang="zh-CN" dirty="0"/>
          </a:p>
          <a:p>
            <a:r>
              <a:rPr lang="zh-CN" altLang="en-US" dirty="0"/>
              <a:t>矩阵和特殊矩阵</a:t>
            </a:r>
          </a:p>
          <a:p>
            <a:pPr lvl="1"/>
            <a:r>
              <a:rPr lang="zh-CN" altLang="en-US" dirty="0"/>
              <a:t>转置、查找元素等各种矩阵运算</a:t>
            </a:r>
          </a:p>
          <a:p>
            <a:pPr lvl="1"/>
            <a:r>
              <a:rPr lang="zh-CN" altLang="en-US" dirty="0"/>
              <a:t>给定特殊矩阵（三角矩阵，带状矩阵（三对角矩阵、五对角矩阵）），求其中元素的存储地址</a:t>
            </a:r>
          </a:p>
          <a:p>
            <a:pPr lvl="1"/>
            <a:r>
              <a:rPr lang="zh-CN" altLang="en-US" dirty="0"/>
              <a:t>稀疏矩阵的十字链表表示</a:t>
            </a:r>
          </a:p>
          <a:p>
            <a:r>
              <a:rPr lang="en-US" altLang="zh-CN" dirty="0"/>
              <a:t>KMP</a:t>
            </a:r>
            <a:r>
              <a:rPr lang="zh-CN" altLang="en-US" dirty="0"/>
              <a:t>算法</a:t>
            </a:r>
          </a:p>
          <a:p>
            <a:pPr lvl="1"/>
            <a:r>
              <a:rPr lang="zh-CN" altLang="en-US" dirty="0"/>
              <a:t>给定模式串，计算</a:t>
            </a:r>
            <a:r>
              <a:rPr lang="en-US" altLang="zh-CN" dirty="0"/>
              <a:t>next</a:t>
            </a:r>
            <a:r>
              <a:rPr lang="zh-CN" altLang="en-US" dirty="0"/>
              <a:t>函数</a:t>
            </a:r>
            <a:endParaRPr lang="en-US" altLang="zh-CN" dirty="0"/>
          </a:p>
          <a:p>
            <a:pPr lvl="1"/>
            <a:r>
              <a:rPr lang="zh-CN" altLang="en-US" dirty="0"/>
              <a:t>给定目标串和模式串，要求演示</a:t>
            </a:r>
            <a:r>
              <a:rPr lang="en-US" altLang="zh-CN" dirty="0"/>
              <a:t>KMP</a:t>
            </a:r>
            <a:r>
              <a:rPr lang="zh-CN" altLang="en-US" dirty="0"/>
              <a:t>的匹配过程</a:t>
            </a:r>
          </a:p>
          <a:p>
            <a:r>
              <a:rPr lang="zh-CN" altLang="en-US" dirty="0"/>
              <a:t>广义表</a:t>
            </a:r>
          </a:p>
          <a:p>
            <a:pPr lvl="1"/>
            <a:r>
              <a:rPr lang="en-US" altLang="zh-CN" dirty="0"/>
              <a:t>head, tail , depth , length</a:t>
            </a:r>
            <a:r>
              <a:rPr lang="zh-CN" altLang="en-US" dirty="0"/>
              <a:t>的计算</a:t>
            </a:r>
            <a:endParaRPr lang="en-US" altLang="zh-CN" dirty="0"/>
          </a:p>
          <a:p>
            <a:pPr lvl="1"/>
            <a:r>
              <a:rPr lang="zh-CN" altLang="en-US" dirty="0"/>
              <a:t>广义表的建立、遍历、删除、插入元素。</a:t>
            </a:r>
            <a:endParaRPr lang="en-US" altLang="zh-CN" dirty="0"/>
          </a:p>
          <a:p>
            <a:pPr lvl="2"/>
            <a:r>
              <a:rPr lang="zh-CN" altLang="en-US" dirty="0"/>
              <a:t>经常采用递归算法</a:t>
            </a:r>
          </a:p>
        </p:txBody>
      </p:sp>
      <p:sp>
        <p:nvSpPr>
          <p:cNvPr id="3" name="灯片编号占位符 2">
            <a:extLst>
              <a:ext uri="{FF2B5EF4-FFF2-40B4-BE49-F238E27FC236}">
                <a16:creationId xmlns:a16="http://schemas.microsoft.com/office/drawing/2014/main" id="{2FF14989-C024-D3E0-53FE-823FD3087AE8}"/>
              </a:ext>
            </a:extLst>
          </p:cNvPr>
          <p:cNvSpPr>
            <a:spLocks noGrp="1"/>
          </p:cNvSpPr>
          <p:nvPr>
            <p:ph type="sldNum" sz="quarter" idx="12"/>
          </p:nvPr>
        </p:nvSpPr>
        <p:spPr/>
        <p:txBody>
          <a:bodyPr/>
          <a:lstStyle/>
          <a:p>
            <a:fld id="{34C23A13-5672-41C0-8934-A4311B913B34}" type="slidenum">
              <a:rPr lang="en-US" altLang="zh-CN" smtClean="0"/>
              <a:pPr/>
              <a:t>88</a:t>
            </a:fld>
            <a:endParaRPr lang="en-US" altLang="zh-CN"/>
          </a:p>
        </p:txBody>
      </p:sp>
    </p:spTree>
  </p:cSld>
  <p:clrMapOvr>
    <a:masterClrMapping/>
  </p:clrMapOvr>
  <p:transition>
    <p:spli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a:t>
            </a:r>
            <a:r>
              <a:rPr lang="en-US" altLang="zh-CN" dirty="0"/>
              <a:t>4</a:t>
            </a:r>
            <a:r>
              <a:rPr lang="zh-CN" altLang="en-US" dirty="0"/>
              <a:t>章作业</a:t>
            </a:r>
            <a:r>
              <a:rPr lang="en-US" altLang="zh-CN" dirty="0"/>
              <a:t>2</a:t>
            </a:r>
            <a:endParaRPr lang="zh-CN" altLang="en-US" dirty="0"/>
          </a:p>
        </p:txBody>
      </p:sp>
      <p:sp>
        <p:nvSpPr>
          <p:cNvPr id="3" name="内容占位符 2"/>
          <p:cNvSpPr>
            <a:spLocks noGrp="1"/>
          </p:cNvSpPr>
          <p:nvPr>
            <p:ph idx="1"/>
          </p:nvPr>
        </p:nvSpPr>
        <p:spPr>
          <a:xfrm>
            <a:off x="683568" y="1700808"/>
            <a:ext cx="7848872" cy="4392488"/>
          </a:xfrm>
        </p:spPr>
        <p:txBody>
          <a:bodyPr>
            <a:normAutofit fontScale="92500" lnSpcReduction="20000"/>
          </a:bodyPr>
          <a:lstStyle/>
          <a:p>
            <a:r>
              <a:rPr lang="zh-CN" altLang="en-US" dirty="0"/>
              <a:t>写一个判断两个广义表相等的递归算法。要求用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altLang="zh-CN" dirty="0">
              <a:ea typeface="楷体_GB2312" pitchFamily="49" charset="-122"/>
            </a:endParaRPr>
          </a:p>
          <a:p>
            <a:pPr lvl="1"/>
            <a:r>
              <a:rPr lang="zh-CN" altLang="en-US" dirty="0"/>
              <a:t>实现该递归算法的方法的声明如下：</a:t>
            </a:r>
            <a:endParaRPr lang="en-US" altLang="zh-CN" dirty="0"/>
          </a:p>
          <a:p>
            <a:pPr marL="342900" lvl="1" indent="0">
              <a:buNone/>
            </a:pPr>
            <a:r>
              <a:rPr lang="en-US" altLang="zh-CN" dirty="0"/>
              <a:t>  template &lt;class Type&gt; bool </a:t>
            </a:r>
            <a:r>
              <a:rPr lang="en-US" altLang="zh-CN" dirty="0" err="1"/>
              <a:t>GenList</a:t>
            </a:r>
            <a:r>
              <a:rPr lang="en-US" altLang="zh-CN" dirty="0"/>
              <a:t> &lt;Type&gt; ::Equal(</a:t>
            </a:r>
            <a:r>
              <a:rPr lang="en-US" altLang="zh-CN" dirty="0" err="1"/>
              <a:t>GenListNode</a:t>
            </a:r>
            <a:r>
              <a:rPr lang="en-US" altLang="zh-CN" dirty="0"/>
              <a:t> &lt;Type&gt; *s, </a:t>
            </a:r>
            <a:r>
              <a:rPr lang="en-US" altLang="zh-CN" dirty="0" err="1"/>
              <a:t>GenListNode</a:t>
            </a:r>
            <a:r>
              <a:rPr lang="en-US" altLang="zh-CN" dirty="0"/>
              <a:t> &lt;Type&gt; *t) </a:t>
            </a:r>
          </a:p>
          <a:p>
            <a:pPr lvl="1"/>
            <a:r>
              <a:rPr lang="zh-CN" altLang="en-US" dirty="0"/>
              <a:t>第一次调用时，其中的</a:t>
            </a:r>
            <a:r>
              <a:rPr lang="en-US" altLang="zh-CN" dirty="0"/>
              <a:t>s</a:t>
            </a:r>
            <a:r>
              <a:rPr lang="zh-CN" altLang="en-US" dirty="0"/>
              <a:t>和</a:t>
            </a:r>
            <a:r>
              <a:rPr lang="en-US" altLang="zh-CN" dirty="0"/>
              <a:t>t</a:t>
            </a:r>
            <a:r>
              <a:rPr lang="zh-CN" altLang="en-US" dirty="0"/>
              <a:t>是</a:t>
            </a:r>
            <a:r>
              <a:rPr lang="en-US" altLang="zh-CN" dirty="0"/>
              <a:t>2</a:t>
            </a:r>
            <a:r>
              <a:rPr lang="zh-CN" altLang="en-US" dirty="0"/>
              <a:t>个广义表的头结点</a:t>
            </a:r>
          </a:p>
        </p:txBody>
      </p:sp>
      <p:sp>
        <p:nvSpPr>
          <p:cNvPr id="4" name="灯片编号占位符 3">
            <a:extLst>
              <a:ext uri="{FF2B5EF4-FFF2-40B4-BE49-F238E27FC236}">
                <a16:creationId xmlns:a16="http://schemas.microsoft.com/office/drawing/2014/main" id="{1FBA44C7-EBC4-4571-A698-918F40607625}"/>
              </a:ext>
            </a:extLst>
          </p:cNvPr>
          <p:cNvSpPr>
            <a:spLocks noGrp="1"/>
          </p:cNvSpPr>
          <p:nvPr>
            <p:ph type="sldNum" sz="quarter" idx="12"/>
          </p:nvPr>
        </p:nvSpPr>
        <p:spPr/>
        <p:txBody>
          <a:bodyPr/>
          <a:lstStyle/>
          <a:p>
            <a:fld id="{FF4CE2EE-2F8F-4CB9-AE01-D7F636B92A76}" type="slidenum">
              <a:rPr lang="zh-CN" altLang="en-US" smtClean="0"/>
              <a:pPr/>
              <a:t>89</a:t>
            </a:fld>
            <a:endParaRPr lang="zh-CN" altLang="en-US"/>
          </a:p>
        </p:txBody>
      </p:sp>
    </p:spTree>
    <p:extLst>
      <p:ext uri="{BB962C8B-B14F-4D97-AF65-F5344CB8AC3E}">
        <p14:creationId xmlns:p14="http://schemas.microsoft.com/office/powerpoint/2010/main" val="2149594136"/>
      </p:ext>
    </p:extLst>
  </p:cSld>
  <p:clrMapOvr>
    <a:masterClrMapping/>
  </p:clrMapOvr>
  <p:transition>
    <p:split/>
  </p:transition>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7222</TotalTime>
  <Words>9072</Words>
  <Application>Microsoft Office PowerPoint</Application>
  <PresentationFormat>全屏显示(4:3)</PresentationFormat>
  <Paragraphs>1104</Paragraphs>
  <Slides>89</Slides>
  <Notes>10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89</vt:i4>
      </vt:variant>
    </vt:vector>
  </HeadingPairs>
  <TitlesOfParts>
    <vt:vector size="104" baseType="lpstr">
      <vt:lpstr>等线</vt:lpstr>
      <vt:lpstr>等线 Light</vt:lpstr>
      <vt:lpstr>仿宋_GB2312</vt:lpstr>
      <vt:lpstr>黑体</vt:lpstr>
      <vt:lpstr>楷体_GB2312</vt:lpstr>
      <vt:lpstr>宋体</vt:lpstr>
      <vt:lpstr>Arial</vt:lpstr>
      <vt:lpstr>Arial Narrow</vt:lpstr>
      <vt:lpstr>Symbol</vt:lpstr>
      <vt:lpstr>Times New Roman</vt:lpstr>
      <vt:lpstr>Wingdings</vt:lpstr>
      <vt:lpstr>Office 主题​​</vt:lpstr>
      <vt:lpstr>公式</vt:lpstr>
      <vt:lpstr>Equation</vt:lpstr>
      <vt:lpstr>Document</vt:lpstr>
      <vt:lpstr>第4章 数组、串与广义表</vt:lpstr>
      <vt:lpstr>4.1 多维数组的概念与存储</vt:lpstr>
      <vt:lpstr> 二维数组          三维数组</vt:lpstr>
      <vt:lpstr>数组的顺序存储方式</vt:lpstr>
      <vt:lpstr>一维数组与高维数组的关系</vt:lpstr>
      <vt:lpstr>数组的存储</vt:lpstr>
      <vt:lpstr>二维数组的行优先存放方式</vt:lpstr>
      <vt:lpstr>二维数组的列优先存放方式</vt:lpstr>
      <vt:lpstr> 三维数组</vt:lpstr>
      <vt:lpstr> n 维数组</vt:lpstr>
      <vt:lpstr>4.2 特殊矩阵</vt:lpstr>
      <vt:lpstr>对称矩阵</vt:lpstr>
      <vt:lpstr>对称矩阵的压缩存储</vt:lpstr>
      <vt:lpstr>PowerPoint 演示文稿</vt:lpstr>
      <vt:lpstr>PowerPoint 演示文稿</vt:lpstr>
      <vt:lpstr>PowerPoint 演示文稿</vt:lpstr>
      <vt:lpstr>PowerPoint 演示文稿</vt:lpstr>
      <vt:lpstr>PowerPoint 演示文稿</vt:lpstr>
      <vt:lpstr>三对角矩阵</vt:lpstr>
      <vt:lpstr>PowerPoint 演示文稿</vt:lpstr>
      <vt:lpstr>PowerPoint 演示文稿</vt:lpstr>
      <vt:lpstr>4.3 稀疏矩阵 (Sparse Matrix)</vt:lpstr>
      <vt:lpstr>稀疏矩阵的定义</vt:lpstr>
      <vt:lpstr>稀疏矩阵的三元组表的类定义</vt:lpstr>
      <vt:lpstr>PowerPoint 演示文稿</vt:lpstr>
      <vt:lpstr>稀疏矩阵的转置</vt:lpstr>
      <vt:lpstr>稀疏矩阵</vt:lpstr>
      <vt:lpstr>转置矩阵</vt:lpstr>
      <vt:lpstr>用三元组表表示的稀疏矩阵及其转置</vt:lpstr>
      <vt:lpstr>稀疏矩阵转置算法思想</vt:lpstr>
      <vt:lpstr>PowerPoint 演示文稿</vt:lpstr>
      <vt:lpstr>快速转置算法</vt:lpstr>
      <vt:lpstr>PowerPoint 演示文稿</vt:lpstr>
      <vt:lpstr>PowerPoint 演示文稿</vt:lpstr>
      <vt:lpstr>稀疏矩阵的相加和相乘（自学）</vt:lpstr>
      <vt:lpstr>矩阵的正交链表表示</vt:lpstr>
      <vt:lpstr>稀疏矩阵的结点</vt:lpstr>
      <vt:lpstr>稀疏矩阵的表头结点</vt:lpstr>
      <vt:lpstr>稀疏矩阵的元素结点</vt:lpstr>
      <vt:lpstr>整个稀疏矩阵的总的头结点</vt:lpstr>
      <vt:lpstr>稀疏矩阵的正交链表表示的示例</vt:lpstr>
      <vt:lpstr>4.4 字符串 (String)</vt:lpstr>
      <vt:lpstr>C++有关字符串的库函数</vt:lpstr>
      <vt:lpstr>字符串的实现</vt:lpstr>
      <vt:lpstr>PowerPoint 演示文稿</vt:lpstr>
      <vt:lpstr>字符串重载操作的使用示例 </vt:lpstr>
      <vt:lpstr>提取子串的算法示例</vt:lpstr>
      <vt:lpstr>PowerPoint 演示文稿</vt:lpstr>
      <vt:lpstr>PowerPoint 演示文稿</vt:lpstr>
      <vt:lpstr>PowerPoint 演示文稿</vt:lpstr>
      <vt:lpstr>例</vt:lpstr>
      <vt:lpstr>字符串的模式匹配</vt:lpstr>
      <vt:lpstr>穷举的模式匹配过程示例</vt:lpstr>
      <vt:lpstr>穷举的模式匹配程序</vt:lpstr>
      <vt:lpstr>改进模式匹配</vt:lpstr>
      <vt:lpstr>PowerPoint 演示文稿</vt:lpstr>
      <vt:lpstr>PowerPoint 演示文稿</vt:lpstr>
      <vt:lpstr>k 的确定方法</vt:lpstr>
      <vt:lpstr>PowerPoint 演示文稿</vt:lpstr>
      <vt:lpstr>有些资料中采用的是失效函数f</vt:lpstr>
      <vt:lpstr>PowerPoint 演示文稿</vt:lpstr>
      <vt:lpstr>PowerPoint 演示文稿</vt:lpstr>
      <vt:lpstr>自学</vt:lpstr>
      <vt:lpstr>第4章作业1（1）</vt:lpstr>
      <vt:lpstr>第4章作业1（2）</vt:lpstr>
      <vt:lpstr>4.5 广义表 (General Lists )</vt:lpstr>
      <vt:lpstr>广义表的特性</vt:lpstr>
      <vt:lpstr>PowerPoint 演示文稿</vt:lpstr>
      <vt:lpstr>广义表的表示</vt:lpstr>
      <vt:lpstr>广义表结点定义</vt:lpstr>
      <vt:lpstr>广义表的存储表示</vt:lpstr>
      <vt:lpstr>广义表的类定义</vt:lpstr>
      <vt:lpstr>PowerPoint 演示文稿</vt:lpstr>
      <vt:lpstr>PowerPoint 演示文稿</vt:lpstr>
      <vt:lpstr>部分成员函数的实现</vt:lpstr>
      <vt:lpstr>PowerPoint 演示文稿</vt:lpstr>
      <vt:lpstr>PowerPoint 演示文稿</vt:lpstr>
      <vt:lpstr>广义表的递归算法</vt:lpstr>
      <vt:lpstr>PowerPoint 演示文稿</vt:lpstr>
      <vt:lpstr>求广义表的深度</vt:lpstr>
      <vt:lpstr>PowerPoint 演示文稿</vt:lpstr>
      <vt:lpstr>广义表的删除算法</vt:lpstr>
      <vt:lpstr>PowerPoint 演示文稿</vt:lpstr>
      <vt:lpstr>PowerPoint 演示文稿</vt:lpstr>
      <vt:lpstr>建立广义表链表表示的算法思路 </vt:lpstr>
      <vt:lpstr>三元多项式的表示</vt:lpstr>
      <vt:lpstr>小结</vt:lpstr>
      <vt:lpstr>常见题型</vt:lpstr>
      <vt:lpstr>第4章作业2</vt:lpstr>
    </vt:vector>
  </TitlesOfParts>
  <Company>djzx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天天向上</cp:lastModifiedBy>
  <cp:revision>251</cp:revision>
  <dcterms:created xsi:type="dcterms:W3CDTF">2000-01-30T08:24:06Z</dcterms:created>
  <dcterms:modified xsi:type="dcterms:W3CDTF">2025-10-14T04:36:23Z</dcterms:modified>
</cp:coreProperties>
</file>
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61" r:id="rId4"/>
    <p:sldId id="258" r:id="rId6"/>
    <p:sldId id="259" r:id="rId7"/>
    <p:sldId id="257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7582" autoAdjust="0"/>
  </p:normalViewPr>
  <p:slideViewPr>
    <p:cSldViewPr snapToGrid="0">
      <p:cViewPr varScale="1">
        <p:scale>
          <a:sx n="66" d="100"/>
          <a:sy n="66" d="100"/>
        </p:scale>
        <p:origin x="12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允许一个整体机构以一个公用</a:t>
            </a:r>
            <a:r>
              <a:rPr lang="en-US" altLang="zh-CN"/>
              <a:t>IP</a:t>
            </a:r>
            <a:r>
              <a:rPr lang="zh-CN" altLang="en-US"/>
              <a:t>（</a:t>
            </a:r>
            <a:r>
              <a:rPr lang="en-US" altLang="zh-CN"/>
              <a:t>Internet Protocol</a:t>
            </a:r>
            <a:r>
              <a:rPr lang="zh-CN" altLang="en-US"/>
              <a:t>）地址出现在</a:t>
            </a:r>
            <a:r>
              <a:rPr lang="en-US" altLang="zh-CN"/>
              <a:t>Internet</a:t>
            </a:r>
            <a:r>
              <a:rPr lang="zh-CN" altLang="en-US"/>
              <a:t>上。它是一种把内部私有网络地址（</a:t>
            </a:r>
            <a:r>
              <a:rPr lang="en-US" altLang="zh-CN"/>
              <a:t>IP</a:t>
            </a:r>
            <a:r>
              <a:rPr lang="zh-CN" altLang="en-US"/>
              <a:t>地址）翻译成合法网络</a:t>
            </a:r>
            <a:r>
              <a:rPr lang="en-US" altLang="zh-CN"/>
              <a:t>IP</a:t>
            </a:r>
            <a:r>
              <a:rPr lang="zh-CN" altLang="en-US"/>
              <a:t>地址的技术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47333"/>
            <a:ext cx="9144000" cy="2387600"/>
          </a:xfrm>
        </p:spPr>
        <p:txBody>
          <a:bodyPr/>
          <a:lstStyle/>
          <a:p>
            <a:r>
              <a:rPr lang="zh-CN" altLang="en-US" dirty="0"/>
              <a:t>计算机网络第</a:t>
            </a:r>
            <a:r>
              <a:rPr lang="zh-CN" altLang="en-US" dirty="0"/>
              <a:t>九次实验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sz="3200" dirty="0">
                <a:sym typeface="+mn-ea"/>
              </a:rPr>
              <a:t>1-</a:t>
            </a:r>
            <a:r>
              <a:rPr lang="zh-CN" altLang="en-US" sz="3200" dirty="0">
                <a:sym typeface="+mn-ea"/>
              </a:rPr>
              <a:t>使用</a:t>
            </a:r>
            <a:r>
              <a:rPr lang="en-US" altLang="zh-CN" sz="3200" dirty="0" err="1">
                <a:sym typeface="+mn-ea"/>
              </a:rPr>
              <a:t>wireshark</a:t>
            </a:r>
            <a:r>
              <a:rPr lang="zh-CN" altLang="en-US" sz="3200" dirty="0">
                <a:sym typeface="+mn-ea"/>
              </a:rPr>
              <a:t>了解</a:t>
            </a:r>
            <a:r>
              <a:rPr lang="en-US" altLang="zh-CN" sz="3200" dirty="0">
                <a:sym typeface="+mn-ea"/>
              </a:rPr>
              <a:t>NAT</a:t>
            </a:r>
            <a:r>
              <a:rPr lang="zh-CN" altLang="en-US" sz="3200" dirty="0">
                <a:sym typeface="+mn-ea"/>
              </a:rPr>
              <a:t>转换</a:t>
            </a:r>
            <a:endParaRPr lang="zh-CN" altLang="en-US" sz="3200" dirty="0"/>
          </a:p>
          <a:p>
            <a:endParaRPr lang="zh-CN" alt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NAT</a:t>
            </a:r>
            <a:r>
              <a:rPr lang="zh-CN" altLang="en-US" dirty="0"/>
              <a:t>协议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51180" y="1421765"/>
            <a:ext cx="57340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使整个局域网面对外界广域网表现的像具有单一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IP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地址的单一设备。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局域网和广域网通过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NAT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路由器进行连接。</a:t>
            </a:r>
            <a:endParaRPr lang="en-US" altLang="zh-CN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NAT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路由器通过</a:t>
            </a:r>
            <a:r>
              <a:rPr lang="en-US" altLang="zh-CN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NAT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转换表决定广域网和局域网之间数据报的转发。</a:t>
            </a:r>
            <a:endParaRPr lang="zh-CN" altLang="en-US" sz="2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0" name="内容占位符 9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7988" y="4390713"/>
            <a:ext cx="6663978" cy="1045522"/>
          </a:xfrm>
        </p:spPr>
      </p:pic>
      <p:sp>
        <p:nvSpPr>
          <p:cNvPr id="11" name="文本框 10"/>
          <p:cNvSpPr txBox="1"/>
          <p:nvPr/>
        </p:nvSpPr>
        <p:spPr>
          <a:xfrm>
            <a:off x="5810668" y="5542861"/>
            <a:ext cx="1253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NAT</a:t>
            </a:r>
            <a:r>
              <a:rPr lang="zh-CN" altLang="en-US" dirty="0"/>
              <a:t>转换表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本次实验要点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分析提供的</a:t>
            </a:r>
            <a:r>
              <a:rPr lang="en-US" altLang="zh-CN" sz="2400" dirty="0" err="1"/>
              <a:t>NAT_home_side</a:t>
            </a:r>
            <a:r>
              <a:rPr lang="zh-CN" altLang="en-US" sz="2400" dirty="0"/>
              <a:t>和</a:t>
            </a:r>
            <a:r>
              <a:rPr lang="en-US" altLang="zh-CN" sz="2400" dirty="0" err="1"/>
              <a:t>NAT_ISP_side</a:t>
            </a:r>
            <a:r>
              <a:rPr lang="zh-CN" altLang="en-US" sz="2400" dirty="0"/>
              <a:t>文件中的数据包</a:t>
            </a:r>
            <a:endParaRPr lang="zh-CN" altLang="en-US" sz="2400" dirty="0"/>
          </a:p>
          <a:p>
            <a:r>
              <a:rPr lang="zh-CN" altLang="en-US" sz="2400" dirty="0"/>
              <a:t>本次实验的数据包捕获场景如下图所示，文件的数据包来源于家庭网络中的</a:t>
            </a:r>
            <a:r>
              <a:rPr lang="en-US" altLang="zh-CN" sz="2400" dirty="0"/>
              <a:t>PC</a:t>
            </a:r>
            <a:r>
              <a:rPr lang="zh-CN" altLang="en-US" sz="2400" dirty="0"/>
              <a:t>客户端到谷歌服务器的简单网络请求</a:t>
            </a:r>
            <a:endParaRPr lang="en-US" altLang="zh-CN" sz="2400" dirty="0"/>
          </a:p>
          <a:p>
            <a:r>
              <a:rPr lang="zh-CN" altLang="en-US" sz="2400" dirty="0"/>
              <a:t>探索数据包中各个协议的字段在</a:t>
            </a:r>
            <a:r>
              <a:rPr lang="en-US" altLang="zh-CN" sz="2400" dirty="0"/>
              <a:t>NAT</a:t>
            </a:r>
            <a:r>
              <a:rPr lang="zh-CN" altLang="en-US" sz="2400" dirty="0"/>
              <a:t>转换前后的变化</a:t>
            </a:r>
            <a:endParaRPr lang="en-US" altLang="zh-CN" sz="2400" dirty="0"/>
          </a:p>
          <a:p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截图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+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说明。根据自己实际情况进行回答即可</a:t>
            </a:r>
            <a:endParaRPr lang="en-US" altLang="zh-CN" sz="2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186" y="4001294"/>
            <a:ext cx="7239627" cy="26443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61440" y="2312988"/>
            <a:ext cx="9144000" cy="1655762"/>
          </a:xfrm>
        </p:spPr>
        <p:txBody>
          <a:bodyPr/>
          <a:lstStyle/>
          <a:p>
            <a:r>
              <a:rPr lang="en-US" altLang="zh-CN" sz="3200" dirty="0">
                <a:sym typeface="+mn-ea"/>
              </a:rPr>
              <a:t>2-</a:t>
            </a:r>
            <a:r>
              <a:rPr lang="zh-CN" altLang="en-US" sz="3200" dirty="0">
                <a:sym typeface="+mn-ea"/>
              </a:rPr>
              <a:t>使用</a:t>
            </a:r>
            <a:r>
              <a:rPr lang="en-US" altLang="zh-CN" sz="3200" dirty="0" err="1">
                <a:sym typeface="+mn-ea"/>
              </a:rPr>
              <a:t>wireshark</a:t>
            </a:r>
            <a:r>
              <a:rPr lang="zh-CN" altLang="en-US" sz="3200" dirty="0">
                <a:sym typeface="+mn-ea"/>
              </a:rPr>
              <a:t>了解</a:t>
            </a:r>
            <a:r>
              <a:rPr lang="en-US" sz="3200" dirty="0">
                <a:sym typeface="+mn-ea"/>
              </a:rPr>
              <a:t>ICMP</a:t>
            </a:r>
            <a:endParaRPr lang="zh-CN" altLang="en-US" sz="3200" dirty="0"/>
          </a:p>
          <a:p>
            <a:endParaRPr lang="zh-CN" alt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ICMP</a:t>
            </a:r>
            <a:r>
              <a:rPr lang="zh-CN" altLang="en-US" dirty="0"/>
              <a:t>协议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51180" y="1421765"/>
            <a:ext cx="10393680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ICMP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(Internet Control Message Protocol)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协议是一个网络层协议，用于在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IP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网络中传递控制消息和错误报告。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ICMP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协议的功能主要有：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确认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IP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包是否成功到达目标地址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通知在发送过程中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IP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包被丢弃的原因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5765800" y="2367915"/>
            <a:ext cx="5715000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ICMP</a:t>
            </a:r>
            <a:r>
              <a:rPr lang="zh-CN" altLang="en-US" dirty="0"/>
              <a:t>报文格式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51180" y="1421765"/>
            <a:ext cx="1039368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ICMP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报文的格式可以分为两部分：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ICMP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头部和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ICMP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数据部分。不同类型的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ICMP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报文有不同的格式，但所有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ICMP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报文都包含一个基础的头部结构。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Type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：指示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ICMP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消息的类型。不同类型的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ICMP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消息具有不同的功能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;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Code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：表示该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ICMP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报文类型的具体子类型。例如，在类型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Destination Unreachable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）中，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Code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可以表示不同的子原因（如网络不可达、主机不可达等）。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Checksum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：用于检测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ICMP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报文是否在传输过程中发生了错误。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Rest of Header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：根据不同的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ICMP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类型，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ICMP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头部的结构有所不同。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0515" y="4146550"/>
            <a:ext cx="6043930" cy="22288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ICMP</a:t>
            </a:r>
            <a:r>
              <a:rPr lang="zh-CN" altLang="en-US" dirty="0"/>
              <a:t>报文</a:t>
            </a:r>
            <a:r>
              <a:rPr lang="zh-CN" altLang="en-US" dirty="0"/>
              <a:t>类型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51180" y="1421765"/>
            <a:ext cx="566102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ICMP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报文根据其功能和用途可以分为两大类：差错报告报文和询问报文。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询问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报文：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回显请求（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Echo Request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）和回显应答（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Echo Reply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）：这些类型的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ICMP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报文用于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ping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操作。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Echo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请求（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Type 8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）由发送方发送，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Echo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回复（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Type 0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）由接收方回复。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914400" lvl="1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时间戳（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Timestamp Request/Reply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请求主机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/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路由器当前的日期和时间，用于进行时钟同步和时间测量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差错报告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报文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0790" y="201930"/>
            <a:ext cx="5606415" cy="28289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790" y="3207385"/>
            <a:ext cx="5504815" cy="34016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51180" y="1421765"/>
            <a:ext cx="101701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根据实验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9-NAT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ICMP.doc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文件的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ICMP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部分完成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wireshark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抓包和分析，截图并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作答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标题 2"/>
          <p:cNvSpPr/>
          <p:nvPr>
            <p:ph type="title"/>
          </p:nvPr>
        </p:nvSpPr>
        <p:spPr/>
        <p:txBody>
          <a:bodyPr/>
          <a:p>
            <a:r>
              <a:rPr lang="zh-CN" altLang="en-US"/>
              <a:t>作业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947</Words>
  <Application>WPS 演示</Application>
  <PresentationFormat>宽屏</PresentationFormat>
  <Paragraphs>50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黑体</vt:lpstr>
      <vt:lpstr>微软雅黑</vt:lpstr>
      <vt:lpstr>Calibri</vt:lpstr>
      <vt:lpstr>Arial Unicode MS</vt:lpstr>
      <vt:lpstr>Office 主题</vt:lpstr>
      <vt:lpstr>计算机网络第九次实验</vt:lpstr>
      <vt:lpstr>NAT协议</vt:lpstr>
      <vt:lpstr>本次实验要点</vt:lpstr>
      <vt:lpstr>PowerPoint 演示文稿</vt:lpstr>
      <vt:lpstr>ICMP协议</vt:lpstr>
      <vt:lpstr>ICMP报文格式</vt:lpstr>
      <vt:lpstr>ICMP报文类型</vt:lpstr>
      <vt:lpstr>作业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计算机网络第五次实验</dc:title>
  <dc:creator/>
  <cp:lastModifiedBy>周烩君</cp:lastModifiedBy>
  <cp:revision>43</cp:revision>
  <dcterms:created xsi:type="dcterms:W3CDTF">2021-11-18T07:48:00Z</dcterms:created>
  <dcterms:modified xsi:type="dcterms:W3CDTF">2025-12-05T02:35:35Z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D25251CB06F240F79B133B693F6C404F</vt:lpwstr>
  </property>
  <property fmtid="{D5CDD505-2E9C-101B-9397-08002B2CF9AE}" pid="3" name="KSOProductBuildVer">
    <vt:lpwstr>2052-12.1.0.24034</vt:lpwstr>
  </property>
</Properties>
</file>
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notesMasterIdLst>
    <p:notesMasterId r:id="rId78"/>
  </p:notesMasterIdLst>
  <p:sldIdLst>
    <p:sldId id="256" r:id="rId2"/>
    <p:sldId id="257" r:id="rId3"/>
    <p:sldId id="258" r:id="rId4"/>
    <p:sldId id="259" r:id="rId5"/>
    <p:sldId id="261" r:id="rId6"/>
    <p:sldId id="262" r:id="rId7"/>
    <p:sldId id="264" r:id="rId8"/>
    <p:sldId id="265" r:id="rId9"/>
    <p:sldId id="266" r:id="rId10"/>
    <p:sldId id="267" r:id="rId11"/>
    <p:sldId id="263" r:id="rId12"/>
    <p:sldId id="268" r:id="rId13"/>
    <p:sldId id="270" r:id="rId14"/>
    <p:sldId id="271" r:id="rId15"/>
    <p:sldId id="272" r:id="rId16"/>
    <p:sldId id="277" r:id="rId17"/>
    <p:sldId id="274" r:id="rId18"/>
    <p:sldId id="273" r:id="rId19"/>
    <p:sldId id="279" r:id="rId20"/>
    <p:sldId id="278" r:id="rId21"/>
    <p:sldId id="280" r:id="rId22"/>
    <p:sldId id="283" r:id="rId23"/>
    <p:sldId id="281" r:id="rId24"/>
    <p:sldId id="284" r:id="rId25"/>
    <p:sldId id="285" r:id="rId26"/>
    <p:sldId id="286" r:id="rId27"/>
    <p:sldId id="287" r:id="rId28"/>
    <p:sldId id="288" r:id="rId29"/>
    <p:sldId id="289" r:id="rId30"/>
    <p:sldId id="459" r:id="rId31"/>
    <p:sldId id="460" r:id="rId32"/>
    <p:sldId id="461" r:id="rId33"/>
    <p:sldId id="462" r:id="rId34"/>
    <p:sldId id="463" r:id="rId35"/>
    <p:sldId id="469" r:id="rId36"/>
    <p:sldId id="464" r:id="rId37"/>
    <p:sldId id="465" r:id="rId38"/>
    <p:sldId id="466" r:id="rId39"/>
    <p:sldId id="467" r:id="rId40"/>
    <p:sldId id="468" r:id="rId41"/>
    <p:sldId id="470" r:id="rId42"/>
    <p:sldId id="471" r:id="rId43"/>
    <p:sldId id="371" r:id="rId44"/>
    <p:sldId id="1147" r:id="rId45"/>
    <p:sldId id="384" r:id="rId46"/>
    <p:sldId id="385" r:id="rId47"/>
    <p:sldId id="1145" r:id="rId48"/>
    <p:sldId id="472" r:id="rId49"/>
    <p:sldId id="1148" r:id="rId50"/>
    <p:sldId id="1149" r:id="rId51"/>
    <p:sldId id="1150" r:id="rId52"/>
    <p:sldId id="1152" r:id="rId53"/>
    <p:sldId id="1153" r:id="rId54"/>
    <p:sldId id="1155" r:id="rId55"/>
    <p:sldId id="1156" r:id="rId56"/>
    <p:sldId id="1157" r:id="rId57"/>
    <p:sldId id="1159" r:id="rId58"/>
    <p:sldId id="1160" r:id="rId59"/>
    <p:sldId id="260" r:id="rId60"/>
    <p:sldId id="1161" r:id="rId61"/>
    <p:sldId id="1162" r:id="rId62"/>
    <p:sldId id="1163" r:id="rId63"/>
    <p:sldId id="1164" r:id="rId64"/>
    <p:sldId id="1158" r:id="rId65"/>
    <p:sldId id="1165" r:id="rId66"/>
    <p:sldId id="1167" r:id="rId67"/>
    <p:sldId id="1169" r:id="rId68"/>
    <p:sldId id="1170" r:id="rId69"/>
    <p:sldId id="1171" r:id="rId70"/>
    <p:sldId id="1168" r:id="rId71"/>
    <p:sldId id="282" r:id="rId72"/>
    <p:sldId id="269" r:id="rId73"/>
    <p:sldId id="275" r:id="rId74"/>
    <p:sldId id="276" r:id="rId75"/>
    <p:sldId id="1144" r:id="rId76"/>
    <p:sldId id="386" r:id="rId7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0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009999"/>
    <a:srgbClr val="0070C0"/>
    <a:srgbClr val="BF9000"/>
    <a:srgbClr val="D9D9D9"/>
    <a:srgbClr val="FFFFFF"/>
    <a:srgbClr val="3E4095"/>
    <a:srgbClr val="7A7A7A"/>
    <a:srgbClr val="0066CC"/>
    <a:srgbClr val="3E40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68233" autoAdjust="0"/>
  </p:normalViewPr>
  <p:slideViewPr>
    <p:cSldViewPr snapToGrid="0">
      <p:cViewPr varScale="1">
        <p:scale>
          <a:sx n="114" d="100"/>
          <a:sy n="114" d="100"/>
        </p:scale>
        <p:origin x="1864" y="60"/>
      </p:cViewPr>
      <p:guideLst>
        <p:guide orient="horz" pos="504"/>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476A4-C51F-48B2-92DF-DED52320BFCA}" type="datetimeFigureOut">
              <a:rPr lang="zh-CN" altLang="en-US" smtClean="0"/>
              <a:t>2025/12/3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08BEDE-8E85-48AE-9BA5-005F8B2638F1}" type="slidenum">
              <a:rPr lang="zh-CN" altLang="en-US" smtClean="0"/>
              <a:t>‹#›</a:t>
            </a:fld>
            <a:endParaRPr lang="zh-CN" altLang="en-US"/>
          </a:p>
        </p:txBody>
      </p:sp>
    </p:spTree>
    <p:extLst>
      <p:ext uri="{BB962C8B-B14F-4D97-AF65-F5344CB8AC3E}">
        <p14:creationId xmlns:p14="http://schemas.microsoft.com/office/powerpoint/2010/main" val="4130182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1</a:t>
            </a:fld>
            <a:endParaRPr lang="zh-CN" altLang="en-US"/>
          </a:p>
        </p:txBody>
      </p:sp>
    </p:spTree>
    <p:extLst>
      <p:ext uri="{BB962C8B-B14F-4D97-AF65-F5344CB8AC3E}">
        <p14:creationId xmlns:p14="http://schemas.microsoft.com/office/powerpoint/2010/main" val="1288947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传输过程中可能有差错（只需要重传那些出错的帧）；更有效地利用链路</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4</a:t>
            </a:fld>
            <a:endParaRPr lang="zh-CN" altLang="en-US"/>
          </a:p>
        </p:txBody>
      </p:sp>
    </p:spTree>
    <p:extLst>
      <p:ext uri="{BB962C8B-B14F-4D97-AF65-F5344CB8AC3E}">
        <p14:creationId xmlns:p14="http://schemas.microsoft.com/office/powerpoint/2010/main" val="1217703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传输过程中可能有差错（只需要重传那些出错的帧）；更有效地利用链路</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a:t>
            </a:fld>
            <a:endParaRPr lang="zh-CN" altLang="en-US"/>
          </a:p>
        </p:txBody>
      </p:sp>
    </p:spTree>
    <p:extLst>
      <p:ext uri="{BB962C8B-B14F-4D97-AF65-F5344CB8AC3E}">
        <p14:creationId xmlns:p14="http://schemas.microsoft.com/office/powerpoint/2010/main" val="1725779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pple-system"/>
              </a:rPr>
              <a:t>Firmware: Embedded software on the NIC chip</a:t>
            </a:r>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6</a:t>
            </a:fld>
            <a:endParaRPr lang="zh-CN" altLang="en-US"/>
          </a:p>
        </p:txBody>
      </p:sp>
    </p:spTree>
    <p:extLst>
      <p:ext uri="{BB962C8B-B14F-4D97-AF65-F5344CB8AC3E}">
        <p14:creationId xmlns:p14="http://schemas.microsoft.com/office/powerpoint/2010/main" val="3908991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ts val="600"/>
              </a:spcAft>
            </a:pPr>
            <a:r>
              <a:rPr lang="zh-CN" altLang="en-US" dirty="0"/>
              <a:t>异步协议，</a:t>
            </a:r>
            <a:r>
              <a:rPr lang="zh-CN" altLang="en-US" b="1" dirty="0">
                <a:solidFill>
                  <a:srgbClr val="FF0000"/>
                </a:solidFill>
              </a:rPr>
              <a:t>以字符为单位</a:t>
            </a:r>
            <a:r>
              <a:rPr lang="zh-CN" altLang="en-US" dirty="0"/>
              <a:t>进行同步，比如</a:t>
            </a:r>
            <a:r>
              <a:rPr lang="en-US" altLang="zh-CN" dirty="0"/>
              <a:t>RS232</a:t>
            </a:r>
            <a:r>
              <a:rPr lang="zh-CN" altLang="en-US" dirty="0"/>
              <a:t>接口</a:t>
            </a:r>
          </a:p>
          <a:p>
            <a:pPr lvl="1">
              <a:spcAft>
                <a:spcPts val="600"/>
              </a:spcAft>
            </a:pPr>
            <a:r>
              <a:rPr lang="zh-CN" altLang="en-US" sz="2000" dirty="0"/>
              <a:t>传输字符，在</a:t>
            </a:r>
            <a:r>
              <a:rPr lang="zh-CN" altLang="en-US" sz="2000" dirty="0">
                <a:solidFill>
                  <a:srgbClr val="FF0000"/>
                </a:solidFill>
              </a:rPr>
              <a:t>字符起始处</a:t>
            </a:r>
            <a:r>
              <a:rPr lang="zh-CN" altLang="en-US" sz="2000" dirty="0"/>
              <a:t>进行同步</a:t>
            </a:r>
          </a:p>
          <a:p>
            <a:pPr lvl="1">
              <a:spcAft>
                <a:spcPts val="600"/>
              </a:spcAft>
            </a:pPr>
            <a:r>
              <a:rPr lang="zh-CN" altLang="en-US" sz="2000" dirty="0"/>
              <a:t>发送方和接收方采用近似同一频率的时钟，短时间内时钟的偏移是可以忍受的</a:t>
            </a:r>
          </a:p>
          <a:p>
            <a:pPr>
              <a:spcAft>
                <a:spcPts val="600"/>
              </a:spcAft>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帧的长度固定时（</a:t>
            </a:r>
            <a:r>
              <a:rPr lang="en-US" altLang="zh-CN" sz="1200" dirty="0"/>
              <a:t>SONET/ATM/T1</a:t>
            </a:r>
            <a:r>
              <a:rPr lang="zh-CN" altLang="en-US" sz="1200" dirty="0"/>
              <a:t>）：搜索特定比特模式确定固定长度的帧开始</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7</a:t>
            </a:fld>
            <a:endParaRPr lang="zh-CN" altLang="en-US"/>
          </a:p>
        </p:txBody>
      </p:sp>
    </p:spTree>
    <p:extLst>
      <p:ext uri="{BB962C8B-B14F-4D97-AF65-F5344CB8AC3E}">
        <p14:creationId xmlns:p14="http://schemas.microsoft.com/office/powerpoint/2010/main" val="3311532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a:t>
            </a:r>
            <a:r>
              <a:rPr lang="en-US" altLang="zh-CN" dirty="0"/>
              <a:t>4800bps</a:t>
            </a:r>
            <a:r>
              <a:rPr lang="zh-CN" altLang="en-US" dirty="0"/>
              <a:t>信道上的</a:t>
            </a:r>
            <a:r>
              <a:rPr lang="en-US" altLang="zh-CN" dirty="0"/>
              <a:t>10ms</a:t>
            </a:r>
            <a:r>
              <a:rPr lang="zh-CN" altLang="en-US" dirty="0"/>
              <a:t>的冲击噪声的突发长度为</a:t>
            </a:r>
            <a:r>
              <a:rPr lang="en-US" altLang="zh-CN" dirty="0"/>
              <a:t>48</a:t>
            </a:r>
            <a:r>
              <a:rPr lang="zh-CN" altLang="en-US" dirty="0"/>
              <a:t>比特</a:t>
            </a:r>
          </a:p>
        </p:txBody>
      </p:sp>
      <p:sp>
        <p:nvSpPr>
          <p:cNvPr id="4" name="灯片编号占位符 3"/>
          <p:cNvSpPr>
            <a:spLocks noGrp="1"/>
          </p:cNvSpPr>
          <p:nvPr>
            <p:ph type="sldNum" sz="quarter" idx="5"/>
          </p:nvPr>
        </p:nvSpPr>
        <p:spPr/>
        <p:txBody>
          <a:bodyPr/>
          <a:lstStyle/>
          <a:p>
            <a:fld id="{7708BEDE-8E85-48AE-9BA5-005F8B2638F1}" type="slidenum">
              <a:rPr lang="zh-CN" altLang="en-US" smtClean="0"/>
              <a:t>12</a:t>
            </a:fld>
            <a:endParaRPr lang="zh-CN" altLang="en-US"/>
          </a:p>
        </p:txBody>
      </p:sp>
    </p:spTree>
    <p:extLst>
      <p:ext uri="{BB962C8B-B14F-4D97-AF65-F5344CB8AC3E}">
        <p14:creationId xmlns:p14="http://schemas.microsoft.com/office/powerpoint/2010/main" val="1677985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00000"/>
              </a:lnSpc>
            </a:pPr>
            <a:r>
              <a:rPr lang="zh-CN" altLang="en-US" dirty="0">
                <a:latin typeface="+mn-ea"/>
              </a:rPr>
              <a:t>混合纠错</a:t>
            </a:r>
            <a:r>
              <a:rPr lang="en-US" altLang="zh-CN" dirty="0">
                <a:latin typeface="+mn-ea"/>
              </a:rPr>
              <a:t>HEC</a:t>
            </a:r>
            <a:r>
              <a:rPr lang="zh-CN" altLang="en-US" dirty="0">
                <a:latin typeface="+mn-ea"/>
              </a:rPr>
              <a:t>：</a:t>
            </a:r>
            <a:r>
              <a:rPr lang="en-US" altLang="zh-CN" dirty="0">
                <a:latin typeface="+mn-ea"/>
              </a:rPr>
              <a:t>ARQ</a:t>
            </a:r>
            <a:r>
              <a:rPr lang="zh-CN" altLang="en-US" dirty="0">
                <a:latin typeface="+mn-ea"/>
              </a:rPr>
              <a:t>和</a:t>
            </a:r>
            <a:r>
              <a:rPr lang="en-US" altLang="zh-CN" dirty="0">
                <a:latin typeface="+mn-ea"/>
              </a:rPr>
              <a:t>FEC</a:t>
            </a:r>
            <a:r>
              <a:rPr lang="zh-CN" altLang="en-US" dirty="0">
                <a:latin typeface="+mn-ea"/>
              </a:rPr>
              <a:t>结合（误码率较高时采用</a:t>
            </a:r>
            <a:r>
              <a:rPr lang="en-US" altLang="zh-CN" dirty="0">
                <a:latin typeface="+mn-ea"/>
              </a:rPr>
              <a:t>ARQ</a:t>
            </a:r>
            <a:r>
              <a:rPr lang="zh-CN" altLang="en-US" dirty="0">
                <a:latin typeface="+mn-ea"/>
              </a:rPr>
              <a:t>，低时采用</a:t>
            </a:r>
            <a:r>
              <a:rPr lang="en-US" altLang="zh-CN" dirty="0">
                <a:latin typeface="+mn-ea"/>
              </a:rPr>
              <a:t>FEC</a:t>
            </a:r>
            <a:r>
              <a:rPr lang="zh-CN" altLang="en-US" dirty="0">
                <a:latin typeface="+mn-ea"/>
              </a:rPr>
              <a:t>）</a:t>
            </a:r>
            <a:endParaRPr lang="en-US" altLang="zh-CN" dirty="0">
              <a:latin typeface="+mn-ea"/>
            </a:endParaRPr>
          </a:p>
          <a:p>
            <a:pPr lvl="2">
              <a:lnSpc>
                <a:spcPct val="100000"/>
              </a:lnSpc>
            </a:pPr>
            <a:r>
              <a:rPr lang="en-US" altLang="zh-CN" sz="1800" dirty="0">
                <a:latin typeface="+mn-ea"/>
              </a:rPr>
              <a:t>FEC</a:t>
            </a:r>
            <a:r>
              <a:rPr lang="zh-CN" altLang="en-US" sz="1800" dirty="0">
                <a:latin typeface="+mn-ea"/>
              </a:rPr>
              <a:t>纠正那些在纠错能力之内的错误</a:t>
            </a:r>
            <a:endParaRPr lang="en-US" altLang="zh-CN" sz="1800" dirty="0">
              <a:latin typeface="+mn-ea"/>
            </a:endParaRPr>
          </a:p>
          <a:p>
            <a:pPr lvl="2">
              <a:lnSpc>
                <a:spcPct val="100000"/>
              </a:lnSpc>
            </a:pPr>
            <a:r>
              <a:rPr lang="zh-CN" altLang="en-US" sz="1800" dirty="0">
                <a:latin typeface="+mn-ea"/>
              </a:rPr>
              <a:t>超出纠错能力时，请求重传</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13</a:t>
            </a:fld>
            <a:endParaRPr lang="zh-CN" altLang="en-US"/>
          </a:p>
        </p:txBody>
      </p:sp>
    </p:spTree>
    <p:extLst>
      <p:ext uri="{BB962C8B-B14F-4D97-AF65-F5344CB8AC3E}">
        <p14:creationId xmlns:p14="http://schemas.microsoft.com/office/powerpoint/2010/main" val="3100719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16</a:t>
            </a:fld>
            <a:endParaRPr lang="zh-CN" altLang="en-US"/>
          </a:p>
        </p:txBody>
      </p:sp>
    </p:spTree>
    <p:extLst>
      <p:ext uri="{BB962C8B-B14F-4D97-AF65-F5344CB8AC3E}">
        <p14:creationId xmlns:p14="http://schemas.microsoft.com/office/powerpoint/2010/main" val="2638070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改为</a:t>
            </a:r>
            <a:r>
              <a:rPr lang="en-US" altLang="zh-CN" dirty="0"/>
              <a:t>%</a:t>
            </a:r>
            <a:r>
              <a:rPr lang="zh-CN" altLang="en-US" dirty="0"/>
              <a:t>更加合适</a:t>
            </a:r>
          </a:p>
        </p:txBody>
      </p:sp>
      <p:sp>
        <p:nvSpPr>
          <p:cNvPr id="4" name="灯片编号占位符 3"/>
          <p:cNvSpPr>
            <a:spLocks noGrp="1"/>
          </p:cNvSpPr>
          <p:nvPr>
            <p:ph type="sldNum" sz="quarter" idx="5"/>
          </p:nvPr>
        </p:nvSpPr>
        <p:spPr/>
        <p:txBody>
          <a:bodyPr/>
          <a:lstStyle/>
          <a:p>
            <a:fld id="{7708BEDE-8E85-48AE-9BA5-005F8B2638F1}" type="slidenum">
              <a:rPr lang="zh-CN" altLang="en-US" smtClean="0"/>
              <a:t>17</a:t>
            </a:fld>
            <a:endParaRPr lang="zh-CN" altLang="en-US"/>
          </a:p>
        </p:txBody>
      </p:sp>
    </p:spTree>
    <p:extLst>
      <p:ext uri="{BB962C8B-B14F-4D97-AF65-F5344CB8AC3E}">
        <p14:creationId xmlns:p14="http://schemas.microsoft.com/office/powerpoint/2010/main" val="2752357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选取</a:t>
            </a:r>
            <a:r>
              <a:rPr lang="en-US" altLang="zh-CN" dirty="0"/>
              <a:t>r</a:t>
            </a:r>
            <a:r>
              <a:rPr lang="zh-CN" altLang="en-US" dirty="0"/>
              <a:t>次多项式</a:t>
            </a:r>
            <a:r>
              <a:rPr lang="en-US" altLang="zh-CN" dirty="0"/>
              <a:t>G(x)</a:t>
            </a:r>
            <a:r>
              <a:rPr lang="zh-CN" altLang="en-US" dirty="0"/>
              <a:t>，</a:t>
            </a:r>
            <a:r>
              <a:rPr lang="en-US" altLang="zh-CN" dirty="0"/>
              <a:t> </a:t>
            </a:r>
            <a:r>
              <a:rPr lang="zh-CN" altLang="en-US" dirty="0"/>
              <a:t>满足：</a:t>
            </a:r>
            <a:endParaRPr lang="en-US" altLang="zh-CN" dirty="0"/>
          </a:p>
          <a:p>
            <a:pPr lvl="1"/>
            <a:r>
              <a:rPr lang="zh-CN" altLang="en-US" sz="2000" dirty="0"/>
              <a:t>含有</a:t>
            </a:r>
            <a:r>
              <a:rPr lang="en-US" altLang="zh-CN" sz="2000" dirty="0"/>
              <a:t>x+1</a:t>
            </a:r>
            <a:r>
              <a:rPr lang="zh-CN" altLang="en-US" sz="2000" dirty="0"/>
              <a:t>因子，可检测出奇数位错</a:t>
            </a:r>
          </a:p>
          <a:p>
            <a:pPr lvl="1"/>
            <a:r>
              <a:rPr lang="zh-CN" altLang="en-US" sz="2000" dirty="0"/>
              <a:t>常数项不为</a:t>
            </a:r>
            <a:r>
              <a:rPr lang="en-US" altLang="zh-CN" sz="2000" dirty="0"/>
              <a:t>0</a:t>
            </a:r>
            <a:r>
              <a:rPr lang="zh-CN" altLang="en-US" sz="2000" dirty="0"/>
              <a:t>：不含</a:t>
            </a:r>
            <a:r>
              <a:rPr lang="en-US" altLang="zh-CN" sz="2000" dirty="0"/>
              <a:t>x</a:t>
            </a:r>
            <a:r>
              <a:rPr lang="zh-CN" altLang="en-US" sz="2000" dirty="0"/>
              <a:t>的因子，突发长度小于等于</a:t>
            </a:r>
            <a:r>
              <a:rPr lang="en-US" altLang="zh-CN" sz="2000" dirty="0"/>
              <a:t>r</a:t>
            </a:r>
            <a:r>
              <a:rPr lang="zh-CN" altLang="en-US" sz="2000" dirty="0"/>
              <a:t>的突发错</a:t>
            </a:r>
          </a:p>
          <a:p>
            <a:pPr lvl="1"/>
            <a:r>
              <a:rPr lang="zh-CN" altLang="en-US" sz="2000" dirty="0"/>
              <a:t>周期大于等于</a:t>
            </a:r>
            <a:r>
              <a:rPr lang="en-US" altLang="zh-CN" sz="2000" dirty="0"/>
              <a:t>n</a:t>
            </a:r>
            <a:r>
              <a:rPr lang="zh-CN" altLang="en-US" sz="2000" dirty="0"/>
              <a:t>，（且常数项不为</a:t>
            </a:r>
            <a:r>
              <a:rPr lang="en-US" altLang="zh-CN" sz="2000" dirty="0"/>
              <a:t>0</a:t>
            </a:r>
            <a:r>
              <a:rPr lang="zh-CN" altLang="en-US" sz="2000" dirty="0"/>
              <a:t>），检测出所有双错</a:t>
            </a:r>
            <a:endParaRPr lang="en-US" altLang="zh-CN" sz="2000"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18</a:t>
            </a:fld>
            <a:endParaRPr lang="zh-CN" altLang="en-US"/>
          </a:p>
        </p:txBody>
      </p:sp>
    </p:spTree>
    <p:extLst>
      <p:ext uri="{BB962C8B-B14F-4D97-AF65-F5344CB8AC3E}">
        <p14:creationId xmlns:p14="http://schemas.microsoft.com/office/powerpoint/2010/main" val="990933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19</a:t>
            </a:fld>
            <a:endParaRPr lang="zh-CN" altLang="en-US"/>
          </a:p>
        </p:txBody>
      </p:sp>
    </p:spTree>
    <p:extLst>
      <p:ext uri="{BB962C8B-B14F-4D97-AF65-F5344CB8AC3E}">
        <p14:creationId xmlns:p14="http://schemas.microsoft.com/office/powerpoint/2010/main" val="1530412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77813">
              <a:lnSpc>
                <a:spcPct val="100000"/>
              </a:lnSpc>
              <a:spcBef>
                <a:spcPts val="600"/>
              </a:spcBef>
              <a:defRPr/>
            </a:pPr>
            <a:r>
              <a:rPr lang="en-US" altLang="zh-CN" kern="0" dirty="0">
                <a:cs typeface="+mn-cs"/>
              </a:rPr>
              <a:t>example: 6-station LAN, 1,3,4 have packets to send, slots 2,5,6 idle </a:t>
            </a:r>
            <a:endParaRPr lang="en-US" altLang="zh-CN" sz="2000" kern="0" dirty="0">
              <a:cs typeface="+mn-cs"/>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23</a:t>
            </a:fld>
            <a:endParaRPr lang="zh-CN" altLang="en-US"/>
          </a:p>
        </p:txBody>
      </p:sp>
    </p:spTree>
    <p:extLst>
      <p:ext uri="{BB962C8B-B14F-4D97-AF65-F5344CB8AC3E}">
        <p14:creationId xmlns:p14="http://schemas.microsoft.com/office/powerpoint/2010/main" val="211268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25</a:t>
            </a:fld>
            <a:endParaRPr lang="zh-CN" altLang="en-US"/>
          </a:p>
        </p:txBody>
      </p:sp>
    </p:spTree>
    <p:extLst>
      <p:ext uri="{BB962C8B-B14F-4D97-AF65-F5344CB8AC3E}">
        <p14:creationId xmlns:p14="http://schemas.microsoft.com/office/powerpoint/2010/main" val="121441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27</a:t>
            </a:fld>
            <a:endParaRPr lang="zh-CN" altLang="en-US"/>
          </a:p>
        </p:txBody>
      </p:sp>
    </p:spTree>
    <p:extLst>
      <p:ext uri="{BB962C8B-B14F-4D97-AF65-F5344CB8AC3E}">
        <p14:creationId xmlns:p14="http://schemas.microsoft.com/office/powerpoint/2010/main" val="1446093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28</a:t>
            </a:fld>
            <a:endParaRPr lang="zh-CN" altLang="en-US"/>
          </a:p>
        </p:txBody>
      </p:sp>
    </p:spTree>
    <p:extLst>
      <p:ext uri="{BB962C8B-B14F-4D97-AF65-F5344CB8AC3E}">
        <p14:creationId xmlns:p14="http://schemas.microsoft.com/office/powerpoint/2010/main" val="3304214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pPr>
            <a:r>
              <a:rPr lang="zh-CN" altLang="en-US" sz="2000" dirty="0"/>
              <a:t>吞吐量：比</a:t>
            </a:r>
            <a:r>
              <a:rPr lang="en-US" altLang="zh-CN" sz="2000" dirty="0"/>
              <a:t>ALOHA</a:t>
            </a:r>
            <a:r>
              <a:rPr lang="zh-CN" altLang="en-US" sz="2000" dirty="0"/>
              <a:t>高，比</a:t>
            </a:r>
            <a:r>
              <a:rPr lang="en-US" altLang="zh-CN" sz="2000" dirty="0"/>
              <a:t>P-</a:t>
            </a:r>
            <a:r>
              <a:rPr lang="zh-CN" altLang="en-US" sz="2000" dirty="0"/>
              <a:t>坚持</a:t>
            </a:r>
            <a:r>
              <a:rPr lang="en-US" altLang="zh-CN" sz="2000" dirty="0"/>
              <a:t>CSMA</a:t>
            </a:r>
            <a:r>
              <a:rPr lang="zh-CN" altLang="en-US" sz="2000" dirty="0"/>
              <a:t>低</a:t>
            </a:r>
            <a:endParaRPr lang="en-US" altLang="zh-CN" sz="2000" dirty="0"/>
          </a:p>
          <a:p>
            <a:pPr lvl="1">
              <a:lnSpc>
                <a:spcPct val="150000"/>
              </a:lnSpc>
            </a:pPr>
            <a:r>
              <a:rPr lang="zh-CN" altLang="en-US" sz="2000" dirty="0"/>
              <a:t>冲突：比</a:t>
            </a:r>
            <a:r>
              <a:rPr lang="en-US" altLang="zh-CN" sz="2000" dirty="0"/>
              <a:t>ALOHA</a:t>
            </a:r>
            <a:r>
              <a:rPr lang="zh-CN" altLang="en-US" sz="2000" dirty="0"/>
              <a:t>少，比</a:t>
            </a:r>
            <a:r>
              <a:rPr lang="en-US" altLang="zh-CN" sz="2000" dirty="0"/>
              <a:t>P-</a:t>
            </a:r>
            <a:r>
              <a:rPr lang="zh-CN" altLang="en-US" sz="2000" dirty="0"/>
              <a:t>坚持高</a:t>
            </a:r>
            <a:endParaRPr lang="en-US" altLang="zh-CN" sz="2000" dirty="0"/>
          </a:p>
          <a:p>
            <a:pPr lvl="1">
              <a:lnSpc>
                <a:spcPct val="150000"/>
              </a:lnSpc>
            </a:pPr>
            <a:r>
              <a:rPr lang="en-US" altLang="zh-CN" sz="2000" dirty="0"/>
              <a:t>P-</a:t>
            </a:r>
            <a:r>
              <a:rPr lang="zh-CN" altLang="en-US" sz="2000" dirty="0"/>
              <a:t>坚持付出了高延迟的代价</a:t>
            </a:r>
            <a:endParaRPr lang="en-US" altLang="zh-CN" sz="2000"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30</a:t>
            </a:fld>
            <a:endParaRPr lang="zh-CN" altLang="en-US"/>
          </a:p>
        </p:txBody>
      </p:sp>
    </p:spTree>
    <p:extLst>
      <p:ext uri="{BB962C8B-B14F-4D97-AF65-F5344CB8AC3E}">
        <p14:creationId xmlns:p14="http://schemas.microsoft.com/office/powerpoint/2010/main" val="337105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10000"/>
              </a:lnSpc>
              <a:buFont typeface="Arial" panose="020B0604020202020204" pitchFamily="34" charset="0"/>
              <a:buChar char="•"/>
            </a:pPr>
            <a:r>
              <a:rPr lang="zh-CN" altLang="en-US" sz="2000" dirty="0"/>
              <a:t>迟来冲突：在一个时槽之后仍然发生冲突</a:t>
            </a:r>
          </a:p>
          <a:p>
            <a:pPr marL="742950" lvl="1" indent="-285750">
              <a:lnSpc>
                <a:spcPct val="110000"/>
              </a:lnSpc>
              <a:buFont typeface="Arial" panose="020B0604020202020204" pitchFamily="34" charset="0"/>
              <a:buChar char="•"/>
            </a:pPr>
            <a:r>
              <a:rPr lang="zh-CN" altLang="en-US" sz="2000" dirty="0"/>
              <a:t>不会重传该帧</a:t>
            </a:r>
          </a:p>
          <a:p>
            <a:pPr marL="742950" lvl="1" indent="-285750">
              <a:lnSpc>
                <a:spcPct val="110000"/>
              </a:lnSpc>
              <a:buFont typeface="Arial" panose="020B0604020202020204" pitchFamily="34" charset="0"/>
              <a:buChar char="•"/>
            </a:pPr>
            <a:r>
              <a:rPr lang="zh-CN" altLang="en-US" sz="2000" dirty="0"/>
              <a:t>出现的原因包括：</a:t>
            </a:r>
            <a:endParaRPr lang="en-US" altLang="zh-CN" sz="2000" dirty="0"/>
          </a:p>
          <a:p>
            <a:pPr marL="1200150" lvl="2" indent="-285750">
              <a:lnSpc>
                <a:spcPct val="110000"/>
              </a:lnSpc>
              <a:buFont typeface="Arial" panose="020B0604020202020204" pitchFamily="34" charset="0"/>
              <a:buChar char="•"/>
            </a:pPr>
            <a:r>
              <a:rPr lang="zh-CN" altLang="en-US" sz="2000" dirty="0"/>
              <a:t>以太网覆盖范围太长</a:t>
            </a:r>
            <a:endParaRPr lang="en-US" altLang="zh-CN" sz="2000" dirty="0"/>
          </a:p>
          <a:p>
            <a:pPr marL="1200150" lvl="2" indent="-285750">
              <a:lnSpc>
                <a:spcPct val="110000"/>
              </a:lnSpc>
              <a:buFont typeface="Arial" panose="020B0604020202020204" pitchFamily="34" charset="0"/>
              <a:buChar char="•"/>
            </a:pPr>
            <a:r>
              <a:rPr lang="zh-CN" altLang="en-US" sz="2000" dirty="0"/>
              <a:t>双工模式不匹配</a:t>
            </a:r>
            <a:endParaRPr lang="en-US" altLang="zh-CN" sz="2000" dirty="0"/>
          </a:p>
          <a:p>
            <a:pPr marL="1200150" lvl="2" indent="-285750">
              <a:lnSpc>
                <a:spcPct val="110000"/>
              </a:lnSpc>
              <a:buFont typeface="Arial" panose="020B0604020202020204" pitchFamily="34" charset="0"/>
              <a:buChar char="•"/>
            </a:pPr>
            <a:r>
              <a:rPr lang="zh-CN" altLang="en-US" sz="2000" dirty="0"/>
              <a:t>硬件故障等</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32</a:t>
            </a:fld>
            <a:endParaRPr lang="zh-CN" altLang="en-US"/>
          </a:p>
        </p:txBody>
      </p:sp>
    </p:spTree>
    <p:extLst>
      <p:ext uri="{BB962C8B-B14F-4D97-AF65-F5344CB8AC3E}">
        <p14:creationId xmlns:p14="http://schemas.microsoft.com/office/powerpoint/2010/main" val="1486971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帧</a:t>
            </a:r>
            <a:r>
              <a:rPr lang="zh-CN" altLang="en-US" dirty="0">
                <a:solidFill>
                  <a:srgbClr val="FF0000"/>
                </a:solidFill>
              </a:rPr>
              <a:t>传播时间（</a:t>
            </a:r>
            <a:r>
              <a:rPr lang="en-US" altLang="zh-CN" dirty="0">
                <a:solidFill>
                  <a:srgbClr val="FF0000"/>
                </a:solidFill>
              </a:rPr>
              <a:t> </a:t>
            </a:r>
            <a:r>
              <a:rPr lang="zh-CN" altLang="en-US" dirty="0">
                <a:solidFill>
                  <a:srgbClr val="FF0000"/>
                </a:solidFill>
              </a:rPr>
              <a:t>微秒级别）常远小于帧的传输时间（几百微秒甚至毫秒级别</a:t>
            </a:r>
            <a:r>
              <a:rPr lang="en-US" altLang="zh-CN" dirty="0">
                <a:solidFill>
                  <a:srgbClr val="FF0000"/>
                </a:solidFill>
              </a:rPr>
              <a:t>),  a = </a:t>
            </a:r>
            <a:r>
              <a:rPr lang="zh-CN" altLang="en-US" dirty="0">
                <a:solidFill>
                  <a:srgbClr val="FF0000"/>
                </a:solidFill>
              </a:rPr>
              <a:t>传播时间</a:t>
            </a:r>
            <a:r>
              <a:rPr lang="en-US" altLang="zh-CN" dirty="0">
                <a:solidFill>
                  <a:srgbClr val="FF0000"/>
                </a:solidFill>
              </a:rPr>
              <a:t>/</a:t>
            </a:r>
            <a:r>
              <a:rPr lang="zh-CN" altLang="en-US" dirty="0">
                <a:solidFill>
                  <a:srgbClr val="FF0000"/>
                </a:solidFill>
              </a:rPr>
              <a:t>传输时间 </a:t>
            </a:r>
            <a:r>
              <a:rPr lang="en-US" altLang="zh-CN" dirty="0">
                <a:solidFill>
                  <a:srgbClr val="FF0000"/>
                </a:solidFill>
              </a:rPr>
              <a:t>&lt;&lt; 1</a:t>
            </a:r>
            <a:endParaRPr lang="zh-CN" altLang="en-US" dirty="0">
              <a:solidFill>
                <a:srgbClr val="FF0000"/>
              </a:solidFill>
            </a:endParaRP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34</a:t>
            </a:fld>
            <a:endParaRPr lang="zh-CN" altLang="en-US"/>
          </a:p>
        </p:txBody>
      </p:sp>
    </p:spTree>
    <p:extLst>
      <p:ext uri="{BB962C8B-B14F-4D97-AF65-F5344CB8AC3E}">
        <p14:creationId xmlns:p14="http://schemas.microsoft.com/office/powerpoint/2010/main" val="3630421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41</a:t>
            </a:fld>
            <a:endParaRPr lang="zh-CN" altLang="en-US"/>
          </a:p>
        </p:txBody>
      </p:sp>
    </p:spTree>
    <p:extLst>
      <p:ext uri="{BB962C8B-B14F-4D97-AF65-F5344CB8AC3E}">
        <p14:creationId xmlns:p14="http://schemas.microsoft.com/office/powerpoint/2010/main" val="257766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net.ipv4.neigh.default.base_reachable_time_ms = 30000   # 30</a:t>
            </a:r>
            <a:r>
              <a:rPr lang="zh-CN" altLang="en-US" sz="1200" dirty="0"/>
              <a:t>秒</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5</a:t>
            </a:r>
            <a:r>
              <a:rPr lang="zh-CN" altLang="en-US" dirty="0"/>
              <a:t>分钟</a:t>
            </a:r>
            <a:r>
              <a:rPr lang="en-US" altLang="zh-CN" dirty="0"/>
              <a:t>?20</a:t>
            </a:r>
            <a:r>
              <a:rPr lang="zh-CN" altLang="en-US" dirty="0"/>
              <a:t>分钟</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lvl="0"/>
            <a:r>
              <a:rPr lang="en-US" altLang="zh-CN" sz="1200" dirty="0"/>
              <a:t>ARP</a:t>
            </a:r>
            <a:r>
              <a:rPr lang="zh-CN" altLang="en-US" sz="1200" dirty="0"/>
              <a:t>请求的目的站点</a:t>
            </a:r>
            <a:r>
              <a:rPr lang="en-US" altLang="zh-CN" sz="1200" dirty="0"/>
              <a:t>B</a:t>
            </a:r>
            <a:r>
              <a:rPr lang="zh-CN" altLang="en-US" sz="1200" dirty="0"/>
              <a:t>（</a:t>
            </a:r>
            <a:r>
              <a:rPr lang="en-US" altLang="zh-CN" sz="1200" dirty="0"/>
              <a:t>A</a:t>
            </a:r>
            <a:r>
              <a:rPr lang="en-US" altLang="zh-CN" sz="1200" dirty="0">
                <a:sym typeface="Wingdings" pitchFamily="2" charset="2"/>
              </a:rPr>
              <a:t>B</a:t>
            </a:r>
            <a:r>
              <a:rPr lang="zh-CN" altLang="en-US" sz="1200" dirty="0"/>
              <a:t>）缓存</a:t>
            </a:r>
            <a:r>
              <a:rPr lang="en-US" altLang="zh-CN" sz="1200" dirty="0"/>
              <a:t>A</a:t>
            </a:r>
            <a:r>
              <a:rPr lang="zh-CN" altLang="en-US" sz="1200" dirty="0"/>
              <a:t>的映射</a:t>
            </a:r>
          </a:p>
          <a:p>
            <a:pPr lvl="0"/>
            <a:r>
              <a:rPr lang="en-US" altLang="zh-CN" sz="1200" b="1" dirty="0">
                <a:solidFill>
                  <a:schemeClr val="accent6"/>
                </a:solidFill>
              </a:rPr>
              <a:t>ARP</a:t>
            </a:r>
            <a:r>
              <a:rPr lang="zh-CN" altLang="en-US" sz="1200" b="1" dirty="0">
                <a:solidFill>
                  <a:schemeClr val="accent6"/>
                </a:solidFill>
              </a:rPr>
              <a:t>响应的接收者</a:t>
            </a:r>
            <a:r>
              <a:rPr lang="en-US" altLang="zh-CN" sz="1200" b="1" dirty="0">
                <a:solidFill>
                  <a:schemeClr val="accent6"/>
                </a:solidFill>
              </a:rPr>
              <a:t>A</a:t>
            </a:r>
            <a:r>
              <a:rPr lang="zh-CN" altLang="en-US" sz="1200" b="1" dirty="0">
                <a:solidFill>
                  <a:schemeClr val="accent6"/>
                </a:solidFill>
              </a:rPr>
              <a:t>缓存</a:t>
            </a:r>
            <a:r>
              <a:rPr lang="en-US" altLang="zh-CN" sz="1200" b="1" dirty="0">
                <a:solidFill>
                  <a:schemeClr val="accent6"/>
                </a:solidFill>
              </a:rPr>
              <a:t>B</a:t>
            </a:r>
            <a:r>
              <a:rPr lang="zh-CN" altLang="en-US" sz="1200" b="1" dirty="0">
                <a:solidFill>
                  <a:schemeClr val="accent6"/>
                </a:solidFill>
              </a:rPr>
              <a:t>的映射</a:t>
            </a:r>
            <a:r>
              <a:rPr lang="zh-CN" altLang="en-US" sz="1200" b="1" dirty="0">
                <a:solidFill>
                  <a:schemeClr val="accent5"/>
                </a:solidFill>
              </a:rPr>
              <a:t>，</a:t>
            </a:r>
            <a:r>
              <a:rPr lang="en-US" altLang="zh-CN" sz="1200" dirty="0"/>
              <a:t>ARP</a:t>
            </a:r>
            <a:r>
              <a:rPr lang="zh-CN" altLang="en-US" sz="1200" dirty="0"/>
              <a:t>是</a:t>
            </a:r>
            <a:r>
              <a:rPr lang="zh-CN" altLang="en-US" sz="1200" dirty="0">
                <a:solidFill>
                  <a:srgbClr val="FF0000"/>
                </a:solidFill>
              </a:rPr>
              <a:t>无状态协议</a:t>
            </a:r>
            <a:r>
              <a:rPr lang="zh-CN" altLang="en-US" sz="1200" dirty="0"/>
              <a:t>，并不记录是否发送过请求</a:t>
            </a:r>
          </a:p>
          <a:p>
            <a:pPr lvl="0"/>
            <a:r>
              <a:rPr lang="zh-CN" altLang="en-US" sz="1200" dirty="0"/>
              <a:t>其他接收到</a:t>
            </a:r>
            <a:r>
              <a:rPr lang="en-US" altLang="zh-CN" sz="1200" dirty="0"/>
              <a:t>ARP</a:t>
            </a:r>
            <a:r>
              <a:rPr lang="zh-CN" altLang="en-US" sz="1200" dirty="0"/>
              <a:t>请求的站点在缓存中已包含</a:t>
            </a:r>
            <a:r>
              <a:rPr lang="en-US" altLang="zh-CN" sz="1200" dirty="0"/>
              <a:t>A</a:t>
            </a:r>
            <a:r>
              <a:rPr lang="zh-CN" altLang="en-US" sz="1200" dirty="0"/>
              <a:t>的映射时更新映射</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44</a:t>
            </a:fld>
            <a:endParaRPr lang="zh-CN" altLang="en-US"/>
          </a:p>
        </p:txBody>
      </p:sp>
    </p:spTree>
    <p:extLst>
      <p:ext uri="{BB962C8B-B14F-4D97-AF65-F5344CB8AC3E}">
        <p14:creationId xmlns:p14="http://schemas.microsoft.com/office/powerpoint/2010/main" val="37138889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45</a:t>
            </a:fld>
            <a:endParaRPr lang="zh-CN" altLang="en-US"/>
          </a:p>
        </p:txBody>
      </p:sp>
    </p:spTree>
    <p:extLst>
      <p:ext uri="{BB962C8B-B14F-4D97-AF65-F5344CB8AC3E}">
        <p14:creationId xmlns:p14="http://schemas.microsoft.com/office/powerpoint/2010/main" val="2431175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altLang="zh-CN" sz="1800" dirty="0"/>
              <a:t>RFC 5227</a:t>
            </a:r>
            <a:r>
              <a:rPr lang="zh-CN" altLang="en-US" sz="1800" dirty="0"/>
              <a:t> </a:t>
            </a:r>
            <a:r>
              <a:rPr lang="en-US" altLang="zh-CN" sz="2800" b="1" dirty="0">
                <a:effectLst/>
                <a:latin typeface="Courier New" panose="02070309020205020404" pitchFamily="49" charset="0"/>
              </a:rPr>
              <a:t>IPv4 Address Conflict Detection</a:t>
            </a:r>
            <a:endParaRPr lang="en-US" altLang="zh-CN" sz="1800" dirty="0"/>
          </a:p>
          <a:p>
            <a:pPr lvl="0"/>
            <a:r>
              <a:rPr lang="en-US" altLang="zh-CN" sz="1800" dirty="0"/>
              <a:t>* </a:t>
            </a:r>
            <a:r>
              <a:rPr lang="zh-CN" altLang="en-US" sz="1800" dirty="0"/>
              <a:t>广播</a:t>
            </a:r>
            <a:r>
              <a:rPr lang="en-US" altLang="zh-CN" sz="1800" dirty="0"/>
              <a:t>ARP Probe</a:t>
            </a:r>
            <a:r>
              <a:rPr lang="zh-CN" altLang="en-US" sz="1800" dirty="0"/>
              <a:t>请求： </a:t>
            </a:r>
            <a:r>
              <a:rPr lang="en-US" altLang="zh-CN" sz="1800" dirty="0">
                <a:solidFill>
                  <a:srgbClr val="FF0000"/>
                </a:solidFill>
              </a:rPr>
              <a:t>sender IP=0.0.0.0</a:t>
            </a:r>
            <a:r>
              <a:rPr lang="en-US" altLang="zh-CN" sz="1800" dirty="0"/>
              <a:t>, MAC address; </a:t>
            </a:r>
            <a:r>
              <a:rPr lang="en-US" altLang="zh-CN" sz="1800" dirty="0">
                <a:solidFill>
                  <a:srgbClr val="FF0000"/>
                </a:solidFill>
              </a:rPr>
              <a:t>sender IP</a:t>
            </a:r>
            <a:r>
              <a:rPr lang="en-US" altLang="zh-CN" sz="1800" dirty="0"/>
              <a:t>, MAC address=</a:t>
            </a:r>
            <a:r>
              <a:rPr lang="zh-CN" altLang="en-US" sz="1800" dirty="0"/>
              <a:t>？</a:t>
            </a:r>
            <a:endParaRPr lang="en-US" altLang="zh-CN" sz="1800" dirty="0"/>
          </a:p>
          <a:p>
            <a:pPr lvl="0"/>
            <a:r>
              <a:rPr lang="zh-CN" altLang="en-US" sz="1800" dirty="0"/>
              <a:t>如果连续</a:t>
            </a:r>
            <a:r>
              <a:rPr lang="en-US" altLang="zh-CN" sz="1800" dirty="0"/>
              <a:t>3</a:t>
            </a:r>
            <a:r>
              <a:rPr lang="zh-CN" altLang="en-US" sz="1800" dirty="0"/>
              <a:t>个</a:t>
            </a:r>
            <a:r>
              <a:rPr lang="en-US" altLang="zh-CN" sz="1800" dirty="0"/>
              <a:t>probe</a:t>
            </a:r>
            <a:r>
              <a:rPr lang="zh-CN" altLang="en-US" sz="1800" dirty="0"/>
              <a:t>请求都没有响应，接下来广播</a:t>
            </a:r>
            <a:r>
              <a:rPr lang="en-US" altLang="zh-CN" sz="1800" dirty="0"/>
              <a:t>ARP</a:t>
            </a:r>
            <a:r>
              <a:rPr lang="zh-CN" altLang="en-US" sz="1800" dirty="0"/>
              <a:t>请求（称为</a:t>
            </a:r>
            <a:r>
              <a:rPr lang="en-US" altLang="zh-CN" sz="1800" dirty="0"/>
              <a:t>ARP announcement): </a:t>
            </a:r>
            <a:r>
              <a:rPr lang="en-US" altLang="zh-CN" sz="1800" dirty="0">
                <a:solidFill>
                  <a:srgbClr val="FF0000"/>
                </a:solidFill>
              </a:rPr>
              <a:t>sender IP</a:t>
            </a:r>
            <a:r>
              <a:rPr lang="en-US" altLang="zh-CN" sz="1800" dirty="0"/>
              <a:t>, </a:t>
            </a:r>
            <a:r>
              <a:rPr lang="en-US" altLang="zh-CN" sz="1800" dirty="0">
                <a:highlight>
                  <a:srgbClr val="FFFF00"/>
                </a:highlight>
              </a:rPr>
              <a:t>MAC address</a:t>
            </a:r>
            <a:r>
              <a:rPr lang="en-US" altLang="zh-CN" sz="1800" dirty="0"/>
              <a:t>; </a:t>
            </a:r>
            <a:r>
              <a:rPr lang="en-US" altLang="zh-CN" sz="1800" dirty="0">
                <a:solidFill>
                  <a:srgbClr val="FF0000"/>
                </a:solidFill>
              </a:rPr>
              <a:t>sender IP</a:t>
            </a:r>
            <a:r>
              <a:rPr lang="en-US" altLang="zh-CN" sz="1800" dirty="0"/>
              <a:t>, MAC address=?</a:t>
            </a:r>
          </a:p>
          <a:p>
            <a:pPr lvl="0"/>
            <a:r>
              <a:rPr lang="en-US" altLang="zh-CN" sz="1800" dirty="0"/>
              <a:t>* </a:t>
            </a:r>
            <a:r>
              <a:rPr lang="zh-CN" altLang="en-US" sz="1800" dirty="0"/>
              <a:t>也可广播</a:t>
            </a:r>
            <a:r>
              <a:rPr lang="en-US" altLang="zh-CN" sz="1800" dirty="0"/>
              <a:t>ARP</a:t>
            </a:r>
            <a:r>
              <a:rPr lang="zh-CN" altLang="en-US" sz="1800" dirty="0"/>
              <a:t>响应</a:t>
            </a:r>
            <a:r>
              <a:rPr lang="en-US" altLang="zh-CN" sz="1800" dirty="0"/>
              <a:t>:</a:t>
            </a:r>
            <a:r>
              <a:rPr lang="en-US" altLang="zh-CN" sz="1800" b="1" dirty="0">
                <a:solidFill>
                  <a:srgbClr val="FF0000"/>
                </a:solidFill>
              </a:rPr>
              <a:t>sender IP,</a:t>
            </a:r>
            <a:r>
              <a:rPr lang="en-US" altLang="zh-CN" sz="1800" dirty="0"/>
              <a:t> </a:t>
            </a:r>
            <a:r>
              <a:rPr lang="en-US" altLang="zh-CN" sz="1800" dirty="0">
                <a:highlight>
                  <a:srgbClr val="FFFF00"/>
                </a:highlight>
              </a:rPr>
              <a:t>MAC address</a:t>
            </a:r>
            <a:r>
              <a:rPr lang="en-US" altLang="zh-CN" sz="1800" dirty="0"/>
              <a:t>; </a:t>
            </a:r>
            <a:r>
              <a:rPr lang="en-US" altLang="zh-CN" sz="1800" dirty="0">
                <a:solidFill>
                  <a:srgbClr val="FF0000"/>
                </a:solidFill>
              </a:rPr>
              <a:t>sender IP</a:t>
            </a:r>
            <a:r>
              <a:rPr lang="en-US" altLang="zh-CN" sz="1800" dirty="0"/>
              <a:t>, MAC address=</a:t>
            </a:r>
            <a:r>
              <a:rPr lang="zh-CN" altLang="en-US" sz="1800" dirty="0"/>
              <a:t>全</a:t>
            </a:r>
            <a:r>
              <a:rPr lang="en-US" altLang="zh-CN" sz="1800" dirty="0"/>
              <a:t>0</a:t>
            </a:r>
            <a:r>
              <a:rPr lang="zh-CN" altLang="en-US" sz="1800" dirty="0"/>
              <a:t>或全</a:t>
            </a:r>
            <a:r>
              <a:rPr lang="en-US" altLang="zh-CN" sz="1800" dirty="0"/>
              <a:t>1</a:t>
            </a:r>
            <a:r>
              <a:rPr lang="zh-CN" altLang="en-US" sz="1800" dirty="0"/>
              <a:t>，但考虑到历史因素以及与早期</a:t>
            </a:r>
            <a:r>
              <a:rPr lang="en-US" altLang="zh-CN" sz="1800" dirty="0"/>
              <a:t>ARP</a:t>
            </a:r>
            <a:r>
              <a:rPr lang="zh-CN" altLang="en-US" sz="1800" dirty="0"/>
              <a:t>实现的兼容，不建议</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可以让其他节点更新发送者的</a:t>
            </a:r>
            <a:r>
              <a:rPr lang="en-US" altLang="zh-CN" sz="1200" dirty="0"/>
              <a:t>MAC</a:t>
            </a:r>
            <a:r>
              <a:rPr lang="zh-CN" altLang="en-US" sz="1200" dirty="0"/>
              <a:t>地址。如在</a:t>
            </a:r>
            <a:r>
              <a:rPr lang="en-US" altLang="zh-CN" sz="1200" dirty="0"/>
              <a:t>Mobile IP</a:t>
            </a:r>
            <a:r>
              <a:rPr lang="zh-CN" altLang="en-US" sz="1200" dirty="0"/>
              <a:t>中</a:t>
            </a:r>
            <a:r>
              <a:rPr lang="en-US" altLang="zh-CN" sz="1200" dirty="0"/>
              <a:t>MH</a:t>
            </a:r>
            <a:r>
              <a:rPr lang="zh-CN" altLang="en-US" sz="1200" dirty="0"/>
              <a:t>主机回到</a:t>
            </a:r>
            <a:r>
              <a:rPr lang="en-US" altLang="zh-CN" sz="1200" dirty="0"/>
              <a:t>Home Network</a:t>
            </a:r>
            <a:r>
              <a:rPr lang="zh-CN" altLang="en-US" sz="1200" dirty="0"/>
              <a:t>时发送</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46</a:t>
            </a:fld>
            <a:endParaRPr lang="zh-CN" altLang="en-US"/>
          </a:p>
        </p:txBody>
      </p:sp>
    </p:spTree>
    <p:extLst>
      <p:ext uri="{BB962C8B-B14F-4D97-AF65-F5344CB8AC3E}">
        <p14:creationId xmlns:p14="http://schemas.microsoft.com/office/powerpoint/2010/main" val="4626075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48</a:t>
            </a:fld>
            <a:endParaRPr lang="zh-CN" altLang="en-US"/>
          </a:p>
        </p:txBody>
      </p:sp>
    </p:spTree>
    <p:extLst>
      <p:ext uri="{BB962C8B-B14F-4D97-AF65-F5344CB8AC3E}">
        <p14:creationId xmlns:p14="http://schemas.microsoft.com/office/powerpoint/2010/main" val="3303010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IEEE</a:t>
            </a:r>
            <a:r>
              <a:rPr lang="zh-CN" altLang="zh-CN" sz="1200" dirty="0"/>
              <a:t>于</a:t>
            </a:r>
            <a:r>
              <a:rPr lang="en-US" altLang="zh-CN" sz="1200" dirty="0"/>
              <a:t>1980</a:t>
            </a:r>
            <a:r>
              <a:rPr lang="zh-CN" altLang="zh-CN" sz="1200" dirty="0"/>
              <a:t>年成立</a:t>
            </a:r>
            <a:r>
              <a:rPr lang="en-US" altLang="zh-CN" sz="1200" dirty="0"/>
              <a:t>802</a:t>
            </a:r>
            <a:r>
              <a:rPr lang="zh-CN" altLang="zh-CN" sz="1200" dirty="0"/>
              <a:t>委员会</a:t>
            </a:r>
            <a:r>
              <a:rPr lang="zh-CN" altLang="en-US" sz="1200" dirty="0"/>
              <a:t>制定局域网标准，</a:t>
            </a:r>
            <a:r>
              <a:rPr lang="zh-CN" altLang="zh-CN" sz="1200" dirty="0"/>
              <a:t>使得不同厂商生产的设备间能够相互通信</a:t>
            </a:r>
            <a:endParaRPr lang="en-US" altLang="zh-CN" sz="1200" dirty="0"/>
          </a:p>
          <a:p>
            <a:r>
              <a:rPr lang="en-US" altLang="zh-CN" sz="1200" dirty="0"/>
              <a:t>1985</a:t>
            </a:r>
            <a:r>
              <a:rPr lang="zh-CN" altLang="zh-CN" sz="1200" dirty="0"/>
              <a:t>年被美国标准化协会</a:t>
            </a:r>
            <a:r>
              <a:rPr lang="en-US" altLang="zh-CN" sz="1200" dirty="0"/>
              <a:t>ANSI</a:t>
            </a:r>
            <a:r>
              <a:rPr lang="zh-CN" altLang="zh-CN" sz="1200" dirty="0"/>
              <a:t>采用成为美国国家标准</a:t>
            </a:r>
            <a:endParaRPr lang="en-US" altLang="zh-CN" sz="1200" dirty="0"/>
          </a:p>
          <a:p>
            <a:r>
              <a:rPr lang="en-US" altLang="zh-CN" sz="1200" dirty="0"/>
              <a:t>1987</a:t>
            </a:r>
            <a:r>
              <a:rPr lang="zh-CN" altLang="en-US" sz="1200" dirty="0"/>
              <a:t>年</a:t>
            </a:r>
            <a:r>
              <a:rPr lang="en-US" altLang="zh-CN" sz="1200" dirty="0"/>
              <a:t>ISO</a:t>
            </a:r>
            <a:r>
              <a:rPr lang="zh-CN" altLang="zh-CN" sz="1200" dirty="0"/>
              <a:t>修改并</a:t>
            </a:r>
            <a:r>
              <a:rPr lang="zh-CN" altLang="en-US" sz="1200" dirty="0"/>
              <a:t>发布为</a:t>
            </a:r>
            <a:r>
              <a:rPr lang="en-US" altLang="zh-CN" sz="1200" dirty="0"/>
              <a:t>ISO 8802</a:t>
            </a:r>
            <a:r>
              <a:rPr lang="zh-CN" altLang="en-US" sz="1200" dirty="0"/>
              <a:t>标准</a:t>
            </a:r>
            <a:endParaRPr lang="en-US" altLang="zh-CN" sz="1200" dirty="0"/>
          </a:p>
          <a:p>
            <a:r>
              <a:rPr lang="en-US" altLang="zh-CN" sz="1200" b="1" dirty="0">
                <a:solidFill>
                  <a:srgbClr val="FF0000"/>
                </a:solidFill>
              </a:rPr>
              <a:t>IEEE 802</a:t>
            </a:r>
            <a:r>
              <a:rPr lang="zh-CN" altLang="en-US" sz="1200" b="1" dirty="0">
                <a:solidFill>
                  <a:srgbClr val="FF0000"/>
                </a:solidFill>
              </a:rPr>
              <a:t>委员会</a:t>
            </a:r>
            <a:r>
              <a:rPr lang="zh-CN" altLang="en-US" sz="1200" dirty="0"/>
              <a:t>制定了多个局域网技术标准  </a:t>
            </a:r>
            <a:r>
              <a:rPr lang="en-US" altLang="zh-CN" sz="1200" dirty="0"/>
              <a:t>https://www.ieee802.org</a:t>
            </a:r>
          </a:p>
          <a:p>
            <a:pPr marL="285750" indent="-285750"/>
            <a:r>
              <a:rPr lang="zh-CN" altLang="en-US" dirty="0"/>
              <a:t>媒体和拓扑结构的不同，可有多种访问控制</a:t>
            </a:r>
            <a:endParaRPr lang="en-US" altLang="zh-CN" dirty="0"/>
          </a:p>
          <a:p>
            <a:pPr marL="742950" lvl="1" indent="-285750"/>
            <a:r>
              <a:rPr lang="zh-CN" altLang="en-US" sz="2000" b="1" dirty="0">
                <a:solidFill>
                  <a:schemeClr val="accent6"/>
                </a:solidFill>
              </a:rPr>
              <a:t>逻辑链路控制</a:t>
            </a:r>
            <a:r>
              <a:rPr lang="en-US" altLang="zh-CN" sz="2000" b="1" dirty="0">
                <a:solidFill>
                  <a:schemeClr val="accent6"/>
                </a:solidFill>
              </a:rPr>
              <a:t>LLC(Logical Link Control)</a:t>
            </a:r>
            <a:r>
              <a:rPr lang="zh-CN" altLang="en-US" sz="2000" dirty="0"/>
              <a:t>：隐藏下层媒体访问控制的细节，为高层提供统一的接口</a:t>
            </a:r>
            <a:endParaRPr lang="en-US" altLang="zh-CN" sz="2000" dirty="0"/>
          </a:p>
          <a:p>
            <a:pPr marL="742950" lvl="1" indent="-285750"/>
            <a:r>
              <a:rPr lang="zh-CN" altLang="en-US" sz="2000" b="1" dirty="0">
                <a:solidFill>
                  <a:schemeClr val="accent6"/>
                </a:solidFill>
              </a:rPr>
              <a:t>媒体访问控制</a:t>
            </a:r>
            <a:r>
              <a:rPr lang="en-US" altLang="zh-CN" sz="2000" b="1" dirty="0">
                <a:solidFill>
                  <a:schemeClr val="accent6"/>
                </a:solidFill>
              </a:rPr>
              <a:t>MAC</a:t>
            </a:r>
            <a:r>
              <a:rPr lang="zh-CN" altLang="en-US" sz="2000" dirty="0"/>
              <a:t>：规范对媒体的访问，提供节点间帧的传输</a:t>
            </a:r>
            <a:endParaRPr lang="en-US" altLang="zh-CN" sz="2000"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51</a:t>
            </a:fld>
            <a:endParaRPr lang="zh-CN" altLang="en-US"/>
          </a:p>
        </p:txBody>
      </p:sp>
    </p:spTree>
    <p:extLst>
      <p:ext uri="{BB962C8B-B14F-4D97-AF65-F5344CB8AC3E}">
        <p14:creationId xmlns:p14="http://schemas.microsoft.com/office/powerpoint/2010/main" val="41767622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帧</a:t>
            </a:r>
            <a:r>
              <a:rPr lang="en-US" altLang="zh-CN" sz="1200" dirty="0"/>
              <a:t>(Frame)</a:t>
            </a:r>
            <a:r>
              <a:rPr lang="zh-CN" altLang="en-US" sz="1200" dirty="0"/>
              <a:t>：发送者和接收者的网卡地址、数据部分的长度、高层协议类型以及检验和</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53</a:t>
            </a:fld>
            <a:endParaRPr lang="zh-CN" altLang="en-US"/>
          </a:p>
        </p:txBody>
      </p:sp>
    </p:spTree>
    <p:extLst>
      <p:ext uri="{BB962C8B-B14F-4D97-AF65-F5344CB8AC3E}">
        <p14:creationId xmlns:p14="http://schemas.microsoft.com/office/powerpoint/2010/main" val="4150505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54</a:t>
            </a:fld>
            <a:endParaRPr lang="zh-CN" altLang="en-US"/>
          </a:p>
        </p:txBody>
      </p:sp>
    </p:spTree>
    <p:extLst>
      <p:ext uri="{BB962C8B-B14F-4D97-AF65-F5344CB8AC3E}">
        <p14:creationId xmlns:p14="http://schemas.microsoft.com/office/powerpoint/2010/main" val="1678016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55</a:t>
            </a:fld>
            <a:endParaRPr lang="zh-CN" altLang="en-US"/>
          </a:p>
        </p:txBody>
      </p:sp>
    </p:spTree>
    <p:extLst>
      <p:ext uri="{BB962C8B-B14F-4D97-AF65-F5344CB8AC3E}">
        <p14:creationId xmlns:p14="http://schemas.microsoft.com/office/powerpoint/2010/main" val="226734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提供端口间的隔离功能，进行</a:t>
            </a:r>
            <a:r>
              <a:rPr lang="zh-CN" altLang="en-US" b="1" dirty="0">
                <a:solidFill>
                  <a:srgbClr val="FF0000"/>
                </a:solidFill>
              </a:rPr>
              <a:t>过滤和转发</a:t>
            </a:r>
            <a:r>
              <a:rPr lang="zh-CN" altLang="en-US" dirty="0"/>
              <a:t>，把收到的帧转发到合适的方向直到最终到达接收者</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58</a:t>
            </a:fld>
            <a:endParaRPr lang="zh-CN" altLang="en-US"/>
          </a:p>
        </p:txBody>
      </p:sp>
    </p:spTree>
    <p:extLst>
      <p:ext uri="{BB962C8B-B14F-4D97-AF65-F5344CB8AC3E}">
        <p14:creationId xmlns:p14="http://schemas.microsoft.com/office/powerpoint/2010/main" val="31207322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59</a:t>
            </a:fld>
            <a:endParaRPr lang="zh-CN" altLang="en-US"/>
          </a:p>
        </p:txBody>
      </p:sp>
    </p:spTree>
    <p:extLst>
      <p:ext uri="{BB962C8B-B14F-4D97-AF65-F5344CB8AC3E}">
        <p14:creationId xmlns:p14="http://schemas.microsoft.com/office/powerpoint/2010/main" val="7044753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60</a:t>
            </a:fld>
            <a:endParaRPr lang="zh-CN" altLang="en-US"/>
          </a:p>
        </p:txBody>
      </p:sp>
    </p:spTree>
    <p:extLst>
      <p:ext uri="{BB962C8B-B14F-4D97-AF65-F5344CB8AC3E}">
        <p14:creationId xmlns:p14="http://schemas.microsoft.com/office/powerpoint/2010/main" val="3490983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搭建一个反映组织结构的网络拓扑要增加工作量和成本，（</a:t>
            </a:r>
            <a:r>
              <a:rPr lang="en-US" altLang="zh-CN" dirty="0"/>
              <a:t>1</a:t>
            </a:r>
            <a:r>
              <a:rPr lang="zh-CN" altLang="en-US" dirty="0"/>
              <a:t>）同一部门的工作人员不在同一楼层（或者建筑物），（</a:t>
            </a:r>
            <a:r>
              <a:rPr lang="en-US" altLang="zh-CN" dirty="0"/>
              <a:t>2</a:t>
            </a:r>
            <a:r>
              <a:rPr lang="zh-CN" altLang="en-US" dirty="0"/>
              <a:t>）部门没有变换而办公地点变动，或者部门变换而办公地点不变（</a:t>
            </a:r>
            <a:r>
              <a:rPr lang="en-US" altLang="zh-CN" dirty="0"/>
              <a:t>3</a:t>
            </a:r>
            <a:r>
              <a:rPr lang="zh-CN" altLang="en-US" dirty="0"/>
              <a:t>）属于不同部门的计算机数目或许不能很好匹配所在交换机的端口数量。</a:t>
            </a:r>
            <a:endParaRPr lang="en-US" altLang="zh-CN" dirty="0"/>
          </a:p>
          <a:p>
            <a:r>
              <a:rPr lang="zh-CN" altLang="en-US" dirty="0"/>
              <a:t>在一些公司中，组织结构经常变化，这意味着网络管理员要花大量时间完成物理拓扑的改变，而在某些情况下，由于受到物理条件的限制，这种改变甚至根本不可能完成。</a:t>
            </a:r>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65</a:t>
            </a:fld>
            <a:endParaRPr lang="zh-CN" altLang="en-US"/>
          </a:p>
        </p:txBody>
      </p:sp>
    </p:spTree>
    <p:extLst>
      <p:ext uri="{BB962C8B-B14F-4D97-AF65-F5344CB8AC3E}">
        <p14:creationId xmlns:p14="http://schemas.microsoft.com/office/powerpoint/2010/main" val="9964580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66</a:t>
            </a:fld>
            <a:endParaRPr lang="zh-CN" altLang="en-US"/>
          </a:p>
        </p:txBody>
      </p:sp>
    </p:spTree>
    <p:extLst>
      <p:ext uri="{BB962C8B-B14F-4D97-AF65-F5344CB8AC3E}">
        <p14:creationId xmlns:p14="http://schemas.microsoft.com/office/powerpoint/2010/main" val="37548485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67</a:t>
            </a:fld>
            <a:endParaRPr lang="zh-CN" altLang="en-US"/>
          </a:p>
        </p:txBody>
      </p:sp>
    </p:spTree>
    <p:extLst>
      <p:ext uri="{BB962C8B-B14F-4D97-AF65-F5344CB8AC3E}">
        <p14:creationId xmlns:p14="http://schemas.microsoft.com/office/powerpoint/2010/main" val="3531466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72</a:t>
            </a:fld>
            <a:endParaRPr lang="zh-CN" altLang="en-US"/>
          </a:p>
        </p:txBody>
      </p:sp>
    </p:spTree>
    <p:extLst>
      <p:ext uri="{BB962C8B-B14F-4D97-AF65-F5344CB8AC3E}">
        <p14:creationId xmlns:p14="http://schemas.microsoft.com/office/powerpoint/2010/main" val="40063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73</a:t>
            </a:fld>
            <a:endParaRPr lang="zh-CN" altLang="en-US"/>
          </a:p>
        </p:txBody>
      </p:sp>
    </p:spTree>
    <p:extLst>
      <p:ext uri="{BB962C8B-B14F-4D97-AF65-F5344CB8AC3E}">
        <p14:creationId xmlns:p14="http://schemas.microsoft.com/office/powerpoint/2010/main" val="5479337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RFC 1122 </a:t>
            </a:r>
            <a:r>
              <a:rPr lang="zh-CN" altLang="en-US" dirty="0"/>
              <a:t>： </a:t>
            </a:r>
            <a:r>
              <a:rPr lang="en-US" altLang="zh-CN" b="0" i="0" dirty="0">
                <a:solidFill>
                  <a:srgbClr val="3B4045"/>
                </a:solidFill>
                <a:effectLst/>
                <a:latin typeface="-apple-system"/>
              </a:rPr>
              <a:t>Unicast Poll</a:t>
            </a:r>
            <a:r>
              <a:rPr lang="zh-CN" altLang="en-US" b="0" i="0" dirty="0">
                <a:solidFill>
                  <a:srgbClr val="3B4045"/>
                </a:solidFill>
                <a:effectLst/>
                <a:latin typeface="-apple-system"/>
              </a:rPr>
              <a:t>（</a:t>
            </a:r>
            <a:r>
              <a:rPr lang="en-US" altLang="zh-CN" b="0" i="0" dirty="0">
                <a:solidFill>
                  <a:srgbClr val="3B4045"/>
                </a:solidFill>
                <a:effectLst/>
                <a:latin typeface="-apple-system"/>
              </a:rPr>
              <a:t>30seconds?)  -- Actively poll the remote host by periodically sending a point-to-point ARP Request to it, and delete the entry if no ARP Reply is received from N successive polls. Again, the timeout should be on the order of a minute, and typically N is 2.</a:t>
            </a:r>
          </a:p>
          <a:p>
            <a:endParaRPr lang="zh-CN" altLang="en-US" dirty="0"/>
          </a:p>
        </p:txBody>
      </p:sp>
      <p:sp>
        <p:nvSpPr>
          <p:cNvPr id="4" name="灯片编号占位符 3"/>
          <p:cNvSpPr>
            <a:spLocks noGrp="1"/>
          </p:cNvSpPr>
          <p:nvPr>
            <p:ph type="sldNum" sz="quarter" idx="5"/>
          </p:nvPr>
        </p:nvSpPr>
        <p:spPr/>
        <p:txBody>
          <a:bodyPr/>
          <a:lstStyle/>
          <a:p>
            <a:fld id="{7708BEDE-8E85-48AE-9BA5-005F8B2638F1}" type="slidenum">
              <a:rPr lang="zh-CN" altLang="en-US" smtClean="0"/>
              <a:t>75</a:t>
            </a:fld>
            <a:endParaRPr lang="zh-CN" altLang="en-US"/>
          </a:p>
        </p:txBody>
      </p:sp>
    </p:spTree>
    <p:extLst>
      <p:ext uri="{BB962C8B-B14F-4D97-AF65-F5344CB8AC3E}">
        <p14:creationId xmlns:p14="http://schemas.microsoft.com/office/powerpoint/2010/main" val="151284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5271F8-ADAA-4BC6-B039-DB7B2D9965C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85DEA4D-643D-43ED-BE97-429D0C86F4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DFCCF1AF-5468-4355-B694-C00DBFB605DF}"/>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a:extLst>
              <a:ext uri="{FF2B5EF4-FFF2-40B4-BE49-F238E27FC236}">
                <a16:creationId xmlns:a16="http://schemas.microsoft.com/office/drawing/2014/main" id="{64F6C85E-D82D-4AF1-94A1-3FE614B6FEA4}"/>
              </a:ext>
            </a:extLst>
          </p:cNvPr>
          <p:cNvSpPr>
            <a:spLocks noGrp="1"/>
          </p:cNvSpPr>
          <p:nvPr>
            <p:ph type="ftr" sz="quarter" idx="11"/>
          </p:nvPr>
        </p:nvSpPr>
        <p:spPr>
          <a:xfrm>
            <a:off x="4038600" y="6356350"/>
            <a:ext cx="4114800" cy="365125"/>
          </a:xfrm>
          <a:prstGeom prst="rect">
            <a:avLst/>
          </a:prstGeom>
        </p:spPr>
        <p:txBody>
          <a:bodyPr/>
          <a:lstStyle/>
          <a:p>
            <a:endParaRPr lang="zh-CN" altLang="en-US" dirty="0"/>
          </a:p>
        </p:txBody>
      </p:sp>
      <p:sp>
        <p:nvSpPr>
          <p:cNvPr id="6" name="灯片编号占位符 5">
            <a:extLst>
              <a:ext uri="{FF2B5EF4-FFF2-40B4-BE49-F238E27FC236}">
                <a16:creationId xmlns:a16="http://schemas.microsoft.com/office/drawing/2014/main" id="{379D36B1-BF9A-470D-A44B-8FC66E830382}"/>
              </a:ext>
            </a:extLst>
          </p:cNvPr>
          <p:cNvSpPr>
            <a:spLocks noGrp="1"/>
          </p:cNvSpPr>
          <p:nvPr>
            <p:ph type="sldNum" sz="quarter" idx="12"/>
          </p:nvPr>
        </p:nvSpPr>
        <p:spPr>
          <a:xfrm>
            <a:off x="9057730" y="6492875"/>
            <a:ext cx="2743200" cy="365125"/>
          </a:xfrm>
          <a:prstGeom prst="rect">
            <a:avLst/>
          </a:prstGeom>
        </p:spPr>
        <p:txBody>
          <a:bodyPr/>
          <a:lstStyle>
            <a:lvl1pPr algn="r">
              <a:defRPr/>
            </a:lvl1pPr>
          </a:lstStyle>
          <a:p>
            <a:fld id="{D9D1AFC0-80D2-4D2C-A7C8-5A0F0248062E}" type="slidenum">
              <a:rPr lang="zh-CN" altLang="en-US" smtClean="0"/>
              <a:pPr/>
              <a:t>‹#›</a:t>
            </a:fld>
            <a:endParaRPr lang="zh-CN" altLang="en-US" dirty="0"/>
          </a:p>
        </p:txBody>
      </p:sp>
    </p:spTree>
    <p:extLst>
      <p:ext uri="{BB962C8B-B14F-4D97-AF65-F5344CB8AC3E}">
        <p14:creationId xmlns:p14="http://schemas.microsoft.com/office/powerpoint/2010/main" val="271527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A00AD-4D4F-4A90-BB82-AC6BB960EFC4}"/>
              </a:ext>
            </a:extLst>
          </p:cNvPr>
          <p:cNvSpPr>
            <a:spLocks noGrp="1"/>
          </p:cNvSpPr>
          <p:nvPr>
            <p:ph type="title"/>
          </p:nvPr>
        </p:nvSpPr>
        <p:spPr>
          <a:xfrm>
            <a:off x="529046" y="40957"/>
            <a:ext cx="11662953" cy="644434"/>
          </a:xfrm>
          <a:solidFill>
            <a:schemeClr val="bg2"/>
          </a:solidFill>
        </p:spPr>
        <p:txBody>
          <a:bodyPr/>
          <a:lstStyle>
            <a:lvl1pPr>
              <a:defRPr sz="2800">
                <a:solidFill>
                  <a:schemeClr val="accent1"/>
                </a:solidFill>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87EBE1D3-8CB4-440D-96F8-3A5A40092F90}"/>
              </a:ext>
            </a:extLst>
          </p:cNvPr>
          <p:cNvSpPr>
            <a:spLocks noGrp="1"/>
          </p:cNvSpPr>
          <p:nvPr>
            <p:ph idx="1"/>
          </p:nvPr>
        </p:nvSpPr>
        <p:spPr>
          <a:xfrm>
            <a:off x="442913" y="728663"/>
            <a:ext cx="11289710" cy="5617710"/>
          </a:xfrm>
        </p:spPr>
        <p:txBody>
          <a:bodyPr/>
          <a:lstStyle>
            <a:lvl1pPr>
              <a:lnSpc>
                <a:spcPct val="110000"/>
              </a:lnSpc>
              <a:defRPr sz="2000"/>
            </a:lvl1pPr>
            <a:lvl2pPr>
              <a:lnSpc>
                <a:spcPct val="110000"/>
              </a:lnSpc>
              <a:defRPr sz="1800"/>
            </a:lvl2pPr>
            <a:lvl3pPr>
              <a:lnSpc>
                <a:spcPct val="110000"/>
              </a:lnSpc>
              <a:defRPr sz="2000"/>
            </a:lvl3pPr>
            <a:lvl4pPr>
              <a:lnSpc>
                <a:spcPct val="110000"/>
              </a:lnSpc>
              <a:defRPr sz="2000"/>
            </a:lvl4pPr>
            <a:lvl5pPr>
              <a:lnSpc>
                <a:spcPct val="110000"/>
              </a:lnSpc>
              <a:defRPr sz="20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矩形 7">
            <a:extLst>
              <a:ext uri="{FF2B5EF4-FFF2-40B4-BE49-F238E27FC236}">
                <a16:creationId xmlns:a16="http://schemas.microsoft.com/office/drawing/2014/main" id="{C5562687-6CC3-480C-A73D-EE1D10A971F1}"/>
              </a:ext>
            </a:extLst>
          </p:cNvPr>
          <p:cNvSpPr/>
          <p:nvPr userDrawn="1"/>
        </p:nvSpPr>
        <p:spPr>
          <a:xfrm>
            <a:off x="-1" y="6581000"/>
            <a:ext cx="12192000" cy="277000"/>
          </a:xfrm>
          <a:prstGeom prst="rect">
            <a:avLst/>
          </a:prstGeom>
          <a:solidFill>
            <a:srgbClr val="07329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pic>
        <p:nvPicPr>
          <p:cNvPr id="12" name="图片 11">
            <a:extLst>
              <a:ext uri="{FF2B5EF4-FFF2-40B4-BE49-F238E27FC236}">
                <a16:creationId xmlns:a16="http://schemas.microsoft.com/office/drawing/2014/main" id="{EAD84667-4FD6-4606-849A-1BF3E2FE82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895" y="6565660"/>
            <a:ext cx="989557" cy="305786"/>
          </a:xfrm>
          <a:prstGeom prst="rect">
            <a:avLst/>
          </a:prstGeom>
        </p:spPr>
      </p:pic>
      <p:sp>
        <p:nvSpPr>
          <p:cNvPr id="6" name="文本框 5">
            <a:extLst>
              <a:ext uri="{FF2B5EF4-FFF2-40B4-BE49-F238E27FC236}">
                <a16:creationId xmlns:a16="http://schemas.microsoft.com/office/drawing/2014/main" id="{6D4173F8-B1CD-42EF-9E48-F2930C6A7A39}"/>
              </a:ext>
            </a:extLst>
          </p:cNvPr>
          <p:cNvSpPr txBox="1"/>
          <p:nvPr userDrawn="1"/>
        </p:nvSpPr>
        <p:spPr>
          <a:xfrm>
            <a:off x="11752125" y="6569455"/>
            <a:ext cx="701299" cy="276999"/>
          </a:xfrm>
          <a:prstGeom prst="rect">
            <a:avLst/>
          </a:prstGeom>
          <a:noFill/>
        </p:spPr>
        <p:txBody>
          <a:bodyPr wrap="square" rtlCol="0">
            <a:spAutoFit/>
          </a:bodyPr>
          <a:lstStyle/>
          <a:p>
            <a:fld id="{C3858DE9-7500-4A07-AB29-178CE3CB0F4B}" type="slidenum">
              <a:rPr lang="zh-CN" altLang="en-US" sz="1200" smtClean="0">
                <a:solidFill>
                  <a:schemeClr val="bg1"/>
                </a:solidFill>
              </a:rPr>
              <a:t>‹#›</a:t>
            </a:fld>
            <a:endParaRPr lang="zh-CN" altLang="en-US" sz="1200" dirty="0">
              <a:solidFill>
                <a:schemeClr val="bg1"/>
              </a:solidFill>
            </a:endParaRPr>
          </a:p>
        </p:txBody>
      </p:sp>
      <p:sp>
        <p:nvSpPr>
          <p:cNvPr id="11" name="Rectangle 2">
            <a:extLst>
              <a:ext uri="{FF2B5EF4-FFF2-40B4-BE49-F238E27FC236}">
                <a16:creationId xmlns:a16="http://schemas.microsoft.com/office/drawing/2014/main" id="{613951BC-260C-499F-82DB-61C1253AEE5B}"/>
              </a:ext>
            </a:extLst>
          </p:cNvPr>
          <p:cNvSpPr/>
          <p:nvPr userDrawn="1"/>
        </p:nvSpPr>
        <p:spPr>
          <a:xfrm>
            <a:off x="-3175" y="6581000"/>
            <a:ext cx="82070" cy="277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MY"/>
          </a:p>
        </p:txBody>
      </p:sp>
    </p:spTree>
    <p:extLst>
      <p:ext uri="{BB962C8B-B14F-4D97-AF65-F5344CB8AC3E}">
        <p14:creationId xmlns:p14="http://schemas.microsoft.com/office/powerpoint/2010/main" val="3245550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FA8CE-5F8C-4DE1-87BD-093A6E244982}"/>
              </a:ext>
            </a:extLst>
          </p:cNvPr>
          <p:cNvSpPr>
            <a:spLocks noGrp="1"/>
          </p:cNvSpPr>
          <p:nvPr>
            <p:ph type="title"/>
          </p:nvPr>
        </p:nvSpPr>
        <p:spPr>
          <a:xfrm>
            <a:off x="831850" y="1709738"/>
            <a:ext cx="10515600" cy="2852737"/>
          </a:xfrm>
        </p:spPr>
        <p:txBody>
          <a:bodyPr anchor="b"/>
          <a:lstStyle>
            <a:lvl1pPr>
              <a:defRPr sz="6000"/>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6F3F1409-4385-4250-9C8E-F94D36678F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p>
        </p:txBody>
      </p:sp>
      <p:sp>
        <p:nvSpPr>
          <p:cNvPr id="4" name="日期占位符 3">
            <a:extLst>
              <a:ext uri="{FF2B5EF4-FFF2-40B4-BE49-F238E27FC236}">
                <a16:creationId xmlns:a16="http://schemas.microsoft.com/office/drawing/2014/main" id="{5F0C6C0E-E4EF-4A4D-BE1C-58FAB5BCF349}"/>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a:extLst>
              <a:ext uri="{FF2B5EF4-FFF2-40B4-BE49-F238E27FC236}">
                <a16:creationId xmlns:a16="http://schemas.microsoft.com/office/drawing/2014/main" id="{B8492EA3-AF0B-493E-9B0D-6FFA93BD6D8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587CD8-17FC-4A1C-9596-4BE1466AFCCF}"/>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2404548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7D759C-CAC7-44DB-A2A1-179FFBD032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079CBD2-432B-4197-A0A7-A8CF40F9E8C1}"/>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A42AF22-2B75-407F-9DA6-6C8D7740EC8A}"/>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841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66661-C9E2-44CD-9E22-5236E0CC081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E994966-33A5-4B7A-AE10-287ABBEC2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41982C2D-3A7D-4ECE-AE9C-88AD016166BE}"/>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1D7D59F6-2004-46FB-B8E2-3B2996E13D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0938B0D6-0F3F-48DE-90CB-10601126D6BE}"/>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9D7AAB63-44C1-43C0-9E29-1CE2A877E9D4}"/>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a:extLst>
              <a:ext uri="{FF2B5EF4-FFF2-40B4-BE49-F238E27FC236}">
                <a16:creationId xmlns:a16="http://schemas.microsoft.com/office/drawing/2014/main" id="{B0DEB992-8983-4137-B343-9E810A1761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B0933040-8B6C-4EC9-AF2F-F480C93B99CB}"/>
              </a:ext>
            </a:extLst>
          </p:cNvPr>
          <p:cNvSpPr>
            <a:spLocks noGrp="1"/>
          </p:cNvSpPr>
          <p:nvPr>
            <p:ph type="sldNum" sz="quarter" idx="12"/>
          </p:nvPr>
        </p:nvSpPr>
        <p:spPr>
          <a:xfrm>
            <a:off x="8610600" y="6356350"/>
            <a:ext cx="2743200" cy="365125"/>
          </a:xfrm>
          <a:prstGeom prst="rect">
            <a:avLst/>
          </a:prstGeom>
        </p:spPr>
        <p:txBody>
          <a:bodyPr/>
          <a:lstStyle/>
          <a:p>
            <a:endParaRPr lang="zh-CN" altLang="en-US" dirty="0"/>
          </a:p>
        </p:txBody>
      </p:sp>
    </p:spTree>
    <p:extLst>
      <p:ext uri="{BB962C8B-B14F-4D97-AF65-F5344CB8AC3E}">
        <p14:creationId xmlns:p14="http://schemas.microsoft.com/office/powerpoint/2010/main" val="51982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273C7F-50E3-4BBF-85D6-233D580849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14AE306-DA55-49B6-A4F5-9BC5BD994055}"/>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a:extLst>
              <a:ext uri="{FF2B5EF4-FFF2-40B4-BE49-F238E27FC236}">
                <a16:creationId xmlns:a16="http://schemas.microsoft.com/office/drawing/2014/main" id="{2272DE92-F9C8-44FC-9D87-F5FDC0F5A91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EE4EF772-7C58-4A65-ACA5-1724610A8B07}"/>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2470284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11148BA-DB11-4E0E-8E84-CB97E33DAF99}"/>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a:extLst>
              <a:ext uri="{FF2B5EF4-FFF2-40B4-BE49-F238E27FC236}">
                <a16:creationId xmlns:a16="http://schemas.microsoft.com/office/drawing/2014/main" id="{23F9FEEE-D1E2-4D36-9631-39DEFC6BDDA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5C9E12C-0A7A-46FC-9CD3-0EC0953D36AF}"/>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2928478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F7B2E0-0AEC-4EED-8E88-72D6F365861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6AEA969-0295-421C-B922-773C494DDC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D59360D-CF28-46AC-A66E-42E06595A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D3F285A-3F8E-461E-A89F-A60002C018DA}"/>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a:extLst>
              <a:ext uri="{FF2B5EF4-FFF2-40B4-BE49-F238E27FC236}">
                <a16:creationId xmlns:a16="http://schemas.microsoft.com/office/drawing/2014/main" id="{FFF31183-DE59-4E06-AB9F-8F2DBEFCB9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0DA40690-90D5-4601-BCCE-D12889A39D11}"/>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2837625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09D14-DF52-43BA-9308-8764F1B4EAC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0ADE875-3691-49BB-B137-2384AE6DB5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68757DE-F15A-4122-9D9B-BCA08D695E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E337275-CA15-4E2B-8DAC-B7F73CE8C17A}"/>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a:extLst>
              <a:ext uri="{FF2B5EF4-FFF2-40B4-BE49-F238E27FC236}">
                <a16:creationId xmlns:a16="http://schemas.microsoft.com/office/drawing/2014/main" id="{5193D2A6-B1EC-4360-A791-F14D2F08985D}"/>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灯片编号占位符 6">
            <a:extLst>
              <a:ext uri="{FF2B5EF4-FFF2-40B4-BE49-F238E27FC236}">
                <a16:creationId xmlns:a16="http://schemas.microsoft.com/office/drawing/2014/main" id="{522B45CD-5E1A-4D23-A6DD-5F0AC901A20F}"/>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407412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28FF4-8519-4A3B-84B8-49FE0F2685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1BC59F1-2F07-481E-B96E-76E65274780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F68CD0-637B-4C5D-AD13-9F661E91B46F}"/>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a:extLst>
              <a:ext uri="{FF2B5EF4-FFF2-40B4-BE49-F238E27FC236}">
                <a16:creationId xmlns:a16="http://schemas.microsoft.com/office/drawing/2014/main" id="{0F5777F0-BFA4-4D59-9742-58F33D13C2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1DE815D-F543-47C8-8F3F-805B792D18E1}"/>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362809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37620AA-9EC9-44E0-B36A-983568BE77E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7B95DE6-91DB-4FBB-8D97-409B4FFADEE7}"/>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36DBB3E-0E8F-4DB5-B64E-DACDB45CB083}"/>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a:extLst>
              <a:ext uri="{FF2B5EF4-FFF2-40B4-BE49-F238E27FC236}">
                <a16:creationId xmlns:a16="http://schemas.microsoft.com/office/drawing/2014/main" id="{AB381F01-086D-45F2-91B3-2D4837DEE42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B58AD2CF-84BE-4854-9F14-8A28F055D265}"/>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1443917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1D38D05-C945-4C95-8247-A7EC74940102}"/>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a:extLst>
              <a:ext uri="{FF2B5EF4-FFF2-40B4-BE49-F238E27FC236}">
                <a16:creationId xmlns:a16="http://schemas.microsoft.com/office/drawing/2014/main" id="{CCF98940-E298-4C02-A0D4-EC8249AEFD3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341A8DA3-B2F1-43F6-897D-782D57B4B44D}"/>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
        <p:nvSpPr>
          <p:cNvPr id="5" name="标题 4">
            <a:extLst>
              <a:ext uri="{FF2B5EF4-FFF2-40B4-BE49-F238E27FC236}">
                <a16:creationId xmlns:a16="http://schemas.microsoft.com/office/drawing/2014/main" id="{AED6B269-64D1-4AFD-BD73-423CE2A276BD}"/>
              </a:ext>
            </a:extLst>
          </p:cNvPr>
          <p:cNvSpPr>
            <a:spLocks noGrp="1"/>
          </p:cNvSpPr>
          <p:nvPr>
            <p:ph type="title"/>
          </p:nvPr>
        </p:nvSpPr>
        <p:spPr/>
        <p:txBody>
          <a:bodyPr/>
          <a:lstStyle/>
          <a:p>
            <a:r>
              <a:rPr lang="zh-CN" altLang="en-US" dirty="0"/>
              <a:t>单击此处编辑母版标题样式</a:t>
            </a:r>
          </a:p>
        </p:txBody>
      </p:sp>
      <p:sp>
        <p:nvSpPr>
          <p:cNvPr id="7" name="内容占位符 6">
            <a:extLst>
              <a:ext uri="{FF2B5EF4-FFF2-40B4-BE49-F238E27FC236}">
                <a16:creationId xmlns:a16="http://schemas.microsoft.com/office/drawing/2014/main" id="{1FB4B007-3A57-4669-A29C-3B63E446D951}"/>
              </a:ext>
            </a:extLst>
          </p:cNvPr>
          <p:cNvSpPr>
            <a:spLocks noGrp="1"/>
          </p:cNvSpPr>
          <p:nvPr>
            <p:ph sz="quarter" idx="13"/>
          </p:nvPr>
        </p:nvSpPr>
        <p:spPr>
          <a:xfrm>
            <a:off x="844296" y="2039143"/>
            <a:ext cx="4694110" cy="2414587"/>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a:extLst>
              <a:ext uri="{FF2B5EF4-FFF2-40B4-BE49-F238E27FC236}">
                <a16:creationId xmlns:a16="http://schemas.microsoft.com/office/drawing/2014/main" id="{E9EF51A8-F688-42F7-A9AF-08AE9C8D4F08}"/>
              </a:ext>
            </a:extLst>
          </p:cNvPr>
          <p:cNvSpPr>
            <a:spLocks noGrp="1"/>
          </p:cNvSpPr>
          <p:nvPr>
            <p:ph type="body" sz="quarter" idx="14"/>
          </p:nvPr>
        </p:nvSpPr>
        <p:spPr>
          <a:xfrm>
            <a:off x="6210300" y="2162175"/>
            <a:ext cx="4962525" cy="22907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 name="表格占位符 10">
            <a:extLst>
              <a:ext uri="{FF2B5EF4-FFF2-40B4-BE49-F238E27FC236}">
                <a16:creationId xmlns:a16="http://schemas.microsoft.com/office/drawing/2014/main" id="{16B2782A-B31D-4B08-A189-B980E4E84FDA}"/>
              </a:ext>
            </a:extLst>
          </p:cNvPr>
          <p:cNvSpPr>
            <a:spLocks noGrp="1"/>
          </p:cNvSpPr>
          <p:nvPr>
            <p:ph type="tbl" sz="quarter" idx="15"/>
          </p:nvPr>
        </p:nvSpPr>
        <p:spPr>
          <a:xfrm>
            <a:off x="838200" y="4522791"/>
            <a:ext cx="4694110" cy="1590675"/>
          </a:xfrm>
        </p:spPr>
        <p:txBody>
          <a:bodyPr/>
          <a:lstStyle/>
          <a:p>
            <a:endParaRPr lang="zh-CN" altLang="en-US"/>
          </a:p>
        </p:txBody>
      </p:sp>
    </p:spTree>
    <p:extLst>
      <p:ext uri="{BB962C8B-B14F-4D97-AF65-F5344CB8AC3E}">
        <p14:creationId xmlns:p14="http://schemas.microsoft.com/office/powerpoint/2010/main" val="2798298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57410-BF23-4BDC-9C93-E5015099DBC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D15446-AA20-4FF9-BA81-111F06438FB3}"/>
              </a:ext>
            </a:extLst>
          </p:cNvPr>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a:extLst>
              <a:ext uri="{FF2B5EF4-FFF2-40B4-BE49-F238E27FC236}">
                <a16:creationId xmlns:a16="http://schemas.microsoft.com/office/drawing/2014/main" id="{E5682CA3-C599-4E7B-AA33-7DD0EE8EFCD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870573FF-627A-4482-9875-D0D84D524034}"/>
              </a:ext>
            </a:extLst>
          </p:cNvPr>
          <p:cNvSpPr>
            <a:spLocks noGrp="1"/>
          </p:cNvSpPr>
          <p:nvPr>
            <p:ph type="sldNum" sz="quarter" idx="12"/>
          </p:nvPr>
        </p:nvSpPr>
        <p:spPr>
          <a:xfrm>
            <a:off x="8610600" y="6356350"/>
            <a:ext cx="2743200" cy="365125"/>
          </a:xfrm>
          <a:prstGeom prst="rect">
            <a:avLst/>
          </a:prstGeom>
        </p:spPr>
        <p:txBody>
          <a:bodyPr/>
          <a:lstStyle/>
          <a:p>
            <a:fld id="{D9D1AFC0-80D2-4D2C-A7C8-5A0F0248062E}" type="slidenum">
              <a:rPr lang="zh-CN" altLang="en-US" smtClean="0"/>
              <a:t>‹#›</a:t>
            </a:fld>
            <a:endParaRPr lang="zh-CN" altLang="en-US"/>
          </a:p>
        </p:txBody>
      </p:sp>
    </p:spTree>
    <p:extLst>
      <p:ext uri="{BB962C8B-B14F-4D97-AF65-F5344CB8AC3E}">
        <p14:creationId xmlns:p14="http://schemas.microsoft.com/office/powerpoint/2010/main" val="2576024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4B730CA-185A-422F-85F7-CE4083E4A0E7}"/>
              </a:ext>
            </a:extLst>
          </p:cNvPr>
          <p:cNvSpPr>
            <a:spLocks noGrp="1"/>
          </p:cNvSpPr>
          <p:nvPr>
            <p:ph type="title"/>
          </p:nvPr>
        </p:nvSpPr>
        <p:spPr>
          <a:xfrm>
            <a:off x="529046" y="40957"/>
            <a:ext cx="11203577" cy="644434"/>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CAC8DB3-1DD4-42B6-9E78-E0296777C42E}"/>
              </a:ext>
            </a:extLst>
          </p:cNvPr>
          <p:cNvSpPr>
            <a:spLocks noGrp="1"/>
          </p:cNvSpPr>
          <p:nvPr>
            <p:ph type="body" idx="1"/>
          </p:nvPr>
        </p:nvSpPr>
        <p:spPr>
          <a:xfrm>
            <a:off x="529046" y="905691"/>
            <a:ext cx="11203577" cy="5661716"/>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矩形 3">
            <a:extLst>
              <a:ext uri="{FF2B5EF4-FFF2-40B4-BE49-F238E27FC236}">
                <a16:creationId xmlns:a16="http://schemas.microsoft.com/office/drawing/2014/main" id="{1041A53A-B1DB-47B0-9130-DDC4854034D1}"/>
              </a:ext>
            </a:extLst>
          </p:cNvPr>
          <p:cNvSpPr/>
          <p:nvPr userDrawn="1"/>
        </p:nvSpPr>
        <p:spPr>
          <a:xfrm>
            <a:off x="11662257" y="6517865"/>
            <a:ext cx="439544" cy="276999"/>
          </a:xfrm>
          <a:prstGeom prst="rect">
            <a:avLst/>
          </a:prstGeom>
        </p:spPr>
        <p:txBody>
          <a:bodyPr wrap="none">
            <a:spAutoFit/>
          </a:bodyPr>
          <a:lstStyle/>
          <a:p>
            <a:fld id="{F99400D7-9113-4B59-A3BD-69C3B8176E59}" type="slidenum">
              <a:rPr lang="zh-CN" altLang="en-US" sz="1200" smtClean="0">
                <a:solidFill>
                  <a:schemeClr val="bg1"/>
                </a:solidFill>
              </a:rPr>
              <a:t>‹#›</a:t>
            </a:fld>
            <a:endParaRPr lang="zh-CN" altLang="en-US" sz="1600" dirty="0">
              <a:solidFill>
                <a:schemeClr val="bg1"/>
              </a:solidFill>
            </a:endParaRPr>
          </a:p>
        </p:txBody>
      </p:sp>
    </p:spTree>
    <p:extLst>
      <p:ext uri="{BB962C8B-B14F-4D97-AF65-F5344CB8AC3E}">
        <p14:creationId xmlns:p14="http://schemas.microsoft.com/office/powerpoint/2010/main" val="3711495342"/>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655" r:id="rId12"/>
    <p:sldLayoutId id="2147483803"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5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5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5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5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05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570" userDrawn="1">
          <p15:clr>
            <a:srgbClr val="F26B43"/>
          </p15:clr>
        </p15:guide>
        <p15:guide id="4" orient="horz" pos="459" userDrawn="1">
          <p15:clr>
            <a:srgbClr val="F26B43"/>
          </p15:clr>
        </p15:guide>
        <p15:guide id="6" pos="7401" userDrawn="1">
          <p15:clr>
            <a:srgbClr val="F26B43"/>
          </p15:clr>
        </p15:guide>
        <p15:guide id="7" pos="279" userDrawn="1">
          <p15:clr>
            <a:srgbClr val="F26B43"/>
          </p15:clr>
        </p15:guide>
        <p15:guide id="8" orient="horz" pos="404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2.bin"/><Relationship Id="rId4" Type="http://schemas.openxmlformats.org/officeDocument/2006/relationships/image" Target="../media/image130.png"/></Relationships>
</file>

<file path=ppt/slides/_rels/slide18.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image" Target="../media/image17.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5.jpeg"/><Relationship Id="rId7" Type="http://schemas.openxmlformats.org/officeDocument/2006/relationships/image" Target="../media/image9.png"/><Relationship Id="rId2" Type="http://schemas.openxmlformats.org/officeDocument/2006/relationships/image" Target="../media/image14.gif"/><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6.png"/><Relationship Id="rId5" Type="http://schemas.openxmlformats.org/officeDocument/2006/relationships/image" Target="../media/image18.png"/><Relationship Id="rId10"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1.png"/><Relationship Id="rId1" Type="http://schemas.openxmlformats.org/officeDocument/2006/relationships/slideLayout" Target="../slideLayouts/slideLayout2.xml"/><Relationship Id="rId5" Type="http://schemas.openxmlformats.org/officeDocument/2006/relationships/image" Target="../media/image221.png"/><Relationship Id="rId4" Type="http://schemas.openxmlformats.org/officeDocument/2006/relationships/image" Target="../media/image211.png"/></Relationships>
</file>

<file path=ppt/slides/_rels/slide27.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3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tandards.ieee.org/regauth/oui/index.s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slide" Target="slide76.xml"/><Relationship Id="rId4" Type="http://schemas.openxmlformats.org/officeDocument/2006/relationships/image" Target="../media/image2.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emf"/><Relationship Id="rId4" Type="http://schemas.openxmlformats.org/officeDocument/2006/relationships/image" Target="../media/image24.emf"/></Relationships>
</file>

<file path=ppt/slides/_rels/slide5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6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4.emf"/><Relationship Id="rId7"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38.emf"/><Relationship Id="rId4" Type="http://schemas.openxmlformats.org/officeDocument/2006/relationships/image" Target="../media/image23.emf"/><Relationship Id="rId9" Type="http://schemas.openxmlformats.org/officeDocument/2006/relationships/image" Target="../media/image39.png"/></Relationships>
</file>

<file path=ppt/slides/_rels/slide61.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45.emf"/><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image" Target="../media/image24.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9.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200.png"/><Relationship Id="rId2" Type="http://schemas.openxmlformats.org/officeDocument/2006/relationships/notesSlide" Target="../notesSlides/notesSlide35.xml"/><Relationship Id="rId16"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49.wmf"/><Relationship Id="rId11" Type="http://schemas.openxmlformats.org/officeDocument/2006/relationships/image" Target="../media/image190.png"/><Relationship Id="rId5" Type="http://schemas.openxmlformats.org/officeDocument/2006/relationships/oleObject" Target="../embeddings/oleObject6.bin"/><Relationship Id="rId15" Type="http://schemas.openxmlformats.org/officeDocument/2006/relationships/image" Target="../media/image210.png"/><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8.bin"/><Relationship Id="rId14" Type="http://schemas.openxmlformats.org/officeDocument/2006/relationships/image" Target="../media/image52.wmf"/></Relationships>
</file>

<file path=ppt/slides/_rels/slide7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76.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623517-31E8-495B-8CDB-2902853BE8A1}"/>
              </a:ext>
            </a:extLst>
          </p:cNvPr>
          <p:cNvSpPr>
            <a:spLocks noGrp="1"/>
          </p:cNvSpPr>
          <p:nvPr>
            <p:ph type="ctrTitle"/>
          </p:nvPr>
        </p:nvSpPr>
        <p:spPr/>
        <p:txBody>
          <a:bodyPr/>
          <a:lstStyle/>
          <a:p>
            <a:r>
              <a:rPr lang="zh-CN" altLang="en-US" dirty="0"/>
              <a:t>第</a:t>
            </a:r>
            <a:r>
              <a:rPr lang="en-US" altLang="zh-CN" dirty="0"/>
              <a:t>6</a:t>
            </a:r>
            <a:r>
              <a:rPr lang="zh-CN" altLang="en-US" dirty="0"/>
              <a:t>章 链路层和局域网</a:t>
            </a:r>
          </a:p>
        </p:txBody>
      </p:sp>
      <p:sp>
        <p:nvSpPr>
          <p:cNvPr id="3" name="副标题 2">
            <a:extLst>
              <a:ext uri="{FF2B5EF4-FFF2-40B4-BE49-F238E27FC236}">
                <a16:creationId xmlns:a16="http://schemas.microsoft.com/office/drawing/2014/main" id="{667B487F-27AF-49D5-AB76-51C4D0871863}"/>
              </a:ext>
            </a:extLst>
          </p:cNvPr>
          <p:cNvSpPr>
            <a:spLocks noGrp="1"/>
          </p:cNvSpPr>
          <p:nvPr>
            <p:ph type="subTitle" idx="1"/>
          </p:nvPr>
        </p:nvSpPr>
        <p:spPr/>
        <p:txBody>
          <a:bodyPr>
            <a:normAutofit/>
          </a:bodyPr>
          <a:lstStyle/>
          <a:p>
            <a:endParaRPr lang="zh-CN" altLang="en-US" sz="3200" dirty="0"/>
          </a:p>
        </p:txBody>
      </p:sp>
    </p:spTree>
    <p:extLst>
      <p:ext uri="{BB962C8B-B14F-4D97-AF65-F5344CB8AC3E}">
        <p14:creationId xmlns:p14="http://schemas.microsoft.com/office/powerpoint/2010/main" val="3550839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    </a:t>
            </a:r>
            <a:r>
              <a:rPr lang="zh-CN" altLang="en-US" sz="2400" dirty="0"/>
              <a:t>补充：帧同步机制</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dirty="0"/>
              <a:t>6.4 </a:t>
            </a:r>
            <a:r>
              <a:rPr lang="zh-CN" altLang="en-US" sz="2400" dirty="0"/>
              <a:t>交换局域网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1074836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BC7A3-F3C6-D6BD-D7FB-A721D89C4312}"/>
              </a:ext>
            </a:extLst>
          </p:cNvPr>
          <p:cNvSpPr>
            <a:spLocks noGrp="1"/>
          </p:cNvSpPr>
          <p:nvPr>
            <p:ph type="title"/>
          </p:nvPr>
        </p:nvSpPr>
        <p:spPr/>
        <p:txBody>
          <a:bodyPr/>
          <a:lstStyle/>
          <a:p>
            <a:r>
              <a:rPr lang="zh-CN" altLang="en-US" dirty="0"/>
              <a:t>链路层概述</a:t>
            </a:r>
          </a:p>
        </p:txBody>
      </p:sp>
      <p:sp>
        <p:nvSpPr>
          <p:cNvPr id="3" name="内容占位符 2">
            <a:extLst>
              <a:ext uri="{FF2B5EF4-FFF2-40B4-BE49-F238E27FC236}">
                <a16:creationId xmlns:a16="http://schemas.microsoft.com/office/drawing/2014/main" id="{BFF2FA64-7A1A-C9B2-ECF6-1D355DA2307A}"/>
              </a:ext>
            </a:extLst>
          </p:cNvPr>
          <p:cNvSpPr>
            <a:spLocks noGrp="1"/>
          </p:cNvSpPr>
          <p:nvPr>
            <p:ph idx="1"/>
          </p:nvPr>
        </p:nvSpPr>
        <p:spPr/>
        <p:txBody>
          <a:bodyPr>
            <a:normAutofit/>
          </a:bodyPr>
          <a:lstStyle/>
          <a:p>
            <a:pPr marL="0" indent="0">
              <a:buNone/>
            </a:pPr>
            <a:r>
              <a:rPr lang="zh-CN" altLang="en-US" dirty="0"/>
              <a:t>在物理层提供的比特流传输服务基础上把高（网络）层来的数据沿链路传递给物理相邻的节点</a:t>
            </a:r>
            <a:endParaRPr lang="en-US" altLang="zh-CN" dirty="0"/>
          </a:p>
          <a:p>
            <a:r>
              <a:rPr lang="zh-CN" altLang="en-US" dirty="0"/>
              <a:t>节点</a:t>
            </a:r>
            <a:r>
              <a:rPr lang="en-US" altLang="zh-CN" dirty="0"/>
              <a:t>(Node)</a:t>
            </a:r>
            <a:r>
              <a:rPr lang="zh-CN" altLang="en-US" dirty="0"/>
              <a:t>：站点</a:t>
            </a:r>
            <a:r>
              <a:rPr lang="en-US" altLang="zh-CN" dirty="0"/>
              <a:t>(Station)</a:t>
            </a:r>
          </a:p>
          <a:p>
            <a:pPr lvl="1"/>
            <a:r>
              <a:rPr lang="zh-CN" altLang="en-US" sz="2000" dirty="0"/>
              <a:t>主机、路由器、交换机和</a:t>
            </a:r>
            <a:r>
              <a:rPr lang="en-US" altLang="zh-CN" sz="2000" dirty="0" err="1"/>
              <a:t>WiFi</a:t>
            </a:r>
            <a:r>
              <a:rPr lang="en-US" altLang="zh-CN" sz="2000" dirty="0"/>
              <a:t> AP</a:t>
            </a:r>
            <a:r>
              <a:rPr lang="zh-CN" altLang="en-US" sz="2000" dirty="0"/>
              <a:t>等</a:t>
            </a:r>
            <a:endParaRPr lang="en-US" altLang="zh-CN" sz="2000" dirty="0"/>
          </a:p>
          <a:p>
            <a:r>
              <a:rPr lang="zh-CN" altLang="en-US" dirty="0"/>
              <a:t>链路</a:t>
            </a:r>
            <a:r>
              <a:rPr lang="en-US" altLang="zh-CN" dirty="0"/>
              <a:t>(Link)</a:t>
            </a:r>
            <a:r>
              <a:rPr lang="zh-CN" altLang="en-US" dirty="0"/>
              <a:t>：连接相邻节点的通信信道，给出了通信的路径</a:t>
            </a:r>
            <a:endParaRPr lang="en-US" altLang="zh-CN" dirty="0"/>
          </a:p>
          <a:p>
            <a:pPr lvl="1"/>
            <a:r>
              <a:rPr lang="zh-CN" altLang="en-US" sz="2000" dirty="0"/>
              <a:t>各种类型的链路</a:t>
            </a:r>
            <a:endParaRPr lang="en-US" altLang="zh-CN" sz="2000" dirty="0"/>
          </a:p>
          <a:p>
            <a:pPr lvl="2"/>
            <a:r>
              <a:rPr lang="zh-CN" altLang="en-US" dirty="0"/>
              <a:t>有线和无线</a:t>
            </a:r>
            <a:endParaRPr lang="en-US" altLang="zh-CN" dirty="0"/>
          </a:p>
          <a:p>
            <a:pPr lvl="2"/>
            <a:r>
              <a:rPr lang="zh-CN" altLang="en-US" dirty="0"/>
              <a:t>点到点、点到多点和广播链路</a:t>
            </a:r>
            <a:endParaRPr lang="en-US" altLang="zh-CN" dirty="0"/>
          </a:p>
          <a:p>
            <a:pPr lvl="1"/>
            <a:r>
              <a:rPr lang="zh-CN" altLang="en-US" sz="2000" dirty="0"/>
              <a:t>每个链路运行自己的协议</a:t>
            </a:r>
            <a:endParaRPr lang="en-US" altLang="zh-CN" sz="2000" dirty="0"/>
          </a:p>
          <a:p>
            <a:pPr lvl="1"/>
            <a:r>
              <a:rPr lang="zh-CN" altLang="en-US" sz="2000" dirty="0"/>
              <a:t>每个协议提供的服务也可能各不相同</a:t>
            </a:r>
            <a:endParaRPr lang="en-US" altLang="zh-CN" sz="2000" dirty="0"/>
          </a:p>
          <a:p>
            <a:r>
              <a:rPr lang="zh-CN" altLang="en-US" dirty="0"/>
              <a:t>链路层数据单元：帧</a:t>
            </a:r>
            <a:r>
              <a:rPr lang="en-US" altLang="zh-CN" dirty="0"/>
              <a:t>(Frame)</a:t>
            </a:r>
            <a:endParaRPr lang="zh-CN" altLang="en-US" dirty="0"/>
          </a:p>
          <a:p>
            <a:endParaRPr lang="zh-CN" altLang="en-US" dirty="0"/>
          </a:p>
        </p:txBody>
      </p:sp>
      <p:grpSp>
        <p:nvGrpSpPr>
          <p:cNvPr id="4" name="组合 3">
            <a:extLst>
              <a:ext uri="{FF2B5EF4-FFF2-40B4-BE49-F238E27FC236}">
                <a16:creationId xmlns:a16="http://schemas.microsoft.com/office/drawing/2014/main" id="{921C1BA8-578F-065A-C84D-5ADE8305D866}"/>
              </a:ext>
            </a:extLst>
          </p:cNvPr>
          <p:cNvGrpSpPr/>
          <p:nvPr/>
        </p:nvGrpSpPr>
        <p:grpSpPr>
          <a:xfrm>
            <a:off x="9306127" y="1381636"/>
            <a:ext cx="1701800" cy="304800"/>
            <a:chOff x="869950" y="5367536"/>
            <a:chExt cx="1701800" cy="304800"/>
          </a:xfrm>
        </p:grpSpPr>
        <p:sp>
          <p:nvSpPr>
            <p:cNvPr id="5" name="Rectangle 36">
              <a:extLst>
                <a:ext uri="{FF2B5EF4-FFF2-40B4-BE49-F238E27FC236}">
                  <a16:creationId xmlns:a16="http://schemas.microsoft.com/office/drawing/2014/main" id="{E26A1F85-B730-453F-9C34-6EC870729A6B}"/>
                </a:ext>
              </a:extLst>
            </p:cNvPr>
            <p:cNvSpPr>
              <a:spLocks noChangeArrowheads="1"/>
            </p:cNvSpPr>
            <p:nvPr/>
          </p:nvSpPr>
          <p:spPr bwMode="auto">
            <a:xfrm>
              <a:off x="869950" y="5367536"/>
              <a:ext cx="304800" cy="304800"/>
            </a:xfrm>
            <a:prstGeom prst="rect">
              <a:avLst/>
            </a:prstGeom>
            <a:solidFill>
              <a:srgbClr val="000090"/>
            </a:solidFill>
            <a:ln w="9525">
              <a:solidFill>
                <a:schemeClr val="tx1"/>
              </a:solidFill>
              <a:round/>
              <a:headEnd/>
              <a:tailEnd/>
            </a:ln>
          </p:spPr>
          <p:txBody>
            <a:bodyPr wrap="none" anchor="ctr"/>
            <a:lstStyle/>
            <a:p>
              <a:endParaRPr lang="en-US"/>
            </a:p>
          </p:txBody>
        </p:sp>
        <p:sp>
          <p:nvSpPr>
            <p:cNvPr id="6" name="Rectangle 36">
              <a:extLst>
                <a:ext uri="{FF2B5EF4-FFF2-40B4-BE49-F238E27FC236}">
                  <a16:creationId xmlns:a16="http://schemas.microsoft.com/office/drawing/2014/main" id="{7780D646-31B4-8452-F4DF-DED968823208}"/>
                </a:ext>
              </a:extLst>
            </p:cNvPr>
            <p:cNvSpPr>
              <a:spLocks noChangeArrowheads="1"/>
            </p:cNvSpPr>
            <p:nvPr/>
          </p:nvSpPr>
          <p:spPr bwMode="auto">
            <a:xfrm>
              <a:off x="2266950" y="5367536"/>
              <a:ext cx="304800" cy="304800"/>
            </a:xfrm>
            <a:prstGeom prst="rect">
              <a:avLst/>
            </a:prstGeom>
            <a:solidFill>
              <a:srgbClr val="000090"/>
            </a:solidFill>
            <a:ln w="9525">
              <a:solidFill>
                <a:schemeClr val="tx1"/>
              </a:solidFill>
              <a:round/>
              <a:headEnd/>
              <a:tailEnd/>
            </a:ln>
          </p:spPr>
          <p:txBody>
            <a:bodyPr wrap="none" anchor="ctr"/>
            <a:lstStyle/>
            <a:p>
              <a:endParaRPr lang="en-US"/>
            </a:p>
          </p:txBody>
        </p:sp>
        <p:cxnSp>
          <p:nvCxnSpPr>
            <p:cNvPr id="7" name="直接连接符 6">
              <a:extLst>
                <a:ext uri="{FF2B5EF4-FFF2-40B4-BE49-F238E27FC236}">
                  <a16:creationId xmlns:a16="http://schemas.microsoft.com/office/drawing/2014/main" id="{FCA5AF32-314C-53E1-6DE7-40D74935AE29}"/>
                </a:ext>
              </a:extLst>
            </p:cNvPr>
            <p:cNvCxnSpPr>
              <a:stCxn id="5" idx="3"/>
              <a:endCxn id="6" idx="1"/>
            </p:cNvCxnSpPr>
            <p:nvPr/>
          </p:nvCxnSpPr>
          <p:spPr>
            <a:xfrm>
              <a:off x="1174750" y="5519936"/>
              <a:ext cx="1092200" cy="0"/>
            </a:xfrm>
            <a:prstGeom prst="line">
              <a:avLst/>
            </a:prstGeom>
          </p:spPr>
          <p:style>
            <a:lnRef idx="1">
              <a:schemeClr val="dk1"/>
            </a:lnRef>
            <a:fillRef idx="0">
              <a:schemeClr val="dk1"/>
            </a:fillRef>
            <a:effectRef idx="0">
              <a:schemeClr val="dk1"/>
            </a:effectRef>
            <a:fontRef idx="minor">
              <a:schemeClr val="tx1"/>
            </a:fontRef>
          </p:style>
        </p:cxnSp>
      </p:grpSp>
      <p:grpSp>
        <p:nvGrpSpPr>
          <p:cNvPr id="8" name="组合 7">
            <a:extLst>
              <a:ext uri="{FF2B5EF4-FFF2-40B4-BE49-F238E27FC236}">
                <a16:creationId xmlns:a16="http://schemas.microsoft.com/office/drawing/2014/main" id="{DD8F11E8-83D8-53C9-6412-65AE8EC50086}"/>
              </a:ext>
            </a:extLst>
          </p:cNvPr>
          <p:cNvGrpSpPr/>
          <p:nvPr/>
        </p:nvGrpSpPr>
        <p:grpSpPr>
          <a:xfrm>
            <a:off x="9008809" y="4587856"/>
            <a:ext cx="2559051" cy="1631455"/>
            <a:chOff x="7245350" y="4791572"/>
            <a:chExt cx="2559050" cy="1631454"/>
          </a:xfrm>
        </p:grpSpPr>
        <p:cxnSp>
          <p:nvCxnSpPr>
            <p:cNvPr id="9" name="直接连接符 8">
              <a:extLst>
                <a:ext uri="{FF2B5EF4-FFF2-40B4-BE49-F238E27FC236}">
                  <a16:creationId xmlns:a16="http://schemas.microsoft.com/office/drawing/2014/main" id="{091FF12A-251B-260C-AC80-A95B811DA48E}"/>
                </a:ext>
              </a:extLst>
            </p:cNvPr>
            <p:cNvCxnSpPr/>
            <p:nvPr/>
          </p:nvCxnSpPr>
          <p:spPr>
            <a:xfrm>
              <a:off x="7245350" y="5598617"/>
              <a:ext cx="2559050" cy="0"/>
            </a:xfrm>
            <a:prstGeom prst="line">
              <a:avLst/>
            </a:prstGeom>
          </p:spPr>
          <p:style>
            <a:lnRef idx="1">
              <a:schemeClr val="dk1"/>
            </a:lnRef>
            <a:fillRef idx="0">
              <a:schemeClr val="dk1"/>
            </a:fillRef>
            <a:effectRef idx="0">
              <a:schemeClr val="dk1"/>
            </a:effectRef>
            <a:fontRef idx="minor">
              <a:schemeClr val="tx1"/>
            </a:fontRef>
          </p:style>
        </p:cxnSp>
        <p:sp>
          <p:nvSpPr>
            <p:cNvPr id="10" name="Rectangle 36">
              <a:extLst>
                <a:ext uri="{FF2B5EF4-FFF2-40B4-BE49-F238E27FC236}">
                  <a16:creationId xmlns:a16="http://schemas.microsoft.com/office/drawing/2014/main" id="{980C05F5-D384-D571-0A00-612FF31E590C}"/>
                </a:ext>
              </a:extLst>
            </p:cNvPr>
            <p:cNvSpPr>
              <a:spLocks noChangeArrowheads="1"/>
            </p:cNvSpPr>
            <p:nvPr/>
          </p:nvSpPr>
          <p:spPr bwMode="auto">
            <a:xfrm>
              <a:off x="8128001" y="4791572"/>
              <a:ext cx="304800" cy="304800"/>
            </a:xfrm>
            <a:prstGeom prst="rect">
              <a:avLst/>
            </a:prstGeom>
            <a:solidFill>
              <a:srgbClr val="000090"/>
            </a:solidFill>
            <a:ln w="9525">
              <a:solidFill>
                <a:schemeClr val="tx1"/>
              </a:solidFill>
              <a:round/>
              <a:headEnd/>
              <a:tailEnd/>
            </a:ln>
          </p:spPr>
          <p:txBody>
            <a:bodyPr wrap="none" anchor="ctr"/>
            <a:lstStyle/>
            <a:p>
              <a:endParaRPr lang="en-US"/>
            </a:p>
          </p:txBody>
        </p:sp>
        <p:sp>
          <p:nvSpPr>
            <p:cNvPr id="11" name="Rectangle 36">
              <a:extLst>
                <a:ext uri="{FF2B5EF4-FFF2-40B4-BE49-F238E27FC236}">
                  <a16:creationId xmlns:a16="http://schemas.microsoft.com/office/drawing/2014/main" id="{4797ABC0-52EA-0331-3D9A-C693C812C49A}"/>
                </a:ext>
              </a:extLst>
            </p:cNvPr>
            <p:cNvSpPr>
              <a:spLocks noChangeArrowheads="1"/>
            </p:cNvSpPr>
            <p:nvPr/>
          </p:nvSpPr>
          <p:spPr bwMode="auto">
            <a:xfrm>
              <a:off x="7648575" y="6092826"/>
              <a:ext cx="304800" cy="304800"/>
            </a:xfrm>
            <a:prstGeom prst="rect">
              <a:avLst/>
            </a:prstGeom>
            <a:solidFill>
              <a:srgbClr val="000090"/>
            </a:solidFill>
            <a:ln w="9525">
              <a:solidFill>
                <a:schemeClr val="tx1"/>
              </a:solidFill>
              <a:round/>
              <a:headEnd/>
              <a:tailEnd/>
            </a:ln>
          </p:spPr>
          <p:txBody>
            <a:bodyPr wrap="none" anchor="ctr"/>
            <a:lstStyle/>
            <a:p>
              <a:endParaRPr lang="en-US"/>
            </a:p>
          </p:txBody>
        </p:sp>
        <p:cxnSp>
          <p:nvCxnSpPr>
            <p:cNvPr id="12" name="直接连接符 11">
              <a:extLst>
                <a:ext uri="{FF2B5EF4-FFF2-40B4-BE49-F238E27FC236}">
                  <a16:creationId xmlns:a16="http://schemas.microsoft.com/office/drawing/2014/main" id="{A9A2FA1C-F800-AC69-5EC5-CBED0F3A485E}"/>
                </a:ext>
              </a:extLst>
            </p:cNvPr>
            <p:cNvCxnSpPr/>
            <p:nvPr/>
          </p:nvCxnSpPr>
          <p:spPr>
            <a:xfrm flipH="1" flipV="1">
              <a:off x="7772400" y="5598616"/>
              <a:ext cx="3175" cy="502247"/>
            </a:xfrm>
            <a:prstGeom prst="line">
              <a:avLst/>
            </a:prstGeom>
          </p:spPr>
          <p:style>
            <a:lnRef idx="1">
              <a:schemeClr val="dk1"/>
            </a:lnRef>
            <a:fillRef idx="0">
              <a:schemeClr val="dk1"/>
            </a:fillRef>
            <a:effectRef idx="0">
              <a:schemeClr val="dk1"/>
            </a:effectRef>
            <a:fontRef idx="minor">
              <a:schemeClr val="tx1"/>
            </a:fontRef>
          </p:style>
        </p:cxnSp>
        <p:sp>
          <p:nvSpPr>
            <p:cNvPr id="13" name="Rectangle 36">
              <a:extLst>
                <a:ext uri="{FF2B5EF4-FFF2-40B4-BE49-F238E27FC236}">
                  <a16:creationId xmlns:a16="http://schemas.microsoft.com/office/drawing/2014/main" id="{E0AAF19F-11C3-5C5F-3E8C-B4F7BB21461C}"/>
                </a:ext>
              </a:extLst>
            </p:cNvPr>
            <p:cNvSpPr>
              <a:spLocks noChangeArrowheads="1"/>
            </p:cNvSpPr>
            <p:nvPr/>
          </p:nvSpPr>
          <p:spPr bwMode="auto">
            <a:xfrm>
              <a:off x="8486775" y="6118226"/>
              <a:ext cx="304800" cy="304800"/>
            </a:xfrm>
            <a:prstGeom prst="rect">
              <a:avLst/>
            </a:prstGeom>
            <a:solidFill>
              <a:srgbClr val="000090"/>
            </a:solidFill>
            <a:ln w="9525">
              <a:solidFill>
                <a:schemeClr val="tx1"/>
              </a:solidFill>
              <a:round/>
              <a:headEnd/>
              <a:tailEnd/>
            </a:ln>
          </p:spPr>
          <p:txBody>
            <a:bodyPr wrap="none" anchor="ctr"/>
            <a:lstStyle/>
            <a:p>
              <a:endParaRPr lang="en-US"/>
            </a:p>
          </p:txBody>
        </p:sp>
        <p:cxnSp>
          <p:nvCxnSpPr>
            <p:cNvPr id="14" name="直接连接符 13">
              <a:extLst>
                <a:ext uri="{FF2B5EF4-FFF2-40B4-BE49-F238E27FC236}">
                  <a16:creationId xmlns:a16="http://schemas.microsoft.com/office/drawing/2014/main" id="{450FAA8C-51C8-9E30-FD92-6CED7EBC74A7}"/>
                </a:ext>
              </a:extLst>
            </p:cNvPr>
            <p:cNvCxnSpPr/>
            <p:nvPr/>
          </p:nvCxnSpPr>
          <p:spPr>
            <a:xfrm flipH="1" flipV="1">
              <a:off x="8610600" y="5624016"/>
              <a:ext cx="3175" cy="502247"/>
            </a:xfrm>
            <a:prstGeom prst="line">
              <a:avLst/>
            </a:prstGeom>
          </p:spPr>
          <p:style>
            <a:lnRef idx="1">
              <a:schemeClr val="dk1"/>
            </a:lnRef>
            <a:fillRef idx="0">
              <a:schemeClr val="dk1"/>
            </a:fillRef>
            <a:effectRef idx="0">
              <a:schemeClr val="dk1"/>
            </a:effectRef>
            <a:fontRef idx="minor">
              <a:schemeClr val="tx1"/>
            </a:fontRef>
          </p:style>
        </p:cxnSp>
        <p:sp>
          <p:nvSpPr>
            <p:cNvPr id="15" name="Rectangle 36">
              <a:extLst>
                <a:ext uri="{FF2B5EF4-FFF2-40B4-BE49-F238E27FC236}">
                  <a16:creationId xmlns:a16="http://schemas.microsoft.com/office/drawing/2014/main" id="{0BFE3E51-7CA3-A5FE-3CF1-A5DF5D357EF4}"/>
                </a:ext>
              </a:extLst>
            </p:cNvPr>
            <p:cNvSpPr>
              <a:spLocks noChangeArrowheads="1"/>
            </p:cNvSpPr>
            <p:nvPr/>
          </p:nvSpPr>
          <p:spPr bwMode="auto">
            <a:xfrm>
              <a:off x="9274175" y="6118226"/>
              <a:ext cx="304800" cy="304800"/>
            </a:xfrm>
            <a:prstGeom prst="rect">
              <a:avLst/>
            </a:prstGeom>
            <a:solidFill>
              <a:srgbClr val="000090"/>
            </a:solidFill>
            <a:ln w="9525">
              <a:solidFill>
                <a:schemeClr val="tx1"/>
              </a:solidFill>
              <a:round/>
              <a:headEnd/>
              <a:tailEnd/>
            </a:ln>
          </p:spPr>
          <p:txBody>
            <a:bodyPr wrap="none" anchor="ctr"/>
            <a:lstStyle/>
            <a:p>
              <a:endParaRPr lang="en-US"/>
            </a:p>
          </p:txBody>
        </p:sp>
        <p:cxnSp>
          <p:nvCxnSpPr>
            <p:cNvPr id="16" name="直接连接符 15">
              <a:extLst>
                <a:ext uri="{FF2B5EF4-FFF2-40B4-BE49-F238E27FC236}">
                  <a16:creationId xmlns:a16="http://schemas.microsoft.com/office/drawing/2014/main" id="{F658B0CA-D060-BF97-A919-F7515A05CD5C}"/>
                </a:ext>
              </a:extLst>
            </p:cNvPr>
            <p:cNvCxnSpPr/>
            <p:nvPr/>
          </p:nvCxnSpPr>
          <p:spPr>
            <a:xfrm flipH="1" flipV="1">
              <a:off x="9398000" y="5624016"/>
              <a:ext cx="3175" cy="502247"/>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2AF1128B-01C7-3A11-5FD4-6C8125EFC420}"/>
                </a:ext>
              </a:extLst>
            </p:cNvPr>
            <p:cNvCxnSpPr/>
            <p:nvPr/>
          </p:nvCxnSpPr>
          <p:spPr>
            <a:xfrm flipH="1" flipV="1">
              <a:off x="8280400" y="5065216"/>
              <a:ext cx="3175" cy="502247"/>
            </a:xfrm>
            <a:prstGeom prst="line">
              <a:avLst/>
            </a:prstGeom>
          </p:spPr>
          <p:style>
            <a:lnRef idx="1">
              <a:schemeClr val="dk1"/>
            </a:lnRef>
            <a:fillRef idx="0">
              <a:schemeClr val="dk1"/>
            </a:fillRef>
            <a:effectRef idx="0">
              <a:schemeClr val="dk1"/>
            </a:effectRef>
            <a:fontRef idx="minor">
              <a:schemeClr val="tx1"/>
            </a:fontRef>
          </p:style>
        </p:cxnSp>
      </p:grpSp>
      <p:grpSp>
        <p:nvGrpSpPr>
          <p:cNvPr id="18" name="组合 17">
            <a:extLst>
              <a:ext uri="{FF2B5EF4-FFF2-40B4-BE49-F238E27FC236}">
                <a16:creationId xmlns:a16="http://schemas.microsoft.com/office/drawing/2014/main" id="{BC043311-B0F5-DB99-5A58-5A3FC6602D0E}"/>
              </a:ext>
            </a:extLst>
          </p:cNvPr>
          <p:cNvGrpSpPr/>
          <p:nvPr/>
        </p:nvGrpSpPr>
        <p:grpSpPr>
          <a:xfrm>
            <a:off x="8273786" y="2307664"/>
            <a:ext cx="3844947" cy="1704970"/>
            <a:chOff x="32239" y="5426125"/>
            <a:chExt cx="3844947" cy="1704970"/>
          </a:xfrm>
        </p:grpSpPr>
        <p:grpSp>
          <p:nvGrpSpPr>
            <p:cNvPr id="19" name="组合 18">
              <a:extLst>
                <a:ext uri="{FF2B5EF4-FFF2-40B4-BE49-F238E27FC236}">
                  <a16:creationId xmlns:a16="http://schemas.microsoft.com/office/drawing/2014/main" id="{9EBFE59A-349B-AC5D-3765-B946BEEF4113}"/>
                </a:ext>
              </a:extLst>
            </p:cNvPr>
            <p:cNvGrpSpPr/>
            <p:nvPr/>
          </p:nvGrpSpPr>
          <p:grpSpPr>
            <a:xfrm>
              <a:off x="738335" y="5426125"/>
              <a:ext cx="2232024" cy="1270000"/>
              <a:chOff x="3663950" y="4935736"/>
              <a:chExt cx="2232024" cy="1270000"/>
            </a:xfrm>
          </p:grpSpPr>
          <p:sp>
            <p:nvSpPr>
              <p:cNvPr id="22" name="Rectangle 36">
                <a:extLst>
                  <a:ext uri="{FF2B5EF4-FFF2-40B4-BE49-F238E27FC236}">
                    <a16:creationId xmlns:a16="http://schemas.microsoft.com/office/drawing/2014/main" id="{9D0F4C63-F915-2920-2D2B-49C6EA454521}"/>
                  </a:ext>
                </a:extLst>
              </p:cNvPr>
              <p:cNvSpPr>
                <a:spLocks noChangeArrowheads="1"/>
              </p:cNvSpPr>
              <p:nvPr/>
            </p:nvSpPr>
            <p:spPr bwMode="auto">
              <a:xfrm>
                <a:off x="3663950" y="5367536"/>
                <a:ext cx="304800" cy="304800"/>
              </a:xfrm>
              <a:prstGeom prst="rect">
                <a:avLst/>
              </a:prstGeom>
              <a:solidFill>
                <a:srgbClr val="000090"/>
              </a:solidFill>
              <a:ln w="9525">
                <a:solidFill>
                  <a:schemeClr val="tx1"/>
                </a:solidFill>
                <a:round/>
                <a:headEnd/>
                <a:tailEnd/>
              </a:ln>
            </p:spPr>
            <p:txBody>
              <a:bodyPr wrap="none" anchor="ctr"/>
              <a:lstStyle/>
              <a:p>
                <a:endParaRPr lang="en-US"/>
              </a:p>
            </p:txBody>
          </p:sp>
          <p:sp>
            <p:nvSpPr>
              <p:cNvPr id="23" name="Rectangle 36">
                <a:extLst>
                  <a:ext uri="{FF2B5EF4-FFF2-40B4-BE49-F238E27FC236}">
                    <a16:creationId xmlns:a16="http://schemas.microsoft.com/office/drawing/2014/main" id="{33F4E976-FAC8-2E51-BCBD-4A205ADB981D}"/>
                  </a:ext>
                </a:extLst>
              </p:cNvPr>
              <p:cNvSpPr>
                <a:spLocks noChangeArrowheads="1"/>
              </p:cNvSpPr>
              <p:nvPr/>
            </p:nvSpPr>
            <p:spPr bwMode="auto">
              <a:xfrm>
                <a:off x="5565774" y="5367536"/>
                <a:ext cx="304800" cy="304800"/>
              </a:xfrm>
              <a:prstGeom prst="rect">
                <a:avLst/>
              </a:prstGeom>
              <a:solidFill>
                <a:srgbClr val="000090"/>
              </a:solidFill>
              <a:ln w="9525">
                <a:solidFill>
                  <a:schemeClr val="tx1"/>
                </a:solidFill>
                <a:round/>
                <a:headEnd/>
                <a:tailEnd/>
              </a:ln>
            </p:spPr>
            <p:txBody>
              <a:bodyPr wrap="none" anchor="ctr"/>
              <a:lstStyle/>
              <a:p>
                <a:endParaRPr lang="en-US"/>
              </a:p>
            </p:txBody>
          </p:sp>
          <p:cxnSp>
            <p:nvCxnSpPr>
              <p:cNvPr id="24" name="直接连接符 23">
                <a:extLst>
                  <a:ext uri="{FF2B5EF4-FFF2-40B4-BE49-F238E27FC236}">
                    <a16:creationId xmlns:a16="http://schemas.microsoft.com/office/drawing/2014/main" id="{5372D3F7-D08C-DDEA-4FF0-74C20A1C993E}"/>
                  </a:ext>
                </a:extLst>
              </p:cNvPr>
              <p:cNvCxnSpPr>
                <a:stCxn id="22" idx="3"/>
                <a:endCxn id="23" idx="1"/>
              </p:cNvCxnSpPr>
              <p:nvPr/>
            </p:nvCxnSpPr>
            <p:spPr>
              <a:xfrm>
                <a:off x="3968750" y="5519936"/>
                <a:ext cx="1597024" cy="0"/>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39F53B87-94EA-55EF-3C3C-2F67DC7B3E28}"/>
                  </a:ext>
                </a:extLst>
              </p:cNvPr>
              <p:cNvCxnSpPr>
                <a:endCxn id="28" idx="1"/>
              </p:cNvCxnSpPr>
              <p:nvPr/>
            </p:nvCxnSpPr>
            <p:spPr>
              <a:xfrm flipV="1">
                <a:off x="4514851" y="6053336"/>
                <a:ext cx="1076323" cy="14090"/>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1A58BD17-F78A-90D5-B4FB-DFC99FBF86D6}"/>
                  </a:ext>
                </a:extLst>
              </p:cNvPr>
              <p:cNvCxnSpPr/>
              <p:nvPr/>
            </p:nvCxnSpPr>
            <p:spPr>
              <a:xfrm flipH="1" flipV="1">
                <a:off x="4483100" y="5062736"/>
                <a:ext cx="31751" cy="1004690"/>
              </a:xfrm>
              <a:prstGeom prst="line">
                <a:avLst/>
              </a:prstGeom>
            </p:spPr>
            <p:style>
              <a:lnRef idx="1">
                <a:schemeClr val="dk1"/>
              </a:lnRef>
              <a:fillRef idx="0">
                <a:schemeClr val="dk1"/>
              </a:fillRef>
              <a:effectRef idx="0">
                <a:schemeClr val="dk1"/>
              </a:effectRef>
              <a:fontRef idx="minor">
                <a:schemeClr val="tx1"/>
              </a:fontRef>
            </p:style>
          </p:cxnSp>
          <p:sp>
            <p:nvSpPr>
              <p:cNvPr id="27" name="Rectangle 36">
                <a:extLst>
                  <a:ext uri="{FF2B5EF4-FFF2-40B4-BE49-F238E27FC236}">
                    <a16:creationId xmlns:a16="http://schemas.microsoft.com/office/drawing/2014/main" id="{D995C291-C548-D1AF-E2B6-77115C463C93}"/>
                  </a:ext>
                </a:extLst>
              </p:cNvPr>
              <p:cNvSpPr>
                <a:spLocks noChangeArrowheads="1"/>
              </p:cNvSpPr>
              <p:nvPr/>
            </p:nvSpPr>
            <p:spPr bwMode="auto">
              <a:xfrm>
                <a:off x="5565774" y="4935736"/>
                <a:ext cx="304800" cy="304800"/>
              </a:xfrm>
              <a:prstGeom prst="rect">
                <a:avLst/>
              </a:prstGeom>
              <a:solidFill>
                <a:srgbClr val="000090"/>
              </a:solidFill>
              <a:ln w="9525">
                <a:solidFill>
                  <a:schemeClr val="tx1"/>
                </a:solidFill>
                <a:round/>
                <a:headEnd/>
                <a:tailEnd/>
              </a:ln>
            </p:spPr>
            <p:txBody>
              <a:bodyPr wrap="none" anchor="ctr"/>
              <a:lstStyle/>
              <a:p>
                <a:endParaRPr lang="en-US"/>
              </a:p>
            </p:txBody>
          </p:sp>
          <p:sp>
            <p:nvSpPr>
              <p:cNvPr id="28" name="Rectangle 36">
                <a:extLst>
                  <a:ext uri="{FF2B5EF4-FFF2-40B4-BE49-F238E27FC236}">
                    <a16:creationId xmlns:a16="http://schemas.microsoft.com/office/drawing/2014/main" id="{3D84F129-F3A4-B2FA-AB7E-49BCCB2B1F11}"/>
                  </a:ext>
                </a:extLst>
              </p:cNvPr>
              <p:cNvSpPr>
                <a:spLocks noChangeArrowheads="1"/>
              </p:cNvSpPr>
              <p:nvPr/>
            </p:nvSpPr>
            <p:spPr bwMode="auto">
              <a:xfrm>
                <a:off x="5591174" y="5900936"/>
                <a:ext cx="304800" cy="304800"/>
              </a:xfrm>
              <a:prstGeom prst="rect">
                <a:avLst/>
              </a:prstGeom>
              <a:solidFill>
                <a:srgbClr val="000090"/>
              </a:solidFill>
              <a:ln w="9525">
                <a:solidFill>
                  <a:schemeClr val="tx1"/>
                </a:solidFill>
                <a:round/>
                <a:headEnd/>
                <a:tailEnd/>
              </a:ln>
            </p:spPr>
            <p:txBody>
              <a:bodyPr wrap="none" anchor="ctr"/>
              <a:lstStyle/>
              <a:p>
                <a:endParaRPr lang="en-US"/>
              </a:p>
            </p:txBody>
          </p:sp>
          <p:cxnSp>
            <p:nvCxnSpPr>
              <p:cNvPr id="29" name="直接连接符 28">
                <a:extLst>
                  <a:ext uri="{FF2B5EF4-FFF2-40B4-BE49-F238E27FC236}">
                    <a16:creationId xmlns:a16="http://schemas.microsoft.com/office/drawing/2014/main" id="{D499C13D-A78F-65F3-F0B9-67218249F574}"/>
                  </a:ext>
                </a:extLst>
              </p:cNvPr>
              <p:cNvCxnSpPr>
                <a:endCxn id="27" idx="1"/>
              </p:cNvCxnSpPr>
              <p:nvPr/>
            </p:nvCxnSpPr>
            <p:spPr>
              <a:xfrm>
                <a:off x="4489449" y="5088136"/>
                <a:ext cx="1076325" cy="0"/>
              </a:xfrm>
              <a:prstGeom prst="line">
                <a:avLst/>
              </a:prstGeom>
            </p:spPr>
            <p:style>
              <a:lnRef idx="1">
                <a:schemeClr val="dk1"/>
              </a:lnRef>
              <a:fillRef idx="0">
                <a:schemeClr val="dk1"/>
              </a:fillRef>
              <a:effectRef idx="0">
                <a:schemeClr val="dk1"/>
              </a:effectRef>
              <a:fontRef idx="minor">
                <a:schemeClr val="tx1"/>
              </a:fontRef>
            </p:style>
          </p:cxnSp>
        </p:grpSp>
        <p:sp>
          <p:nvSpPr>
            <p:cNvPr id="20" name="文本框 19">
              <a:extLst>
                <a:ext uri="{FF2B5EF4-FFF2-40B4-BE49-F238E27FC236}">
                  <a16:creationId xmlns:a16="http://schemas.microsoft.com/office/drawing/2014/main" id="{0B231174-C177-0FFA-75C0-E7F7783A84FC}"/>
                </a:ext>
              </a:extLst>
            </p:cNvPr>
            <p:cNvSpPr txBox="1"/>
            <p:nvPr/>
          </p:nvSpPr>
          <p:spPr>
            <a:xfrm>
              <a:off x="32239" y="6165086"/>
              <a:ext cx="1737450" cy="369332"/>
            </a:xfrm>
            <a:prstGeom prst="rect">
              <a:avLst/>
            </a:prstGeom>
            <a:noFill/>
          </p:spPr>
          <p:txBody>
            <a:bodyPr wrap="square" rtlCol="0">
              <a:spAutoFit/>
            </a:bodyPr>
            <a:lstStyle/>
            <a:p>
              <a:r>
                <a:rPr lang="en-US" altLang="zh-CN" b="1" dirty="0"/>
                <a:t>Primary station </a:t>
              </a:r>
              <a:endParaRPr lang="zh-CN" altLang="en-US" b="1" dirty="0"/>
            </a:p>
          </p:txBody>
        </p:sp>
        <p:sp>
          <p:nvSpPr>
            <p:cNvPr id="21" name="文本框 20">
              <a:extLst>
                <a:ext uri="{FF2B5EF4-FFF2-40B4-BE49-F238E27FC236}">
                  <a16:creationId xmlns:a16="http://schemas.microsoft.com/office/drawing/2014/main" id="{DCB2355B-CB25-AAC8-36BD-CFDB59097046}"/>
                </a:ext>
              </a:extLst>
            </p:cNvPr>
            <p:cNvSpPr txBox="1"/>
            <p:nvPr/>
          </p:nvSpPr>
          <p:spPr>
            <a:xfrm>
              <a:off x="2012731" y="6761763"/>
              <a:ext cx="1864455" cy="369332"/>
            </a:xfrm>
            <a:prstGeom prst="rect">
              <a:avLst/>
            </a:prstGeom>
            <a:noFill/>
          </p:spPr>
          <p:txBody>
            <a:bodyPr wrap="square" rtlCol="0">
              <a:spAutoFit/>
            </a:bodyPr>
            <a:lstStyle/>
            <a:p>
              <a:r>
                <a:rPr lang="en-US" altLang="zh-CN" b="1" dirty="0"/>
                <a:t>secondary station </a:t>
              </a:r>
              <a:endParaRPr lang="zh-CN" altLang="en-US" b="1" dirty="0"/>
            </a:p>
          </p:txBody>
        </p:sp>
      </p:grpSp>
      <p:grpSp>
        <p:nvGrpSpPr>
          <p:cNvPr id="30" name="组合 29">
            <a:extLst>
              <a:ext uri="{FF2B5EF4-FFF2-40B4-BE49-F238E27FC236}">
                <a16:creationId xmlns:a16="http://schemas.microsoft.com/office/drawing/2014/main" id="{381D09F8-74DB-47F3-3508-F08915F7C29F}"/>
              </a:ext>
            </a:extLst>
          </p:cNvPr>
          <p:cNvGrpSpPr/>
          <p:nvPr/>
        </p:nvGrpSpPr>
        <p:grpSpPr>
          <a:xfrm>
            <a:off x="1634105" y="5049821"/>
            <a:ext cx="5226561" cy="1094404"/>
            <a:chOff x="6839976" y="243122"/>
            <a:chExt cx="5226561" cy="1094404"/>
          </a:xfrm>
        </p:grpSpPr>
        <p:pic>
          <p:nvPicPr>
            <p:cNvPr id="31" name="图片 30">
              <a:extLst>
                <a:ext uri="{FF2B5EF4-FFF2-40B4-BE49-F238E27FC236}">
                  <a16:creationId xmlns:a16="http://schemas.microsoft.com/office/drawing/2014/main" id="{498063F2-DABE-3370-48AB-686508E9A69A}"/>
                </a:ext>
              </a:extLst>
            </p:cNvPr>
            <p:cNvPicPr>
              <a:picLocks noChangeAspect="1"/>
            </p:cNvPicPr>
            <p:nvPr/>
          </p:nvPicPr>
          <p:blipFill>
            <a:blip r:embed="rId2">
              <a:duotone>
                <a:prstClr val="black"/>
                <a:srgbClr val="3E4095">
                  <a:tint val="45000"/>
                  <a:satMod val="400000"/>
                </a:srgbClr>
              </a:duotone>
            </a:blip>
            <a:stretch>
              <a:fillRect/>
            </a:stretch>
          </p:blipFill>
          <p:spPr>
            <a:xfrm>
              <a:off x="8800038" y="561182"/>
              <a:ext cx="772569" cy="334962"/>
            </a:xfrm>
            <a:prstGeom prst="rect">
              <a:avLst/>
            </a:prstGeom>
          </p:spPr>
        </p:pic>
        <p:cxnSp>
          <p:nvCxnSpPr>
            <p:cNvPr id="32" name="直接连接符 31">
              <a:extLst>
                <a:ext uri="{FF2B5EF4-FFF2-40B4-BE49-F238E27FC236}">
                  <a16:creationId xmlns:a16="http://schemas.microsoft.com/office/drawing/2014/main" id="{DF60B064-C96F-4AC7-E3D4-F27F994B8776}"/>
                </a:ext>
              </a:extLst>
            </p:cNvPr>
            <p:cNvCxnSpPr>
              <a:cxnSpLocks/>
              <a:endCxn id="31" idx="3"/>
            </p:cNvCxnSpPr>
            <p:nvPr/>
          </p:nvCxnSpPr>
          <p:spPr>
            <a:xfrm flipH="1">
              <a:off x="9572607" y="728663"/>
              <a:ext cx="1031704" cy="0"/>
            </a:xfrm>
            <a:prstGeom prst="line">
              <a:avLst/>
            </a:prstGeom>
            <a:noFill/>
            <a:ln w="28575" cap="flat" cmpd="sng" algn="ctr">
              <a:solidFill>
                <a:sysClr val="windowText" lastClr="000000"/>
              </a:solidFill>
              <a:prstDash val="solid"/>
              <a:miter lim="800000"/>
            </a:ln>
            <a:effectLst/>
          </p:spPr>
        </p:cxnSp>
        <p:pic>
          <p:nvPicPr>
            <p:cNvPr id="33" name="图片 32">
              <a:extLst>
                <a:ext uri="{FF2B5EF4-FFF2-40B4-BE49-F238E27FC236}">
                  <a16:creationId xmlns:a16="http://schemas.microsoft.com/office/drawing/2014/main" id="{F1E479FB-D235-1B07-6BBD-E0E91D82C5CD}"/>
                </a:ext>
              </a:extLst>
            </p:cNvPr>
            <p:cNvPicPr>
              <a:picLocks noChangeAspect="1"/>
            </p:cNvPicPr>
            <p:nvPr/>
          </p:nvPicPr>
          <p:blipFill>
            <a:blip r:embed="rId2">
              <a:duotone>
                <a:prstClr val="black"/>
                <a:srgbClr val="3E4095">
                  <a:tint val="45000"/>
                  <a:satMod val="400000"/>
                </a:srgbClr>
              </a:duotone>
            </a:blip>
            <a:stretch>
              <a:fillRect/>
            </a:stretch>
          </p:blipFill>
          <p:spPr>
            <a:xfrm>
              <a:off x="10580142" y="561182"/>
              <a:ext cx="772569" cy="334962"/>
            </a:xfrm>
            <a:prstGeom prst="rect">
              <a:avLst/>
            </a:prstGeom>
          </p:spPr>
        </p:pic>
        <p:cxnSp>
          <p:nvCxnSpPr>
            <p:cNvPr id="34" name="直接连接符 33">
              <a:extLst>
                <a:ext uri="{FF2B5EF4-FFF2-40B4-BE49-F238E27FC236}">
                  <a16:creationId xmlns:a16="http://schemas.microsoft.com/office/drawing/2014/main" id="{C321766D-F20A-C6A8-1930-49A3F98386D1}"/>
                </a:ext>
              </a:extLst>
            </p:cNvPr>
            <p:cNvCxnSpPr>
              <a:cxnSpLocks/>
            </p:cNvCxnSpPr>
            <p:nvPr/>
          </p:nvCxnSpPr>
          <p:spPr>
            <a:xfrm flipH="1">
              <a:off x="7768334" y="728663"/>
              <a:ext cx="1031704" cy="0"/>
            </a:xfrm>
            <a:prstGeom prst="line">
              <a:avLst/>
            </a:prstGeom>
            <a:noFill/>
            <a:ln w="28575" cap="flat" cmpd="sng" algn="ctr">
              <a:solidFill>
                <a:sysClr val="windowText" lastClr="000000"/>
              </a:solidFill>
              <a:prstDash val="solid"/>
              <a:miter lim="800000"/>
            </a:ln>
            <a:effectLst/>
          </p:spPr>
        </p:cxnSp>
        <p:pic>
          <p:nvPicPr>
            <p:cNvPr id="35" name="图片 34">
              <a:extLst>
                <a:ext uri="{FF2B5EF4-FFF2-40B4-BE49-F238E27FC236}">
                  <a16:creationId xmlns:a16="http://schemas.microsoft.com/office/drawing/2014/main" id="{8A608192-7F98-91AA-279A-95413A012601}"/>
                </a:ext>
              </a:extLst>
            </p:cNvPr>
            <p:cNvPicPr>
              <a:picLocks noChangeAspect="1"/>
            </p:cNvPicPr>
            <p:nvPr/>
          </p:nvPicPr>
          <p:blipFill>
            <a:blip r:embed="rId2">
              <a:duotone>
                <a:prstClr val="black"/>
                <a:srgbClr val="3E4095">
                  <a:tint val="45000"/>
                  <a:satMod val="400000"/>
                </a:srgbClr>
              </a:duotone>
            </a:blip>
            <a:stretch>
              <a:fillRect/>
            </a:stretch>
          </p:blipFill>
          <p:spPr>
            <a:xfrm>
              <a:off x="7019606" y="569005"/>
              <a:ext cx="772569" cy="334962"/>
            </a:xfrm>
            <a:prstGeom prst="rect">
              <a:avLst/>
            </a:prstGeom>
          </p:spPr>
        </p:pic>
        <p:sp>
          <p:nvSpPr>
            <p:cNvPr id="36" name="文本框 35">
              <a:extLst>
                <a:ext uri="{FF2B5EF4-FFF2-40B4-BE49-F238E27FC236}">
                  <a16:creationId xmlns:a16="http://schemas.microsoft.com/office/drawing/2014/main" id="{066BC66D-2B97-BFA0-2CE6-B2E0819EA4C5}"/>
                </a:ext>
              </a:extLst>
            </p:cNvPr>
            <p:cNvSpPr txBox="1"/>
            <p:nvPr/>
          </p:nvSpPr>
          <p:spPr>
            <a:xfrm>
              <a:off x="7099805" y="270958"/>
              <a:ext cx="61216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R1</a:t>
              </a:r>
              <a:endParaRPr kumimoji="0" lang="zh-CN" altLang="en-US" sz="1600" b="1" i="0" u="none" strike="noStrike" kern="0" cap="none" spc="0" normalizeH="0" baseline="0" noProof="0" dirty="0">
                <a:ln>
                  <a:noFill/>
                </a:ln>
                <a:solidFill>
                  <a:prstClr val="black"/>
                </a:solidFill>
                <a:effectLst/>
                <a:uLnTx/>
                <a:uFillTx/>
              </a:endParaRPr>
            </a:p>
          </p:txBody>
        </p:sp>
        <p:sp>
          <p:nvSpPr>
            <p:cNvPr id="37" name="文本框 36">
              <a:extLst>
                <a:ext uri="{FF2B5EF4-FFF2-40B4-BE49-F238E27FC236}">
                  <a16:creationId xmlns:a16="http://schemas.microsoft.com/office/drawing/2014/main" id="{5A52C759-DB45-A214-9F4C-3A1E4428BB1C}"/>
                </a:ext>
              </a:extLst>
            </p:cNvPr>
            <p:cNvSpPr txBox="1"/>
            <p:nvPr/>
          </p:nvSpPr>
          <p:spPr>
            <a:xfrm>
              <a:off x="8804045" y="261300"/>
              <a:ext cx="61216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R2</a:t>
              </a:r>
              <a:endParaRPr kumimoji="0" lang="zh-CN" altLang="en-US" sz="1600" b="1" i="0" u="none" strike="noStrike" kern="0" cap="none" spc="0" normalizeH="0" baseline="0" noProof="0" dirty="0">
                <a:ln>
                  <a:noFill/>
                </a:ln>
                <a:solidFill>
                  <a:prstClr val="black"/>
                </a:solidFill>
                <a:effectLst/>
                <a:uLnTx/>
                <a:uFillTx/>
              </a:endParaRPr>
            </a:p>
          </p:txBody>
        </p:sp>
        <p:sp>
          <p:nvSpPr>
            <p:cNvPr id="38" name="文本框 37">
              <a:extLst>
                <a:ext uri="{FF2B5EF4-FFF2-40B4-BE49-F238E27FC236}">
                  <a16:creationId xmlns:a16="http://schemas.microsoft.com/office/drawing/2014/main" id="{F660B51F-CD09-F451-22FC-89BD58440B72}"/>
                </a:ext>
              </a:extLst>
            </p:cNvPr>
            <p:cNvSpPr txBox="1"/>
            <p:nvPr/>
          </p:nvSpPr>
          <p:spPr>
            <a:xfrm>
              <a:off x="10660341" y="243122"/>
              <a:ext cx="61216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R3</a:t>
              </a:r>
              <a:endParaRPr kumimoji="0" lang="zh-CN" altLang="en-US" sz="1600" b="1" i="0" u="none" strike="noStrike" kern="0" cap="none" spc="0" normalizeH="0" baseline="0" noProof="0" dirty="0">
                <a:ln>
                  <a:noFill/>
                </a:ln>
                <a:solidFill>
                  <a:prstClr val="black"/>
                </a:solidFill>
                <a:effectLst/>
                <a:uLnTx/>
                <a:uFillTx/>
              </a:endParaRPr>
            </a:p>
          </p:txBody>
        </p:sp>
        <p:sp>
          <p:nvSpPr>
            <p:cNvPr id="39" name="矩形 38">
              <a:extLst>
                <a:ext uri="{FF2B5EF4-FFF2-40B4-BE49-F238E27FC236}">
                  <a16:creationId xmlns:a16="http://schemas.microsoft.com/office/drawing/2014/main" id="{FFB2BA8C-00B3-B635-865B-F4D9CDE5A71C}"/>
                </a:ext>
              </a:extLst>
            </p:cNvPr>
            <p:cNvSpPr/>
            <p:nvPr/>
          </p:nvSpPr>
          <p:spPr>
            <a:xfrm>
              <a:off x="6839976" y="968195"/>
              <a:ext cx="1422779" cy="369331"/>
            </a:xfrm>
            <a:prstGeom prst="rect">
              <a:avLst/>
            </a:prstGeom>
            <a:solidFill>
              <a:srgbClr val="262699"/>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rPr>
                <a:t>MAC:  R1</a:t>
              </a: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sym typeface="Wingdings" panose="05000000000000000000" pitchFamily="2" charset="2"/>
                </a:rPr>
                <a:t>R2</a:t>
              </a:r>
              <a:endParaRPr kumimoji="0" lang="zh-CN" altLang="en-US" sz="1600" b="0" i="0" u="none" strike="noStrike" kern="0" cap="none" spc="0" normalizeH="0" baseline="0" noProof="0" dirty="0">
                <a:ln>
                  <a:noFill/>
                </a:ln>
                <a:solidFill>
                  <a:prstClr val="white"/>
                </a:solidFill>
                <a:effectLst/>
                <a:uLnTx/>
                <a:uFillTx/>
                <a:latin typeface="Calibri"/>
                <a:ea typeface="微软雅黑"/>
                <a:cs typeface="+mn-cs"/>
              </a:endParaRPr>
            </a:p>
          </p:txBody>
        </p:sp>
        <p:sp>
          <p:nvSpPr>
            <p:cNvPr id="40" name="矩形 39">
              <a:extLst>
                <a:ext uri="{FF2B5EF4-FFF2-40B4-BE49-F238E27FC236}">
                  <a16:creationId xmlns:a16="http://schemas.microsoft.com/office/drawing/2014/main" id="{410D5D39-F388-C9FE-1589-80C8976C21BB}"/>
                </a:ext>
              </a:extLst>
            </p:cNvPr>
            <p:cNvSpPr/>
            <p:nvPr/>
          </p:nvSpPr>
          <p:spPr>
            <a:xfrm>
              <a:off x="8266169" y="965477"/>
              <a:ext cx="1067737" cy="369332"/>
            </a:xfrm>
            <a:prstGeom prst="rect">
              <a:avLst/>
            </a:prstGeom>
            <a:solidFill>
              <a:srgbClr val="FFDE20"/>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IP</a:t>
              </a:r>
              <a:r>
                <a:rPr kumimoji="0" lang="zh-CN" altLang="en-US" sz="1800" b="0" i="0" u="none" strike="noStrike" kern="0" cap="none" spc="0" normalizeH="0" baseline="0" noProof="0" dirty="0">
                  <a:ln>
                    <a:noFill/>
                  </a:ln>
                  <a:solidFill>
                    <a:prstClr val="black"/>
                  </a:solidFill>
                  <a:effectLst/>
                  <a:uLnTx/>
                  <a:uFillTx/>
                  <a:latin typeface="Calibri"/>
                  <a:ea typeface="微软雅黑"/>
                  <a:cs typeface="+mn-cs"/>
                </a:rPr>
                <a:t>：</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S</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sym typeface="Wingdings" panose="05000000000000000000" pitchFamily="2" charset="2"/>
                </a:rPr>
                <a:t>D</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41" name="矩形 40">
              <a:extLst>
                <a:ext uri="{FF2B5EF4-FFF2-40B4-BE49-F238E27FC236}">
                  <a16:creationId xmlns:a16="http://schemas.microsoft.com/office/drawing/2014/main" id="{76EEB13E-1398-E504-63C3-AEA9183224C0}"/>
                </a:ext>
              </a:extLst>
            </p:cNvPr>
            <p:cNvSpPr/>
            <p:nvPr/>
          </p:nvSpPr>
          <p:spPr>
            <a:xfrm>
              <a:off x="9572607" y="963396"/>
              <a:ext cx="1422779" cy="369331"/>
            </a:xfrm>
            <a:prstGeom prst="rect">
              <a:avLst/>
            </a:prstGeom>
            <a:solidFill>
              <a:srgbClr val="262699"/>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rPr>
                <a:t>MAC:  R2</a:t>
              </a: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sym typeface="Wingdings" panose="05000000000000000000" pitchFamily="2" charset="2"/>
                </a:rPr>
                <a:t>R3</a:t>
              </a:r>
              <a:endParaRPr kumimoji="0" lang="zh-CN" altLang="en-US" sz="1600" b="0" i="0" u="none" strike="noStrike" kern="0" cap="none" spc="0" normalizeH="0" baseline="0" noProof="0" dirty="0">
                <a:ln>
                  <a:noFill/>
                </a:ln>
                <a:solidFill>
                  <a:prstClr val="white"/>
                </a:solidFill>
                <a:effectLst/>
                <a:uLnTx/>
                <a:uFillTx/>
                <a:latin typeface="Calibri"/>
                <a:ea typeface="微软雅黑"/>
                <a:cs typeface="+mn-cs"/>
              </a:endParaRPr>
            </a:p>
          </p:txBody>
        </p:sp>
        <p:sp>
          <p:nvSpPr>
            <p:cNvPr id="42" name="矩形 41">
              <a:extLst>
                <a:ext uri="{FF2B5EF4-FFF2-40B4-BE49-F238E27FC236}">
                  <a16:creationId xmlns:a16="http://schemas.microsoft.com/office/drawing/2014/main" id="{1C4EB36E-15BF-A93B-2BE3-CFAED2E368C9}"/>
                </a:ext>
              </a:extLst>
            </p:cNvPr>
            <p:cNvSpPr/>
            <p:nvPr/>
          </p:nvSpPr>
          <p:spPr>
            <a:xfrm>
              <a:off x="10998800" y="960678"/>
              <a:ext cx="1067737" cy="369332"/>
            </a:xfrm>
            <a:prstGeom prst="rect">
              <a:avLst/>
            </a:prstGeom>
            <a:solidFill>
              <a:srgbClr val="FFDE20"/>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IP</a:t>
              </a:r>
              <a:r>
                <a:rPr kumimoji="0" lang="zh-CN" altLang="en-US" sz="1800" b="0" i="0" u="none" strike="noStrike" kern="0" cap="none" spc="0" normalizeH="0" baseline="0" noProof="0" dirty="0">
                  <a:ln>
                    <a:noFill/>
                  </a:ln>
                  <a:solidFill>
                    <a:prstClr val="black"/>
                  </a:solidFill>
                  <a:effectLst/>
                  <a:uLnTx/>
                  <a:uFillTx/>
                  <a:latin typeface="Calibri"/>
                  <a:ea typeface="微软雅黑"/>
                  <a:cs typeface="+mn-cs"/>
                </a:rPr>
                <a:t>：</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S</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sym typeface="Wingdings" panose="05000000000000000000" pitchFamily="2" charset="2"/>
                </a:rPr>
                <a:t>D</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spTree>
    <p:extLst>
      <p:ext uri="{BB962C8B-B14F-4D97-AF65-F5344CB8AC3E}">
        <p14:creationId xmlns:p14="http://schemas.microsoft.com/office/powerpoint/2010/main" val="366297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8AC70-76D9-32C7-7225-E37C550CA897}"/>
              </a:ext>
            </a:extLst>
          </p:cNvPr>
          <p:cNvSpPr>
            <a:spLocks noGrp="1"/>
          </p:cNvSpPr>
          <p:nvPr>
            <p:ph type="title"/>
          </p:nvPr>
        </p:nvSpPr>
        <p:spPr/>
        <p:txBody>
          <a:bodyPr/>
          <a:lstStyle/>
          <a:p>
            <a:r>
              <a:rPr lang="zh-CN" altLang="en-US" dirty="0"/>
              <a:t>链路层提供的服务</a:t>
            </a:r>
          </a:p>
        </p:txBody>
      </p:sp>
      <p:sp>
        <p:nvSpPr>
          <p:cNvPr id="3" name="内容占位符 2">
            <a:extLst>
              <a:ext uri="{FF2B5EF4-FFF2-40B4-BE49-F238E27FC236}">
                <a16:creationId xmlns:a16="http://schemas.microsoft.com/office/drawing/2014/main" id="{7E95A1E3-6397-0FD7-105B-F57519D6ADAB}"/>
              </a:ext>
            </a:extLst>
          </p:cNvPr>
          <p:cNvSpPr>
            <a:spLocks noGrp="1"/>
          </p:cNvSpPr>
          <p:nvPr>
            <p:ph idx="1"/>
          </p:nvPr>
        </p:nvSpPr>
        <p:spPr>
          <a:xfrm>
            <a:off x="442913" y="728663"/>
            <a:ext cx="7620009" cy="5617710"/>
          </a:xfrm>
        </p:spPr>
        <p:txBody>
          <a:bodyPr>
            <a:normAutofit/>
          </a:bodyPr>
          <a:lstStyle/>
          <a:p>
            <a:r>
              <a:rPr lang="zh-CN" altLang="en-US" u="sng" dirty="0">
                <a:solidFill>
                  <a:srgbClr val="FF0000"/>
                </a:solidFill>
              </a:rPr>
              <a:t>成帧</a:t>
            </a:r>
            <a:r>
              <a:rPr lang="en-US" altLang="zh-CN" u="sng" dirty="0">
                <a:solidFill>
                  <a:srgbClr val="FF0000"/>
                </a:solidFill>
              </a:rPr>
              <a:t>(Framing)</a:t>
            </a:r>
            <a:endParaRPr lang="zh-CN" altLang="en-US" u="sng" dirty="0">
              <a:solidFill>
                <a:srgbClr val="FF0000"/>
              </a:solidFill>
            </a:endParaRPr>
          </a:p>
          <a:p>
            <a:pPr lvl="1"/>
            <a:r>
              <a:rPr lang="zh-CN" altLang="en-US" sz="2000" dirty="0"/>
              <a:t>要传输的数据添加头部和尾部封装成帧</a:t>
            </a:r>
            <a:endParaRPr lang="en-US" altLang="zh-CN" sz="2000" dirty="0"/>
          </a:p>
          <a:p>
            <a:pPr lvl="1"/>
            <a:r>
              <a:rPr lang="zh-CN" altLang="en-US" sz="2000" dirty="0"/>
              <a:t>帧定界：如何决定帧的开始和结束？</a:t>
            </a:r>
            <a:endParaRPr lang="en-US" altLang="zh-CN" sz="2000" dirty="0"/>
          </a:p>
          <a:p>
            <a:r>
              <a:rPr lang="zh-CN" altLang="en-US" dirty="0"/>
              <a:t>链路接入：媒体</a:t>
            </a:r>
            <a:r>
              <a:rPr lang="en-US" altLang="zh-CN" dirty="0"/>
              <a:t>/</a:t>
            </a:r>
            <a:r>
              <a:rPr lang="zh-CN" altLang="en-US" dirty="0"/>
              <a:t>介质访问控制</a:t>
            </a:r>
            <a:r>
              <a:rPr lang="en-US" altLang="zh-CN" dirty="0"/>
              <a:t>MAC</a:t>
            </a:r>
            <a:r>
              <a:rPr lang="zh-CN" altLang="en-US" dirty="0"/>
              <a:t>（</a:t>
            </a:r>
            <a:r>
              <a:rPr lang="en-US" altLang="zh-CN" dirty="0"/>
              <a:t>Medium Access Control</a:t>
            </a:r>
            <a:r>
              <a:rPr lang="zh-CN" altLang="en-US" dirty="0"/>
              <a:t>），控制媒体的访问</a:t>
            </a:r>
          </a:p>
          <a:p>
            <a:pPr lvl="1"/>
            <a:r>
              <a:rPr lang="zh-CN" altLang="en-US" sz="2000" dirty="0"/>
              <a:t>点到点的链路相对来说要简单些：链路空闲时可以发送，不会冲突</a:t>
            </a:r>
            <a:endParaRPr lang="en-US" altLang="zh-CN" sz="2000" dirty="0"/>
          </a:p>
          <a:p>
            <a:pPr lvl="1"/>
            <a:r>
              <a:rPr lang="zh-CN" altLang="en-US" sz="2000" u="sng" dirty="0">
                <a:solidFill>
                  <a:srgbClr val="FF0000"/>
                </a:solidFill>
              </a:rPr>
              <a:t>多路访问：多个节点共享一条广播链路</a:t>
            </a:r>
            <a:endParaRPr lang="en-US" altLang="zh-CN" sz="2000" dirty="0"/>
          </a:p>
          <a:p>
            <a:r>
              <a:rPr lang="zh-CN" altLang="en-US" dirty="0"/>
              <a:t>差错检测和校正</a:t>
            </a:r>
            <a:r>
              <a:rPr lang="en-US" altLang="zh-CN" dirty="0"/>
              <a:t>(Error Detection and Correction)</a:t>
            </a:r>
          </a:p>
          <a:p>
            <a:pPr lvl="1"/>
            <a:r>
              <a:rPr lang="zh-CN" altLang="en-US" sz="2000" dirty="0"/>
              <a:t>信号衰减、噪声等导致比特差错</a:t>
            </a:r>
            <a:endParaRPr lang="en-US" altLang="zh-CN" sz="2000" dirty="0"/>
          </a:p>
          <a:p>
            <a:pPr lvl="1"/>
            <a:r>
              <a:rPr lang="zh-CN" altLang="en-US" sz="2000" dirty="0"/>
              <a:t>差错检测</a:t>
            </a:r>
            <a:r>
              <a:rPr lang="en-US" altLang="zh-CN" sz="2000" dirty="0"/>
              <a:t>:  </a:t>
            </a:r>
            <a:r>
              <a:rPr lang="zh-CN" altLang="en-US" sz="2000" dirty="0"/>
              <a:t>通过差错编码</a:t>
            </a:r>
            <a:r>
              <a:rPr lang="en-US" altLang="zh-CN" sz="2000" dirty="0"/>
              <a:t>(</a:t>
            </a:r>
            <a:r>
              <a:rPr lang="zh-CN" altLang="en-US" sz="2000" dirty="0"/>
              <a:t>检错码），检测帧是否出错</a:t>
            </a:r>
            <a:endParaRPr lang="en-US" altLang="zh-CN" sz="2000" dirty="0"/>
          </a:p>
          <a:p>
            <a:pPr lvl="1"/>
            <a:r>
              <a:rPr lang="zh-CN" altLang="en-US" sz="2000" dirty="0"/>
              <a:t>差错校正</a:t>
            </a:r>
            <a:r>
              <a:rPr lang="en-US" altLang="zh-CN" sz="2000" dirty="0"/>
              <a:t>(</a:t>
            </a:r>
            <a:r>
              <a:rPr lang="zh-CN" altLang="en-US" sz="2000" dirty="0"/>
              <a:t>纠正）：通过差错编码（纠错码），不仅仅检测出差错，而且能够纠正错误</a:t>
            </a:r>
            <a:endParaRPr lang="en-US" altLang="zh-CN" sz="2000" dirty="0"/>
          </a:p>
          <a:p>
            <a:endParaRPr lang="zh-CN" altLang="en-US" dirty="0"/>
          </a:p>
        </p:txBody>
      </p:sp>
      <p:grpSp>
        <p:nvGrpSpPr>
          <p:cNvPr id="258" name="组合 257">
            <a:extLst>
              <a:ext uri="{FF2B5EF4-FFF2-40B4-BE49-F238E27FC236}">
                <a16:creationId xmlns:a16="http://schemas.microsoft.com/office/drawing/2014/main" id="{17C26768-874B-89BF-9FE4-9BDAA65ADF52}"/>
              </a:ext>
            </a:extLst>
          </p:cNvPr>
          <p:cNvGrpSpPr/>
          <p:nvPr/>
        </p:nvGrpSpPr>
        <p:grpSpPr>
          <a:xfrm>
            <a:off x="8009219" y="1012975"/>
            <a:ext cx="4055125" cy="5116362"/>
            <a:chOff x="7822406" y="1242873"/>
            <a:chExt cx="4055125" cy="5116362"/>
          </a:xfrm>
        </p:grpSpPr>
        <p:sp>
          <p:nvSpPr>
            <p:cNvPr id="4" name="Oval 800">
              <a:extLst>
                <a:ext uri="{FF2B5EF4-FFF2-40B4-BE49-F238E27FC236}">
                  <a16:creationId xmlns:a16="http://schemas.microsoft.com/office/drawing/2014/main" id="{95486940-E4B1-CE99-C99B-F7C5AD65274C}"/>
                </a:ext>
              </a:extLst>
            </p:cNvPr>
            <p:cNvSpPr>
              <a:spLocks noChangeArrowheads="1"/>
            </p:cNvSpPr>
            <p:nvPr/>
          </p:nvSpPr>
          <p:spPr bwMode="auto">
            <a:xfrm>
              <a:off x="9243945"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 name="Group 817">
              <a:extLst>
                <a:ext uri="{FF2B5EF4-FFF2-40B4-BE49-F238E27FC236}">
                  <a16:creationId xmlns:a16="http://schemas.microsoft.com/office/drawing/2014/main" id="{ED8F8E88-C096-DF8E-16A5-6C41BDE6611E}"/>
                </a:ext>
              </a:extLst>
            </p:cNvPr>
            <p:cNvGrpSpPr>
              <a:grpSpLocks/>
            </p:cNvGrpSpPr>
            <p:nvPr/>
          </p:nvGrpSpPr>
          <p:grpSpPr bwMode="auto">
            <a:xfrm>
              <a:off x="8980811" y="3275911"/>
              <a:ext cx="615031" cy="694531"/>
              <a:chOff x="2920" y="1424"/>
              <a:chExt cx="326" cy="320"/>
            </a:xfrm>
          </p:grpSpPr>
          <p:sp>
            <p:nvSpPr>
              <p:cNvPr id="6" name="Oval 818">
                <a:extLst>
                  <a:ext uri="{FF2B5EF4-FFF2-40B4-BE49-F238E27FC236}">
                    <a16:creationId xmlns:a16="http://schemas.microsoft.com/office/drawing/2014/main" id="{FCC456A3-4A03-F8FF-3A88-1F5411998743}"/>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7" name="Group 819">
                <a:extLst>
                  <a:ext uri="{FF2B5EF4-FFF2-40B4-BE49-F238E27FC236}">
                    <a16:creationId xmlns:a16="http://schemas.microsoft.com/office/drawing/2014/main" id="{D54323E8-4A56-CBDD-5C55-6876446E6631}"/>
                  </a:ext>
                </a:extLst>
              </p:cNvPr>
              <p:cNvGrpSpPr>
                <a:grpSpLocks/>
              </p:cNvGrpSpPr>
              <p:nvPr/>
            </p:nvGrpSpPr>
            <p:grpSpPr bwMode="auto">
              <a:xfrm>
                <a:off x="2949" y="1424"/>
                <a:ext cx="265" cy="280"/>
                <a:chOff x="2949" y="1424"/>
                <a:chExt cx="265" cy="280"/>
              </a:xfrm>
            </p:grpSpPr>
            <p:sp>
              <p:nvSpPr>
                <p:cNvPr id="9" name="Oval 820">
                  <a:extLst>
                    <a:ext uri="{FF2B5EF4-FFF2-40B4-BE49-F238E27FC236}">
                      <a16:creationId xmlns:a16="http://schemas.microsoft.com/office/drawing/2014/main" id="{B6CF9FEB-789D-D284-7F8E-7DCA6445D1EA}"/>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0" name="Oval 821">
                  <a:extLst>
                    <a:ext uri="{FF2B5EF4-FFF2-40B4-BE49-F238E27FC236}">
                      <a16:creationId xmlns:a16="http://schemas.microsoft.com/office/drawing/2014/main" id="{44EADDC4-665A-C0DC-6400-8165DB2F8577}"/>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1" name="Oval 822">
                  <a:extLst>
                    <a:ext uri="{FF2B5EF4-FFF2-40B4-BE49-F238E27FC236}">
                      <a16:creationId xmlns:a16="http://schemas.microsoft.com/office/drawing/2014/main" id="{E3085EBC-74C7-094A-2640-9A63CDDE5A32}"/>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 name="Oval 823">
                  <a:extLst>
                    <a:ext uri="{FF2B5EF4-FFF2-40B4-BE49-F238E27FC236}">
                      <a16:creationId xmlns:a16="http://schemas.microsoft.com/office/drawing/2014/main" id="{7CC708A2-FC36-07D8-C91B-A6938BD30B3B}"/>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3" name="Freeform 824">
                  <a:extLst>
                    <a:ext uri="{FF2B5EF4-FFF2-40B4-BE49-F238E27FC236}">
                      <a16:creationId xmlns:a16="http://schemas.microsoft.com/office/drawing/2014/main" id="{277D321F-6F40-DDA9-BD31-057451F628AD}"/>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8" name="Freeform 825">
                <a:extLst>
                  <a:ext uri="{FF2B5EF4-FFF2-40B4-BE49-F238E27FC236}">
                    <a16:creationId xmlns:a16="http://schemas.microsoft.com/office/drawing/2014/main" id="{B3730788-53D4-97D8-4EC9-287BF52A3CF8}"/>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4" name="Group 783">
              <a:extLst>
                <a:ext uri="{FF2B5EF4-FFF2-40B4-BE49-F238E27FC236}">
                  <a16:creationId xmlns:a16="http://schemas.microsoft.com/office/drawing/2014/main" id="{A04C5E0F-DBA5-0550-EC93-8008ABE76978}"/>
                </a:ext>
              </a:extLst>
            </p:cNvPr>
            <p:cNvGrpSpPr>
              <a:grpSpLocks/>
            </p:cNvGrpSpPr>
            <p:nvPr/>
          </p:nvGrpSpPr>
          <p:grpSpPr bwMode="auto">
            <a:xfrm>
              <a:off x="9080582" y="3619386"/>
              <a:ext cx="393690" cy="1049595"/>
              <a:chOff x="3130" y="3288"/>
              <a:chExt cx="410" cy="742"/>
            </a:xfrm>
          </p:grpSpPr>
          <p:sp>
            <p:nvSpPr>
              <p:cNvPr id="15" name="Line 270">
                <a:extLst>
                  <a:ext uri="{FF2B5EF4-FFF2-40B4-BE49-F238E27FC236}">
                    <a16:creationId xmlns:a16="http://schemas.microsoft.com/office/drawing/2014/main" id="{760A52EB-2D06-408A-2335-1C633AB996AD}"/>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Line 271">
                <a:extLst>
                  <a:ext uri="{FF2B5EF4-FFF2-40B4-BE49-F238E27FC236}">
                    <a16:creationId xmlns:a16="http://schemas.microsoft.com/office/drawing/2014/main" id="{B6773BCD-FB1B-5AF5-8707-0C80DD9D7760}"/>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Line 272">
                <a:extLst>
                  <a:ext uri="{FF2B5EF4-FFF2-40B4-BE49-F238E27FC236}">
                    <a16:creationId xmlns:a16="http://schemas.microsoft.com/office/drawing/2014/main" id="{E2A5091E-514A-722D-3D46-D7E1E8255E41}"/>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Line 273">
                <a:extLst>
                  <a:ext uri="{FF2B5EF4-FFF2-40B4-BE49-F238E27FC236}">
                    <a16:creationId xmlns:a16="http://schemas.microsoft.com/office/drawing/2014/main" id="{1D323799-6A43-D65D-B463-F64FE5CAC8CD}"/>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Line 274">
                <a:extLst>
                  <a:ext uri="{FF2B5EF4-FFF2-40B4-BE49-F238E27FC236}">
                    <a16:creationId xmlns:a16="http://schemas.microsoft.com/office/drawing/2014/main" id="{297FF0B4-782B-14F4-EF3B-0BA4EBE3E7DA}"/>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Line 275">
                <a:extLst>
                  <a:ext uri="{FF2B5EF4-FFF2-40B4-BE49-F238E27FC236}">
                    <a16:creationId xmlns:a16="http://schemas.microsoft.com/office/drawing/2014/main" id="{E82646D0-44FB-2F3D-960B-2D556C78D762}"/>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Line 276">
                <a:extLst>
                  <a:ext uri="{FF2B5EF4-FFF2-40B4-BE49-F238E27FC236}">
                    <a16:creationId xmlns:a16="http://schemas.microsoft.com/office/drawing/2014/main" id="{6F0AEF5D-8ABC-5570-894C-00527514B610}"/>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Line 277">
                <a:extLst>
                  <a:ext uri="{FF2B5EF4-FFF2-40B4-BE49-F238E27FC236}">
                    <a16:creationId xmlns:a16="http://schemas.microsoft.com/office/drawing/2014/main" id="{53579BA4-A4A9-F308-4888-2101D5EACECB}"/>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278">
                <a:extLst>
                  <a:ext uri="{FF2B5EF4-FFF2-40B4-BE49-F238E27FC236}">
                    <a16:creationId xmlns:a16="http://schemas.microsoft.com/office/drawing/2014/main" id="{94DF9EE1-B179-EDD2-5FDE-CC6D9603F503}"/>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279">
                <a:extLst>
                  <a:ext uri="{FF2B5EF4-FFF2-40B4-BE49-F238E27FC236}">
                    <a16:creationId xmlns:a16="http://schemas.microsoft.com/office/drawing/2014/main" id="{308DC4D3-CE64-8410-91D9-572CC1088417}"/>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280">
                <a:extLst>
                  <a:ext uri="{FF2B5EF4-FFF2-40B4-BE49-F238E27FC236}">
                    <a16:creationId xmlns:a16="http://schemas.microsoft.com/office/drawing/2014/main" id="{387A07A3-3CBE-9B23-D852-53008BFFFCC8}"/>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81">
                <a:extLst>
                  <a:ext uri="{FF2B5EF4-FFF2-40B4-BE49-F238E27FC236}">
                    <a16:creationId xmlns:a16="http://schemas.microsoft.com/office/drawing/2014/main" id="{DA90F4D9-5D4A-5EBB-1681-1D56ACE1F068}"/>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82">
                <a:extLst>
                  <a:ext uri="{FF2B5EF4-FFF2-40B4-BE49-F238E27FC236}">
                    <a16:creationId xmlns:a16="http://schemas.microsoft.com/office/drawing/2014/main" id="{CC15940F-23FC-6724-9441-852857B9B04E}"/>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3">
                <a:extLst>
                  <a:ext uri="{FF2B5EF4-FFF2-40B4-BE49-F238E27FC236}">
                    <a16:creationId xmlns:a16="http://schemas.microsoft.com/office/drawing/2014/main" id="{CF6C4695-57DD-E4E0-5729-624CF5848B94}"/>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84">
                <a:extLst>
                  <a:ext uri="{FF2B5EF4-FFF2-40B4-BE49-F238E27FC236}">
                    <a16:creationId xmlns:a16="http://schemas.microsoft.com/office/drawing/2014/main" id="{4DECF6EA-7510-5731-9DF8-048D3C6B3E21}"/>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0" name="Group 524">
              <a:extLst>
                <a:ext uri="{FF2B5EF4-FFF2-40B4-BE49-F238E27FC236}">
                  <a16:creationId xmlns:a16="http://schemas.microsoft.com/office/drawing/2014/main" id="{751BD377-8380-D27A-C106-1222490A45CA}"/>
                </a:ext>
              </a:extLst>
            </p:cNvPr>
            <p:cNvGrpSpPr/>
            <p:nvPr/>
          </p:nvGrpSpPr>
          <p:grpSpPr>
            <a:xfrm>
              <a:off x="8405402" y="3099042"/>
              <a:ext cx="527285" cy="593983"/>
              <a:chOff x="8328836" y="2202873"/>
              <a:chExt cx="527285" cy="593983"/>
            </a:xfrm>
          </p:grpSpPr>
          <p:pic>
            <p:nvPicPr>
              <p:cNvPr id="31" name="Picture 653" descr="iphone_stylized_small">
                <a:extLst>
                  <a:ext uri="{FF2B5EF4-FFF2-40B4-BE49-F238E27FC236}">
                    <a16:creationId xmlns:a16="http://schemas.microsoft.com/office/drawing/2014/main" id="{15A5D91F-4891-4D9C-DABA-DD27C74A14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850">
                <a:extLst>
                  <a:ext uri="{FF2B5EF4-FFF2-40B4-BE49-F238E27FC236}">
                    <a16:creationId xmlns:a16="http://schemas.microsoft.com/office/drawing/2014/main" id="{B0FA905A-6506-05DA-6C55-7D73F50D6B57}"/>
                  </a:ext>
                </a:extLst>
              </p:cNvPr>
              <p:cNvGrpSpPr>
                <a:grpSpLocks/>
              </p:cNvGrpSpPr>
              <p:nvPr/>
            </p:nvGrpSpPr>
            <p:grpSpPr bwMode="auto">
              <a:xfrm>
                <a:off x="8328836" y="2202873"/>
                <a:ext cx="527285" cy="118466"/>
                <a:chOff x="2199" y="955"/>
                <a:chExt cx="2547" cy="506"/>
              </a:xfrm>
            </p:grpSpPr>
            <p:sp>
              <p:nvSpPr>
                <p:cNvPr id="33" name="Freeform 851">
                  <a:extLst>
                    <a:ext uri="{FF2B5EF4-FFF2-40B4-BE49-F238E27FC236}">
                      <a16:creationId xmlns:a16="http://schemas.microsoft.com/office/drawing/2014/main" id="{ADC3C189-43FC-BAD1-4EFB-0E947226ACE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4" name="Freeform 852">
                  <a:extLst>
                    <a:ext uri="{FF2B5EF4-FFF2-40B4-BE49-F238E27FC236}">
                      <a16:creationId xmlns:a16="http://schemas.microsoft.com/office/drawing/2014/main" id="{5CAD8B49-C542-D769-2DF9-5B4BB1035AE1}"/>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5" name="Freeform 853">
                  <a:extLst>
                    <a:ext uri="{FF2B5EF4-FFF2-40B4-BE49-F238E27FC236}">
                      <a16:creationId xmlns:a16="http://schemas.microsoft.com/office/drawing/2014/main" id="{4392109A-6C02-1A6D-C065-B2C1FD5A237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6" name="Freeform 854">
                  <a:extLst>
                    <a:ext uri="{FF2B5EF4-FFF2-40B4-BE49-F238E27FC236}">
                      <a16:creationId xmlns:a16="http://schemas.microsoft.com/office/drawing/2014/main" id="{4CA282D8-453D-340D-E14F-86BD707AC24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7" name="Freeform 855">
                  <a:extLst>
                    <a:ext uri="{FF2B5EF4-FFF2-40B4-BE49-F238E27FC236}">
                      <a16:creationId xmlns:a16="http://schemas.microsoft.com/office/drawing/2014/main" id="{64FBA208-62ED-87D1-1C7E-D6E815F2571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8" name="Freeform 856">
                  <a:extLst>
                    <a:ext uri="{FF2B5EF4-FFF2-40B4-BE49-F238E27FC236}">
                      <a16:creationId xmlns:a16="http://schemas.microsoft.com/office/drawing/2014/main" id="{34A3F955-5F26-436B-A605-174E2CB951D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grpSp>
          <p:nvGrpSpPr>
            <p:cNvPr id="39" name="Group 525">
              <a:extLst>
                <a:ext uri="{FF2B5EF4-FFF2-40B4-BE49-F238E27FC236}">
                  <a16:creationId xmlns:a16="http://schemas.microsoft.com/office/drawing/2014/main" id="{1323D055-8AD6-33EE-0F91-65BCE441B5C0}"/>
                </a:ext>
              </a:extLst>
            </p:cNvPr>
            <p:cNvGrpSpPr/>
            <p:nvPr/>
          </p:nvGrpSpPr>
          <p:grpSpPr>
            <a:xfrm>
              <a:off x="7822406" y="4024818"/>
              <a:ext cx="1120341" cy="347863"/>
              <a:chOff x="9561515" y="2748013"/>
              <a:chExt cx="1120341" cy="347863"/>
            </a:xfrm>
          </p:grpSpPr>
          <p:pic>
            <p:nvPicPr>
              <p:cNvPr id="40" name="Picture 603" descr="car_icon_small">
                <a:extLst>
                  <a:ext uri="{FF2B5EF4-FFF2-40B4-BE49-F238E27FC236}">
                    <a16:creationId xmlns:a16="http://schemas.microsoft.com/office/drawing/2014/main" id="{9809B5F3-0C89-A6E7-A847-68CEB7E1D0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Group 850">
                <a:extLst>
                  <a:ext uri="{FF2B5EF4-FFF2-40B4-BE49-F238E27FC236}">
                    <a16:creationId xmlns:a16="http://schemas.microsoft.com/office/drawing/2014/main" id="{3099C285-BB85-6C69-F509-71EF4880E257}"/>
                  </a:ext>
                </a:extLst>
              </p:cNvPr>
              <p:cNvGrpSpPr>
                <a:grpSpLocks/>
              </p:cNvGrpSpPr>
              <p:nvPr/>
            </p:nvGrpSpPr>
            <p:grpSpPr bwMode="auto">
              <a:xfrm>
                <a:off x="9788587" y="2748013"/>
                <a:ext cx="527285" cy="118466"/>
                <a:chOff x="2199" y="955"/>
                <a:chExt cx="2547" cy="506"/>
              </a:xfrm>
            </p:grpSpPr>
            <p:sp>
              <p:nvSpPr>
                <p:cNvPr id="43" name="Freeform 851">
                  <a:extLst>
                    <a:ext uri="{FF2B5EF4-FFF2-40B4-BE49-F238E27FC236}">
                      <a16:creationId xmlns:a16="http://schemas.microsoft.com/office/drawing/2014/main" id="{8CC544C2-C8A7-F40A-F148-0BF2CD37286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4" name="Freeform 852">
                  <a:extLst>
                    <a:ext uri="{FF2B5EF4-FFF2-40B4-BE49-F238E27FC236}">
                      <a16:creationId xmlns:a16="http://schemas.microsoft.com/office/drawing/2014/main" id="{42690FF8-CB99-2153-129A-2D41D2017BF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5" name="Freeform 853">
                  <a:extLst>
                    <a:ext uri="{FF2B5EF4-FFF2-40B4-BE49-F238E27FC236}">
                      <a16:creationId xmlns:a16="http://schemas.microsoft.com/office/drawing/2014/main" id="{4FCFC02D-0FF7-F1EA-595B-90C00350363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6" name="Freeform 854">
                  <a:extLst>
                    <a:ext uri="{FF2B5EF4-FFF2-40B4-BE49-F238E27FC236}">
                      <a16:creationId xmlns:a16="http://schemas.microsoft.com/office/drawing/2014/main" id="{2A38EE23-06C1-95E9-47D8-5594EC6D00D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7" name="Freeform 855">
                  <a:extLst>
                    <a:ext uri="{FF2B5EF4-FFF2-40B4-BE49-F238E27FC236}">
                      <a16:creationId xmlns:a16="http://schemas.microsoft.com/office/drawing/2014/main" id="{C2917F24-6B8E-4C04-64F0-0465A920CA4C}"/>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8" name="Freeform 856">
                  <a:extLst>
                    <a:ext uri="{FF2B5EF4-FFF2-40B4-BE49-F238E27FC236}">
                      <a16:creationId xmlns:a16="http://schemas.microsoft.com/office/drawing/2014/main" id="{D44F0867-8DE8-22BF-3AFA-2ED002C3B50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42" name="Straight Connector 513">
                <a:extLst>
                  <a:ext uri="{FF2B5EF4-FFF2-40B4-BE49-F238E27FC236}">
                    <a16:creationId xmlns:a16="http://schemas.microsoft.com/office/drawing/2014/main" id="{BC99250E-5DB9-DE1E-8736-BBBF860BBB3A}"/>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516">
              <a:extLst>
                <a:ext uri="{FF2B5EF4-FFF2-40B4-BE49-F238E27FC236}">
                  <a16:creationId xmlns:a16="http://schemas.microsoft.com/office/drawing/2014/main" id="{CC0028E1-09E0-777F-FEB4-7611D53E9BFE}"/>
                </a:ext>
              </a:extLst>
            </p:cNvPr>
            <p:cNvGrpSpPr/>
            <p:nvPr/>
          </p:nvGrpSpPr>
          <p:grpSpPr>
            <a:xfrm>
              <a:off x="9731765" y="3463179"/>
              <a:ext cx="502369" cy="512348"/>
              <a:chOff x="7341491" y="2307905"/>
              <a:chExt cx="509280" cy="439573"/>
            </a:xfrm>
          </p:grpSpPr>
          <p:grpSp>
            <p:nvGrpSpPr>
              <p:cNvPr id="50" name="Group 125">
                <a:extLst>
                  <a:ext uri="{FF2B5EF4-FFF2-40B4-BE49-F238E27FC236}">
                    <a16:creationId xmlns:a16="http://schemas.microsoft.com/office/drawing/2014/main" id="{0841556A-7429-103A-21FB-6762A42B7D55}"/>
                  </a:ext>
                </a:extLst>
              </p:cNvPr>
              <p:cNvGrpSpPr/>
              <p:nvPr/>
            </p:nvGrpSpPr>
            <p:grpSpPr>
              <a:xfrm>
                <a:off x="7341491" y="2426725"/>
                <a:ext cx="509280" cy="320753"/>
                <a:chOff x="7458407" y="2414528"/>
                <a:chExt cx="509280" cy="320753"/>
              </a:xfrm>
            </p:grpSpPr>
            <p:pic>
              <p:nvPicPr>
                <p:cNvPr id="59" name="Picture 1018" descr="laptop_keyboard">
                  <a:extLst>
                    <a:ext uri="{FF2B5EF4-FFF2-40B4-BE49-F238E27FC236}">
                      <a16:creationId xmlns:a16="http://schemas.microsoft.com/office/drawing/2014/main" id="{2E85A683-6897-A1F6-972F-87A9D623DA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019">
                  <a:extLst>
                    <a:ext uri="{FF2B5EF4-FFF2-40B4-BE49-F238E27FC236}">
                      <a16:creationId xmlns:a16="http://schemas.microsoft.com/office/drawing/2014/main" id="{E7A31DDD-D2C0-0DAC-B1CE-3D1C08662041}"/>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1" name="Picture 1020" descr="screen">
                  <a:extLst>
                    <a:ext uri="{FF2B5EF4-FFF2-40B4-BE49-F238E27FC236}">
                      <a16:creationId xmlns:a16="http://schemas.microsoft.com/office/drawing/2014/main" id="{3996F08E-757C-CE36-9481-AEF73CA1049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021">
                  <a:extLst>
                    <a:ext uri="{FF2B5EF4-FFF2-40B4-BE49-F238E27FC236}">
                      <a16:creationId xmlns:a16="http://schemas.microsoft.com/office/drawing/2014/main" id="{F79E713F-C52F-ADB4-6034-C21EBB10D45F}"/>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1022">
                  <a:extLst>
                    <a:ext uri="{FF2B5EF4-FFF2-40B4-BE49-F238E27FC236}">
                      <a16:creationId xmlns:a16="http://schemas.microsoft.com/office/drawing/2014/main" id="{2DAF7635-0C3D-68FA-113D-32956EF44180}"/>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1023">
                  <a:extLst>
                    <a:ext uri="{FF2B5EF4-FFF2-40B4-BE49-F238E27FC236}">
                      <a16:creationId xmlns:a16="http://schemas.microsoft.com/office/drawing/2014/main" id="{F723E337-B3AE-22EF-7AE8-9E3F86D3558D}"/>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1024">
                  <a:extLst>
                    <a:ext uri="{FF2B5EF4-FFF2-40B4-BE49-F238E27FC236}">
                      <a16:creationId xmlns:a16="http://schemas.microsoft.com/office/drawing/2014/main" id="{E9D441E8-A959-3B82-D6EE-1BC732E0E4DD}"/>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1025">
                  <a:extLst>
                    <a:ext uri="{FF2B5EF4-FFF2-40B4-BE49-F238E27FC236}">
                      <a16:creationId xmlns:a16="http://schemas.microsoft.com/office/drawing/2014/main" id="{FE3036D4-9DA4-7894-3737-E9EE40DE2ADE}"/>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1026">
                  <a:extLst>
                    <a:ext uri="{FF2B5EF4-FFF2-40B4-BE49-F238E27FC236}">
                      <a16:creationId xmlns:a16="http://schemas.microsoft.com/office/drawing/2014/main" id="{D4B62114-97A6-4028-8769-4F8B22582B9F}"/>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8" name="Group 1027">
                  <a:extLst>
                    <a:ext uri="{FF2B5EF4-FFF2-40B4-BE49-F238E27FC236}">
                      <a16:creationId xmlns:a16="http://schemas.microsoft.com/office/drawing/2014/main" id="{108FF4C2-5EE3-8696-4383-CEB492272B01}"/>
                    </a:ext>
                  </a:extLst>
                </p:cNvPr>
                <p:cNvGrpSpPr>
                  <a:grpSpLocks/>
                </p:cNvGrpSpPr>
                <p:nvPr/>
              </p:nvGrpSpPr>
              <p:grpSpPr bwMode="auto">
                <a:xfrm>
                  <a:off x="7594735" y="2642220"/>
                  <a:ext cx="98740" cy="36846"/>
                  <a:chOff x="1740" y="2642"/>
                  <a:chExt cx="752" cy="327"/>
                </a:xfrm>
              </p:grpSpPr>
              <p:sp>
                <p:nvSpPr>
                  <p:cNvPr id="75" name="Freeform 1028">
                    <a:extLst>
                      <a:ext uri="{FF2B5EF4-FFF2-40B4-BE49-F238E27FC236}">
                        <a16:creationId xmlns:a16="http://schemas.microsoft.com/office/drawing/2014/main" id="{AA1F19B1-F62F-E60F-6ED1-04C763C416B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1029">
                    <a:extLst>
                      <a:ext uri="{FF2B5EF4-FFF2-40B4-BE49-F238E27FC236}">
                        <a16:creationId xmlns:a16="http://schemas.microsoft.com/office/drawing/2014/main" id="{5760BE21-4388-8BB7-E4CA-5EB8B9226E3B}"/>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1030">
                    <a:extLst>
                      <a:ext uri="{FF2B5EF4-FFF2-40B4-BE49-F238E27FC236}">
                        <a16:creationId xmlns:a16="http://schemas.microsoft.com/office/drawing/2014/main" id="{611888B0-9B47-0EEC-9706-31783B93C13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1031">
                    <a:extLst>
                      <a:ext uri="{FF2B5EF4-FFF2-40B4-BE49-F238E27FC236}">
                        <a16:creationId xmlns:a16="http://schemas.microsoft.com/office/drawing/2014/main" id="{E6B4D539-99DB-C8D6-1BA2-623B9F0863B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1032">
                    <a:extLst>
                      <a:ext uri="{FF2B5EF4-FFF2-40B4-BE49-F238E27FC236}">
                        <a16:creationId xmlns:a16="http://schemas.microsoft.com/office/drawing/2014/main" id="{D4A7A12A-2936-263C-7D43-D592927FEAE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1033">
                    <a:extLst>
                      <a:ext uri="{FF2B5EF4-FFF2-40B4-BE49-F238E27FC236}">
                        <a16:creationId xmlns:a16="http://schemas.microsoft.com/office/drawing/2014/main" id="{C17EDD33-F09E-E0D2-7DE0-28E3200DFC6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9" name="Freeform 1034">
                  <a:extLst>
                    <a:ext uri="{FF2B5EF4-FFF2-40B4-BE49-F238E27FC236}">
                      <a16:creationId xmlns:a16="http://schemas.microsoft.com/office/drawing/2014/main" id="{62C60788-9B4D-9F06-16EE-D1EF7280724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1035">
                  <a:extLst>
                    <a:ext uri="{FF2B5EF4-FFF2-40B4-BE49-F238E27FC236}">
                      <a16:creationId xmlns:a16="http://schemas.microsoft.com/office/drawing/2014/main" id="{5DB0408F-ECA9-172B-BCF7-4AC61B3F5E88}"/>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1036">
                  <a:extLst>
                    <a:ext uri="{FF2B5EF4-FFF2-40B4-BE49-F238E27FC236}">
                      <a16:creationId xmlns:a16="http://schemas.microsoft.com/office/drawing/2014/main" id="{A22141EE-E606-566B-E639-2C51D81D67F4}"/>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1037">
                  <a:extLst>
                    <a:ext uri="{FF2B5EF4-FFF2-40B4-BE49-F238E27FC236}">
                      <a16:creationId xmlns:a16="http://schemas.microsoft.com/office/drawing/2014/main" id="{486F30A3-4755-C587-5F97-EDAAB2B8C19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1038">
                  <a:extLst>
                    <a:ext uri="{FF2B5EF4-FFF2-40B4-BE49-F238E27FC236}">
                      <a16:creationId xmlns:a16="http://schemas.microsoft.com/office/drawing/2014/main" id="{050D69E6-7430-9DA6-CA8B-9474B0C5C769}"/>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1039">
                  <a:extLst>
                    <a:ext uri="{FF2B5EF4-FFF2-40B4-BE49-F238E27FC236}">
                      <a16:creationId xmlns:a16="http://schemas.microsoft.com/office/drawing/2014/main" id="{5F1B6BA3-8A20-8864-36CB-1746D15DB3D8}"/>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1" name="Group 850">
                <a:extLst>
                  <a:ext uri="{FF2B5EF4-FFF2-40B4-BE49-F238E27FC236}">
                    <a16:creationId xmlns:a16="http://schemas.microsoft.com/office/drawing/2014/main" id="{9E699589-5BF6-37FD-80CD-221CBE3A014B}"/>
                  </a:ext>
                </a:extLst>
              </p:cNvPr>
              <p:cNvGrpSpPr>
                <a:grpSpLocks/>
              </p:cNvGrpSpPr>
              <p:nvPr/>
            </p:nvGrpSpPr>
            <p:grpSpPr bwMode="auto">
              <a:xfrm>
                <a:off x="7408527" y="2307905"/>
                <a:ext cx="399726" cy="74090"/>
                <a:chOff x="2199" y="955"/>
                <a:chExt cx="2547" cy="506"/>
              </a:xfrm>
            </p:grpSpPr>
            <p:sp>
              <p:nvSpPr>
                <p:cNvPr id="53" name="Freeform 851">
                  <a:extLst>
                    <a:ext uri="{FF2B5EF4-FFF2-40B4-BE49-F238E27FC236}">
                      <a16:creationId xmlns:a16="http://schemas.microsoft.com/office/drawing/2014/main" id="{693B8E4E-FBB4-ED67-17C5-751CE91879E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4" name="Freeform 852">
                  <a:extLst>
                    <a:ext uri="{FF2B5EF4-FFF2-40B4-BE49-F238E27FC236}">
                      <a16:creationId xmlns:a16="http://schemas.microsoft.com/office/drawing/2014/main" id="{1E5FD241-3BA0-2B81-D2F5-4A4D1B1085A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5" name="Freeform 853">
                  <a:extLst>
                    <a:ext uri="{FF2B5EF4-FFF2-40B4-BE49-F238E27FC236}">
                      <a16:creationId xmlns:a16="http://schemas.microsoft.com/office/drawing/2014/main" id="{4523529B-2273-001E-39BD-58BBB9C93E6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6" name="Freeform 854">
                  <a:extLst>
                    <a:ext uri="{FF2B5EF4-FFF2-40B4-BE49-F238E27FC236}">
                      <a16:creationId xmlns:a16="http://schemas.microsoft.com/office/drawing/2014/main" id="{21265D6F-BE0F-B704-F35F-0AAB4324F26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7" name="Freeform 855">
                  <a:extLst>
                    <a:ext uri="{FF2B5EF4-FFF2-40B4-BE49-F238E27FC236}">
                      <a16:creationId xmlns:a16="http://schemas.microsoft.com/office/drawing/2014/main" id="{00157175-75B8-8CBD-0552-BD28C519D28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8" name="Freeform 856">
                  <a:extLst>
                    <a:ext uri="{FF2B5EF4-FFF2-40B4-BE49-F238E27FC236}">
                      <a16:creationId xmlns:a16="http://schemas.microsoft.com/office/drawing/2014/main" id="{BCC8F772-2C80-430A-2106-C5FB158FA93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52" name="Straight Connector 181">
                <a:extLst>
                  <a:ext uri="{FF2B5EF4-FFF2-40B4-BE49-F238E27FC236}">
                    <a16:creationId xmlns:a16="http://schemas.microsoft.com/office/drawing/2014/main" id="{A057501C-C277-9E0A-8F54-9BE6322E04AD}"/>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 name="Line 435">
              <a:extLst>
                <a:ext uri="{FF2B5EF4-FFF2-40B4-BE49-F238E27FC236}">
                  <a16:creationId xmlns:a16="http://schemas.microsoft.com/office/drawing/2014/main" id="{C4A7C251-6635-3BD6-BE7A-459C6DA0FCD6}"/>
                </a:ext>
              </a:extLst>
            </p:cNvPr>
            <p:cNvSpPr>
              <a:spLocks noChangeShapeType="1"/>
            </p:cNvSpPr>
            <p:nvPr/>
          </p:nvSpPr>
          <p:spPr bwMode="auto">
            <a:xfrm flipH="1">
              <a:off x="11319748" y="3822551"/>
              <a:ext cx="4467" cy="58301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Line 436">
              <a:extLst>
                <a:ext uri="{FF2B5EF4-FFF2-40B4-BE49-F238E27FC236}">
                  <a16:creationId xmlns:a16="http://schemas.microsoft.com/office/drawing/2014/main" id="{DF1613C0-6577-3092-69D7-E772CCE2F916}"/>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Line 439">
              <a:extLst>
                <a:ext uri="{FF2B5EF4-FFF2-40B4-BE49-F238E27FC236}">
                  <a16:creationId xmlns:a16="http://schemas.microsoft.com/office/drawing/2014/main" id="{563E34A1-F25F-D0FB-7360-24577BF89E49}"/>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4" name="Group 10">
              <a:extLst>
                <a:ext uri="{FF2B5EF4-FFF2-40B4-BE49-F238E27FC236}">
                  <a16:creationId xmlns:a16="http://schemas.microsoft.com/office/drawing/2014/main" id="{6825C52C-29BC-669F-8568-9BF624FA34CE}"/>
                </a:ext>
              </a:extLst>
            </p:cNvPr>
            <p:cNvGrpSpPr/>
            <p:nvPr/>
          </p:nvGrpSpPr>
          <p:grpSpPr>
            <a:xfrm>
              <a:off x="11084522" y="4291738"/>
              <a:ext cx="581004" cy="299152"/>
              <a:chOff x="3668110" y="2448910"/>
              <a:chExt cx="3794234" cy="2165130"/>
            </a:xfrm>
          </p:grpSpPr>
          <p:sp>
            <p:nvSpPr>
              <p:cNvPr id="85" name="Rectangle 11">
                <a:extLst>
                  <a:ext uri="{FF2B5EF4-FFF2-40B4-BE49-F238E27FC236}">
                    <a16:creationId xmlns:a16="http://schemas.microsoft.com/office/drawing/2014/main" id="{41FF0F9B-2E3D-8810-B1BA-CB1ACD761E4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Freeform 12">
                <a:extLst>
                  <a:ext uri="{FF2B5EF4-FFF2-40B4-BE49-F238E27FC236}">
                    <a16:creationId xmlns:a16="http://schemas.microsoft.com/office/drawing/2014/main" id="{2212D3F2-A881-A2FF-48FD-01E5E469056F}"/>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7" name="Group 13">
                <a:extLst>
                  <a:ext uri="{FF2B5EF4-FFF2-40B4-BE49-F238E27FC236}">
                    <a16:creationId xmlns:a16="http://schemas.microsoft.com/office/drawing/2014/main" id="{6665EAB7-9A4F-1903-63B0-B2DC47959E02}"/>
                  </a:ext>
                </a:extLst>
              </p:cNvPr>
              <p:cNvGrpSpPr/>
              <p:nvPr/>
            </p:nvGrpSpPr>
            <p:grpSpPr>
              <a:xfrm>
                <a:off x="3941378" y="2603243"/>
                <a:ext cx="3202061" cy="1066110"/>
                <a:chOff x="7939341" y="3037317"/>
                <a:chExt cx="897649" cy="353919"/>
              </a:xfrm>
            </p:grpSpPr>
            <p:sp>
              <p:nvSpPr>
                <p:cNvPr id="88" name="Freeform 14">
                  <a:extLst>
                    <a:ext uri="{FF2B5EF4-FFF2-40B4-BE49-F238E27FC236}">
                      <a16:creationId xmlns:a16="http://schemas.microsoft.com/office/drawing/2014/main" id="{624AC940-F6A9-3204-9705-9F8DF4FCA3B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Freeform 15">
                  <a:extLst>
                    <a:ext uri="{FF2B5EF4-FFF2-40B4-BE49-F238E27FC236}">
                      <a16:creationId xmlns:a16="http://schemas.microsoft.com/office/drawing/2014/main" id="{76AE08CD-DCB2-A4A8-441B-4162D837C75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Freeform 16">
                  <a:extLst>
                    <a:ext uri="{FF2B5EF4-FFF2-40B4-BE49-F238E27FC236}">
                      <a16:creationId xmlns:a16="http://schemas.microsoft.com/office/drawing/2014/main" id="{E85F1FB3-D4D2-F631-5F30-215975616E6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Freeform 17">
                  <a:extLst>
                    <a:ext uri="{FF2B5EF4-FFF2-40B4-BE49-F238E27FC236}">
                      <a16:creationId xmlns:a16="http://schemas.microsoft.com/office/drawing/2014/main" id="{5ECE47C6-1BFC-BB8C-418E-DC287226D411}"/>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2" name="Group 590">
              <a:extLst>
                <a:ext uri="{FF2B5EF4-FFF2-40B4-BE49-F238E27FC236}">
                  <a16:creationId xmlns:a16="http://schemas.microsoft.com/office/drawing/2014/main" id="{F02A3D3C-46EE-42D0-461D-A09DCBA71310}"/>
                </a:ext>
              </a:extLst>
            </p:cNvPr>
            <p:cNvGrpSpPr>
              <a:grpSpLocks/>
            </p:cNvGrpSpPr>
            <p:nvPr/>
          </p:nvGrpSpPr>
          <p:grpSpPr bwMode="auto">
            <a:xfrm flipH="1">
              <a:off x="10917985" y="3322047"/>
              <a:ext cx="649485" cy="571200"/>
              <a:chOff x="2839" y="3501"/>
              <a:chExt cx="755" cy="803"/>
            </a:xfrm>
          </p:grpSpPr>
          <p:pic>
            <p:nvPicPr>
              <p:cNvPr id="93" name="Picture 591" descr="desktop_computer_stylized_medium">
                <a:extLst>
                  <a:ext uri="{FF2B5EF4-FFF2-40B4-BE49-F238E27FC236}">
                    <a16:creationId xmlns:a16="http://schemas.microsoft.com/office/drawing/2014/main" id="{FD8317AF-4D41-9806-643E-9A1B16685CA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Freeform 592">
                <a:extLst>
                  <a:ext uri="{FF2B5EF4-FFF2-40B4-BE49-F238E27FC236}">
                    <a16:creationId xmlns:a16="http://schemas.microsoft.com/office/drawing/2014/main" id="{DA6C8789-612A-35CE-4768-AEC854922A6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5" name="Group 590">
              <a:extLst>
                <a:ext uri="{FF2B5EF4-FFF2-40B4-BE49-F238E27FC236}">
                  <a16:creationId xmlns:a16="http://schemas.microsoft.com/office/drawing/2014/main" id="{02FDB762-2DC7-A3A5-1533-D569F24E1306}"/>
                </a:ext>
              </a:extLst>
            </p:cNvPr>
            <p:cNvGrpSpPr>
              <a:grpSpLocks/>
            </p:cNvGrpSpPr>
            <p:nvPr/>
          </p:nvGrpSpPr>
          <p:grpSpPr bwMode="auto">
            <a:xfrm flipH="1">
              <a:off x="10249542" y="4410101"/>
              <a:ext cx="649485" cy="571200"/>
              <a:chOff x="2839" y="3501"/>
              <a:chExt cx="755" cy="803"/>
            </a:xfrm>
          </p:grpSpPr>
          <p:pic>
            <p:nvPicPr>
              <p:cNvPr id="96" name="Picture 591" descr="desktop_computer_stylized_medium">
                <a:extLst>
                  <a:ext uri="{FF2B5EF4-FFF2-40B4-BE49-F238E27FC236}">
                    <a16:creationId xmlns:a16="http://schemas.microsoft.com/office/drawing/2014/main" id="{F8EE639D-56D3-D757-0D0B-EA8C8C7022A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Freeform 592">
                <a:extLst>
                  <a:ext uri="{FF2B5EF4-FFF2-40B4-BE49-F238E27FC236}">
                    <a16:creationId xmlns:a16="http://schemas.microsoft.com/office/drawing/2014/main" id="{CDBEBA7C-A74C-D590-5EAF-235B48CC440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Group 590">
              <a:extLst>
                <a:ext uri="{FF2B5EF4-FFF2-40B4-BE49-F238E27FC236}">
                  <a16:creationId xmlns:a16="http://schemas.microsoft.com/office/drawing/2014/main" id="{546A5EBD-18FA-422B-5DEC-05E5659020DB}"/>
                </a:ext>
              </a:extLst>
            </p:cNvPr>
            <p:cNvGrpSpPr>
              <a:grpSpLocks/>
            </p:cNvGrpSpPr>
            <p:nvPr/>
          </p:nvGrpSpPr>
          <p:grpSpPr bwMode="auto">
            <a:xfrm flipH="1">
              <a:off x="10797829" y="4748945"/>
              <a:ext cx="649485" cy="571200"/>
              <a:chOff x="2839" y="3501"/>
              <a:chExt cx="755" cy="803"/>
            </a:xfrm>
          </p:grpSpPr>
          <p:pic>
            <p:nvPicPr>
              <p:cNvPr id="99" name="Picture 591" descr="desktop_computer_stylized_medium">
                <a:extLst>
                  <a:ext uri="{FF2B5EF4-FFF2-40B4-BE49-F238E27FC236}">
                    <a16:creationId xmlns:a16="http://schemas.microsoft.com/office/drawing/2014/main" id="{A5EE0123-B771-1AC2-D07F-9A2BF3690A2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Freeform 592">
                <a:extLst>
                  <a:ext uri="{FF2B5EF4-FFF2-40B4-BE49-F238E27FC236}">
                    <a16:creationId xmlns:a16="http://schemas.microsoft.com/office/drawing/2014/main" id="{75B6600C-AEB3-4E89-C282-0E2C878C5DF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1" name="Group 519">
              <a:extLst>
                <a:ext uri="{FF2B5EF4-FFF2-40B4-BE49-F238E27FC236}">
                  <a16:creationId xmlns:a16="http://schemas.microsoft.com/office/drawing/2014/main" id="{0D846B45-F83C-2D3C-B21F-59CD480F840F}"/>
                </a:ext>
              </a:extLst>
            </p:cNvPr>
            <p:cNvGrpSpPr/>
            <p:nvPr/>
          </p:nvGrpSpPr>
          <p:grpSpPr>
            <a:xfrm>
              <a:off x="8229600" y="5199782"/>
              <a:ext cx="1923291" cy="1159453"/>
              <a:chOff x="9874069" y="4049856"/>
              <a:chExt cx="1165513" cy="683960"/>
            </a:xfrm>
          </p:grpSpPr>
          <p:pic>
            <p:nvPicPr>
              <p:cNvPr id="102" name="Picture 781" descr="antenna_radiation_stylized">
                <a:extLst>
                  <a:ext uri="{FF2B5EF4-FFF2-40B4-BE49-F238E27FC236}">
                    <a16:creationId xmlns:a16="http://schemas.microsoft.com/office/drawing/2014/main" id="{D5AC21BA-70E3-CE33-0D71-E59B7A62AB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 name="Picture 780" descr="access_point_stylized_small">
                <a:extLst>
                  <a:ext uri="{FF2B5EF4-FFF2-40B4-BE49-F238E27FC236}">
                    <a16:creationId xmlns:a16="http://schemas.microsoft.com/office/drawing/2014/main" id="{82A29278-60E1-6931-AA17-3B440EFFA0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 name="Group 850">
                <a:extLst>
                  <a:ext uri="{FF2B5EF4-FFF2-40B4-BE49-F238E27FC236}">
                    <a16:creationId xmlns:a16="http://schemas.microsoft.com/office/drawing/2014/main" id="{E668D59B-D5FB-94F4-6DA7-7BB4F5E314A0}"/>
                  </a:ext>
                </a:extLst>
              </p:cNvPr>
              <p:cNvGrpSpPr>
                <a:grpSpLocks/>
              </p:cNvGrpSpPr>
              <p:nvPr/>
            </p:nvGrpSpPr>
            <p:grpSpPr bwMode="auto">
              <a:xfrm>
                <a:off x="10257306" y="4049856"/>
                <a:ext cx="450526" cy="96315"/>
                <a:chOff x="2199" y="955"/>
                <a:chExt cx="2547" cy="506"/>
              </a:xfrm>
            </p:grpSpPr>
            <p:sp>
              <p:nvSpPr>
                <p:cNvPr id="169" name="Freeform 851">
                  <a:extLst>
                    <a:ext uri="{FF2B5EF4-FFF2-40B4-BE49-F238E27FC236}">
                      <a16:creationId xmlns:a16="http://schemas.microsoft.com/office/drawing/2014/main" id="{4382FC7D-99AC-84F6-FB4B-DB2D24AD4CA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0" name="Freeform 852">
                  <a:extLst>
                    <a:ext uri="{FF2B5EF4-FFF2-40B4-BE49-F238E27FC236}">
                      <a16:creationId xmlns:a16="http://schemas.microsoft.com/office/drawing/2014/main" id="{0ED2FB3C-8ADA-25DC-736A-AC0BCD3A4AA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1" name="Freeform 853">
                  <a:extLst>
                    <a:ext uri="{FF2B5EF4-FFF2-40B4-BE49-F238E27FC236}">
                      <a16:creationId xmlns:a16="http://schemas.microsoft.com/office/drawing/2014/main" id="{1B912341-959E-E86B-3E0F-535992A156B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2" name="Freeform 854">
                  <a:extLst>
                    <a:ext uri="{FF2B5EF4-FFF2-40B4-BE49-F238E27FC236}">
                      <a16:creationId xmlns:a16="http://schemas.microsoft.com/office/drawing/2014/main" id="{87CCDDB3-21F4-7954-4902-063513EC8E90}"/>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3" name="Freeform 855">
                  <a:extLst>
                    <a:ext uri="{FF2B5EF4-FFF2-40B4-BE49-F238E27FC236}">
                      <a16:creationId xmlns:a16="http://schemas.microsoft.com/office/drawing/2014/main" id="{0E372BC8-EDED-3C75-FA23-F5CAE1FEE949}"/>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4" name="Freeform 856">
                  <a:extLst>
                    <a:ext uri="{FF2B5EF4-FFF2-40B4-BE49-F238E27FC236}">
                      <a16:creationId xmlns:a16="http://schemas.microsoft.com/office/drawing/2014/main" id="{938C5E85-5E05-5EBE-7A9A-A4D301BC154E}"/>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05" name="Group 189">
                <a:extLst>
                  <a:ext uri="{FF2B5EF4-FFF2-40B4-BE49-F238E27FC236}">
                    <a16:creationId xmlns:a16="http://schemas.microsoft.com/office/drawing/2014/main" id="{407E411C-D9F2-D317-432F-EEB544FFE127}"/>
                  </a:ext>
                </a:extLst>
              </p:cNvPr>
              <p:cNvGrpSpPr/>
              <p:nvPr/>
            </p:nvGrpSpPr>
            <p:grpSpPr>
              <a:xfrm>
                <a:off x="9874069" y="4284324"/>
                <a:ext cx="406937" cy="372436"/>
                <a:chOff x="7341491" y="2307905"/>
                <a:chExt cx="509280" cy="439573"/>
              </a:xfrm>
            </p:grpSpPr>
            <p:grpSp>
              <p:nvGrpSpPr>
                <p:cNvPr id="138" name="Group 190">
                  <a:extLst>
                    <a:ext uri="{FF2B5EF4-FFF2-40B4-BE49-F238E27FC236}">
                      <a16:creationId xmlns:a16="http://schemas.microsoft.com/office/drawing/2014/main" id="{6C7B1BCB-190D-7806-C4F4-BBA1D6689304}"/>
                    </a:ext>
                  </a:extLst>
                </p:cNvPr>
                <p:cNvGrpSpPr/>
                <p:nvPr/>
              </p:nvGrpSpPr>
              <p:grpSpPr>
                <a:xfrm>
                  <a:off x="7341491" y="2426725"/>
                  <a:ext cx="509280" cy="320753"/>
                  <a:chOff x="7458407" y="2414528"/>
                  <a:chExt cx="509280" cy="320753"/>
                </a:xfrm>
              </p:grpSpPr>
              <p:pic>
                <p:nvPicPr>
                  <p:cNvPr id="147" name="Picture 1018" descr="laptop_keyboard">
                    <a:extLst>
                      <a:ext uri="{FF2B5EF4-FFF2-40B4-BE49-F238E27FC236}">
                        <a16:creationId xmlns:a16="http://schemas.microsoft.com/office/drawing/2014/main" id="{302DC134-0CB3-CD3C-2DBB-60EE767E75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Freeform 1019">
                    <a:extLst>
                      <a:ext uri="{FF2B5EF4-FFF2-40B4-BE49-F238E27FC236}">
                        <a16:creationId xmlns:a16="http://schemas.microsoft.com/office/drawing/2014/main" id="{4C29C672-9702-A40D-39C0-C57508049ECA}"/>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9" name="Picture 1020" descr="screen">
                    <a:extLst>
                      <a:ext uri="{FF2B5EF4-FFF2-40B4-BE49-F238E27FC236}">
                        <a16:creationId xmlns:a16="http://schemas.microsoft.com/office/drawing/2014/main" id="{DE02433A-9984-47CD-6C97-BE57944481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021">
                    <a:extLst>
                      <a:ext uri="{FF2B5EF4-FFF2-40B4-BE49-F238E27FC236}">
                        <a16:creationId xmlns:a16="http://schemas.microsoft.com/office/drawing/2014/main" id="{E183448B-6616-8269-901C-75B3FB199C3F}"/>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Freeform 1022">
                    <a:extLst>
                      <a:ext uri="{FF2B5EF4-FFF2-40B4-BE49-F238E27FC236}">
                        <a16:creationId xmlns:a16="http://schemas.microsoft.com/office/drawing/2014/main" id="{34C3D7C5-1986-6479-7D4C-9410BF1F0591}"/>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Freeform 1023">
                    <a:extLst>
                      <a:ext uri="{FF2B5EF4-FFF2-40B4-BE49-F238E27FC236}">
                        <a16:creationId xmlns:a16="http://schemas.microsoft.com/office/drawing/2014/main" id="{59804CAC-F111-8E36-8235-922D94A6630E}"/>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Freeform 1024">
                    <a:extLst>
                      <a:ext uri="{FF2B5EF4-FFF2-40B4-BE49-F238E27FC236}">
                        <a16:creationId xmlns:a16="http://schemas.microsoft.com/office/drawing/2014/main" id="{979FDCF8-B821-2DA3-8CF2-AEF644C93F2B}"/>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Freeform 1025">
                    <a:extLst>
                      <a:ext uri="{FF2B5EF4-FFF2-40B4-BE49-F238E27FC236}">
                        <a16:creationId xmlns:a16="http://schemas.microsoft.com/office/drawing/2014/main" id="{A46B808B-478C-C1E4-2B1A-4BF61A3E63FB}"/>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Freeform 1026">
                    <a:extLst>
                      <a:ext uri="{FF2B5EF4-FFF2-40B4-BE49-F238E27FC236}">
                        <a16:creationId xmlns:a16="http://schemas.microsoft.com/office/drawing/2014/main" id="{B41444FF-DFAB-2B2D-2B96-90938010146C}"/>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6" name="Group 1027">
                    <a:extLst>
                      <a:ext uri="{FF2B5EF4-FFF2-40B4-BE49-F238E27FC236}">
                        <a16:creationId xmlns:a16="http://schemas.microsoft.com/office/drawing/2014/main" id="{7733CA9F-8293-936E-E0F2-2AF7A806376E}"/>
                      </a:ext>
                    </a:extLst>
                  </p:cNvPr>
                  <p:cNvGrpSpPr>
                    <a:grpSpLocks/>
                  </p:cNvGrpSpPr>
                  <p:nvPr/>
                </p:nvGrpSpPr>
                <p:grpSpPr bwMode="auto">
                  <a:xfrm>
                    <a:off x="7594735" y="2642220"/>
                    <a:ext cx="98740" cy="36846"/>
                    <a:chOff x="1740" y="2642"/>
                    <a:chExt cx="752" cy="327"/>
                  </a:xfrm>
                </p:grpSpPr>
                <p:sp>
                  <p:nvSpPr>
                    <p:cNvPr id="163" name="Freeform 1028">
                      <a:extLst>
                        <a:ext uri="{FF2B5EF4-FFF2-40B4-BE49-F238E27FC236}">
                          <a16:creationId xmlns:a16="http://schemas.microsoft.com/office/drawing/2014/main" id="{B71E1AFA-00BF-6DE5-00A2-2F6E7437F23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Freeform 1029">
                      <a:extLst>
                        <a:ext uri="{FF2B5EF4-FFF2-40B4-BE49-F238E27FC236}">
                          <a16:creationId xmlns:a16="http://schemas.microsoft.com/office/drawing/2014/main" id="{21AB3F42-956E-992F-1BDC-36F9C82C94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Freeform 1030">
                      <a:extLst>
                        <a:ext uri="{FF2B5EF4-FFF2-40B4-BE49-F238E27FC236}">
                          <a16:creationId xmlns:a16="http://schemas.microsoft.com/office/drawing/2014/main" id="{FD9CE6F2-6712-00B5-DA85-4B1EBB275F5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Freeform 1031">
                      <a:extLst>
                        <a:ext uri="{FF2B5EF4-FFF2-40B4-BE49-F238E27FC236}">
                          <a16:creationId xmlns:a16="http://schemas.microsoft.com/office/drawing/2014/main" id="{568CF46C-7497-30F8-5E91-296456723C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Freeform 1032">
                      <a:extLst>
                        <a:ext uri="{FF2B5EF4-FFF2-40B4-BE49-F238E27FC236}">
                          <a16:creationId xmlns:a16="http://schemas.microsoft.com/office/drawing/2014/main" id="{1CA61456-F0F3-3457-98AD-4F26D3EEEC8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Freeform 1033">
                      <a:extLst>
                        <a:ext uri="{FF2B5EF4-FFF2-40B4-BE49-F238E27FC236}">
                          <a16:creationId xmlns:a16="http://schemas.microsoft.com/office/drawing/2014/main" id="{F15A505F-1B5E-C76A-0B5F-84B10CD3BE4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7" name="Freeform 1034">
                    <a:extLst>
                      <a:ext uri="{FF2B5EF4-FFF2-40B4-BE49-F238E27FC236}">
                        <a16:creationId xmlns:a16="http://schemas.microsoft.com/office/drawing/2014/main" id="{C385E506-A118-FB86-12B6-0B5DB504B181}"/>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Freeform 1035">
                    <a:extLst>
                      <a:ext uri="{FF2B5EF4-FFF2-40B4-BE49-F238E27FC236}">
                        <a16:creationId xmlns:a16="http://schemas.microsoft.com/office/drawing/2014/main" id="{2FF92921-7FF4-8B2C-D2A8-0C08B2590A93}"/>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Freeform 1036">
                    <a:extLst>
                      <a:ext uri="{FF2B5EF4-FFF2-40B4-BE49-F238E27FC236}">
                        <a16:creationId xmlns:a16="http://schemas.microsoft.com/office/drawing/2014/main" id="{106AAF23-4886-C65A-BE65-D5A57B167B6F}"/>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Freeform 1037">
                    <a:extLst>
                      <a:ext uri="{FF2B5EF4-FFF2-40B4-BE49-F238E27FC236}">
                        <a16:creationId xmlns:a16="http://schemas.microsoft.com/office/drawing/2014/main" id="{D2359D1A-9B03-2556-97D4-CB296EA33116}"/>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Freeform 1038">
                    <a:extLst>
                      <a:ext uri="{FF2B5EF4-FFF2-40B4-BE49-F238E27FC236}">
                        <a16:creationId xmlns:a16="http://schemas.microsoft.com/office/drawing/2014/main" id="{AE783602-C88F-541A-CE84-C08653640603}"/>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Freeform 1039">
                    <a:extLst>
                      <a:ext uri="{FF2B5EF4-FFF2-40B4-BE49-F238E27FC236}">
                        <a16:creationId xmlns:a16="http://schemas.microsoft.com/office/drawing/2014/main" id="{5FBBCB29-2425-58BA-A9FA-2C7D80CBEC0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9" name="Group 850">
                  <a:extLst>
                    <a:ext uri="{FF2B5EF4-FFF2-40B4-BE49-F238E27FC236}">
                      <a16:creationId xmlns:a16="http://schemas.microsoft.com/office/drawing/2014/main" id="{15026E1A-8016-C234-1C04-9AA0B10FB461}"/>
                    </a:ext>
                  </a:extLst>
                </p:cNvPr>
                <p:cNvGrpSpPr>
                  <a:grpSpLocks/>
                </p:cNvGrpSpPr>
                <p:nvPr/>
              </p:nvGrpSpPr>
              <p:grpSpPr bwMode="auto">
                <a:xfrm>
                  <a:off x="7408527" y="2307905"/>
                  <a:ext cx="399726" cy="74090"/>
                  <a:chOff x="2199" y="955"/>
                  <a:chExt cx="2547" cy="506"/>
                </a:xfrm>
              </p:grpSpPr>
              <p:sp>
                <p:nvSpPr>
                  <p:cNvPr id="141" name="Freeform 851">
                    <a:extLst>
                      <a:ext uri="{FF2B5EF4-FFF2-40B4-BE49-F238E27FC236}">
                        <a16:creationId xmlns:a16="http://schemas.microsoft.com/office/drawing/2014/main" id="{70A2D0D9-31E5-63AC-1089-14B31A9A24D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2" name="Freeform 852">
                    <a:extLst>
                      <a:ext uri="{FF2B5EF4-FFF2-40B4-BE49-F238E27FC236}">
                        <a16:creationId xmlns:a16="http://schemas.microsoft.com/office/drawing/2014/main" id="{82421E43-F4BA-ECC9-01A8-2DCEAFC4A83C}"/>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3" name="Freeform 853">
                    <a:extLst>
                      <a:ext uri="{FF2B5EF4-FFF2-40B4-BE49-F238E27FC236}">
                        <a16:creationId xmlns:a16="http://schemas.microsoft.com/office/drawing/2014/main" id="{C0B40022-6C9A-E1C0-1357-59B38680420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4" name="Freeform 854">
                    <a:extLst>
                      <a:ext uri="{FF2B5EF4-FFF2-40B4-BE49-F238E27FC236}">
                        <a16:creationId xmlns:a16="http://schemas.microsoft.com/office/drawing/2014/main" id="{98A9427F-D282-E851-8340-34A8B7611E2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5" name="Freeform 855">
                    <a:extLst>
                      <a:ext uri="{FF2B5EF4-FFF2-40B4-BE49-F238E27FC236}">
                        <a16:creationId xmlns:a16="http://schemas.microsoft.com/office/drawing/2014/main" id="{61E4CCE9-D4E1-313D-295C-280607750D67}"/>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6" name="Freeform 856">
                    <a:extLst>
                      <a:ext uri="{FF2B5EF4-FFF2-40B4-BE49-F238E27FC236}">
                        <a16:creationId xmlns:a16="http://schemas.microsoft.com/office/drawing/2014/main" id="{D9984F06-8C35-08A9-0594-9C83592AB46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140" name="Straight Connector 192">
                  <a:extLst>
                    <a:ext uri="{FF2B5EF4-FFF2-40B4-BE49-F238E27FC236}">
                      <a16:creationId xmlns:a16="http://schemas.microsoft.com/office/drawing/2014/main" id="{4B96D94D-E561-3E9A-3976-6279A09FF5EE}"/>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 name="Group 221">
                <a:extLst>
                  <a:ext uri="{FF2B5EF4-FFF2-40B4-BE49-F238E27FC236}">
                    <a16:creationId xmlns:a16="http://schemas.microsoft.com/office/drawing/2014/main" id="{C2C5EA34-5BD3-6786-85C2-8E7AC9004FF1}"/>
                  </a:ext>
                </a:extLst>
              </p:cNvPr>
              <p:cNvGrpSpPr/>
              <p:nvPr/>
            </p:nvGrpSpPr>
            <p:grpSpPr>
              <a:xfrm>
                <a:off x="10632645" y="4361380"/>
                <a:ext cx="406937" cy="372436"/>
                <a:chOff x="7341491" y="2307905"/>
                <a:chExt cx="509280" cy="439573"/>
              </a:xfrm>
            </p:grpSpPr>
            <p:grpSp>
              <p:nvGrpSpPr>
                <p:cNvPr id="107" name="Group 222">
                  <a:extLst>
                    <a:ext uri="{FF2B5EF4-FFF2-40B4-BE49-F238E27FC236}">
                      <a16:creationId xmlns:a16="http://schemas.microsoft.com/office/drawing/2014/main" id="{1940AACE-5748-4289-5918-BCA497F32C7D}"/>
                    </a:ext>
                  </a:extLst>
                </p:cNvPr>
                <p:cNvGrpSpPr/>
                <p:nvPr/>
              </p:nvGrpSpPr>
              <p:grpSpPr>
                <a:xfrm>
                  <a:off x="7341491" y="2426725"/>
                  <a:ext cx="509280" cy="320753"/>
                  <a:chOff x="7458407" y="2414528"/>
                  <a:chExt cx="509280" cy="320753"/>
                </a:xfrm>
              </p:grpSpPr>
              <p:pic>
                <p:nvPicPr>
                  <p:cNvPr id="116" name="Picture 1018" descr="laptop_keyboard">
                    <a:extLst>
                      <a:ext uri="{FF2B5EF4-FFF2-40B4-BE49-F238E27FC236}">
                        <a16:creationId xmlns:a16="http://schemas.microsoft.com/office/drawing/2014/main" id="{0F5BCE11-7FD2-E3DB-D635-215F9CF685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1019">
                    <a:extLst>
                      <a:ext uri="{FF2B5EF4-FFF2-40B4-BE49-F238E27FC236}">
                        <a16:creationId xmlns:a16="http://schemas.microsoft.com/office/drawing/2014/main" id="{623C718A-5397-3F5C-58CD-22B55CC97F35}"/>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8" name="Picture 1020" descr="screen">
                    <a:extLst>
                      <a:ext uri="{FF2B5EF4-FFF2-40B4-BE49-F238E27FC236}">
                        <a16:creationId xmlns:a16="http://schemas.microsoft.com/office/drawing/2014/main" id="{05FFAE78-D316-F98F-3FD6-A7B808207D1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1021">
                    <a:extLst>
                      <a:ext uri="{FF2B5EF4-FFF2-40B4-BE49-F238E27FC236}">
                        <a16:creationId xmlns:a16="http://schemas.microsoft.com/office/drawing/2014/main" id="{EBC805DB-5B88-98D6-7845-297A221A9D06}"/>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1022">
                    <a:extLst>
                      <a:ext uri="{FF2B5EF4-FFF2-40B4-BE49-F238E27FC236}">
                        <a16:creationId xmlns:a16="http://schemas.microsoft.com/office/drawing/2014/main" id="{694F78FC-8487-CBE9-0F8A-EBBC30C94D28}"/>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1023">
                    <a:extLst>
                      <a:ext uri="{FF2B5EF4-FFF2-40B4-BE49-F238E27FC236}">
                        <a16:creationId xmlns:a16="http://schemas.microsoft.com/office/drawing/2014/main" id="{D414DCE3-E2D6-9048-C387-4B6A3872EF3D}"/>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Freeform 1024">
                    <a:extLst>
                      <a:ext uri="{FF2B5EF4-FFF2-40B4-BE49-F238E27FC236}">
                        <a16:creationId xmlns:a16="http://schemas.microsoft.com/office/drawing/2014/main" id="{1DB53C0B-F170-88AA-3979-EB0101C727DE}"/>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Freeform 1025">
                    <a:extLst>
                      <a:ext uri="{FF2B5EF4-FFF2-40B4-BE49-F238E27FC236}">
                        <a16:creationId xmlns:a16="http://schemas.microsoft.com/office/drawing/2014/main" id="{345D3387-C141-0ACA-A1BB-4162493F2AA0}"/>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Freeform 1026">
                    <a:extLst>
                      <a:ext uri="{FF2B5EF4-FFF2-40B4-BE49-F238E27FC236}">
                        <a16:creationId xmlns:a16="http://schemas.microsoft.com/office/drawing/2014/main" id="{3876460D-4D54-9CEE-0752-D1F4B6A5D4B0}"/>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5" name="Group 1027">
                    <a:extLst>
                      <a:ext uri="{FF2B5EF4-FFF2-40B4-BE49-F238E27FC236}">
                        <a16:creationId xmlns:a16="http://schemas.microsoft.com/office/drawing/2014/main" id="{732E3CDB-008D-B38F-A6E9-8A1BF2AB5952}"/>
                      </a:ext>
                    </a:extLst>
                  </p:cNvPr>
                  <p:cNvGrpSpPr>
                    <a:grpSpLocks/>
                  </p:cNvGrpSpPr>
                  <p:nvPr/>
                </p:nvGrpSpPr>
                <p:grpSpPr bwMode="auto">
                  <a:xfrm>
                    <a:off x="7594735" y="2642220"/>
                    <a:ext cx="98740" cy="36846"/>
                    <a:chOff x="1740" y="2642"/>
                    <a:chExt cx="752" cy="327"/>
                  </a:xfrm>
                </p:grpSpPr>
                <p:sp>
                  <p:nvSpPr>
                    <p:cNvPr id="132" name="Freeform 1028">
                      <a:extLst>
                        <a:ext uri="{FF2B5EF4-FFF2-40B4-BE49-F238E27FC236}">
                          <a16:creationId xmlns:a16="http://schemas.microsoft.com/office/drawing/2014/main" id="{779A2C23-4A0C-289E-BA4B-B03E11D9B5F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Freeform 1029">
                      <a:extLst>
                        <a:ext uri="{FF2B5EF4-FFF2-40B4-BE49-F238E27FC236}">
                          <a16:creationId xmlns:a16="http://schemas.microsoft.com/office/drawing/2014/main" id="{5D7C928B-ADFA-9245-D31C-E07BFF751F0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Freeform 1030">
                      <a:extLst>
                        <a:ext uri="{FF2B5EF4-FFF2-40B4-BE49-F238E27FC236}">
                          <a16:creationId xmlns:a16="http://schemas.microsoft.com/office/drawing/2014/main" id="{9CE66ADC-EDB7-0AFE-9E24-A9FF803FAE5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Freeform 1031">
                      <a:extLst>
                        <a:ext uri="{FF2B5EF4-FFF2-40B4-BE49-F238E27FC236}">
                          <a16:creationId xmlns:a16="http://schemas.microsoft.com/office/drawing/2014/main" id="{FF153859-661F-DCB9-B882-4673C9CC8683}"/>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Freeform 1032">
                      <a:extLst>
                        <a:ext uri="{FF2B5EF4-FFF2-40B4-BE49-F238E27FC236}">
                          <a16:creationId xmlns:a16="http://schemas.microsoft.com/office/drawing/2014/main" id="{78743CBD-502E-9D9C-173D-5F66F41A67D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Freeform 1033">
                      <a:extLst>
                        <a:ext uri="{FF2B5EF4-FFF2-40B4-BE49-F238E27FC236}">
                          <a16:creationId xmlns:a16="http://schemas.microsoft.com/office/drawing/2014/main" id="{05D5FDB0-5E1C-EBC8-CB4C-92E71D238B9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6" name="Freeform 1034">
                    <a:extLst>
                      <a:ext uri="{FF2B5EF4-FFF2-40B4-BE49-F238E27FC236}">
                        <a16:creationId xmlns:a16="http://schemas.microsoft.com/office/drawing/2014/main" id="{CBD24AF3-D736-EB5D-40C8-71A6E29A7BAE}"/>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Freeform 1035">
                    <a:extLst>
                      <a:ext uri="{FF2B5EF4-FFF2-40B4-BE49-F238E27FC236}">
                        <a16:creationId xmlns:a16="http://schemas.microsoft.com/office/drawing/2014/main" id="{B5E6BBED-B6C7-C703-0B40-8D578175AD31}"/>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Freeform 1036">
                    <a:extLst>
                      <a:ext uri="{FF2B5EF4-FFF2-40B4-BE49-F238E27FC236}">
                        <a16:creationId xmlns:a16="http://schemas.microsoft.com/office/drawing/2014/main" id="{8AF3490A-5BDC-BEB3-676B-AAFDCF1622E2}"/>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Freeform 1037">
                    <a:extLst>
                      <a:ext uri="{FF2B5EF4-FFF2-40B4-BE49-F238E27FC236}">
                        <a16:creationId xmlns:a16="http://schemas.microsoft.com/office/drawing/2014/main" id="{324D58EF-7FED-93AA-089B-C09B393ABC75}"/>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Freeform 1038">
                    <a:extLst>
                      <a:ext uri="{FF2B5EF4-FFF2-40B4-BE49-F238E27FC236}">
                        <a16:creationId xmlns:a16="http://schemas.microsoft.com/office/drawing/2014/main" id="{AAB0C51F-1EA2-1B8B-34AA-2486FD207AE7}"/>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Freeform 1039">
                    <a:extLst>
                      <a:ext uri="{FF2B5EF4-FFF2-40B4-BE49-F238E27FC236}">
                        <a16:creationId xmlns:a16="http://schemas.microsoft.com/office/drawing/2014/main" id="{05FC9A98-9E36-92B8-5693-FF1C042D60BD}"/>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8" name="Group 850">
                  <a:extLst>
                    <a:ext uri="{FF2B5EF4-FFF2-40B4-BE49-F238E27FC236}">
                      <a16:creationId xmlns:a16="http://schemas.microsoft.com/office/drawing/2014/main" id="{B8D94E68-680D-6CAD-F4B2-9309983ABDE6}"/>
                    </a:ext>
                  </a:extLst>
                </p:cNvPr>
                <p:cNvGrpSpPr>
                  <a:grpSpLocks/>
                </p:cNvGrpSpPr>
                <p:nvPr/>
              </p:nvGrpSpPr>
              <p:grpSpPr bwMode="auto">
                <a:xfrm>
                  <a:off x="7408527" y="2307905"/>
                  <a:ext cx="399726" cy="74090"/>
                  <a:chOff x="2199" y="955"/>
                  <a:chExt cx="2547" cy="506"/>
                </a:xfrm>
              </p:grpSpPr>
              <p:sp>
                <p:nvSpPr>
                  <p:cNvPr id="110" name="Freeform 851">
                    <a:extLst>
                      <a:ext uri="{FF2B5EF4-FFF2-40B4-BE49-F238E27FC236}">
                        <a16:creationId xmlns:a16="http://schemas.microsoft.com/office/drawing/2014/main" id="{15FC18E1-9F49-210B-1FA7-4BBFF1CAC35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1" name="Freeform 852">
                    <a:extLst>
                      <a:ext uri="{FF2B5EF4-FFF2-40B4-BE49-F238E27FC236}">
                        <a16:creationId xmlns:a16="http://schemas.microsoft.com/office/drawing/2014/main" id="{CCACFDDC-7060-EC66-4CAC-74E7424C6DCB}"/>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2" name="Freeform 853">
                    <a:extLst>
                      <a:ext uri="{FF2B5EF4-FFF2-40B4-BE49-F238E27FC236}">
                        <a16:creationId xmlns:a16="http://schemas.microsoft.com/office/drawing/2014/main" id="{DBBC6DC0-5432-10FC-DB09-A13F2067690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3" name="Freeform 854">
                    <a:extLst>
                      <a:ext uri="{FF2B5EF4-FFF2-40B4-BE49-F238E27FC236}">
                        <a16:creationId xmlns:a16="http://schemas.microsoft.com/office/drawing/2014/main" id="{7A7F6336-7BD2-F213-80F1-DE8A0711C22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4" name="Freeform 855">
                    <a:extLst>
                      <a:ext uri="{FF2B5EF4-FFF2-40B4-BE49-F238E27FC236}">
                        <a16:creationId xmlns:a16="http://schemas.microsoft.com/office/drawing/2014/main" id="{A6765699-96D9-3A5E-05AF-3CF8A62142D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5" name="Freeform 856">
                    <a:extLst>
                      <a:ext uri="{FF2B5EF4-FFF2-40B4-BE49-F238E27FC236}">
                        <a16:creationId xmlns:a16="http://schemas.microsoft.com/office/drawing/2014/main" id="{E80773C9-9893-527D-FAFC-B90058C973A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109" name="Straight Connector 224">
                  <a:extLst>
                    <a:ext uri="{FF2B5EF4-FFF2-40B4-BE49-F238E27FC236}">
                      <a16:creationId xmlns:a16="http://schemas.microsoft.com/office/drawing/2014/main" id="{27FDBEA9-405E-D558-0513-BD4ECBC9FC39}"/>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75" name="Group 527">
              <a:extLst>
                <a:ext uri="{FF2B5EF4-FFF2-40B4-BE49-F238E27FC236}">
                  <a16:creationId xmlns:a16="http://schemas.microsoft.com/office/drawing/2014/main" id="{86BFE5EF-7F7F-2B21-1EF6-88C83C90F2DF}"/>
                </a:ext>
              </a:extLst>
            </p:cNvPr>
            <p:cNvGrpSpPr/>
            <p:nvPr/>
          </p:nvGrpSpPr>
          <p:grpSpPr>
            <a:xfrm>
              <a:off x="7840518" y="1242873"/>
              <a:ext cx="4037013" cy="1377421"/>
              <a:chOff x="7785100" y="730250"/>
              <a:chExt cx="4037013" cy="1377421"/>
            </a:xfrm>
          </p:grpSpPr>
          <p:grpSp>
            <p:nvGrpSpPr>
              <p:cNvPr id="176" name="Group 117">
                <a:extLst>
                  <a:ext uri="{FF2B5EF4-FFF2-40B4-BE49-F238E27FC236}">
                    <a16:creationId xmlns:a16="http://schemas.microsoft.com/office/drawing/2014/main" id="{12DBC16E-2B35-F608-27D7-F9016FBC754C}"/>
                  </a:ext>
                </a:extLst>
              </p:cNvPr>
              <p:cNvGrpSpPr>
                <a:grpSpLocks/>
              </p:cNvGrpSpPr>
              <p:nvPr/>
            </p:nvGrpSpPr>
            <p:grpSpPr bwMode="auto">
              <a:xfrm>
                <a:off x="7785100" y="736600"/>
                <a:ext cx="850900" cy="527050"/>
                <a:chOff x="-490" y="1664"/>
                <a:chExt cx="1429" cy="842"/>
              </a:xfrm>
            </p:grpSpPr>
            <p:sp>
              <p:nvSpPr>
                <p:cNvPr id="243" name="AutoShape 111">
                  <a:extLst>
                    <a:ext uri="{FF2B5EF4-FFF2-40B4-BE49-F238E27FC236}">
                      <a16:creationId xmlns:a16="http://schemas.microsoft.com/office/drawing/2014/main" id="{3C15A7AA-B544-B773-6C21-7C75825F3ACD}"/>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44" name="Group 116">
                  <a:extLst>
                    <a:ext uri="{FF2B5EF4-FFF2-40B4-BE49-F238E27FC236}">
                      <a16:creationId xmlns:a16="http://schemas.microsoft.com/office/drawing/2014/main" id="{45052B42-598D-0574-998B-52A56BB309DE}"/>
                    </a:ext>
                  </a:extLst>
                </p:cNvPr>
                <p:cNvGrpSpPr>
                  <a:grpSpLocks/>
                </p:cNvGrpSpPr>
                <p:nvPr/>
              </p:nvGrpSpPr>
              <p:grpSpPr bwMode="auto">
                <a:xfrm>
                  <a:off x="-427" y="1737"/>
                  <a:ext cx="1217" cy="769"/>
                  <a:chOff x="-427" y="1737"/>
                  <a:chExt cx="1217" cy="769"/>
                </a:xfrm>
              </p:grpSpPr>
              <p:sp>
                <p:nvSpPr>
                  <p:cNvPr id="245" name="Rectangle 99">
                    <a:extLst>
                      <a:ext uri="{FF2B5EF4-FFF2-40B4-BE49-F238E27FC236}">
                        <a16:creationId xmlns:a16="http://schemas.microsoft.com/office/drawing/2014/main" id="{18DD3F0C-F2CA-7199-D827-EE8DA943C4AC}"/>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6" name="Line 7">
                    <a:extLst>
                      <a:ext uri="{FF2B5EF4-FFF2-40B4-BE49-F238E27FC236}">
                        <a16:creationId xmlns:a16="http://schemas.microsoft.com/office/drawing/2014/main" id="{789D93CE-F05C-CB79-6D21-9160C56CDC4B}"/>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7" name="Group 103">
                    <a:extLst>
                      <a:ext uri="{FF2B5EF4-FFF2-40B4-BE49-F238E27FC236}">
                        <a16:creationId xmlns:a16="http://schemas.microsoft.com/office/drawing/2014/main" id="{DBCCE885-8493-181D-35DF-17F6E590A7B2}"/>
                      </a:ext>
                    </a:extLst>
                  </p:cNvPr>
                  <p:cNvGrpSpPr>
                    <a:grpSpLocks/>
                  </p:cNvGrpSpPr>
                  <p:nvPr/>
                </p:nvGrpSpPr>
                <p:grpSpPr bwMode="auto">
                  <a:xfrm>
                    <a:off x="68" y="2192"/>
                    <a:ext cx="387" cy="139"/>
                    <a:chOff x="322" y="890"/>
                    <a:chExt cx="872" cy="339"/>
                  </a:xfrm>
                </p:grpSpPr>
                <p:sp>
                  <p:nvSpPr>
                    <p:cNvPr id="252" name="Rectangle 104">
                      <a:extLst>
                        <a:ext uri="{FF2B5EF4-FFF2-40B4-BE49-F238E27FC236}">
                          <a16:creationId xmlns:a16="http://schemas.microsoft.com/office/drawing/2014/main" id="{69861D94-1642-8F5F-8CAC-BB6009C4EC0B}"/>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3" name="Rectangle 105">
                      <a:extLst>
                        <a:ext uri="{FF2B5EF4-FFF2-40B4-BE49-F238E27FC236}">
                          <a16:creationId xmlns:a16="http://schemas.microsoft.com/office/drawing/2014/main" id="{D1839ED7-9B1D-31A1-BC3E-6B2AC9CC0E4C}"/>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4" name="Rectangle 106">
                      <a:extLst>
                        <a:ext uri="{FF2B5EF4-FFF2-40B4-BE49-F238E27FC236}">
                          <a16:creationId xmlns:a16="http://schemas.microsoft.com/office/drawing/2014/main" id="{23AECD82-6583-086F-0EDE-5A568DFE723C}"/>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5" name="Rectangle 107">
                      <a:extLst>
                        <a:ext uri="{FF2B5EF4-FFF2-40B4-BE49-F238E27FC236}">
                          <a16:creationId xmlns:a16="http://schemas.microsoft.com/office/drawing/2014/main" id="{3062E308-B441-EDF9-7BFE-29FBC34B10EC}"/>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6" name="Rectangle 108">
                      <a:extLst>
                        <a:ext uri="{FF2B5EF4-FFF2-40B4-BE49-F238E27FC236}">
                          <a16:creationId xmlns:a16="http://schemas.microsoft.com/office/drawing/2014/main" id="{3618F722-86C9-3D71-CF63-2528D1911A36}"/>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7" name="AutoShape 109">
                      <a:extLst>
                        <a:ext uri="{FF2B5EF4-FFF2-40B4-BE49-F238E27FC236}">
                          <a16:creationId xmlns:a16="http://schemas.microsoft.com/office/drawing/2014/main" id="{D08ED79A-3775-9553-CCC0-3EAC43B4BD0E}"/>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48" name="Picture 110" descr="desktop_computer_stylized_small">
                    <a:extLst>
                      <a:ext uri="{FF2B5EF4-FFF2-40B4-BE49-F238E27FC236}">
                        <a16:creationId xmlns:a16="http://schemas.microsoft.com/office/drawing/2014/main" id="{62CA3536-A91B-C28C-59C9-1980CBA10EF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 name="Rectangle 112">
                    <a:extLst>
                      <a:ext uri="{FF2B5EF4-FFF2-40B4-BE49-F238E27FC236}">
                        <a16:creationId xmlns:a16="http://schemas.microsoft.com/office/drawing/2014/main" id="{255576F3-DA6C-9168-4C32-5C050533F220}"/>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0" name="Freeform 113">
                    <a:extLst>
                      <a:ext uri="{FF2B5EF4-FFF2-40B4-BE49-F238E27FC236}">
                        <a16:creationId xmlns:a16="http://schemas.microsoft.com/office/drawing/2014/main" id="{BC493990-8873-C7AA-273E-2CEF355FCE1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1" name="Picture 115" descr="tv">
                    <a:extLst>
                      <a:ext uri="{FF2B5EF4-FFF2-40B4-BE49-F238E27FC236}">
                        <a16:creationId xmlns:a16="http://schemas.microsoft.com/office/drawing/2014/main" id="{003EE693-43F2-756D-580B-01ADBB7CF2E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77" name="Line 169">
                <a:extLst>
                  <a:ext uri="{FF2B5EF4-FFF2-40B4-BE49-F238E27FC236}">
                    <a16:creationId xmlns:a16="http://schemas.microsoft.com/office/drawing/2014/main" id="{F8FA3835-F361-71E9-21BD-1E0EC7360282}"/>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Text Box 204">
                <a:extLst>
                  <a:ext uri="{FF2B5EF4-FFF2-40B4-BE49-F238E27FC236}">
                    <a16:creationId xmlns:a16="http://schemas.microsoft.com/office/drawing/2014/main" id="{616FF0D1-AFF5-C911-C681-DE0AACFC5C03}"/>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179" name="Group 523">
                <a:extLst>
                  <a:ext uri="{FF2B5EF4-FFF2-40B4-BE49-F238E27FC236}">
                    <a16:creationId xmlns:a16="http://schemas.microsoft.com/office/drawing/2014/main" id="{5064D3C3-7966-B787-81B4-00A52AD5079C}"/>
                  </a:ext>
                </a:extLst>
              </p:cNvPr>
              <p:cNvGrpSpPr/>
              <p:nvPr/>
            </p:nvGrpSpPr>
            <p:grpSpPr>
              <a:xfrm>
                <a:off x="7872413" y="1479550"/>
                <a:ext cx="850900" cy="623888"/>
                <a:chOff x="7872413" y="1479550"/>
                <a:chExt cx="850900" cy="623888"/>
              </a:xfrm>
            </p:grpSpPr>
            <p:grpSp>
              <p:nvGrpSpPr>
                <p:cNvPr id="226" name="Group 135">
                  <a:extLst>
                    <a:ext uri="{FF2B5EF4-FFF2-40B4-BE49-F238E27FC236}">
                      <a16:creationId xmlns:a16="http://schemas.microsoft.com/office/drawing/2014/main" id="{5A4356AD-48C9-5660-0395-62A11124C94C}"/>
                    </a:ext>
                  </a:extLst>
                </p:cNvPr>
                <p:cNvGrpSpPr>
                  <a:grpSpLocks/>
                </p:cNvGrpSpPr>
                <p:nvPr/>
              </p:nvGrpSpPr>
              <p:grpSpPr bwMode="auto">
                <a:xfrm>
                  <a:off x="7872413" y="1576388"/>
                  <a:ext cx="850900" cy="527050"/>
                  <a:chOff x="-490" y="1664"/>
                  <a:chExt cx="1429" cy="842"/>
                </a:xfrm>
              </p:grpSpPr>
              <p:sp>
                <p:nvSpPr>
                  <p:cNvPr id="228" name="AutoShape 136">
                    <a:extLst>
                      <a:ext uri="{FF2B5EF4-FFF2-40B4-BE49-F238E27FC236}">
                        <a16:creationId xmlns:a16="http://schemas.microsoft.com/office/drawing/2014/main" id="{C721169D-45AC-23E0-6684-02984EBC519D}"/>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29" name="Group 137">
                    <a:extLst>
                      <a:ext uri="{FF2B5EF4-FFF2-40B4-BE49-F238E27FC236}">
                        <a16:creationId xmlns:a16="http://schemas.microsoft.com/office/drawing/2014/main" id="{BAED0EBF-072C-F8C7-DD63-A223FBC4096E}"/>
                      </a:ext>
                    </a:extLst>
                  </p:cNvPr>
                  <p:cNvGrpSpPr>
                    <a:grpSpLocks/>
                  </p:cNvGrpSpPr>
                  <p:nvPr/>
                </p:nvGrpSpPr>
                <p:grpSpPr bwMode="auto">
                  <a:xfrm>
                    <a:off x="-427" y="1737"/>
                    <a:ext cx="1217" cy="769"/>
                    <a:chOff x="-427" y="1737"/>
                    <a:chExt cx="1217" cy="769"/>
                  </a:xfrm>
                </p:grpSpPr>
                <p:sp>
                  <p:nvSpPr>
                    <p:cNvPr id="230" name="Rectangle 138">
                      <a:extLst>
                        <a:ext uri="{FF2B5EF4-FFF2-40B4-BE49-F238E27FC236}">
                          <a16:creationId xmlns:a16="http://schemas.microsoft.com/office/drawing/2014/main" id="{02A7D367-6848-9BA8-8E14-2BF5C0DC8E8F}"/>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1" name="Line 7">
                      <a:extLst>
                        <a:ext uri="{FF2B5EF4-FFF2-40B4-BE49-F238E27FC236}">
                          <a16:creationId xmlns:a16="http://schemas.microsoft.com/office/drawing/2014/main" id="{B106F626-7BD2-40E3-D12A-F3E51EF7ECBD}"/>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32" name="Group 140">
                      <a:extLst>
                        <a:ext uri="{FF2B5EF4-FFF2-40B4-BE49-F238E27FC236}">
                          <a16:creationId xmlns:a16="http://schemas.microsoft.com/office/drawing/2014/main" id="{A0986C88-0F31-2A27-EF76-5859B154D751}"/>
                        </a:ext>
                      </a:extLst>
                    </p:cNvPr>
                    <p:cNvGrpSpPr>
                      <a:grpSpLocks/>
                    </p:cNvGrpSpPr>
                    <p:nvPr/>
                  </p:nvGrpSpPr>
                  <p:grpSpPr bwMode="auto">
                    <a:xfrm>
                      <a:off x="68" y="2192"/>
                      <a:ext cx="387" cy="139"/>
                      <a:chOff x="322" y="890"/>
                      <a:chExt cx="872" cy="339"/>
                    </a:xfrm>
                  </p:grpSpPr>
                  <p:sp>
                    <p:nvSpPr>
                      <p:cNvPr id="237" name="Rectangle 141">
                        <a:extLst>
                          <a:ext uri="{FF2B5EF4-FFF2-40B4-BE49-F238E27FC236}">
                            <a16:creationId xmlns:a16="http://schemas.microsoft.com/office/drawing/2014/main" id="{778DB43C-D6EE-BBCE-B429-ACAEAED3FBD6}"/>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8" name="Rectangle 142">
                        <a:extLst>
                          <a:ext uri="{FF2B5EF4-FFF2-40B4-BE49-F238E27FC236}">
                            <a16:creationId xmlns:a16="http://schemas.microsoft.com/office/drawing/2014/main" id="{662D8FAE-EA28-4342-A92F-EB666800CFA7}"/>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9" name="Rectangle 143">
                        <a:extLst>
                          <a:ext uri="{FF2B5EF4-FFF2-40B4-BE49-F238E27FC236}">
                            <a16:creationId xmlns:a16="http://schemas.microsoft.com/office/drawing/2014/main" id="{20416F06-6AB5-76EB-741C-F18CA7F4209A}"/>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0" name="Rectangle 144">
                        <a:extLst>
                          <a:ext uri="{FF2B5EF4-FFF2-40B4-BE49-F238E27FC236}">
                            <a16:creationId xmlns:a16="http://schemas.microsoft.com/office/drawing/2014/main" id="{E8C36671-300E-26E5-D368-81236579913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1" name="Rectangle 145">
                        <a:extLst>
                          <a:ext uri="{FF2B5EF4-FFF2-40B4-BE49-F238E27FC236}">
                            <a16:creationId xmlns:a16="http://schemas.microsoft.com/office/drawing/2014/main" id="{6D1F977D-C922-C787-4849-0D86AC2AF03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2" name="AutoShape 146">
                        <a:extLst>
                          <a:ext uri="{FF2B5EF4-FFF2-40B4-BE49-F238E27FC236}">
                            <a16:creationId xmlns:a16="http://schemas.microsoft.com/office/drawing/2014/main" id="{0788BF86-E764-3008-7C49-B32491672A51}"/>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33" name="Picture 147" descr="desktop_computer_stylized_small">
                      <a:extLst>
                        <a:ext uri="{FF2B5EF4-FFF2-40B4-BE49-F238E27FC236}">
                          <a16:creationId xmlns:a16="http://schemas.microsoft.com/office/drawing/2014/main" id="{AF836E88-2CFE-6FBB-C4AA-91D85A30E47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 name="Rectangle 148">
                      <a:extLst>
                        <a:ext uri="{FF2B5EF4-FFF2-40B4-BE49-F238E27FC236}">
                          <a16:creationId xmlns:a16="http://schemas.microsoft.com/office/drawing/2014/main" id="{F41F8DC6-4D91-B007-9611-A23A954385E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5" name="Freeform 149">
                      <a:extLst>
                        <a:ext uri="{FF2B5EF4-FFF2-40B4-BE49-F238E27FC236}">
                          <a16:creationId xmlns:a16="http://schemas.microsoft.com/office/drawing/2014/main" id="{D4AEBD32-C9CC-8CE0-300D-4D041A9FECF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6" name="Picture 151" descr="tv">
                      <a:extLst>
                        <a:ext uri="{FF2B5EF4-FFF2-40B4-BE49-F238E27FC236}">
                          <a16:creationId xmlns:a16="http://schemas.microsoft.com/office/drawing/2014/main" id="{ED62D4A1-1104-1051-74B1-4B275FF2E77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7" name="Freeform 209">
                  <a:extLst>
                    <a:ext uri="{FF2B5EF4-FFF2-40B4-BE49-F238E27FC236}">
                      <a16:creationId xmlns:a16="http://schemas.microsoft.com/office/drawing/2014/main" id="{44796E90-5DD0-D8C3-2CE5-62D96F9CCA81}"/>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44">
                <a:extLst>
                  <a:ext uri="{FF2B5EF4-FFF2-40B4-BE49-F238E27FC236}">
                    <a16:creationId xmlns:a16="http://schemas.microsoft.com/office/drawing/2014/main" id="{842FD09E-1FC0-C6A8-A546-3E3269E7343F}"/>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1" name="Freeform 216">
                <a:extLst>
                  <a:ext uri="{FF2B5EF4-FFF2-40B4-BE49-F238E27FC236}">
                    <a16:creationId xmlns:a16="http://schemas.microsoft.com/office/drawing/2014/main" id="{EF9BAF39-7DF4-4665-CDAF-E32121639560}"/>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Freeform 217">
                <a:extLst>
                  <a:ext uri="{FF2B5EF4-FFF2-40B4-BE49-F238E27FC236}">
                    <a16:creationId xmlns:a16="http://schemas.microsoft.com/office/drawing/2014/main" id="{36535D87-9CC6-D510-F1E8-2AFB52441C17}"/>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Line 218">
                <a:extLst>
                  <a:ext uri="{FF2B5EF4-FFF2-40B4-BE49-F238E27FC236}">
                    <a16:creationId xmlns:a16="http://schemas.microsoft.com/office/drawing/2014/main" id="{9E00D7B2-F7DC-4FDF-69B1-4BFBA0238AC8}"/>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Line 219">
                <a:extLst>
                  <a:ext uri="{FF2B5EF4-FFF2-40B4-BE49-F238E27FC236}">
                    <a16:creationId xmlns:a16="http://schemas.microsoft.com/office/drawing/2014/main" id="{7C7A838C-36D0-0903-2B3C-98397CEC62CB}"/>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Freeform 220">
                <a:extLst>
                  <a:ext uri="{FF2B5EF4-FFF2-40B4-BE49-F238E27FC236}">
                    <a16:creationId xmlns:a16="http://schemas.microsoft.com/office/drawing/2014/main" id="{BAAC557A-CA6B-7407-0A92-8D0DCB1C1322}"/>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Freeform 221">
                <a:extLst>
                  <a:ext uri="{FF2B5EF4-FFF2-40B4-BE49-F238E27FC236}">
                    <a16:creationId xmlns:a16="http://schemas.microsoft.com/office/drawing/2014/main" id="{A9523DC2-9075-8D15-1E68-82B176A8C50F}"/>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AutoShape 225">
                <a:extLst>
                  <a:ext uri="{FF2B5EF4-FFF2-40B4-BE49-F238E27FC236}">
                    <a16:creationId xmlns:a16="http://schemas.microsoft.com/office/drawing/2014/main" id="{D3575F7A-B14E-AF2A-3C6D-D3E6CFBD54A7}"/>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188" name="Group 522">
                <a:extLst>
                  <a:ext uri="{FF2B5EF4-FFF2-40B4-BE49-F238E27FC236}">
                    <a16:creationId xmlns:a16="http://schemas.microsoft.com/office/drawing/2014/main" id="{F875BCF9-8461-683E-D271-20AF90A838A5}"/>
                  </a:ext>
                </a:extLst>
              </p:cNvPr>
              <p:cNvGrpSpPr/>
              <p:nvPr/>
            </p:nvGrpSpPr>
            <p:grpSpPr>
              <a:xfrm>
                <a:off x="8699500" y="730250"/>
                <a:ext cx="850900" cy="755650"/>
                <a:chOff x="8699500" y="730250"/>
                <a:chExt cx="850900" cy="755650"/>
              </a:xfrm>
            </p:grpSpPr>
            <p:grpSp>
              <p:nvGrpSpPr>
                <p:cNvPr id="209" name="Group 117">
                  <a:extLst>
                    <a:ext uri="{FF2B5EF4-FFF2-40B4-BE49-F238E27FC236}">
                      <a16:creationId xmlns:a16="http://schemas.microsoft.com/office/drawing/2014/main" id="{7C859D3B-CF20-4366-6B0C-B66910D10E46}"/>
                    </a:ext>
                  </a:extLst>
                </p:cNvPr>
                <p:cNvGrpSpPr>
                  <a:grpSpLocks/>
                </p:cNvGrpSpPr>
                <p:nvPr/>
              </p:nvGrpSpPr>
              <p:grpSpPr bwMode="auto">
                <a:xfrm>
                  <a:off x="8699500" y="730250"/>
                  <a:ext cx="850900" cy="527050"/>
                  <a:chOff x="-490" y="1664"/>
                  <a:chExt cx="1429" cy="842"/>
                </a:xfrm>
              </p:grpSpPr>
              <p:sp>
                <p:nvSpPr>
                  <p:cNvPr id="211" name="AutoShape 111">
                    <a:extLst>
                      <a:ext uri="{FF2B5EF4-FFF2-40B4-BE49-F238E27FC236}">
                        <a16:creationId xmlns:a16="http://schemas.microsoft.com/office/drawing/2014/main" id="{4017DD45-C5F7-2096-1E44-938AF5662188}"/>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12" name="Group 116">
                    <a:extLst>
                      <a:ext uri="{FF2B5EF4-FFF2-40B4-BE49-F238E27FC236}">
                        <a16:creationId xmlns:a16="http://schemas.microsoft.com/office/drawing/2014/main" id="{94834DF6-0FCE-34A9-040B-EE2D79D35819}"/>
                      </a:ext>
                    </a:extLst>
                  </p:cNvPr>
                  <p:cNvGrpSpPr>
                    <a:grpSpLocks/>
                  </p:cNvGrpSpPr>
                  <p:nvPr/>
                </p:nvGrpSpPr>
                <p:grpSpPr bwMode="auto">
                  <a:xfrm>
                    <a:off x="-427" y="1737"/>
                    <a:ext cx="1217" cy="769"/>
                    <a:chOff x="-427" y="1737"/>
                    <a:chExt cx="1217" cy="769"/>
                  </a:xfrm>
                </p:grpSpPr>
                <p:sp>
                  <p:nvSpPr>
                    <p:cNvPr id="213" name="Rectangle 99">
                      <a:extLst>
                        <a:ext uri="{FF2B5EF4-FFF2-40B4-BE49-F238E27FC236}">
                          <a16:creationId xmlns:a16="http://schemas.microsoft.com/office/drawing/2014/main" id="{5A46DDF7-05D4-41AA-A17E-D4E1257DD2A6}"/>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4" name="Line 7">
                      <a:extLst>
                        <a:ext uri="{FF2B5EF4-FFF2-40B4-BE49-F238E27FC236}">
                          <a16:creationId xmlns:a16="http://schemas.microsoft.com/office/drawing/2014/main" id="{F97D4116-5B69-2999-1F8D-D3DC6BC6004A}"/>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15" name="Group 103">
                      <a:extLst>
                        <a:ext uri="{FF2B5EF4-FFF2-40B4-BE49-F238E27FC236}">
                          <a16:creationId xmlns:a16="http://schemas.microsoft.com/office/drawing/2014/main" id="{7D4927E9-2C50-A37A-A56D-7D2FDC2CEFAA}"/>
                        </a:ext>
                      </a:extLst>
                    </p:cNvPr>
                    <p:cNvGrpSpPr>
                      <a:grpSpLocks/>
                    </p:cNvGrpSpPr>
                    <p:nvPr/>
                  </p:nvGrpSpPr>
                  <p:grpSpPr bwMode="auto">
                    <a:xfrm>
                      <a:off x="68" y="2192"/>
                      <a:ext cx="387" cy="139"/>
                      <a:chOff x="322" y="890"/>
                      <a:chExt cx="872" cy="339"/>
                    </a:xfrm>
                  </p:grpSpPr>
                  <p:sp>
                    <p:nvSpPr>
                      <p:cNvPr id="220" name="Rectangle 104">
                        <a:extLst>
                          <a:ext uri="{FF2B5EF4-FFF2-40B4-BE49-F238E27FC236}">
                            <a16:creationId xmlns:a16="http://schemas.microsoft.com/office/drawing/2014/main" id="{D98A9A07-C77C-39C2-78BF-CBF348805A7F}"/>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1" name="Rectangle 105">
                        <a:extLst>
                          <a:ext uri="{FF2B5EF4-FFF2-40B4-BE49-F238E27FC236}">
                            <a16:creationId xmlns:a16="http://schemas.microsoft.com/office/drawing/2014/main" id="{33A3BEDE-A620-1D68-5E9A-9F367D1F8B4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2" name="Rectangle 106">
                        <a:extLst>
                          <a:ext uri="{FF2B5EF4-FFF2-40B4-BE49-F238E27FC236}">
                            <a16:creationId xmlns:a16="http://schemas.microsoft.com/office/drawing/2014/main" id="{3D683F78-D170-7FE2-79DA-23DF76365CAF}"/>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3" name="Rectangle 107">
                        <a:extLst>
                          <a:ext uri="{FF2B5EF4-FFF2-40B4-BE49-F238E27FC236}">
                            <a16:creationId xmlns:a16="http://schemas.microsoft.com/office/drawing/2014/main" id="{B4926D39-06A0-0BF1-E763-9A65AE8A423C}"/>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4" name="Rectangle 108">
                        <a:extLst>
                          <a:ext uri="{FF2B5EF4-FFF2-40B4-BE49-F238E27FC236}">
                            <a16:creationId xmlns:a16="http://schemas.microsoft.com/office/drawing/2014/main" id="{2092F073-790C-CE44-DD7D-53DB4325944B}"/>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5" name="AutoShape 109">
                        <a:extLst>
                          <a:ext uri="{FF2B5EF4-FFF2-40B4-BE49-F238E27FC236}">
                            <a16:creationId xmlns:a16="http://schemas.microsoft.com/office/drawing/2014/main" id="{78F65E4A-123E-64B3-9EA6-4CE444E8AD04}"/>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16" name="Picture 110" descr="desktop_computer_stylized_small">
                      <a:extLst>
                        <a:ext uri="{FF2B5EF4-FFF2-40B4-BE49-F238E27FC236}">
                          <a16:creationId xmlns:a16="http://schemas.microsoft.com/office/drawing/2014/main" id="{F091124B-8536-C54B-A139-422A6E2194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Rectangle 112">
                      <a:extLst>
                        <a:ext uri="{FF2B5EF4-FFF2-40B4-BE49-F238E27FC236}">
                          <a16:creationId xmlns:a16="http://schemas.microsoft.com/office/drawing/2014/main" id="{E470A06E-F78B-3649-0A00-F10603CD34F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8" name="Freeform 113">
                      <a:extLst>
                        <a:ext uri="{FF2B5EF4-FFF2-40B4-BE49-F238E27FC236}">
                          <a16:creationId xmlns:a16="http://schemas.microsoft.com/office/drawing/2014/main" id="{D4FF6CD2-F1A4-A60C-B285-7955593FC27F}"/>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9" name="Picture 115" descr="tv">
                      <a:extLst>
                        <a:ext uri="{FF2B5EF4-FFF2-40B4-BE49-F238E27FC236}">
                          <a16:creationId xmlns:a16="http://schemas.microsoft.com/office/drawing/2014/main" id="{C538246F-1739-362C-DFC8-EC41521EB4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210" name="Straight Connector 521">
                  <a:extLst>
                    <a:ext uri="{FF2B5EF4-FFF2-40B4-BE49-F238E27FC236}">
                      <a16:creationId xmlns:a16="http://schemas.microsoft.com/office/drawing/2014/main" id="{D4EA29B4-E625-53CD-A882-154DC48C037B}"/>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189" name="Straight Connector 411">
                <a:extLst>
                  <a:ext uri="{FF2B5EF4-FFF2-40B4-BE49-F238E27FC236}">
                    <a16:creationId xmlns:a16="http://schemas.microsoft.com/office/drawing/2014/main" id="{909E6577-42E9-D0E6-3701-5AD38B8EB99F}"/>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190" name="Group 414">
                <a:extLst>
                  <a:ext uri="{FF2B5EF4-FFF2-40B4-BE49-F238E27FC236}">
                    <a16:creationId xmlns:a16="http://schemas.microsoft.com/office/drawing/2014/main" id="{3BF75D7A-65D9-DFD3-6C4B-E1CCF45CAECD}"/>
                  </a:ext>
                </a:extLst>
              </p:cNvPr>
              <p:cNvGrpSpPr/>
              <p:nvPr/>
            </p:nvGrpSpPr>
            <p:grpSpPr>
              <a:xfrm>
                <a:off x="8795279" y="1483783"/>
                <a:ext cx="850900" cy="623888"/>
                <a:chOff x="7872413" y="1479550"/>
                <a:chExt cx="850900" cy="623888"/>
              </a:xfrm>
            </p:grpSpPr>
            <p:grpSp>
              <p:nvGrpSpPr>
                <p:cNvPr id="192" name="Group 135">
                  <a:extLst>
                    <a:ext uri="{FF2B5EF4-FFF2-40B4-BE49-F238E27FC236}">
                      <a16:creationId xmlns:a16="http://schemas.microsoft.com/office/drawing/2014/main" id="{4E9BBD26-6177-AD22-2645-DF7CD2C3DDB3}"/>
                    </a:ext>
                  </a:extLst>
                </p:cNvPr>
                <p:cNvGrpSpPr>
                  <a:grpSpLocks/>
                </p:cNvGrpSpPr>
                <p:nvPr/>
              </p:nvGrpSpPr>
              <p:grpSpPr bwMode="auto">
                <a:xfrm>
                  <a:off x="7872413" y="1576388"/>
                  <a:ext cx="850900" cy="527050"/>
                  <a:chOff x="-490" y="1664"/>
                  <a:chExt cx="1429" cy="842"/>
                </a:xfrm>
              </p:grpSpPr>
              <p:sp>
                <p:nvSpPr>
                  <p:cNvPr id="194" name="AutoShape 136">
                    <a:extLst>
                      <a:ext uri="{FF2B5EF4-FFF2-40B4-BE49-F238E27FC236}">
                        <a16:creationId xmlns:a16="http://schemas.microsoft.com/office/drawing/2014/main" id="{A1FF1573-16EB-2CA1-3310-BD032009120D}"/>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195" name="Group 137">
                    <a:extLst>
                      <a:ext uri="{FF2B5EF4-FFF2-40B4-BE49-F238E27FC236}">
                        <a16:creationId xmlns:a16="http://schemas.microsoft.com/office/drawing/2014/main" id="{8DFB0008-0C64-3EF9-490F-E9CD98A780EE}"/>
                      </a:ext>
                    </a:extLst>
                  </p:cNvPr>
                  <p:cNvGrpSpPr>
                    <a:grpSpLocks/>
                  </p:cNvGrpSpPr>
                  <p:nvPr/>
                </p:nvGrpSpPr>
                <p:grpSpPr bwMode="auto">
                  <a:xfrm>
                    <a:off x="-427" y="1737"/>
                    <a:ext cx="1217" cy="769"/>
                    <a:chOff x="-427" y="1737"/>
                    <a:chExt cx="1217" cy="769"/>
                  </a:xfrm>
                </p:grpSpPr>
                <p:sp>
                  <p:nvSpPr>
                    <p:cNvPr id="196" name="Rectangle 138">
                      <a:extLst>
                        <a:ext uri="{FF2B5EF4-FFF2-40B4-BE49-F238E27FC236}">
                          <a16:creationId xmlns:a16="http://schemas.microsoft.com/office/drawing/2014/main" id="{07F6F830-46C8-F78E-BE8C-4242DAE12589}"/>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7" name="Line 7">
                      <a:extLst>
                        <a:ext uri="{FF2B5EF4-FFF2-40B4-BE49-F238E27FC236}">
                          <a16:creationId xmlns:a16="http://schemas.microsoft.com/office/drawing/2014/main" id="{09DD6234-41D7-5C50-4E2E-3B29FF05AE21}"/>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98" name="Group 140">
                      <a:extLst>
                        <a:ext uri="{FF2B5EF4-FFF2-40B4-BE49-F238E27FC236}">
                          <a16:creationId xmlns:a16="http://schemas.microsoft.com/office/drawing/2014/main" id="{5B7AF497-D6E1-9085-B2F0-00B8777FB581}"/>
                        </a:ext>
                      </a:extLst>
                    </p:cNvPr>
                    <p:cNvGrpSpPr>
                      <a:grpSpLocks/>
                    </p:cNvGrpSpPr>
                    <p:nvPr/>
                  </p:nvGrpSpPr>
                  <p:grpSpPr bwMode="auto">
                    <a:xfrm>
                      <a:off x="68" y="2192"/>
                      <a:ext cx="387" cy="139"/>
                      <a:chOff x="322" y="890"/>
                      <a:chExt cx="872" cy="339"/>
                    </a:xfrm>
                  </p:grpSpPr>
                  <p:sp>
                    <p:nvSpPr>
                      <p:cNvPr id="203" name="Rectangle 141">
                        <a:extLst>
                          <a:ext uri="{FF2B5EF4-FFF2-40B4-BE49-F238E27FC236}">
                            <a16:creationId xmlns:a16="http://schemas.microsoft.com/office/drawing/2014/main" id="{7C29FE34-6F76-F13D-D0E2-7A3E918FF7AA}"/>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4" name="Rectangle 142">
                        <a:extLst>
                          <a:ext uri="{FF2B5EF4-FFF2-40B4-BE49-F238E27FC236}">
                            <a16:creationId xmlns:a16="http://schemas.microsoft.com/office/drawing/2014/main" id="{43E71468-3FE9-50E6-3F9D-9EFAD3D92F87}"/>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5" name="Rectangle 143">
                        <a:extLst>
                          <a:ext uri="{FF2B5EF4-FFF2-40B4-BE49-F238E27FC236}">
                            <a16:creationId xmlns:a16="http://schemas.microsoft.com/office/drawing/2014/main" id="{9CB01143-B3A6-6621-8CA7-6DE74FD736BE}"/>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144">
                        <a:extLst>
                          <a:ext uri="{FF2B5EF4-FFF2-40B4-BE49-F238E27FC236}">
                            <a16:creationId xmlns:a16="http://schemas.microsoft.com/office/drawing/2014/main" id="{7676C4E7-AC7E-6808-645C-B40BBB6B7150}"/>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7" name="Rectangle 145">
                        <a:extLst>
                          <a:ext uri="{FF2B5EF4-FFF2-40B4-BE49-F238E27FC236}">
                            <a16:creationId xmlns:a16="http://schemas.microsoft.com/office/drawing/2014/main" id="{1FE1442A-6626-8ADD-19AD-E9AB11548623}"/>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8" name="AutoShape 146">
                        <a:extLst>
                          <a:ext uri="{FF2B5EF4-FFF2-40B4-BE49-F238E27FC236}">
                            <a16:creationId xmlns:a16="http://schemas.microsoft.com/office/drawing/2014/main" id="{84B61E34-F6D7-4AD9-0179-BB6C6B67882C}"/>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99" name="Picture 147" descr="desktop_computer_stylized_small">
                      <a:extLst>
                        <a:ext uri="{FF2B5EF4-FFF2-40B4-BE49-F238E27FC236}">
                          <a16:creationId xmlns:a16="http://schemas.microsoft.com/office/drawing/2014/main" id="{0059D6D8-2845-D883-E1F8-388531A469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Rectangle 148">
                      <a:extLst>
                        <a:ext uri="{FF2B5EF4-FFF2-40B4-BE49-F238E27FC236}">
                          <a16:creationId xmlns:a16="http://schemas.microsoft.com/office/drawing/2014/main" id="{39BEE22E-B973-E0BE-7235-AABABF7EC1AB}"/>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1" name="Freeform 149">
                      <a:extLst>
                        <a:ext uri="{FF2B5EF4-FFF2-40B4-BE49-F238E27FC236}">
                          <a16:creationId xmlns:a16="http://schemas.microsoft.com/office/drawing/2014/main" id="{661433FD-7C06-143F-91C7-FF5D4D8C9CA3}"/>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2" name="Picture 151" descr="tv">
                      <a:extLst>
                        <a:ext uri="{FF2B5EF4-FFF2-40B4-BE49-F238E27FC236}">
                          <a16:creationId xmlns:a16="http://schemas.microsoft.com/office/drawing/2014/main" id="{932F8A39-61C5-97A5-76FD-92454694438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93" name="Freeform 209">
                  <a:extLst>
                    <a:ext uri="{FF2B5EF4-FFF2-40B4-BE49-F238E27FC236}">
                      <a16:creationId xmlns:a16="http://schemas.microsoft.com/office/drawing/2014/main" id="{E22A36D2-6DB5-9F82-F502-A67E9206ADA0}"/>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1" name="Text Box 204">
                <a:extLst>
                  <a:ext uri="{FF2B5EF4-FFF2-40B4-BE49-F238E27FC236}">
                    <a16:creationId xmlns:a16="http://schemas.microsoft.com/office/drawing/2014/main" id="{207D32C9-8EA3-8B9E-DE32-240E32516844}"/>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grpSp>
    </p:spTree>
    <p:extLst>
      <p:ext uri="{BB962C8B-B14F-4D97-AF65-F5344CB8AC3E}">
        <p14:creationId xmlns:p14="http://schemas.microsoft.com/office/powerpoint/2010/main" val="42890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8AC70-76D9-32C7-7225-E37C550CA897}"/>
              </a:ext>
            </a:extLst>
          </p:cNvPr>
          <p:cNvSpPr>
            <a:spLocks noGrp="1"/>
          </p:cNvSpPr>
          <p:nvPr>
            <p:ph type="title"/>
          </p:nvPr>
        </p:nvSpPr>
        <p:spPr/>
        <p:txBody>
          <a:bodyPr/>
          <a:lstStyle/>
          <a:p>
            <a:r>
              <a:rPr lang="zh-CN" altLang="en-US" dirty="0"/>
              <a:t>链路层提供的服务</a:t>
            </a:r>
          </a:p>
        </p:txBody>
      </p:sp>
      <p:sp>
        <p:nvSpPr>
          <p:cNvPr id="3" name="内容占位符 2">
            <a:extLst>
              <a:ext uri="{FF2B5EF4-FFF2-40B4-BE49-F238E27FC236}">
                <a16:creationId xmlns:a16="http://schemas.microsoft.com/office/drawing/2014/main" id="{7E95A1E3-6397-0FD7-105B-F57519D6ADAB}"/>
              </a:ext>
            </a:extLst>
          </p:cNvPr>
          <p:cNvSpPr>
            <a:spLocks noGrp="1"/>
          </p:cNvSpPr>
          <p:nvPr>
            <p:ph idx="1"/>
          </p:nvPr>
        </p:nvSpPr>
        <p:spPr>
          <a:xfrm>
            <a:off x="442913" y="728663"/>
            <a:ext cx="7620009" cy="5617710"/>
          </a:xfrm>
        </p:spPr>
        <p:txBody>
          <a:bodyPr>
            <a:normAutofit/>
          </a:bodyPr>
          <a:lstStyle/>
          <a:p>
            <a:r>
              <a:rPr lang="zh-CN" altLang="en-US" dirty="0"/>
              <a:t>可靠递交：</a:t>
            </a:r>
          </a:p>
          <a:p>
            <a:pPr lvl="1"/>
            <a:r>
              <a:rPr lang="zh-CN" altLang="en-US" sz="2000" dirty="0"/>
              <a:t>差错编码</a:t>
            </a:r>
            <a:r>
              <a:rPr lang="en-US" altLang="zh-CN" sz="2000" dirty="0"/>
              <a:t>+</a:t>
            </a:r>
            <a:r>
              <a:rPr lang="zh-CN" altLang="en-US" sz="2000" dirty="0"/>
              <a:t>反馈重发：确认和重传</a:t>
            </a:r>
            <a:endParaRPr lang="en-US" altLang="zh-CN" sz="2000" dirty="0"/>
          </a:p>
          <a:p>
            <a:pPr lvl="1"/>
            <a:r>
              <a:rPr lang="zh-CN" altLang="en-US" sz="2000" dirty="0"/>
              <a:t>超时和序号：一帧可能完全消失</a:t>
            </a:r>
            <a:endParaRPr lang="en-US" altLang="zh-CN" sz="2000" dirty="0"/>
          </a:p>
          <a:p>
            <a:pPr lvl="1"/>
            <a:r>
              <a:rPr lang="zh-CN" altLang="en-US" sz="2000" dirty="0"/>
              <a:t>低比特差错率的链路一般不支持可靠递交</a:t>
            </a:r>
            <a:endParaRPr lang="en-US" altLang="zh-CN" sz="2000" dirty="0"/>
          </a:p>
          <a:p>
            <a:pPr lvl="1"/>
            <a:r>
              <a:rPr lang="zh-CN" altLang="en-US" sz="2000" dirty="0"/>
              <a:t>高比特差错率的无线链路支持可靠递交！</a:t>
            </a:r>
            <a:endParaRPr lang="en-US" altLang="zh-CN" sz="2000" dirty="0"/>
          </a:p>
          <a:p>
            <a:pPr lvl="2"/>
            <a:r>
              <a:rPr lang="zh-CN" altLang="en-US" dirty="0"/>
              <a:t>为什么端到端和链路层都提供可靠传输服务？</a:t>
            </a:r>
          </a:p>
          <a:p>
            <a:r>
              <a:rPr lang="zh-CN" altLang="en-US" dirty="0"/>
              <a:t>流量控制</a:t>
            </a:r>
            <a:r>
              <a:rPr lang="en-US" altLang="zh-CN" dirty="0"/>
              <a:t>:</a:t>
            </a:r>
            <a:endParaRPr lang="zh-CN" altLang="en-US" dirty="0"/>
          </a:p>
          <a:p>
            <a:pPr lvl="1"/>
            <a:r>
              <a:rPr lang="zh-CN" altLang="en-US" sz="2000" dirty="0"/>
              <a:t>接收方的能力有限制，控制发放方的发送速率</a:t>
            </a:r>
            <a:endParaRPr lang="en-US" altLang="zh-CN" sz="2000" dirty="0"/>
          </a:p>
          <a:p>
            <a:r>
              <a:rPr lang="zh-CN" altLang="en-US" dirty="0"/>
              <a:t>半双工和全双工：</a:t>
            </a:r>
            <a:endParaRPr lang="en-US" altLang="zh-CN" dirty="0"/>
          </a:p>
          <a:p>
            <a:pPr lvl="1"/>
            <a:r>
              <a:rPr lang="zh-CN" altLang="en-US" sz="2000" dirty="0"/>
              <a:t>全双工</a:t>
            </a:r>
            <a:r>
              <a:rPr lang="en-US" altLang="zh-CN" sz="2000" dirty="0"/>
              <a:t>(Full-duplex</a:t>
            </a:r>
            <a:r>
              <a:rPr lang="zh-CN" altLang="en-US" sz="2000" dirty="0"/>
              <a:t>）：链路的两端可以同时发送</a:t>
            </a:r>
          </a:p>
          <a:p>
            <a:pPr lvl="1"/>
            <a:r>
              <a:rPr lang="zh-CN" altLang="en-US" sz="2000" dirty="0"/>
              <a:t>半双工</a:t>
            </a:r>
            <a:r>
              <a:rPr lang="en-US" altLang="zh-CN" sz="2000" dirty="0"/>
              <a:t>(Half-duplex)</a:t>
            </a:r>
            <a:r>
              <a:rPr lang="zh-CN" altLang="en-US" sz="2000" dirty="0"/>
              <a:t>：链路的两端都可以发送，但是不能同时进行</a:t>
            </a:r>
            <a:endParaRPr lang="en-US" altLang="zh-CN" sz="2000" dirty="0"/>
          </a:p>
        </p:txBody>
      </p:sp>
      <p:grpSp>
        <p:nvGrpSpPr>
          <p:cNvPr id="258" name="组合 257">
            <a:extLst>
              <a:ext uri="{FF2B5EF4-FFF2-40B4-BE49-F238E27FC236}">
                <a16:creationId xmlns:a16="http://schemas.microsoft.com/office/drawing/2014/main" id="{17C26768-874B-89BF-9FE4-9BDAA65ADF52}"/>
              </a:ext>
            </a:extLst>
          </p:cNvPr>
          <p:cNvGrpSpPr/>
          <p:nvPr/>
        </p:nvGrpSpPr>
        <p:grpSpPr>
          <a:xfrm>
            <a:off x="8009219" y="1012975"/>
            <a:ext cx="4055125" cy="5116362"/>
            <a:chOff x="7822406" y="1242873"/>
            <a:chExt cx="4055125" cy="5116362"/>
          </a:xfrm>
        </p:grpSpPr>
        <p:sp>
          <p:nvSpPr>
            <p:cNvPr id="4" name="Oval 800">
              <a:extLst>
                <a:ext uri="{FF2B5EF4-FFF2-40B4-BE49-F238E27FC236}">
                  <a16:creationId xmlns:a16="http://schemas.microsoft.com/office/drawing/2014/main" id="{95486940-E4B1-CE99-C99B-F7C5AD65274C}"/>
                </a:ext>
              </a:extLst>
            </p:cNvPr>
            <p:cNvSpPr>
              <a:spLocks noChangeArrowheads="1"/>
            </p:cNvSpPr>
            <p:nvPr/>
          </p:nvSpPr>
          <p:spPr bwMode="auto">
            <a:xfrm>
              <a:off x="9243945"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 name="Group 817">
              <a:extLst>
                <a:ext uri="{FF2B5EF4-FFF2-40B4-BE49-F238E27FC236}">
                  <a16:creationId xmlns:a16="http://schemas.microsoft.com/office/drawing/2014/main" id="{ED8F8E88-C096-DF8E-16A5-6C41BDE6611E}"/>
                </a:ext>
              </a:extLst>
            </p:cNvPr>
            <p:cNvGrpSpPr>
              <a:grpSpLocks/>
            </p:cNvGrpSpPr>
            <p:nvPr/>
          </p:nvGrpSpPr>
          <p:grpSpPr bwMode="auto">
            <a:xfrm>
              <a:off x="8980811" y="3275911"/>
              <a:ext cx="615031" cy="694531"/>
              <a:chOff x="2920" y="1424"/>
              <a:chExt cx="326" cy="320"/>
            </a:xfrm>
          </p:grpSpPr>
          <p:sp>
            <p:nvSpPr>
              <p:cNvPr id="6" name="Oval 818">
                <a:extLst>
                  <a:ext uri="{FF2B5EF4-FFF2-40B4-BE49-F238E27FC236}">
                    <a16:creationId xmlns:a16="http://schemas.microsoft.com/office/drawing/2014/main" id="{FCC456A3-4A03-F8FF-3A88-1F5411998743}"/>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7" name="Group 819">
                <a:extLst>
                  <a:ext uri="{FF2B5EF4-FFF2-40B4-BE49-F238E27FC236}">
                    <a16:creationId xmlns:a16="http://schemas.microsoft.com/office/drawing/2014/main" id="{D54323E8-4A56-CBDD-5C55-6876446E6631}"/>
                  </a:ext>
                </a:extLst>
              </p:cNvPr>
              <p:cNvGrpSpPr>
                <a:grpSpLocks/>
              </p:cNvGrpSpPr>
              <p:nvPr/>
            </p:nvGrpSpPr>
            <p:grpSpPr bwMode="auto">
              <a:xfrm>
                <a:off x="2949" y="1424"/>
                <a:ext cx="265" cy="280"/>
                <a:chOff x="2949" y="1424"/>
                <a:chExt cx="265" cy="280"/>
              </a:xfrm>
            </p:grpSpPr>
            <p:sp>
              <p:nvSpPr>
                <p:cNvPr id="9" name="Oval 820">
                  <a:extLst>
                    <a:ext uri="{FF2B5EF4-FFF2-40B4-BE49-F238E27FC236}">
                      <a16:creationId xmlns:a16="http://schemas.microsoft.com/office/drawing/2014/main" id="{B6CF9FEB-789D-D284-7F8E-7DCA6445D1EA}"/>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0" name="Oval 821">
                  <a:extLst>
                    <a:ext uri="{FF2B5EF4-FFF2-40B4-BE49-F238E27FC236}">
                      <a16:creationId xmlns:a16="http://schemas.microsoft.com/office/drawing/2014/main" id="{44EADDC4-665A-C0DC-6400-8165DB2F8577}"/>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1" name="Oval 822">
                  <a:extLst>
                    <a:ext uri="{FF2B5EF4-FFF2-40B4-BE49-F238E27FC236}">
                      <a16:creationId xmlns:a16="http://schemas.microsoft.com/office/drawing/2014/main" id="{E3085EBC-74C7-094A-2640-9A63CDDE5A32}"/>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 name="Oval 823">
                  <a:extLst>
                    <a:ext uri="{FF2B5EF4-FFF2-40B4-BE49-F238E27FC236}">
                      <a16:creationId xmlns:a16="http://schemas.microsoft.com/office/drawing/2014/main" id="{7CC708A2-FC36-07D8-C91B-A6938BD30B3B}"/>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3" name="Freeform 824">
                  <a:extLst>
                    <a:ext uri="{FF2B5EF4-FFF2-40B4-BE49-F238E27FC236}">
                      <a16:creationId xmlns:a16="http://schemas.microsoft.com/office/drawing/2014/main" id="{277D321F-6F40-DDA9-BD31-057451F628AD}"/>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8" name="Freeform 825">
                <a:extLst>
                  <a:ext uri="{FF2B5EF4-FFF2-40B4-BE49-F238E27FC236}">
                    <a16:creationId xmlns:a16="http://schemas.microsoft.com/office/drawing/2014/main" id="{B3730788-53D4-97D8-4EC9-287BF52A3CF8}"/>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4" name="Group 783">
              <a:extLst>
                <a:ext uri="{FF2B5EF4-FFF2-40B4-BE49-F238E27FC236}">
                  <a16:creationId xmlns:a16="http://schemas.microsoft.com/office/drawing/2014/main" id="{A04C5E0F-DBA5-0550-EC93-8008ABE76978}"/>
                </a:ext>
              </a:extLst>
            </p:cNvPr>
            <p:cNvGrpSpPr>
              <a:grpSpLocks/>
            </p:cNvGrpSpPr>
            <p:nvPr/>
          </p:nvGrpSpPr>
          <p:grpSpPr bwMode="auto">
            <a:xfrm>
              <a:off x="9080582" y="3619386"/>
              <a:ext cx="393690" cy="1049595"/>
              <a:chOff x="3130" y="3288"/>
              <a:chExt cx="410" cy="742"/>
            </a:xfrm>
          </p:grpSpPr>
          <p:sp>
            <p:nvSpPr>
              <p:cNvPr id="15" name="Line 270">
                <a:extLst>
                  <a:ext uri="{FF2B5EF4-FFF2-40B4-BE49-F238E27FC236}">
                    <a16:creationId xmlns:a16="http://schemas.microsoft.com/office/drawing/2014/main" id="{760A52EB-2D06-408A-2335-1C633AB996AD}"/>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Line 271">
                <a:extLst>
                  <a:ext uri="{FF2B5EF4-FFF2-40B4-BE49-F238E27FC236}">
                    <a16:creationId xmlns:a16="http://schemas.microsoft.com/office/drawing/2014/main" id="{B6773BCD-FB1B-5AF5-8707-0C80DD9D7760}"/>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Line 272">
                <a:extLst>
                  <a:ext uri="{FF2B5EF4-FFF2-40B4-BE49-F238E27FC236}">
                    <a16:creationId xmlns:a16="http://schemas.microsoft.com/office/drawing/2014/main" id="{E2A5091E-514A-722D-3D46-D7E1E8255E41}"/>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Line 273">
                <a:extLst>
                  <a:ext uri="{FF2B5EF4-FFF2-40B4-BE49-F238E27FC236}">
                    <a16:creationId xmlns:a16="http://schemas.microsoft.com/office/drawing/2014/main" id="{1D323799-6A43-D65D-B463-F64FE5CAC8CD}"/>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Line 274">
                <a:extLst>
                  <a:ext uri="{FF2B5EF4-FFF2-40B4-BE49-F238E27FC236}">
                    <a16:creationId xmlns:a16="http://schemas.microsoft.com/office/drawing/2014/main" id="{297FF0B4-782B-14F4-EF3B-0BA4EBE3E7DA}"/>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Line 275">
                <a:extLst>
                  <a:ext uri="{FF2B5EF4-FFF2-40B4-BE49-F238E27FC236}">
                    <a16:creationId xmlns:a16="http://schemas.microsoft.com/office/drawing/2014/main" id="{E82646D0-44FB-2F3D-960B-2D556C78D762}"/>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Line 276">
                <a:extLst>
                  <a:ext uri="{FF2B5EF4-FFF2-40B4-BE49-F238E27FC236}">
                    <a16:creationId xmlns:a16="http://schemas.microsoft.com/office/drawing/2014/main" id="{6F0AEF5D-8ABC-5570-894C-00527514B610}"/>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Line 277">
                <a:extLst>
                  <a:ext uri="{FF2B5EF4-FFF2-40B4-BE49-F238E27FC236}">
                    <a16:creationId xmlns:a16="http://schemas.microsoft.com/office/drawing/2014/main" id="{53579BA4-A4A9-F308-4888-2101D5EACECB}"/>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278">
                <a:extLst>
                  <a:ext uri="{FF2B5EF4-FFF2-40B4-BE49-F238E27FC236}">
                    <a16:creationId xmlns:a16="http://schemas.microsoft.com/office/drawing/2014/main" id="{94DF9EE1-B179-EDD2-5FDE-CC6D9603F503}"/>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279">
                <a:extLst>
                  <a:ext uri="{FF2B5EF4-FFF2-40B4-BE49-F238E27FC236}">
                    <a16:creationId xmlns:a16="http://schemas.microsoft.com/office/drawing/2014/main" id="{308DC4D3-CE64-8410-91D9-572CC1088417}"/>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280">
                <a:extLst>
                  <a:ext uri="{FF2B5EF4-FFF2-40B4-BE49-F238E27FC236}">
                    <a16:creationId xmlns:a16="http://schemas.microsoft.com/office/drawing/2014/main" id="{387A07A3-3CBE-9B23-D852-53008BFFFCC8}"/>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81">
                <a:extLst>
                  <a:ext uri="{FF2B5EF4-FFF2-40B4-BE49-F238E27FC236}">
                    <a16:creationId xmlns:a16="http://schemas.microsoft.com/office/drawing/2014/main" id="{DA90F4D9-5D4A-5EBB-1681-1D56ACE1F068}"/>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82">
                <a:extLst>
                  <a:ext uri="{FF2B5EF4-FFF2-40B4-BE49-F238E27FC236}">
                    <a16:creationId xmlns:a16="http://schemas.microsoft.com/office/drawing/2014/main" id="{CC15940F-23FC-6724-9441-852857B9B04E}"/>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3">
                <a:extLst>
                  <a:ext uri="{FF2B5EF4-FFF2-40B4-BE49-F238E27FC236}">
                    <a16:creationId xmlns:a16="http://schemas.microsoft.com/office/drawing/2014/main" id="{CF6C4695-57DD-E4E0-5729-624CF5848B94}"/>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84">
                <a:extLst>
                  <a:ext uri="{FF2B5EF4-FFF2-40B4-BE49-F238E27FC236}">
                    <a16:creationId xmlns:a16="http://schemas.microsoft.com/office/drawing/2014/main" id="{4DECF6EA-7510-5731-9DF8-048D3C6B3E21}"/>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0" name="Group 524">
              <a:extLst>
                <a:ext uri="{FF2B5EF4-FFF2-40B4-BE49-F238E27FC236}">
                  <a16:creationId xmlns:a16="http://schemas.microsoft.com/office/drawing/2014/main" id="{751BD377-8380-D27A-C106-1222490A45CA}"/>
                </a:ext>
              </a:extLst>
            </p:cNvPr>
            <p:cNvGrpSpPr/>
            <p:nvPr/>
          </p:nvGrpSpPr>
          <p:grpSpPr>
            <a:xfrm>
              <a:off x="8405402" y="3099042"/>
              <a:ext cx="527285" cy="593983"/>
              <a:chOff x="8328836" y="2202873"/>
              <a:chExt cx="527285" cy="593983"/>
            </a:xfrm>
          </p:grpSpPr>
          <p:pic>
            <p:nvPicPr>
              <p:cNvPr id="31" name="Picture 653" descr="iphone_stylized_small">
                <a:extLst>
                  <a:ext uri="{FF2B5EF4-FFF2-40B4-BE49-F238E27FC236}">
                    <a16:creationId xmlns:a16="http://schemas.microsoft.com/office/drawing/2014/main" id="{15A5D91F-4891-4D9C-DABA-DD27C74A14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850">
                <a:extLst>
                  <a:ext uri="{FF2B5EF4-FFF2-40B4-BE49-F238E27FC236}">
                    <a16:creationId xmlns:a16="http://schemas.microsoft.com/office/drawing/2014/main" id="{B0FA905A-6506-05DA-6C55-7D73F50D6B57}"/>
                  </a:ext>
                </a:extLst>
              </p:cNvPr>
              <p:cNvGrpSpPr>
                <a:grpSpLocks/>
              </p:cNvGrpSpPr>
              <p:nvPr/>
            </p:nvGrpSpPr>
            <p:grpSpPr bwMode="auto">
              <a:xfrm>
                <a:off x="8328836" y="2202873"/>
                <a:ext cx="527285" cy="118466"/>
                <a:chOff x="2199" y="955"/>
                <a:chExt cx="2547" cy="506"/>
              </a:xfrm>
            </p:grpSpPr>
            <p:sp>
              <p:nvSpPr>
                <p:cNvPr id="33" name="Freeform 851">
                  <a:extLst>
                    <a:ext uri="{FF2B5EF4-FFF2-40B4-BE49-F238E27FC236}">
                      <a16:creationId xmlns:a16="http://schemas.microsoft.com/office/drawing/2014/main" id="{ADC3C189-43FC-BAD1-4EFB-0E947226ACE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4" name="Freeform 852">
                  <a:extLst>
                    <a:ext uri="{FF2B5EF4-FFF2-40B4-BE49-F238E27FC236}">
                      <a16:creationId xmlns:a16="http://schemas.microsoft.com/office/drawing/2014/main" id="{5CAD8B49-C542-D769-2DF9-5B4BB1035AE1}"/>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5" name="Freeform 853">
                  <a:extLst>
                    <a:ext uri="{FF2B5EF4-FFF2-40B4-BE49-F238E27FC236}">
                      <a16:creationId xmlns:a16="http://schemas.microsoft.com/office/drawing/2014/main" id="{4392109A-6C02-1A6D-C065-B2C1FD5A237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6" name="Freeform 854">
                  <a:extLst>
                    <a:ext uri="{FF2B5EF4-FFF2-40B4-BE49-F238E27FC236}">
                      <a16:creationId xmlns:a16="http://schemas.microsoft.com/office/drawing/2014/main" id="{4CA282D8-453D-340D-E14F-86BD707AC24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7" name="Freeform 855">
                  <a:extLst>
                    <a:ext uri="{FF2B5EF4-FFF2-40B4-BE49-F238E27FC236}">
                      <a16:creationId xmlns:a16="http://schemas.microsoft.com/office/drawing/2014/main" id="{64FBA208-62ED-87D1-1C7E-D6E815F2571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8" name="Freeform 856">
                  <a:extLst>
                    <a:ext uri="{FF2B5EF4-FFF2-40B4-BE49-F238E27FC236}">
                      <a16:creationId xmlns:a16="http://schemas.microsoft.com/office/drawing/2014/main" id="{34A3F955-5F26-436B-A605-174E2CB951D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grpSp>
          <p:nvGrpSpPr>
            <p:cNvPr id="39" name="Group 525">
              <a:extLst>
                <a:ext uri="{FF2B5EF4-FFF2-40B4-BE49-F238E27FC236}">
                  <a16:creationId xmlns:a16="http://schemas.microsoft.com/office/drawing/2014/main" id="{1323D055-8AD6-33EE-0F91-65BCE441B5C0}"/>
                </a:ext>
              </a:extLst>
            </p:cNvPr>
            <p:cNvGrpSpPr/>
            <p:nvPr/>
          </p:nvGrpSpPr>
          <p:grpSpPr>
            <a:xfrm>
              <a:off x="7822406" y="4024818"/>
              <a:ext cx="1120341" cy="347863"/>
              <a:chOff x="9561515" y="2748013"/>
              <a:chExt cx="1120341" cy="347863"/>
            </a:xfrm>
          </p:grpSpPr>
          <p:pic>
            <p:nvPicPr>
              <p:cNvPr id="40" name="Picture 603" descr="car_icon_small">
                <a:extLst>
                  <a:ext uri="{FF2B5EF4-FFF2-40B4-BE49-F238E27FC236}">
                    <a16:creationId xmlns:a16="http://schemas.microsoft.com/office/drawing/2014/main" id="{9809B5F3-0C89-A6E7-A847-68CEB7E1D0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Group 850">
                <a:extLst>
                  <a:ext uri="{FF2B5EF4-FFF2-40B4-BE49-F238E27FC236}">
                    <a16:creationId xmlns:a16="http://schemas.microsoft.com/office/drawing/2014/main" id="{3099C285-BB85-6C69-F509-71EF4880E257}"/>
                  </a:ext>
                </a:extLst>
              </p:cNvPr>
              <p:cNvGrpSpPr>
                <a:grpSpLocks/>
              </p:cNvGrpSpPr>
              <p:nvPr/>
            </p:nvGrpSpPr>
            <p:grpSpPr bwMode="auto">
              <a:xfrm>
                <a:off x="9788587" y="2748013"/>
                <a:ext cx="527285" cy="118466"/>
                <a:chOff x="2199" y="955"/>
                <a:chExt cx="2547" cy="506"/>
              </a:xfrm>
            </p:grpSpPr>
            <p:sp>
              <p:nvSpPr>
                <p:cNvPr id="43" name="Freeform 851">
                  <a:extLst>
                    <a:ext uri="{FF2B5EF4-FFF2-40B4-BE49-F238E27FC236}">
                      <a16:creationId xmlns:a16="http://schemas.microsoft.com/office/drawing/2014/main" id="{8CC544C2-C8A7-F40A-F148-0BF2CD37286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4" name="Freeform 852">
                  <a:extLst>
                    <a:ext uri="{FF2B5EF4-FFF2-40B4-BE49-F238E27FC236}">
                      <a16:creationId xmlns:a16="http://schemas.microsoft.com/office/drawing/2014/main" id="{42690FF8-CB99-2153-129A-2D41D2017BF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5" name="Freeform 853">
                  <a:extLst>
                    <a:ext uri="{FF2B5EF4-FFF2-40B4-BE49-F238E27FC236}">
                      <a16:creationId xmlns:a16="http://schemas.microsoft.com/office/drawing/2014/main" id="{4FCFC02D-0FF7-F1EA-595B-90C00350363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6" name="Freeform 854">
                  <a:extLst>
                    <a:ext uri="{FF2B5EF4-FFF2-40B4-BE49-F238E27FC236}">
                      <a16:creationId xmlns:a16="http://schemas.microsoft.com/office/drawing/2014/main" id="{2A38EE23-06C1-95E9-47D8-5594EC6D00D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7" name="Freeform 855">
                  <a:extLst>
                    <a:ext uri="{FF2B5EF4-FFF2-40B4-BE49-F238E27FC236}">
                      <a16:creationId xmlns:a16="http://schemas.microsoft.com/office/drawing/2014/main" id="{C2917F24-6B8E-4C04-64F0-0465A920CA4C}"/>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8" name="Freeform 856">
                  <a:extLst>
                    <a:ext uri="{FF2B5EF4-FFF2-40B4-BE49-F238E27FC236}">
                      <a16:creationId xmlns:a16="http://schemas.microsoft.com/office/drawing/2014/main" id="{D44F0867-8DE8-22BF-3AFA-2ED002C3B50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42" name="Straight Connector 513">
                <a:extLst>
                  <a:ext uri="{FF2B5EF4-FFF2-40B4-BE49-F238E27FC236}">
                    <a16:creationId xmlns:a16="http://schemas.microsoft.com/office/drawing/2014/main" id="{BC99250E-5DB9-DE1E-8736-BBBF860BBB3A}"/>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516">
              <a:extLst>
                <a:ext uri="{FF2B5EF4-FFF2-40B4-BE49-F238E27FC236}">
                  <a16:creationId xmlns:a16="http://schemas.microsoft.com/office/drawing/2014/main" id="{CC0028E1-09E0-777F-FEB4-7611D53E9BFE}"/>
                </a:ext>
              </a:extLst>
            </p:cNvPr>
            <p:cNvGrpSpPr/>
            <p:nvPr/>
          </p:nvGrpSpPr>
          <p:grpSpPr>
            <a:xfrm>
              <a:off x="9731765" y="3463179"/>
              <a:ext cx="502369" cy="512348"/>
              <a:chOff x="7341491" y="2307905"/>
              <a:chExt cx="509280" cy="439573"/>
            </a:xfrm>
          </p:grpSpPr>
          <p:grpSp>
            <p:nvGrpSpPr>
              <p:cNvPr id="50" name="Group 125">
                <a:extLst>
                  <a:ext uri="{FF2B5EF4-FFF2-40B4-BE49-F238E27FC236}">
                    <a16:creationId xmlns:a16="http://schemas.microsoft.com/office/drawing/2014/main" id="{0841556A-7429-103A-21FB-6762A42B7D55}"/>
                  </a:ext>
                </a:extLst>
              </p:cNvPr>
              <p:cNvGrpSpPr/>
              <p:nvPr/>
            </p:nvGrpSpPr>
            <p:grpSpPr>
              <a:xfrm>
                <a:off x="7341491" y="2426725"/>
                <a:ext cx="509280" cy="320753"/>
                <a:chOff x="7458407" y="2414528"/>
                <a:chExt cx="509280" cy="320753"/>
              </a:xfrm>
            </p:grpSpPr>
            <p:pic>
              <p:nvPicPr>
                <p:cNvPr id="59" name="Picture 1018" descr="laptop_keyboard">
                  <a:extLst>
                    <a:ext uri="{FF2B5EF4-FFF2-40B4-BE49-F238E27FC236}">
                      <a16:creationId xmlns:a16="http://schemas.microsoft.com/office/drawing/2014/main" id="{2E85A683-6897-A1F6-972F-87A9D623DA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019">
                  <a:extLst>
                    <a:ext uri="{FF2B5EF4-FFF2-40B4-BE49-F238E27FC236}">
                      <a16:creationId xmlns:a16="http://schemas.microsoft.com/office/drawing/2014/main" id="{E7A31DDD-D2C0-0DAC-B1CE-3D1C08662041}"/>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1" name="Picture 1020" descr="screen">
                  <a:extLst>
                    <a:ext uri="{FF2B5EF4-FFF2-40B4-BE49-F238E27FC236}">
                      <a16:creationId xmlns:a16="http://schemas.microsoft.com/office/drawing/2014/main" id="{3996F08E-757C-CE36-9481-AEF73CA1049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021">
                  <a:extLst>
                    <a:ext uri="{FF2B5EF4-FFF2-40B4-BE49-F238E27FC236}">
                      <a16:creationId xmlns:a16="http://schemas.microsoft.com/office/drawing/2014/main" id="{F79E713F-C52F-ADB4-6034-C21EBB10D45F}"/>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1022">
                  <a:extLst>
                    <a:ext uri="{FF2B5EF4-FFF2-40B4-BE49-F238E27FC236}">
                      <a16:creationId xmlns:a16="http://schemas.microsoft.com/office/drawing/2014/main" id="{2DAF7635-0C3D-68FA-113D-32956EF44180}"/>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1023">
                  <a:extLst>
                    <a:ext uri="{FF2B5EF4-FFF2-40B4-BE49-F238E27FC236}">
                      <a16:creationId xmlns:a16="http://schemas.microsoft.com/office/drawing/2014/main" id="{F723E337-B3AE-22EF-7AE8-9E3F86D3558D}"/>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1024">
                  <a:extLst>
                    <a:ext uri="{FF2B5EF4-FFF2-40B4-BE49-F238E27FC236}">
                      <a16:creationId xmlns:a16="http://schemas.microsoft.com/office/drawing/2014/main" id="{E9D441E8-A959-3B82-D6EE-1BC732E0E4DD}"/>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1025">
                  <a:extLst>
                    <a:ext uri="{FF2B5EF4-FFF2-40B4-BE49-F238E27FC236}">
                      <a16:creationId xmlns:a16="http://schemas.microsoft.com/office/drawing/2014/main" id="{FE3036D4-9DA4-7894-3737-E9EE40DE2ADE}"/>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1026">
                  <a:extLst>
                    <a:ext uri="{FF2B5EF4-FFF2-40B4-BE49-F238E27FC236}">
                      <a16:creationId xmlns:a16="http://schemas.microsoft.com/office/drawing/2014/main" id="{D4B62114-97A6-4028-8769-4F8B22582B9F}"/>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8" name="Group 1027">
                  <a:extLst>
                    <a:ext uri="{FF2B5EF4-FFF2-40B4-BE49-F238E27FC236}">
                      <a16:creationId xmlns:a16="http://schemas.microsoft.com/office/drawing/2014/main" id="{108FF4C2-5EE3-8696-4383-CEB492272B01}"/>
                    </a:ext>
                  </a:extLst>
                </p:cNvPr>
                <p:cNvGrpSpPr>
                  <a:grpSpLocks/>
                </p:cNvGrpSpPr>
                <p:nvPr/>
              </p:nvGrpSpPr>
              <p:grpSpPr bwMode="auto">
                <a:xfrm>
                  <a:off x="7594735" y="2642220"/>
                  <a:ext cx="98740" cy="36846"/>
                  <a:chOff x="1740" y="2642"/>
                  <a:chExt cx="752" cy="327"/>
                </a:xfrm>
              </p:grpSpPr>
              <p:sp>
                <p:nvSpPr>
                  <p:cNvPr id="75" name="Freeform 1028">
                    <a:extLst>
                      <a:ext uri="{FF2B5EF4-FFF2-40B4-BE49-F238E27FC236}">
                        <a16:creationId xmlns:a16="http://schemas.microsoft.com/office/drawing/2014/main" id="{AA1F19B1-F62F-E60F-6ED1-04C763C416B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1029">
                    <a:extLst>
                      <a:ext uri="{FF2B5EF4-FFF2-40B4-BE49-F238E27FC236}">
                        <a16:creationId xmlns:a16="http://schemas.microsoft.com/office/drawing/2014/main" id="{5760BE21-4388-8BB7-E4CA-5EB8B9226E3B}"/>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1030">
                    <a:extLst>
                      <a:ext uri="{FF2B5EF4-FFF2-40B4-BE49-F238E27FC236}">
                        <a16:creationId xmlns:a16="http://schemas.microsoft.com/office/drawing/2014/main" id="{611888B0-9B47-0EEC-9706-31783B93C13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1031">
                    <a:extLst>
                      <a:ext uri="{FF2B5EF4-FFF2-40B4-BE49-F238E27FC236}">
                        <a16:creationId xmlns:a16="http://schemas.microsoft.com/office/drawing/2014/main" id="{E6B4D539-99DB-C8D6-1BA2-623B9F0863B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1032">
                    <a:extLst>
                      <a:ext uri="{FF2B5EF4-FFF2-40B4-BE49-F238E27FC236}">
                        <a16:creationId xmlns:a16="http://schemas.microsoft.com/office/drawing/2014/main" id="{D4A7A12A-2936-263C-7D43-D592927FEAE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1033">
                    <a:extLst>
                      <a:ext uri="{FF2B5EF4-FFF2-40B4-BE49-F238E27FC236}">
                        <a16:creationId xmlns:a16="http://schemas.microsoft.com/office/drawing/2014/main" id="{C17EDD33-F09E-E0D2-7DE0-28E3200DFC6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9" name="Freeform 1034">
                  <a:extLst>
                    <a:ext uri="{FF2B5EF4-FFF2-40B4-BE49-F238E27FC236}">
                      <a16:creationId xmlns:a16="http://schemas.microsoft.com/office/drawing/2014/main" id="{62C60788-9B4D-9F06-16EE-D1EF7280724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1035">
                  <a:extLst>
                    <a:ext uri="{FF2B5EF4-FFF2-40B4-BE49-F238E27FC236}">
                      <a16:creationId xmlns:a16="http://schemas.microsoft.com/office/drawing/2014/main" id="{5DB0408F-ECA9-172B-BCF7-4AC61B3F5E88}"/>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1036">
                  <a:extLst>
                    <a:ext uri="{FF2B5EF4-FFF2-40B4-BE49-F238E27FC236}">
                      <a16:creationId xmlns:a16="http://schemas.microsoft.com/office/drawing/2014/main" id="{A22141EE-E606-566B-E639-2C51D81D67F4}"/>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1037">
                  <a:extLst>
                    <a:ext uri="{FF2B5EF4-FFF2-40B4-BE49-F238E27FC236}">
                      <a16:creationId xmlns:a16="http://schemas.microsoft.com/office/drawing/2014/main" id="{486F30A3-4755-C587-5F97-EDAAB2B8C19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1038">
                  <a:extLst>
                    <a:ext uri="{FF2B5EF4-FFF2-40B4-BE49-F238E27FC236}">
                      <a16:creationId xmlns:a16="http://schemas.microsoft.com/office/drawing/2014/main" id="{050D69E6-7430-9DA6-CA8B-9474B0C5C769}"/>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1039">
                  <a:extLst>
                    <a:ext uri="{FF2B5EF4-FFF2-40B4-BE49-F238E27FC236}">
                      <a16:creationId xmlns:a16="http://schemas.microsoft.com/office/drawing/2014/main" id="{5F1B6BA3-8A20-8864-36CB-1746D15DB3D8}"/>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1" name="Group 850">
                <a:extLst>
                  <a:ext uri="{FF2B5EF4-FFF2-40B4-BE49-F238E27FC236}">
                    <a16:creationId xmlns:a16="http://schemas.microsoft.com/office/drawing/2014/main" id="{9E699589-5BF6-37FD-80CD-221CBE3A014B}"/>
                  </a:ext>
                </a:extLst>
              </p:cNvPr>
              <p:cNvGrpSpPr>
                <a:grpSpLocks/>
              </p:cNvGrpSpPr>
              <p:nvPr/>
            </p:nvGrpSpPr>
            <p:grpSpPr bwMode="auto">
              <a:xfrm>
                <a:off x="7408527" y="2307905"/>
                <a:ext cx="399726" cy="74090"/>
                <a:chOff x="2199" y="955"/>
                <a:chExt cx="2547" cy="506"/>
              </a:xfrm>
            </p:grpSpPr>
            <p:sp>
              <p:nvSpPr>
                <p:cNvPr id="53" name="Freeform 851">
                  <a:extLst>
                    <a:ext uri="{FF2B5EF4-FFF2-40B4-BE49-F238E27FC236}">
                      <a16:creationId xmlns:a16="http://schemas.microsoft.com/office/drawing/2014/main" id="{693B8E4E-FBB4-ED67-17C5-751CE91879E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4" name="Freeform 852">
                  <a:extLst>
                    <a:ext uri="{FF2B5EF4-FFF2-40B4-BE49-F238E27FC236}">
                      <a16:creationId xmlns:a16="http://schemas.microsoft.com/office/drawing/2014/main" id="{1E5FD241-3BA0-2B81-D2F5-4A4D1B1085A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5" name="Freeform 853">
                  <a:extLst>
                    <a:ext uri="{FF2B5EF4-FFF2-40B4-BE49-F238E27FC236}">
                      <a16:creationId xmlns:a16="http://schemas.microsoft.com/office/drawing/2014/main" id="{4523529B-2273-001E-39BD-58BBB9C93E6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6" name="Freeform 854">
                  <a:extLst>
                    <a:ext uri="{FF2B5EF4-FFF2-40B4-BE49-F238E27FC236}">
                      <a16:creationId xmlns:a16="http://schemas.microsoft.com/office/drawing/2014/main" id="{21265D6F-BE0F-B704-F35F-0AAB4324F26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7" name="Freeform 855">
                  <a:extLst>
                    <a:ext uri="{FF2B5EF4-FFF2-40B4-BE49-F238E27FC236}">
                      <a16:creationId xmlns:a16="http://schemas.microsoft.com/office/drawing/2014/main" id="{00157175-75B8-8CBD-0552-BD28C519D28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8" name="Freeform 856">
                  <a:extLst>
                    <a:ext uri="{FF2B5EF4-FFF2-40B4-BE49-F238E27FC236}">
                      <a16:creationId xmlns:a16="http://schemas.microsoft.com/office/drawing/2014/main" id="{BCC8F772-2C80-430A-2106-C5FB158FA93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52" name="Straight Connector 181">
                <a:extLst>
                  <a:ext uri="{FF2B5EF4-FFF2-40B4-BE49-F238E27FC236}">
                    <a16:creationId xmlns:a16="http://schemas.microsoft.com/office/drawing/2014/main" id="{A057501C-C277-9E0A-8F54-9BE6322E04AD}"/>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 name="Line 435">
              <a:extLst>
                <a:ext uri="{FF2B5EF4-FFF2-40B4-BE49-F238E27FC236}">
                  <a16:creationId xmlns:a16="http://schemas.microsoft.com/office/drawing/2014/main" id="{C4A7C251-6635-3BD6-BE7A-459C6DA0FCD6}"/>
                </a:ext>
              </a:extLst>
            </p:cNvPr>
            <p:cNvSpPr>
              <a:spLocks noChangeShapeType="1"/>
            </p:cNvSpPr>
            <p:nvPr/>
          </p:nvSpPr>
          <p:spPr bwMode="auto">
            <a:xfrm flipH="1">
              <a:off x="11319748" y="3822551"/>
              <a:ext cx="4467" cy="58301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Line 436">
              <a:extLst>
                <a:ext uri="{FF2B5EF4-FFF2-40B4-BE49-F238E27FC236}">
                  <a16:creationId xmlns:a16="http://schemas.microsoft.com/office/drawing/2014/main" id="{DF1613C0-6577-3092-69D7-E772CCE2F916}"/>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Line 439">
              <a:extLst>
                <a:ext uri="{FF2B5EF4-FFF2-40B4-BE49-F238E27FC236}">
                  <a16:creationId xmlns:a16="http://schemas.microsoft.com/office/drawing/2014/main" id="{563E34A1-F25F-D0FB-7360-24577BF89E49}"/>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4" name="Group 10">
              <a:extLst>
                <a:ext uri="{FF2B5EF4-FFF2-40B4-BE49-F238E27FC236}">
                  <a16:creationId xmlns:a16="http://schemas.microsoft.com/office/drawing/2014/main" id="{6825C52C-29BC-669F-8568-9BF624FA34CE}"/>
                </a:ext>
              </a:extLst>
            </p:cNvPr>
            <p:cNvGrpSpPr/>
            <p:nvPr/>
          </p:nvGrpSpPr>
          <p:grpSpPr>
            <a:xfrm>
              <a:off x="11084522" y="4291738"/>
              <a:ext cx="581004" cy="299152"/>
              <a:chOff x="3668110" y="2448910"/>
              <a:chExt cx="3794234" cy="2165130"/>
            </a:xfrm>
          </p:grpSpPr>
          <p:sp>
            <p:nvSpPr>
              <p:cNvPr id="85" name="Rectangle 11">
                <a:extLst>
                  <a:ext uri="{FF2B5EF4-FFF2-40B4-BE49-F238E27FC236}">
                    <a16:creationId xmlns:a16="http://schemas.microsoft.com/office/drawing/2014/main" id="{41FF0F9B-2E3D-8810-B1BA-CB1ACD761E4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Freeform 12">
                <a:extLst>
                  <a:ext uri="{FF2B5EF4-FFF2-40B4-BE49-F238E27FC236}">
                    <a16:creationId xmlns:a16="http://schemas.microsoft.com/office/drawing/2014/main" id="{2212D3F2-A881-A2FF-48FD-01E5E469056F}"/>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7" name="Group 13">
                <a:extLst>
                  <a:ext uri="{FF2B5EF4-FFF2-40B4-BE49-F238E27FC236}">
                    <a16:creationId xmlns:a16="http://schemas.microsoft.com/office/drawing/2014/main" id="{6665EAB7-9A4F-1903-63B0-B2DC47959E02}"/>
                  </a:ext>
                </a:extLst>
              </p:cNvPr>
              <p:cNvGrpSpPr/>
              <p:nvPr/>
            </p:nvGrpSpPr>
            <p:grpSpPr>
              <a:xfrm>
                <a:off x="3941378" y="2603243"/>
                <a:ext cx="3202061" cy="1066110"/>
                <a:chOff x="7939341" y="3037317"/>
                <a:chExt cx="897649" cy="353919"/>
              </a:xfrm>
            </p:grpSpPr>
            <p:sp>
              <p:nvSpPr>
                <p:cNvPr id="88" name="Freeform 14">
                  <a:extLst>
                    <a:ext uri="{FF2B5EF4-FFF2-40B4-BE49-F238E27FC236}">
                      <a16:creationId xmlns:a16="http://schemas.microsoft.com/office/drawing/2014/main" id="{624AC940-F6A9-3204-9705-9F8DF4FCA3B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Freeform 15">
                  <a:extLst>
                    <a:ext uri="{FF2B5EF4-FFF2-40B4-BE49-F238E27FC236}">
                      <a16:creationId xmlns:a16="http://schemas.microsoft.com/office/drawing/2014/main" id="{76AE08CD-DCB2-A4A8-441B-4162D837C75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Freeform 16">
                  <a:extLst>
                    <a:ext uri="{FF2B5EF4-FFF2-40B4-BE49-F238E27FC236}">
                      <a16:creationId xmlns:a16="http://schemas.microsoft.com/office/drawing/2014/main" id="{E85F1FB3-D4D2-F631-5F30-215975616E6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Freeform 17">
                  <a:extLst>
                    <a:ext uri="{FF2B5EF4-FFF2-40B4-BE49-F238E27FC236}">
                      <a16:creationId xmlns:a16="http://schemas.microsoft.com/office/drawing/2014/main" id="{5ECE47C6-1BFC-BB8C-418E-DC287226D411}"/>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2" name="Group 590">
              <a:extLst>
                <a:ext uri="{FF2B5EF4-FFF2-40B4-BE49-F238E27FC236}">
                  <a16:creationId xmlns:a16="http://schemas.microsoft.com/office/drawing/2014/main" id="{F02A3D3C-46EE-42D0-461D-A09DCBA71310}"/>
                </a:ext>
              </a:extLst>
            </p:cNvPr>
            <p:cNvGrpSpPr>
              <a:grpSpLocks/>
            </p:cNvGrpSpPr>
            <p:nvPr/>
          </p:nvGrpSpPr>
          <p:grpSpPr bwMode="auto">
            <a:xfrm flipH="1">
              <a:off x="10917985" y="3322047"/>
              <a:ext cx="649485" cy="571200"/>
              <a:chOff x="2839" y="3501"/>
              <a:chExt cx="755" cy="803"/>
            </a:xfrm>
          </p:grpSpPr>
          <p:pic>
            <p:nvPicPr>
              <p:cNvPr id="93" name="Picture 591" descr="desktop_computer_stylized_medium">
                <a:extLst>
                  <a:ext uri="{FF2B5EF4-FFF2-40B4-BE49-F238E27FC236}">
                    <a16:creationId xmlns:a16="http://schemas.microsoft.com/office/drawing/2014/main" id="{FD8317AF-4D41-9806-643E-9A1B16685CA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Freeform 592">
                <a:extLst>
                  <a:ext uri="{FF2B5EF4-FFF2-40B4-BE49-F238E27FC236}">
                    <a16:creationId xmlns:a16="http://schemas.microsoft.com/office/drawing/2014/main" id="{DA6C8789-612A-35CE-4768-AEC854922A6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5" name="Group 590">
              <a:extLst>
                <a:ext uri="{FF2B5EF4-FFF2-40B4-BE49-F238E27FC236}">
                  <a16:creationId xmlns:a16="http://schemas.microsoft.com/office/drawing/2014/main" id="{02FDB762-2DC7-A3A5-1533-D569F24E1306}"/>
                </a:ext>
              </a:extLst>
            </p:cNvPr>
            <p:cNvGrpSpPr>
              <a:grpSpLocks/>
            </p:cNvGrpSpPr>
            <p:nvPr/>
          </p:nvGrpSpPr>
          <p:grpSpPr bwMode="auto">
            <a:xfrm flipH="1">
              <a:off x="10249542" y="4410101"/>
              <a:ext cx="649485" cy="571200"/>
              <a:chOff x="2839" y="3501"/>
              <a:chExt cx="755" cy="803"/>
            </a:xfrm>
          </p:grpSpPr>
          <p:pic>
            <p:nvPicPr>
              <p:cNvPr id="96" name="Picture 591" descr="desktop_computer_stylized_medium">
                <a:extLst>
                  <a:ext uri="{FF2B5EF4-FFF2-40B4-BE49-F238E27FC236}">
                    <a16:creationId xmlns:a16="http://schemas.microsoft.com/office/drawing/2014/main" id="{F8EE639D-56D3-D757-0D0B-EA8C8C7022A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Freeform 592">
                <a:extLst>
                  <a:ext uri="{FF2B5EF4-FFF2-40B4-BE49-F238E27FC236}">
                    <a16:creationId xmlns:a16="http://schemas.microsoft.com/office/drawing/2014/main" id="{CDBEBA7C-A74C-D590-5EAF-235B48CC440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Group 590">
              <a:extLst>
                <a:ext uri="{FF2B5EF4-FFF2-40B4-BE49-F238E27FC236}">
                  <a16:creationId xmlns:a16="http://schemas.microsoft.com/office/drawing/2014/main" id="{546A5EBD-18FA-422B-5DEC-05E5659020DB}"/>
                </a:ext>
              </a:extLst>
            </p:cNvPr>
            <p:cNvGrpSpPr>
              <a:grpSpLocks/>
            </p:cNvGrpSpPr>
            <p:nvPr/>
          </p:nvGrpSpPr>
          <p:grpSpPr bwMode="auto">
            <a:xfrm flipH="1">
              <a:off x="10797829" y="4748945"/>
              <a:ext cx="649485" cy="571200"/>
              <a:chOff x="2839" y="3501"/>
              <a:chExt cx="755" cy="803"/>
            </a:xfrm>
          </p:grpSpPr>
          <p:pic>
            <p:nvPicPr>
              <p:cNvPr id="99" name="Picture 591" descr="desktop_computer_stylized_medium">
                <a:extLst>
                  <a:ext uri="{FF2B5EF4-FFF2-40B4-BE49-F238E27FC236}">
                    <a16:creationId xmlns:a16="http://schemas.microsoft.com/office/drawing/2014/main" id="{A5EE0123-B771-1AC2-D07F-9A2BF3690A2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Freeform 592">
                <a:extLst>
                  <a:ext uri="{FF2B5EF4-FFF2-40B4-BE49-F238E27FC236}">
                    <a16:creationId xmlns:a16="http://schemas.microsoft.com/office/drawing/2014/main" id="{75B6600C-AEB3-4E89-C282-0E2C878C5DF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1" name="Group 519">
              <a:extLst>
                <a:ext uri="{FF2B5EF4-FFF2-40B4-BE49-F238E27FC236}">
                  <a16:creationId xmlns:a16="http://schemas.microsoft.com/office/drawing/2014/main" id="{0D846B45-F83C-2D3C-B21F-59CD480F840F}"/>
                </a:ext>
              </a:extLst>
            </p:cNvPr>
            <p:cNvGrpSpPr/>
            <p:nvPr/>
          </p:nvGrpSpPr>
          <p:grpSpPr>
            <a:xfrm>
              <a:off x="8229600" y="5199782"/>
              <a:ext cx="1923291" cy="1159453"/>
              <a:chOff x="9874069" y="4049856"/>
              <a:chExt cx="1165513" cy="683960"/>
            </a:xfrm>
          </p:grpSpPr>
          <p:pic>
            <p:nvPicPr>
              <p:cNvPr id="102" name="Picture 781" descr="antenna_radiation_stylized">
                <a:extLst>
                  <a:ext uri="{FF2B5EF4-FFF2-40B4-BE49-F238E27FC236}">
                    <a16:creationId xmlns:a16="http://schemas.microsoft.com/office/drawing/2014/main" id="{D5AC21BA-70E3-CE33-0D71-E59B7A62AB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 name="Picture 780" descr="access_point_stylized_small">
                <a:extLst>
                  <a:ext uri="{FF2B5EF4-FFF2-40B4-BE49-F238E27FC236}">
                    <a16:creationId xmlns:a16="http://schemas.microsoft.com/office/drawing/2014/main" id="{82A29278-60E1-6931-AA17-3B440EFFA0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 name="Group 850">
                <a:extLst>
                  <a:ext uri="{FF2B5EF4-FFF2-40B4-BE49-F238E27FC236}">
                    <a16:creationId xmlns:a16="http://schemas.microsoft.com/office/drawing/2014/main" id="{E668D59B-D5FB-94F4-6DA7-7BB4F5E314A0}"/>
                  </a:ext>
                </a:extLst>
              </p:cNvPr>
              <p:cNvGrpSpPr>
                <a:grpSpLocks/>
              </p:cNvGrpSpPr>
              <p:nvPr/>
            </p:nvGrpSpPr>
            <p:grpSpPr bwMode="auto">
              <a:xfrm>
                <a:off x="10257306" y="4049856"/>
                <a:ext cx="450526" cy="96315"/>
                <a:chOff x="2199" y="955"/>
                <a:chExt cx="2547" cy="506"/>
              </a:xfrm>
            </p:grpSpPr>
            <p:sp>
              <p:nvSpPr>
                <p:cNvPr id="169" name="Freeform 851">
                  <a:extLst>
                    <a:ext uri="{FF2B5EF4-FFF2-40B4-BE49-F238E27FC236}">
                      <a16:creationId xmlns:a16="http://schemas.microsoft.com/office/drawing/2014/main" id="{4382FC7D-99AC-84F6-FB4B-DB2D24AD4CA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0" name="Freeform 852">
                  <a:extLst>
                    <a:ext uri="{FF2B5EF4-FFF2-40B4-BE49-F238E27FC236}">
                      <a16:creationId xmlns:a16="http://schemas.microsoft.com/office/drawing/2014/main" id="{0ED2FB3C-8ADA-25DC-736A-AC0BCD3A4AA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1" name="Freeform 853">
                  <a:extLst>
                    <a:ext uri="{FF2B5EF4-FFF2-40B4-BE49-F238E27FC236}">
                      <a16:creationId xmlns:a16="http://schemas.microsoft.com/office/drawing/2014/main" id="{1B912341-959E-E86B-3E0F-535992A156B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2" name="Freeform 854">
                  <a:extLst>
                    <a:ext uri="{FF2B5EF4-FFF2-40B4-BE49-F238E27FC236}">
                      <a16:creationId xmlns:a16="http://schemas.microsoft.com/office/drawing/2014/main" id="{87CCDDB3-21F4-7954-4902-063513EC8E90}"/>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3" name="Freeform 855">
                  <a:extLst>
                    <a:ext uri="{FF2B5EF4-FFF2-40B4-BE49-F238E27FC236}">
                      <a16:creationId xmlns:a16="http://schemas.microsoft.com/office/drawing/2014/main" id="{0E372BC8-EDED-3C75-FA23-F5CAE1FEE949}"/>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4" name="Freeform 856">
                  <a:extLst>
                    <a:ext uri="{FF2B5EF4-FFF2-40B4-BE49-F238E27FC236}">
                      <a16:creationId xmlns:a16="http://schemas.microsoft.com/office/drawing/2014/main" id="{938C5E85-5E05-5EBE-7A9A-A4D301BC154E}"/>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05" name="Group 189">
                <a:extLst>
                  <a:ext uri="{FF2B5EF4-FFF2-40B4-BE49-F238E27FC236}">
                    <a16:creationId xmlns:a16="http://schemas.microsoft.com/office/drawing/2014/main" id="{407E411C-D9F2-D317-432F-EEB544FFE127}"/>
                  </a:ext>
                </a:extLst>
              </p:cNvPr>
              <p:cNvGrpSpPr/>
              <p:nvPr/>
            </p:nvGrpSpPr>
            <p:grpSpPr>
              <a:xfrm>
                <a:off x="9874069" y="4284324"/>
                <a:ext cx="406937" cy="372436"/>
                <a:chOff x="7341491" y="2307905"/>
                <a:chExt cx="509280" cy="439573"/>
              </a:xfrm>
            </p:grpSpPr>
            <p:grpSp>
              <p:nvGrpSpPr>
                <p:cNvPr id="138" name="Group 190">
                  <a:extLst>
                    <a:ext uri="{FF2B5EF4-FFF2-40B4-BE49-F238E27FC236}">
                      <a16:creationId xmlns:a16="http://schemas.microsoft.com/office/drawing/2014/main" id="{6C7B1BCB-190D-7806-C4F4-BBA1D6689304}"/>
                    </a:ext>
                  </a:extLst>
                </p:cNvPr>
                <p:cNvGrpSpPr/>
                <p:nvPr/>
              </p:nvGrpSpPr>
              <p:grpSpPr>
                <a:xfrm>
                  <a:off x="7341491" y="2426725"/>
                  <a:ext cx="509280" cy="320753"/>
                  <a:chOff x="7458407" y="2414528"/>
                  <a:chExt cx="509280" cy="320753"/>
                </a:xfrm>
              </p:grpSpPr>
              <p:pic>
                <p:nvPicPr>
                  <p:cNvPr id="147" name="Picture 1018" descr="laptop_keyboard">
                    <a:extLst>
                      <a:ext uri="{FF2B5EF4-FFF2-40B4-BE49-F238E27FC236}">
                        <a16:creationId xmlns:a16="http://schemas.microsoft.com/office/drawing/2014/main" id="{302DC134-0CB3-CD3C-2DBB-60EE767E75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Freeform 1019">
                    <a:extLst>
                      <a:ext uri="{FF2B5EF4-FFF2-40B4-BE49-F238E27FC236}">
                        <a16:creationId xmlns:a16="http://schemas.microsoft.com/office/drawing/2014/main" id="{4C29C672-9702-A40D-39C0-C57508049ECA}"/>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9" name="Picture 1020" descr="screen">
                    <a:extLst>
                      <a:ext uri="{FF2B5EF4-FFF2-40B4-BE49-F238E27FC236}">
                        <a16:creationId xmlns:a16="http://schemas.microsoft.com/office/drawing/2014/main" id="{DE02433A-9984-47CD-6C97-BE57944481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021">
                    <a:extLst>
                      <a:ext uri="{FF2B5EF4-FFF2-40B4-BE49-F238E27FC236}">
                        <a16:creationId xmlns:a16="http://schemas.microsoft.com/office/drawing/2014/main" id="{E183448B-6616-8269-901C-75B3FB199C3F}"/>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Freeform 1022">
                    <a:extLst>
                      <a:ext uri="{FF2B5EF4-FFF2-40B4-BE49-F238E27FC236}">
                        <a16:creationId xmlns:a16="http://schemas.microsoft.com/office/drawing/2014/main" id="{34C3D7C5-1986-6479-7D4C-9410BF1F0591}"/>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Freeform 1023">
                    <a:extLst>
                      <a:ext uri="{FF2B5EF4-FFF2-40B4-BE49-F238E27FC236}">
                        <a16:creationId xmlns:a16="http://schemas.microsoft.com/office/drawing/2014/main" id="{59804CAC-F111-8E36-8235-922D94A6630E}"/>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Freeform 1024">
                    <a:extLst>
                      <a:ext uri="{FF2B5EF4-FFF2-40B4-BE49-F238E27FC236}">
                        <a16:creationId xmlns:a16="http://schemas.microsoft.com/office/drawing/2014/main" id="{979FDCF8-B821-2DA3-8CF2-AEF644C93F2B}"/>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Freeform 1025">
                    <a:extLst>
                      <a:ext uri="{FF2B5EF4-FFF2-40B4-BE49-F238E27FC236}">
                        <a16:creationId xmlns:a16="http://schemas.microsoft.com/office/drawing/2014/main" id="{A46B808B-478C-C1E4-2B1A-4BF61A3E63FB}"/>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Freeform 1026">
                    <a:extLst>
                      <a:ext uri="{FF2B5EF4-FFF2-40B4-BE49-F238E27FC236}">
                        <a16:creationId xmlns:a16="http://schemas.microsoft.com/office/drawing/2014/main" id="{B41444FF-DFAB-2B2D-2B96-90938010146C}"/>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6" name="Group 1027">
                    <a:extLst>
                      <a:ext uri="{FF2B5EF4-FFF2-40B4-BE49-F238E27FC236}">
                        <a16:creationId xmlns:a16="http://schemas.microsoft.com/office/drawing/2014/main" id="{7733CA9F-8293-936E-E0F2-2AF7A806376E}"/>
                      </a:ext>
                    </a:extLst>
                  </p:cNvPr>
                  <p:cNvGrpSpPr>
                    <a:grpSpLocks/>
                  </p:cNvGrpSpPr>
                  <p:nvPr/>
                </p:nvGrpSpPr>
                <p:grpSpPr bwMode="auto">
                  <a:xfrm>
                    <a:off x="7594735" y="2642220"/>
                    <a:ext cx="98740" cy="36846"/>
                    <a:chOff x="1740" y="2642"/>
                    <a:chExt cx="752" cy="327"/>
                  </a:xfrm>
                </p:grpSpPr>
                <p:sp>
                  <p:nvSpPr>
                    <p:cNvPr id="163" name="Freeform 1028">
                      <a:extLst>
                        <a:ext uri="{FF2B5EF4-FFF2-40B4-BE49-F238E27FC236}">
                          <a16:creationId xmlns:a16="http://schemas.microsoft.com/office/drawing/2014/main" id="{B71E1AFA-00BF-6DE5-00A2-2F6E7437F23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Freeform 1029">
                      <a:extLst>
                        <a:ext uri="{FF2B5EF4-FFF2-40B4-BE49-F238E27FC236}">
                          <a16:creationId xmlns:a16="http://schemas.microsoft.com/office/drawing/2014/main" id="{21AB3F42-956E-992F-1BDC-36F9C82C94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Freeform 1030">
                      <a:extLst>
                        <a:ext uri="{FF2B5EF4-FFF2-40B4-BE49-F238E27FC236}">
                          <a16:creationId xmlns:a16="http://schemas.microsoft.com/office/drawing/2014/main" id="{FD9CE6F2-6712-00B5-DA85-4B1EBB275F5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Freeform 1031">
                      <a:extLst>
                        <a:ext uri="{FF2B5EF4-FFF2-40B4-BE49-F238E27FC236}">
                          <a16:creationId xmlns:a16="http://schemas.microsoft.com/office/drawing/2014/main" id="{568CF46C-7497-30F8-5E91-296456723C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Freeform 1032">
                      <a:extLst>
                        <a:ext uri="{FF2B5EF4-FFF2-40B4-BE49-F238E27FC236}">
                          <a16:creationId xmlns:a16="http://schemas.microsoft.com/office/drawing/2014/main" id="{1CA61456-F0F3-3457-98AD-4F26D3EEEC8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Freeform 1033">
                      <a:extLst>
                        <a:ext uri="{FF2B5EF4-FFF2-40B4-BE49-F238E27FC236}">
                          <a16:creationId xmlns:a16="http://schemas.microsoft.com/office/drawing/2014/main" id="{F15A505F-1B5E-C76A-0B5F-84B10CD3BE4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7" name="Freeform 1034">
                    <a:extLst>
                      <a:ext uri="{FF2B5EF4-FFF2-40B4-BE49-F238E27FC236}">
                        <a16:creationId xmlns:a16="http://schemas.microsoft.com/office/drawing/2014/main" id="{C385E506-A118-FB86-12B6-0B5DB504B181}"/>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Freeform 1035">
                    <a:extLst>
                      <a:ext uri="{FF2B5EF4-FFF2-40B4-BE49-F238E27FC236}">
                        <a16:creationId xmlns:a16="http://schemas.microsoft.com/office/drawing/2014/main" id="{2FF92921-7FF4-8B2C-D2A8-0C08B2590A93}"/>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Freeform 1036">
                    <a:extLst>
                      <a:ext uri="{FF2B5EF4-FFF2-40B4-BE49-F238E27FC236}">
                        <a16:creationId xmlns:a16="http://schemas.microsoft.com/office/drawing/2014/main" id="{106AAF23-4886-C65A-BE65-D5A57B167B6F}"/>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Freeform 1037">
                    <a:extLst>
                      <a:ext uri="{FF2B5EF4-FFF2-40B4-BE49-F238E27FC236}">
                        <a16:creationId xmlns:a16="http://schemas.microsoft.com/office/drawing/2014/main" id="{D2359D1A-9B03-2556-97D4-CB296EA33116}"/>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Freeform 1038">
                    <a:extLst>
                      <a:ext uri="{FF2B5EF4-FFF2-40B4-BE49-F238E27FC236}">
                        <a16:creationId xmlns:a16="http://schemas.microsoft.com/office/drawing/2014/main" id="{AE783602-C88F-541A-CE84-C08653640603}"/>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Freeform 1039">
                    <a:extLst>
                      <a:ext uri="{FF2B5EF4-FFF2-40B4-BE49-F238E27FC236}">
                        <a16:creationId xmlns:a16="http://schemas.microsoft.com/office/drawing/2014/main" id="{5FBBCB29-2425-58BA-A9FA-2C7D80CBEC0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9" name="Group 850">
                  <a:extLst>
                    <a:ext uri="{FF2B5EF4-FFF2-40B4-BE49-F238E27FC236}">
                      <a16:creationId xmlns:a16="http://schemas.microsoft.com/office/drawing/2014/main" id="{15026E1A-8016-C234-1C04-9AA0B10FB461}"/>
                    </a:ext>
                  </a:extLst>
                </p:cNvPr>
                <p:cNvGrpSpPr>
                  <a:grpSpLocks/>
                </p:cNvGrpSpPr>
                <p:nvPr/>
              </p:nvGrpSpPr>
              <p:grpSpPr bwMode="auto">
                <a:xfrm>
                  <a:off x="7408527" y="2307905"/>
                  <a:ext cx="399726" cy="74090"/>
                  <a:chOff x="2199" y="955"/>
                  <a:chExt cx="2547" cy="506"/>
                </a:xfrm>
              </p:grpSpPr>
              <p:sp>
                <p:nvSpPr>
                  <p:cNvPr id="141" name="Freeform 851">
                    <a:extLst>
                      <a:ext uri="{FF2B5EF4-FFF2-40B4-BE49-F238E27FC236}">
                        <a16:creationId xmlns:a16="http://schemas.microsoft.com/office/drawing/2014/main" id="{70A2D0D9-31E5-63AC-1089-14B31A9A24D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2" name="Freeform 852">
                    <a:extLst>
                      <a:ext uri="{FF2B5EF4-FFF2-40B4-BE49-F238E27FC236}">
                        <a16:creationId xmlns:a16="http://schemas.microsoft.com/office/drawing/2014/main" id="{82421E43-F4BA-ECC9-01A8-2DCEAFC4A83C}"/>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3" name="Freeform 853">
                    <a:extLst>
                      <a:ext uri="{FF2B5EF4-FFF2-40B4-BE49-F238E27FC236}">
                        <a16:creationId xmlns:a16="http://schemas.microsoft.com/office/drawing/2014/main" id="{C0B40022-6C9A-E1C0-1357-59B38680420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4" name="Freeform 854">
                    <a:extLst>
                      <a:ext uri="{FF2B5EF4-FFF2-40B4-BE49-F238E27FC236}">
                        <a16:creationId xmlns:a16="http://schemas.microsoft.com/office/drawing/2014/main" id="{98A9427F-D282-E851-8340-34A8B7611E2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5" name="Freeform 855">
                    <a:extLst>
                      <a:ext uri="{FF2B5EF4-FFF2-40B4-BE49-F238E27FC236}">
                        <a16:creationId xmlns:a16="http://schemas.microsoft.com/office/drawing/2014/main" id="{61E4CCE9-D4E1-313D-295C-280607750D67}"/>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6" name="Freeform 856">
                    <a:extLst>
                      <a:ext uri="{FF2B5EF4-FFF2-40B4-BE49-F238E27FC236}">
                        <a16:creationId xmlns:a16="http://schemas.microsoft.com/office/drawing/2014/main" id="{D9984F06-8C35-08A9-0594-9C83592AB46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140" name="Straight Connector 192">
                  <a:extLst>
                    <a:ext uri="{FF2B5EF4-FFF2-40B4-BE49-F238E27FC236}">
                      <a16:creationId xmlns:a16="http://schemas.microsoft.com/office/drawing/2014/main" id="{4B96D94D-E561-3E9A-3976-6279A09FF5EE}"/>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 name="Group 221">
                <a:extLst>
                  <a:ext uri="{FF2B5EF4-FFF2-40B4-BE49-F238E27FC236}">
                    <a16:creationId xmlns:a16="http://schemas.microsoft.com/office/drawing/2014/main" id="{C2C5EA34-5BD3-6786-85C2-8E7AC9004FF1}"/>
                  </a:ext>
                </a:extLst>
              </p:cNvPr>
              <p:cNvGrpSpPr/>
              <p:nvPr/>
            </p:nvGrpSpPr>
            <p:grpSpPr>
              <a:xfrm>
                <a:off x="10632645" y="4361380"/>
                <a:ext cx="406937" cy="372436"/>
                <a:chOff x="7341491" y="2307905"/>
                <a:chExt cx="509280" cy="439573"/>
              </a:xfrm>
            </p:grpSpPr>
            <p:grpSp>
              <p:nvGrpSpPr>
                <p:cNvPr id="107" name="Group 222">
                  <a:extLst>
                    <a:ext uri="{FF2B5EF4-FFF2-40B4-BE49-F238E27FC236}">
                      <a16:creationId xmlns:a16="http://schemas.microsoft.com/office/drawing/2014/main" id="{1940AACE-5748-4289-5918-BCA497F32C7D}"/>
                    </a:ext>
                  </a:extLst>
                </p:cNvPr>
                <p:cNvGrpSpPr/>
                <p:nvPr/>
              </p:nvGrpSpPr>
              <p:grpSpPr>
                <a:xfrm>
                  <a:off x="7341491" y="2426725"/>
                  <a:ext cx="509280" cy="320753"/>
                  <a:chOff x="7458407" y="2414528"/>
                  <a:chExt cx="509280" cy="320753"/>
                </a:xfrm>
              </p:grpSpPr>
              <p:pic>
                <p:nvPicPr>
                  <p:cNvPr id="116" name="Picture 1018" descr="laptop_keyboard">
                    <a:extLst>
                      <a:ext uri="{FF2B5EF4-FFF2-40B4-BE49-F238E27FC236}">
                        <a16:creationId xmlns:a16="http://schemas.microsoft.com/office/drawing/2014/main" id="{0F5BCE11-7FD2-E3DB-D635-215F9CF685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1019">
                    <a:extLst>
                      <a:ext uri="{FF2B5EF4-FFF2-40B4-BE49-F238E27FC236}">
                        <a16:creationId xmlns:a16="http://schemas.microsoft.com/office/drawing/2014/main" id="{623C718A-5397-3F5C-58CD-22B55CC97F35}"/>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8" name="Picture 1020" descr="screen">
                    <a:extLst>
                      <a:ext uri="{FF2B5EF4-FFF2-40B4-BE49-F238E27FC236}">
                        <a16:creationId xmlns:a16="http://schemas.microsoft.com/office/drawing/2014/main" id="{05FFAE78-D316-F98F-3FD6-A7B808207D1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1021">
                    <a:extLst>
                      <a:ext uri="{FF2B5EF4-FFF2-40B4-BE49-F238E27FC236}">
                        <a16:creationId xmlns:a16="http://schemas.microsoft.com/office/drawing/2014/main" id="{EBC805DB-5B88-98D6-7845-297A221A9D06}"/>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1022">
                    <a:extLst>
                      <a:ext uri="{FF2B5EF4-FFF2-40B4-BE49-F238E27FC236}">
                        <a16:creationId xmlns:a16="http://schemas.microsoft.com/office/drawing/2014/main" id="{694F78FC-8487-CBE9-0F8A-EBBC30C94D28}"/>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1023">
                    <a:extLst>
                      <a:ext uri="{FF2B5EF4-FFF2-40B4-BE49-F238E27FC236}">
                        <a16:creationId xmlns:a16="http://schemas.microsoft.com/office/drawing/2014/main" id="{D414DCE3-E2D6-9048-C387-4B6A3872EF3D}"/>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Freeform 1024">
                    <a:extLst>
                      <a:ext uri="{FF2B5EF4-FFF2-40B4-BE49-F238E27FC236}">
                        <a16:creationId xmlns:a16="http://schemas.microsoft.com/office/drawing/2014/main" id="{1DB53C0B-F170-88AA-3979-EB0101C727DE}"/>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Freeform 1025">
                    <a:extLst>
                      <a:ext uri="{FF2B5EF4-FFF2-40B4-BE49-F238E27FC236}">
                        <a16:creationId xmlns:a16="http://schemas.microsoft.com/office/drawing/2014/main" id="{345D3387-C141-0ACA-A1BB-4162493F2AA0}"/>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Freeform 1026">
                    <a:extLst>
                      <a:ext uri="{FF2B5EF4-FFF2-40B4-BE49-F238E27FC236}">
                        <a16:creationId xmlns:a16="http://schemas.microsoft.com/office/drawing/2014/main" id="{3876460D-4D54-9CEE-0752-D1F4B6A5D4B0}"/>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5" name="Group 1027">
                    <a:extLst>
                      <a:ext uri="{FF2B5EF4-FFF2-40B4-BE49-F238E27FC236}">
                        <a16:creationId xmlns:a16="http://schemas.microsoft.com/office/drawing/2014/main" id="{732E3CDB-008D-B38F-A6E9-8A1BF2AB5952}"/>
                      </a:ext>
                    </a:extLst>
                  </p:cNvPr>
                  <p:cNvGrpSpPr>
                    <a:grpSpLocks/>
                  </p:cNvGrpSpPr>
                  <p:nvPr/>
                </p:nvGrpSpPr>
                <p:grpSpPr bwMode="auto">
                  <a:xfrm>
                    <a:off x="7594735" y="2642220"/>
                    <a:ext cx="98740" cy="36846"/>
                    <a:chOff x="1740" y="2642"/>
                    <a:chExt cx="752" cy="327"/>
                  </a:xfrm>
                </p:grpSpPr>
                <p:sp>
                  <p:nvSpPr>
                    <p:cNvPr id="132" name="Freeform 1028">
                      <a:extLst>
                        <a:ext uri="{FF2B5EF4-FFF2-40B4-BE49-F238E27FC236}">
                          <a16:creationId xmlns:a16="http://schemas.microsoft.com/office/drawing/2014/main" id="{779A2C23-4A0C-289E-BA4B-B03E11D9B5F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Freeform 1029">
                      <a:extLst>
                        <a:ext uri="{FF2B5EF4-FFF2-40B4-BE49-F238E27FC236}">
                          <a16:creationId xmlns:a16="http://schemas.microsoft.com/office/drawing/2014/main" id="{5D7C928B-ADFA-9245-D31C-E07BFF751F0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Freeform 1030">
                      <a:extLst>
                        <a:ext uri="{FF2B5EF4-FFF2-40B4-BE49-F238E27FC236}">
                          <a16:creationId xmlns:a16="http://schemas.microsoft.com/office/drawing/2014/main" id="{9CE66ADC-EDB7-0AFE-9E24-A9FF803FAE5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Freeform 1031">
                      <a:extLst>
                        <a:ext uri="{FF2B5EF4-FFF2-40B4-BE49-F238E27FC236}">
                          <a16:creationId xmlns:a16="http://schemas.microsoft.com/office/drawing/2014/main" id="{FF153859-661F-DCB9-B882-4673C9CC8683}"/>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Freeform 1032">
                      <a:extLst>
                        <a:ext uri="{FF2B5EF4-FFF2-40B4-BE49-F238E27FC236}">
                          <a16:creationId xmlns:a16="http://schemas.microsoft.com/office/drawing/2014/main" id="{78743CBD-502E-9D9C-173D-5F66F41A67D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Freeform 1033">
                      <a:extLst>
                        <a:ext uri="{FF2B5EF4-FFF2-40B4-BE49-F238E27FC236}">
                          <a16:creationId xmlns:a16="http://schemas.microsoft.com/office/drawing/2014/main" id="{05D5FDB0-5E1C-EBC8-CB4C-92E71D238B9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6" name="Freeform 1034">
                    <a:extLst>
                      <a:ext uri="{FF2B5EF4-FFF2-40B4-BE49-F238E27FC236}">
                        <a16:creationId xmlns:a16="http://schemas.microsoft.com/office/drawing/2014/main" id="{CBD24AF3-D736-EB5D-40C8-71A6E29A7BAE}"/>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Freeform 1035">
                    <a:extLst>
                      <a:ext uri="{FF2B5EF4-FFF2-40B4-BE49-F238E27FC236}">
                        <a16:creationId xmlns:a16="http://schemas.microsoft.com/office/drawing/2014/main" id="{B5E6BBED-B6C7-C703-0B40-8D578175AD31}"/>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Freeform 1036">
                    <a:extLst>
                      <a:ext uri="{FF2B5EF4-FFF2-40B4-BE49-F238E27FC236}">
                        <a16:creationId xmlns:a16="http://schemas.microsoft.com/office/drawing/2014/main" id="{8AF3490A-5BDC-BEB3-676B-AAFDCF1622E2}"/>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Freeform 1037">
                    <a:extLst>
                      <a:ext uri="{FF2B5EF4-FFF2-40B4-BE49-F238E27FC236}">
                        <a16:creationId xmlns:a16="http://schemas.microsoft.com/office/drawing/2014/main" id="{324D58EF-7FED-93AA-089B-C09B393ABC75}"/>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Freeform 1038">
                    <a:extLst>
                      <a:ext uri="{FF2B5EF4-FFF2-40B4-BE49-F238E27FC236}">
                        <a16:creationId xmlns:a16="http://schemas.microsoft.com/office/drawing/2014/main" id="{AAB0C51F-1EA2-1B8B-34AA-2486FD207AE7}"/>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Freeform 1039">
                    <a:extLst>
                      <a:ext uri="{FF2B5EF4-FFF2-40B4-BE49-F238E27FC236}">
                        <a16:creationId xmlns:a16="http://schemas.microsoft.com/office/drawing/2014/main" id="{05FC9A98-9E36-92B8-5693-FF1C042D60BD}"/>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8" name="Group 850">
                  <a:extLst>
                    <a:ext uri="{FF2B5EF4-FFF2-40B4-BE49-F238E27FC236}">
                      <a16:creationId xmlns:a16="http://schemas.microsoft.com/office/drawing/2014/main" id="{B8D94E68-680D-6CAD-F4B2-9309983ABDE6}"/>
                    </a:ext>
                  </a:extLst>
                </p:cNvPr>
                <p:cNvGrpSpPr>
                  <a:grpSpLocks/>
                </p:cNvGrpSpPr>
                <p:nvPr/>
              </p:nvGrpSpPr>
              <p:grpSpPr bwMode="auto">
                <a:xfrm>
                  <a:off x="7408527" y="2307905"/>
                  <a:ext cx="399726" cy="74090"/>
                  <a:chOff x="2199" y="955"/>
                  <a:chExt cx="2547" cy="506"/>
                </a:xfrm>
              </p:grpSpPr>
              <p:sp>
                <p:nvSpPr>
                  <p:cNvPr id="110" name="Freeform 851">
                    <a:extLst>
                      <a:ext uri="{FF2B5EF4-FFF2-40B4-BE49-F238E27FC236}">
                        <a16:creationId xmlns:a16="http://schemas.microsoft.com/office/drawing/2014/main" id="{15FC18E1-9F49-210B-1FA7-4BBFF1CAC35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1" name="Freeform 852">
                    <a:extLst>
                      <a:ext uri="{FF2B5EF4-FFF2-40B4-BE49-F238E27FC236}">
                        <a16:creationId xmlns:a16="http://schemas.microsoft.com/office/drawing/2014/main" id="{CCACFDDC-7060-EC66-4CAC-74E7424C6DCB}"/>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2" name="Freeform 853">
                    <a:extLst>
                      <a:ext uri="{FF2B5EF4-FFF2-40B4-BE49-F238E27FC236}">
                        <a16:creationId xmlns:a16="http://schemas.microsoft.com/office/drawing/2014/main" id="{DBBC6DC0-5432-10FC-DB09-A13F2067690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3" name="Freeform 854">
                    <a:extLst>
                      <a:ext uri="{FF2B5EF4-FFF2-40B4-BE49-F238E27FC236}">
                        <a16:creationId xmlns:a16="http://schemas.microsoft.com/office/drawing/2014/main" id="{7A7F6336-7BD2-F213-80F1-DE8A0711C22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4" name="Freeform 855">
                    <a:extLst>
                      <a:ext uri="{FF2B5EF4-FFF2-40B4-BE49-F238E27FC236}">
                        <a16:creationId xmlns:a16="http://schemas.microsoft.com/office/drawing/2014/main" id="{A6765699-96D9-3A5E-05AF-3CF8A62142D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5" name="Freeform 856">
                    <a:extLst>
                      <a:ext uri="{FF2B5EF4-FFF2-40B4-BE49-F238E27FC236}">
                        <a16:creationId xmlns:a16="http://schemas.microsoft.com/office/drawing/2014/main" id="{E80773C9-9893-527D-FAFC-B90058C973A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cxnSp>
              <p:nvCxnSpPr>
                <p:cNvPr id="109" name="Straight Connector 224">
                  <a:extLst>
                    <a:ext uri="{FF2B5EF4-FFF2-40B4-BE49-F238E27FC236}">
                      <a16:creationId xmlns:a16="http://schemas.microsoft.com/office/drawing/2014/main" id="{27FDBEA9-405E-D558-0513-BD4ECBC9FC39}"/>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75" name="Group 527">
              <a:extLst>
                <a:ext uri="{FF2B5EF4-FFF2-40B4-BE49-F238E27FC236}">
                  <a16:creationId xmlns:a16="http://schemas.microsoft.com/office/drawing/2014/main" id="{86BFE5EF-7F7F-2B21-1EF6-88C83C90F2DF}"/>
                </a:ext>
              </a:extLst>
            </p:cNvPr>
            <p:cNvGrpSpPr/>
            <p:nvPr/>
          </p:nvGrpSpPr>
          <p:grpSpPr>
            <a:xfrm>
              <a:off x="7840518" y="1242873"/>
              <a:ext cx="4037013" cy="1377421"/>
              <a:chOff x="7785100" y="730250"/>
              <a:chExt cx="4037013" cy="1377421"/>
            </a:xfrm>
          </p:grpSpPr>
          <p:grpSp>
            <p:nvGrpSpPr>
              <p:cNvPr id="176" name="Group 117">
                <a:extLst>
                  <a:ext uri="{FF2B5EF4-FFF2-40B4-BE49-F238E27FC236}">
                    <a16:creationId xmlns:a16="http://schemas.microsoft.com/office/drawing/2014/main" id="{12DBC16E-2B35-F608-27D7-F9016FBC754C}"/>
                  </a:ext>
                </a:extLst>
              </p:cNvPr>
              <p:cNvGrpSpPr>
                <a:grpSpLocks/>
              </p:cNvGrpSpPr>
              <p:nvPr/>
            </p:nvGrpSpPr>
            <p:grpSpPr bwMode="auto">
              <a:xfrm>
                <a:off x="7785100" y="736600"/>
                <a:ext cx="850900" cy="527050"/>
                <a:chOff x="-490" y="1664"/>
                <a:chExt cx="1429" cy="842"/>
              </a:xfrm>
            </p:grpSpPr>
            <p:sp>
              <p:nvSpPr>
                <p:cNvPr id="243" name="AutoShape 111">
                  <a:extLst>
                    <a:ext uri="{FF2B5EF4-FFF2-40B4-BE49-F238E27FC236}">
                      <a16:creationId xmlns:a16="http://schemas.microsoft.com/office/drawing/2014/main" id="{3C15A7AA-B544-B773-6C21-7C75825F3ACD}"/>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44" name="Group 116">
                  <a:extLst>
                    <a:ext uri="{FF2B5EF4-FFF2-40B4-BE49-F238E27FC236}">
                      <a16:creationId xmlns:a16="http://schemas.microsoft.com/office/drawing/2014/main" id="{45052B42-598D-0574-998B-52A56BB309DE}"/>
                    </a:ext>
                  </a:extLst>
                </p:cNvPr>
                <p:cNvGrpSpPr>
                  <a:grpSpLocks/>
                </p:cNvGrpSpPr>
                <p:nvPr/>
              </p:nvGrpSpPr>
              <p:grpSpPr bwMode="auto">
                <a:xfrm>
                  <a:off x="-427" y="1737"/>
                  <a:ext cx="1217" cy="769"/>
                  <a:chOff x="-427" y="1737"/>
                  <a:chExt cx="1217" cy="769"/>
                </a:xfrm>
              </p:grpSpPr>
              <p:sp>
                <p:nvSpPr>
                  <p:cNvPr id="245" name="Rectangle 99">
                    <a:extLst>
                      <a:ext uri="{FF2B5EF4-FFF2-40B4-BE49-F238E27FC236}">
                        <a16:creationId xmlns:a16="http://schemas.microsoft.com/office/drawing/2014/main" id="{18DD3F0C-F2CA-7199-D827-EE8DA943C4AC}"/>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6" name="Line 7">
                    <a:extLst>
                      <a:ext uri="{FF2B5EF4-FFF2-40B4-BE49-F238E27FC236}">
                        <a16:creationId xmlns:a16="http://schemas.microsoft.com/office/drawing/2014/main" id="{789D93CE-F05C-CB79-6D21-9160C56CDC4B}"/>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7" name="Group 103">
                    <a:extLst>
                      <a:ext uri="{FF2B5EF4-FFF2-40B4-BE49-F238E27FC236}">
                        <a16:creationId xmlns:a16="http://schemas.microsoft.com/office/drawing/2014/main" id="{DBCCE885-8493-181D-35DF-17F6E590A7B2}"/>
                      </a:ext>
                    </a:extLst>
                  </p:cNvPr>
                  <p:cNvGrpSpPr>
                    <a:grpSpLocks/>
                  </p:cNvGrpSpPr>
                  <p:nvPr/>
                </p:nvGrpSpPr>
                <p:grpSpPr bwMode="auto">
                  <a:xfrm>
                    <a:off x="68" y="2192"/>
                    <a:ext cx="387" cy="139"/>
                    <a:chOff x="322" y="890"/>
                    <a:chExt cx="872" cy="339"/>
                  </a:xfrm>
                </p:grpSpPr>
                <p:sp>
                  <p:nvSpPr>
                    <p:cNvPr id="252" name="Rectangle 104">
                      <a:extLst>
                        <a:ext uri="{FF2B5EF4-FFF2-40B4-BE49-F238E27FC236}">
                          <a16:creationId xmlns:a16="http://schemas.microsoft.com/office/drawing/2014/main" id="{69861D94-1642-8F5F-8CAC-BB6009C4EC0B}"/>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3" name="Rectangle 105">
                      <a:extLst>
                        <a:ext uri="{FF2B5EF4-FFF2-40B4-BE49-F238E27FC236}">
                          <a16:creationId xmlns:a16="http://schemas.microsoft.com/office/drawing/2014/main" id="{D1839ED7-9B1D-31A1-BC3E-6B2AC9CC0E4C}"/>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4" name="Rectangle 106">
                      <a:extLst>
                        <a:ext uri="{FF2B5EF4-FFF2-40B4-BE49-F238E27FC236}">
                          <a16:creationId xmlns:a16="http://schemas.microsoft.com/office/drawing/2014/main" id="{23AECD82-6583-086F-0EDE-5A568DFE723C}"/>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5" name="Rectangle 107">
                      <a:extLst>
                        <a:ext uri="{FF2B5EF4-FFF2-40B4-BE49-F238E27FC236}">
                          <a16:creationId xmlns:a16="http://schemas.microsoft.com/office/drawing/2014/main" id="{3062E308-B441-EDF9-7BFE-29FBC34B10EC}"/>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6" name="Rectangle 108">
                      <a:extLst>
                        <a:ext uri="{FF2B5EF4-FFF2-40B4-BE49-F238E27FC236}">
                          <a16:creationId xmlns:a16="http://schemas.microsoft.com/office/drawing/2014/main" id="{3618F722-86C9-3D71-CF63-2528D1911A36}"/>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7" name="AutoShape 109">
                      <a:extLst>
                        <a:ext uri="{FF2B5EF4-FFF2-40B4-BE49-F238E27FC236}">
                          <a16:creationId xmlns:a16="http://schemas.microsoft.com/office/drawing/2014/main" id="{D08ED79A-3775-9553-CCC0-3EAC43B4BD0E}"/>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48" name="Picture 110" descr="desktop_computer_stylized_small">
                    <a:extLst>
                      <a:ext uri="{FF2B5EF4-FFF2-40B4-BE49-F238E27FC236}">
                        <a16:creationId xmlns:a16="http://schemas.microsoft.com/office/drawing/2014/main" id="{62CA3536-A91B-C28C-59C9-1980CBA10EF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 name="Rectangle 112">
                    <a:extLst>
                      <a:ext uri="{FF2B5EF4-FFF2-40B4-BE49-F238E27FC236}">
                        <a16:creationId xmlns:a16="http://schemas.microsoft.com/office/drawing/2014/main" id="{255576F3-DA6C-9168-4C32-5C050533F220}"/>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0" name="Freeform 113">
                    <a:extLst>
                      <a:ext uri="{FF2B5EF4-FFF2-40B4-BE49-F238E27FC236}">
                        <a16:creationId xmlns:a16="http://schemas.microsoft.com/office/drawing/2014/main" id="{BC493990-8873-C7AA-273E-2CEF355FCE1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1" name="Picture 115" descr="tv">
                    <a:extLst>
                      <a:ext uri="{FF2B5EF4-FFF2-40B4-BE49-F238E27FC236}">
                        <a16:creationId xmlns:a16="http://schemas.microsoft.com/office/drawing/2014/main" id="{003EE693-43F2-756D-580B-01ADBB7CF2E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77" name="Line 169">
                <a:extLst>
                  <a:ext uri="{FF2B5EF4-FFF2-40B4-BE49-F238E27FC236}">
                    <a16:creationId xmlns:a16="http://schemas.microsoft.com/office/drawing/2014/main" id="{F8FA3835-F361-71E9-21BD-1E0EC7360282}"/>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Text Box 204">
                <a:extLst>
                  <a:ext uri="{FF2B5EF4-FFF2-40B4-BE49-F238E27FC236}">
                    <a16:creationId xmlns:a16="http://schemas.microsoft.com/office/drawing/2014/main" id="{616FF0D1-AFF5-C911-C681-DE0AACFC5C03}"/>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179" name="Group 523">
                <a:extLst>
                  <a:ext uri="{FF2B5EF4-FFF2-40B4-BE49-F238E27FC236}">
                    <a16:creationId xmlns:a16="http://schemas.microsoft.com/office/drawing/2014/main" id="{5064D3C3-7966-B787-81B4-00A52AD5079C}"/>
                  </a:ext>
                </a:extLst>
              </p:cNvPr>
              <p:cNvGrpSpPr/>
              <p:nvPr/>
            </p:nvGrpSpPr>
            <p:grpSpPr>
              <a:xfrm>
                <a:off x="7872413" y="1479550"/>
                <a:ext cx="850900" cy="623888"/>
                <a:chOff x="7872413" y="1479550"/>
                <a:chExt cx="850900" cy="623888"/>
              </a:xfrm>
            </p:grpSpPr>
            <p:grpSp>
              <p:nvGrpSpPr>
                <p:cNvPr id="226" name="Group 135">
                  <a:extLst>
                    <a:ext uri="{FF2B5EF4-FFF2-40B4-BE49-F238E27FC236}">
                      <a16:creationId xmlns:a16="http://schemas.microsoft.com/office/drawing/2014/main" id="{5A4356AD-48C9-5660-0395-62A11124C94C}"/>
                    </a:ext>
                  </a:extLst>
                </p:cNvPr>
                <p:cNvGrpSpPr>
                  <a:grpSpLocks/>
                </p:cNvGrpSpPr>
                <p:nvPr/>
              </p:nvGrpSpPr>
              <p:grpSpPr bwMode="auto">
                <a:xfrm>
                  <a:off x="7872413" y="1576388"/>
                  <a:ext cx="850900" cy="527050"/>
                  <a:chOff x="-490" y="1664"/>
                  <a:chExt cx="1429" cy="842"/>
                </a:xfrm>
              </p:grpSpPr>
              <p:sp>
                <p:nvSpPr>
                  <p:cNvPr id="228" name="AutoShape 136">
                    <a:extLst>
                      <a:ext uri="{FF2B5EF4-FFF2-40B4-BE49-F238E27FC236}">
                        <a16:creationId xmlns:a16="http://schemas.microsoft.com/office/drawing/2014/main" id="{C721169D-45AC-23E0-6684-02984EBC519D}"/>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29" name="Group 137">
                    <a:extLst>
                      <a:ext uri="{FF2B5EF4-FFF2-40B4-BE49-F238E27FC236}">
                        <a16:creationId xmlns:a16="http://schemas.microsoft.com/office/drawing/2014/main" id="{BAED0EBF-072C-F8C7-DD63-A223FBC4096E}"/>
                      </a:ext>
                    </a:extLst>
                  </p:cNvPr>
                  <p:cNvGrpSpPr>
                    <a:grpSpLocks/>
                  </p:cNvGrpSpPr>
                  <p:nvPr/>
                </p:nvGrpSpPr>
                <p:grpSpPr bwMode="auto">
                  <a:xfrm>
                    <a:off x="-427" y="1737"/>
                    <a:ext cx="1217" cy="769"/>
                    <a:chOff x="-427" y="1737"/>
                    <a:chExt cx="1217" cy="769"/>
                  </a:xfrm>
                </p:grpSpPr>
                <p:sp>
                  <p:nvSpPr>
                    <p:cNvPr id="230" name="Rectangle 138">
                      <a:extLst>
                        <a:ext uri="{FF2B5EF4-FFF2-40B4-BE49-F238E27FC236}">
                          <a16:creationId xmlns:a16="http://schemas.microsoft.com/office/drawing/2014/main" id="{02A7D367-6848-9BA8-8E14-2BF5C0DC8E8F}"/>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1" name="Line 7">
                      <a:extLst>
                        <a:ext uri="{FF2B5EF4-FFF2-40B4-BE49-F238E27FC236}">
                          <a16:creationId xmlns:a16="http://schemas.microsoft.com/office/drawing/2014/main" id="{B106F626-7BD2-40E3-D12A-F3E51EF7ECBD}"/>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32" name="Group 140">
                      <a:extLst>
                        <a:ext uri="{FF2B5EF4-FFF2-40B4-BE49-F238E27FC236}">
                          <a16:creationId xmlns:a16="http://schemas.microsoft.com/office/drawing/2014/main" id="{A0986C88-0F31-2A27-EF76-5859B154D751}"/>
                        </a:ext>
                      </a:extLst>
                    </p:cNvPr>
                    <p:cNvGrpSpPr>
                      <a:grpSpLocks/>
                    </p:cNvGrpSpPr>
                    <p:nvPr/>
                  </p:nvGrpSpPr>
                  <p:grpSpPr bwMode="auto">
                    <a:xfrm>
                      <a:off x="68" y="2192"/>
                      <a:ext cx="387" cy="139"/>
                      <a:chOff x="322" y="890"/>
                      <a:chExt cx="872" cy="339"/>
                    </a:xfrm>
                  </p:grpSpPr>
                  <p:sp>
                    <p:nvSpPr>
                      <p:cNvPr id="237" name="Rectangle 141">
                        <a:extLst>
                          <a:ext uri="{FF2B5EF4-FFF2-40B4-BE49-F238E27FC236}">
                            <a16:creationId xmlns:a16="http://schemas.microsoft.com/office/drawing/2014/main" id="{778DB43C-D6EE-BBCE-B429-ACAEAED3FBD6}"/>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8" name="Rectangle 142">
                        <a:extLst>
                          <a:ext uri="{FF2B5EF4-FFF2-40B4-BE49-F238E27FC236}">
                            <a16:creationId xmlns:a16="http://schemas.microsoft.com/office/drawing/2014/main" id="{662D8FAE-EA28-4342-A92F-EB666800CFA7}"/>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9" name="Rectangle 143">
                        <a:extLst>
                          <a:ext uri="{FF2B5EF4-FFF2-40B4-BE49-F238E27FC236}">
                            <a16:creationId xmlns:a16="http://schemas.microsoft.com/office/drawing/2014/main" id="{20416F06-6AB5-76EB-741C-F18CA7F4209A}"/>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0" name="Rectangle 144">
                        <a:extLst>
                          <a:ext uri="{FF2B5EF4-FFF2-40B4-BE49-F238E27FC236}">
                            <a16:creationId xmlns:a16="http://schemas.microsoft.com/office/drawing/2014/main" id="{E8C36671-300E-26E5-D368-81236579913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1" name="Rectangle 145">
                        <a:extLst>
                          <a:ext uri="{FF2B5EF4-FFF2-40B4-BE49-F238E27FC236}">
                            <a16:creationId xmlns:a16="http://schemas.microsoft.com/office/drawing/2014/main" id="{6D1F977D-C922-C787-4849-0D86AC2AF03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2" name="AutoShape 146">
                        <a:extLst>
                          <a:ext uri="{FF2B5EF4-FFF2-40B4-BE49-F238E27FC236}">
                            <a16:creationId xmlns:a16="http://schemas.microsoft.com/office/drawing/2014/main" id="{0788BF86-E764-3008-7C49-B32491672A51}"/>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33" name="Picture 147" descr="desktop_computer_stylized_small">
                      <a:extLst>
                        <a:ext uri="{FF2B5EF4-FFF2-40B4-BE49-F238E27FC236}">
                          <a16:creationId xmlns:a16="http://schemas.microsoft.com/office/drawing/2014/main" id="{AF836E88-2CFE-6FBB-C4AA-91D85A30E47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 name="Rectangle 148">
                      <a:extLst>
                        <a:ext uri="{FF2B5EF4-FFF2-40B4-BE49-F238E27FC236}">
                          <a16:creationId xmlns:a16="http://schemas.microsoft.com/office/drawing/2014/main" id="{F41F8DC6-4D91-B007-9611-A23A954385E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35" name="Freeform 149">
                      <a:extLst>
                        <a:ext uri="{FF2B5EF4-FFF2-40B4-BE49-F238E27FC236}">
                          <a16:creationId xmlns:a16="http://schemas.microsoft.com/office/drawing/2014/main" id="{D4AEBD32-C9CC-8CE0-300D-4D041A9FECF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6" name="Picture 151" descr="tv">
                      <a:extLst>
                        <a:ext uri="{FF2B5EF4-FFF2-40B4-BE49-F238E27FC236}">
                          <a16:creationId xmlns:a16="http://schemas.microsoft.com/office/drawing/2014/main" id="{ED62D4A1-1104-1051-74B1-4B275FF2E77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7" name="Freeform 209">
                  <a:extLst>
                    <a:ext uri="{FF2B5EF4-FFF2-40B4-BE49-F238E27FC236}">
                      <a16:creationId xmlns:a16="http://schemas.microsoft.com/office/drawing/2014/main" id="{44796E90-5DD0-D8C3-2CE5-62D96F9CCA81}"/>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44">
                <a:extLst>
                  <a:ext uri="{FF2B5EF4-FFF2-40B4-BE49-F238E27FC236}">
                    <a16:creationId xmlns:a16="http://schemas.microsoft.com/office/drawing/2014/main" id="{842FD09E-1FC0-C6A8-A546-3E3269E7343F}"/>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1" name="Freeform 216">
                <a:extLst>
                  <a:ext uri="{FF2B5EF4-FFF2-40B4-BE49-F238E27FC236}">
                    <a16:creationId xmlns:a16="http://schemas.microsoft.com/office/drawing/2014/main" id="{EF9BAF39-7DF4-4665-CDAF-E32121639560}"/>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Freeform 217">
                <a:extLst>
                  <a:ext uri="{FF2B5EF4-FFF2-40B4-BE49-F238E27FC236}">
                    <a16:creationId xmlns:a16="http://schemas.microsoft.com/office/drawing/2014/main" id="{36535D87-9CC6-D510-F1E8-2AFB52441C17}"/>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Line 218">
                <a:extLst>
                  <a:ext uri="{FF2B5EF4-FFF2-40B4-BE49-F238E27FC236}">
                    <a16:creationId xmlns:a16="http://schemas.microsoft.com/office/drawing/2014/main" id="{9E00D7B2-F7DC-4FDF-69B1-4BFBA0238AC8}"/>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Line 219">
                <a:extLst>
                  <a:ext uri="{FF2B5EF4-FFF2-40B4-BE49-F238E27FC236}">
                    <a16:creationId xmlns:a16="http://schemas.microsoft.com/office/drawing/2014/main" id="{7C7A838C-36D0-0903-2B3C-98397CEC62CB}"/>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Freeform 220">
                <a:extLst>
                  <a:ext uri="{FF2B5EF4-FFF2-40B4-BE49-F238E27FC236}">
                    <a16:creationId xmlns:a16="http://schemas.microsoft.com/office/drawing/2014/main" id="{BAAC557A-CA6B-7407-0A92-8D0DCB1C1322}"/>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Freeform 221">
                <a:extLst>
                  <a:ext uri="{FF2B5EF4-FFF2-40B4-BE49-F238E27FC236}">
                    <a16:creationId xmlns:a16="http://schemas.microsoft.com/office/drawing/2014/main" id="{A9523DC2-9075-8D15-1E68-82B176A8C50F}"/>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AutoShape 225">
                <a:extLst>
                  <a:ext uri="{FF2B5EF4-FFF2-40B4-BE49-F238E27FC236}">
                    <a16:creationId xmlns:a16="http://schemas.microsoft.com/office/drawing/2014/main" id="{D3575F7A-B14E-AF2A-3C6D-D3E6CFBD54A7}"/>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188" name="Group 522">
                <a:extLst>
                  <a:ext uri="{FF2B5EF4-FFF2-40B4-BE49-F238E27FC236}">
                    <a16:creationId xmlns:a16="http://schemas.microsoft.com/office/drawing/2014/main" id="{F875BCF9-8461-683E-D271-20AF90A838A5}"/>
                  </a:ext>
                </a:extLst>
              </p:cNvPr>
              <p:cNvGrpSpPr/>
              <p:nvPr/>
            </p:nvGrpSpPr>
            <p:grpSpPr>
              <a:xfrm>
                <a:off x="8699500" y="730250"/>
                <a:ext cx="850900" cy="755650"/>
                <a:chOff x="8699500" y="730250"/>
                <a:chExt cx="850900" cy="755650"/>
              </a:xfrm>
            </p:grpSpPr>
            <p:grpSp>
              <p:nvGrpSpPr>
                <p:cNvPr id="209" name="Group 117">
                  <a:extLst>
                    <a:ext uri="{FF2B5EF4-FFF2-40B4-BE49-F238E27FC236}">
                      <a16:creationId xmlns:a16="http://schemas.microsoft.com/office/drawing/2014/main" id="{7C859D3B-CF20-4366-6B0C-B66910D10E46}"/>
                    </a:ext>
                  </a:extLst>
                </p:cNvPr>
                <p:cNvGrpSpPr>
                  <a:grpSpLocks/>
                </p:cNvGrpSpPr>
                <p:nvPr/>
              </p:nvGrpSpPr>
              <p:grpSpPr bwMode="auto">
                <a:xfrm>
                  <a:off x="8699500" y="730250"/>
                  <a:ext cx="850900" cy="527050"/>
                  <a:chOff x="-490" y="1664"/>
                  <a:chExt cx="1429" cy="842"/>
                </a:xfrm>
              </p:grpSpPr>
              <p:sp>
                <p:nvSpPr>
                  <p:cNvPr id="211" name="AutoShape 111">
                    <a:extLst>
                      <a:ext uri="{FF2B5EF4-FFF2-40B4-BE49-F238E27FC236}">
                        <a16:creationId xmlns:a16="http://schemas.microsoft.com/office/drawing/2014/main" id="{4017DD45-C5F7-2096-1E44-938AF5662188}"/>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12" name="Group 116">
                    <a:extLst>
                      <a:ext uri="{FF2B5EF4-FFF2-40B4-BE49-F238E27FC236}">
                        <a16:creationId xmlns:a16="http://schemas.microsoft.com/office/drawing/2014/main" id="{94834DF6-0FCE-34A9-040B-EE2D79D35819}"/>
                      </a:ext>
                    </a:extLst>
                  </p:cNvPr>
                  <p:cNvGrpSpPr>
                    <a:grpSpLocks/>
                  </p:cNvGrpSpPr>
                  <p:nvPr/>
                </p:nvGrpSpPr>
                <p:grpSpPr bwMode="auto">
                  <a:xfrm>
                    <a:off x="-427" y="1737"/>
                    <a:ext cx="1217" cy="769"/>
                    <a:chOff x="-427" y="1737"/>
                    <a:chExt cx="1217" cy="769"/>
                  </a:xfrm>
                </p:grpSpPr>
                <p:sp>
                  <p:nvSpPr>
                    <p:cNvPr id="213" name="Rectangle 99">
                      <a:extLst>
                        <a:ext uri="{FF2B5EF4-FFF2-40B4-BE49-F238E27FC236}">
                          <a16:creationId xmlns:a16="http://schemas.microsoft.com/office/drawing/2014/main" id="{5A46DDF7-05D4-41AA-A17E-D4E1257DD2A6}"/>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4" name="Line 7">
                      <a:extLst>
                        <a:ext uri="{FF2B5EF4-FFF2-40B4-BE49-F238E27FC236}">
                          <a16:creationId xmlns:a16="http://schemas.microsoft.com/office/drawing/2014/main" id="{F97D4116-5B69-2999-1F8D-D3DC6BC6004A}"/>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15" name="Group 103">
                      <a:extLst>
                        <a:ext uri="{FF2B5EF4-FFF2-40B4-BE49-F238E27FC236}">
                          <a16:creationId xmlns:a16="http://schemas.microsoft.com/office/drawing/2014/main" id="{7D4927E9-2C50-A37A-A56D-7D2FDC2CEFAA}"/>
                        </a:ext>
                      </a:extLst>
                    </p:cNvPr>
                    <p:cNvGrpSpPr>
                      <a:grpSpLocks/>
                    </p:cNvGrpSpPr>
                    <p:nvPr/>
                  </p:nvGrpSpPr>
                  <p:grpSpPr bwMode="auto">
                    <a:xfrm>
                      <a:off x="68" y="2192"/>
                      <a:ext cx="387" cy="139"/>
                      <a:chOff x="322" y="890"/>
                      <a:chExt cx="872" cy="339"/>
                    </a:xfrm>
                  </p:grpSpPr>
                  <p:sp>
                    <p:nvSpPr>
                      <p:cNvPr id="220" name="Rectangle 104">
                        <a:extLst>
                          <a:ext uri="{FF2B5EF4-FFF2-40B4-BE49-F238E27FC236}">
                            <a16:creationId xmlns:a16="http://schemas.microsoft.com/office/drawing/2014/main" id="{D98A9A07-C77C-39C2-78BF-CBF348805A7F}"/>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1" name="Rectangle 105">
                        <a:extLst>
                          <a:ext uri="{FF2B5EF4-FFF2-40B4-BE49-F238E27FC236}">
                            <a16:creationId xmlns:a16="http://schemas.microsoft.com/office/drawing/2014/main" id="{33A3BEDE-A620-1D68-5E9A-9F367D1F8B4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2" name="Rectangle 106">
                        <a:extLst>
                          <a:ext uri="{FF2B5EF4-FFF2-40B4-BE49-F238E27FC236}">
                            <a16:creationId xmlns:a16="http://schemas.microsoft.com/office/drawing/2014/main" id="{3D683F78-D170-7FE2-79DA-23DF76365CAF}"/>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3" name="Rectangle 107">
                        <a:extLst>
                          <a:ext uri="{FF2B5EF4-FFF2-40B4-BE49-F238E27FC236}">
                            <a16:creationId xmlns:a16="http://schemas.microsoft.com/office/drawing/2014/main" id="{B4926D39-06A0-0BF1-E763-9A65AE8A423C}"/>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4" name="Rectangle 108">
                        <a:extLst>
                          <a:ext uri="{FF2B5EF4-FFF2-40B4-BE49-F238E27FC236}">
                            <a16:creationId xmlns:a16="http://schemas.microsoft.com/office/drawing/2014/main" id="{2092F073-790C-CE44-DD7D-53DB4325944B}"/>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5" name="AutoShape 109">
                        <a:extLst>
                          <a:ext uri="{FF2B5EF4-FFF2-40B4-BE49-F238E27FC236}">
                            <a16:creationId xmlns:a16="http://schemas.microsoft.com/office/drawing/2014/main" id="{78F65E4A-123E-64B3-9EA6-4CE444E8AD04}"/>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16" name="Picture 110" descr="desktop_computer_stylized_small">
                      <a:extLst>
                        <a:ext uri="{FF2B5EF4-FFF2-40B4-BE49-F238E27FC236}">
                          <a16:creationId xmlns:a16="http://schemas.microsoft.com/office/drawing/2014/main" id="{F091124B-8536-C54B-A139-422A6E2194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Rectangle 112">
                      <a:extLst>
                        <a:ext uri="{FF2B5EF4-FFF2-40B4-BE49-F238E27FC236}">
                          <a16:creationId xmlns:a16="http://schemas.microsoft.com/office/drawing/2014/main" id="{E470A06E-F78B-3649-0A00-F10603CD34F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8" name="Freeform 113">
                      <a:extLst>
                        <a:ext uri="{FF2B5EF4-FFF2-40B4-BE49-F238E27FC236}">
                          <a16:creationId xmlns:a16="http://schemas.microsoft.com/office/drawing/2014/main" id="{D4FF6CD2-F1A4-A60C-B285-7955593FC27F}"/>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9" name="Picture 115" descr="tv">
                      <a:extLst>
                        <a:ext uri="{FF2B5EF4-FFF2-40B4-BE49-F238E27FC236}">
                          <a16:creationId xmlns:a16="http://schemas.microsoft.com/office/drawing/2014/main" id="{C538246F-1739-362C-DFC8-EC41521EB4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210" name="Straight Connector 521">
                  <a:extLst>
                    <a:ext uri="{FF2B5EF4-FFF2-40B4-BE49-F238E27FC236}">
                      <a16:creationId xmlns:a16="http://schemas.microsoft.com/office/drawing/2014/main" id="{D4EA29B4-E625-53CD-A882-154DC48C037B}"/>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189" name="Straight Connector 411">
                <a:extLst>
                  <a:ext uri="{FF2B5EF4-FFF2-40B4-BE49-F238E27FC236}">
                    <a16:creationId xmlns:a16="http://schemas.microsoft.com/office/drawing/2014/main" id="{909E6577-42E9-D0E6-3701-5AD38B8EB99F}"/>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190" name="Group 414">
                <a:extLst>
                  <a:ext uri="{FF2B5EF4-FFF2-40B4-BE49-F238E27FC236}">
                    <a16:creationId xmlns:a16="http://schemas.microsoft.com/office/drawing/2014/main" id="{3BF75D7A-65D9-DFD3-6C4B-E1CCF45CAECD}"/>
                  </a:ext>
                </a:extLst>
              </p:cNvPr>
              <p:cNvGrpSpPr/>
              <p:nvPr/>
            </p:nvGrpSpPr>
            <p:grpSpPr>
              <a:xfrm>
                <a:off x="8795279" y="1483783"/>
                <a:ext cx="850900" cy="623888"/>
                <a:chOff x="7872413" y="1479550"/>
                <a:chExt cx="850900" cy="623888"/>
              </a:xfrm>
            </p:grpSpPr>
            <p:grpSp>
              <p:nvGrpSpPr>
                <p:cNvPr id="192" name="Group 135">
                  <a:extLst>
                    <a:ext uri="{FF2B5EF4-FFF2-40B4-BE49-F238E27FC236}">
                      <a16:creationId xmlns:a16="http://schemas.microsoft.com/office/drawing/2014/main" id="{4E9BBD26-6177-AD22-2645-DF7CD2C3DDB3}"/>
                    </a:ext>
                  </a:extLst>
                </p:cNvPr>
                <p:cNvGrpSpPr>
                  <a:grpSpLocks/>
                </p:cNvGrpSpPr>
                <p:nvPr/>
              </p:nvGrpSpPr>
              <p:grpSpPr bwMode="auto">
                <a:xfrm>
                  <a:off x="7872413" y="1576388"/>
                  <a:ext cx="850900" cy="527050"/>
                  <a:chOff x="-490" y="1664"/>
                  <a:chExt cx="1429" cy="842"/>
                </a:xfrm>
              </p:grpSpPr>
              <p:sp>
                <p:nvSpPr>
                  <p:cNvPr id="194" name="AutoShape 136">
                    <a:extLst>
                      <a:ext uri="{FF2B5EF4-FFF2-40B4-BE49-F238E27FC236}">
                        <a16:creationId xmlns:a16="http://schemas.microsoft.com/office/drawing/2014/main" id="{A1FF1573-16EB-2CA1-3310-BD032009120D}"/>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195" name="Group 137">
                    <a:extLst>
                      <a:ext uri="{FF2B5EF4-FFF2-40B4-BE49-F238E27FC236}">
                        <a16:creationId xmlns:a16="http://schemas.microsoft.com/office/drawing/2014/main" id="{8DFB0008-0C64-3EF9-490F-E9CD98A780EE}"/>
                      </a:ext>
                    </a:extLst>
                  </p:cNvPr>
                  <p:cNvGrpSpPr>
                    <a:grpSpLocks/>
                  </p:cNvGrpSpPr>
                  <p:nvPr/>
                </p:nvGrpSpPr>
                <p:grpSpPr bwMode="auto">
                  <a:xfrm>
                    <a:off x="-427" y="1737"/>
                    <a:ext cx="1217" cy="769"/>
                    <a:chOff x="-427" y="1737"/>
                    <a:chExt cx="1217" cy="769"/>
                  </a:xfrm>
                </p:grpSpPr>
                <p:sp>
                  <p:nvSpPr>
                    <p:cNvPr id="196" name="Rectangle 138">
                      <a:extLst>
                        <a:ext uri="{FF2B5EF4-FFF2-40B4-BE49-F238E27FC236}">
                          <a16:creationId xmlns:a16="http://schemas.microsoft.com/office/drawing/2014/main" id="{07F6F830-46C8-F78E-BE8C-4242DAE12589}"/>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7" name="Line 7">
                      <a:extLst>
                        <a:ext uri="{FF2B5EF4-FFF2-40B4-BE49-F238E27FC236}">
                          <a16:creationId xmlns:a16="http://schemas.microsoft.com/office/drawing/2014/main" id="{09DD6234-41D7-5C50-4E2E-3B29FF05AE21}"/>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98" name="Group 140">
                      <a:extLst>
                        <a:ext uri="{FF2B5EF4-FFF2-40B4-BE49-F238E27FC236}">
                          <a16:creationId xmlns:a16="http://schemas.microsoft.com/office/drawing/2014/main" id="{5B7AF497-D6E1-9085-B2F0-00B8777FB581}"/>
                        </a:ext>
                      </a:extLst>
                    </p:cNvPr>
                    <p:cNvGrpSpPr>
                      <a:grpSpLocks/>
                    </p:cNvGrpSpPr>
                    <p:nvPr/>
                  </p:nvGrpSpPr>
                  <p:grpSpPr bwMode="auto">
                    <a:xfrm>
                      <a:off x="68" y="2192"/>
                      <a:ext cx="387" cy="139"/>
                      <a:chOff x="322" y="890"/>
                      <a:chExt cx="872" cy="339"/>
                    </a:xfrm>
                  </p:grpSpPr>
                  <p:sp>
                    <p:nvSpPr>
                      <p:cNvPr id="203" name="Rectangle 141">
                        <a:extLst>
                          <a:ext uri="{FF2B5EF4-FFF2-40B4-BE49-F238E27FC236}">
                            <a16:creationId xmlns:a16="http://schemas.microsoft.com/office/drawing/2014/main" id="{7C29FE34-6F76-F13D-D0E2-7A3E918FF7AA}"/>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4" name="Rectangle 142">
                        <a:extLst>
                          <a:ext uri="{FF2B5EF4-FFF2-40B4-BE49-F238E27FC236}">
                            <a16:creationId xmlns:a16="http://schemas.microsoft.com/office/drawing/2014/main" id="{43E71468-3FE9-50E6-3F9D-9EFAD3D92F87}"/>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5" name="Rectangle 143">
                        <a:extLst>
                          <a:ext uri="{FF2B5EF4-FFF2-40B4-BE49-F238E27FC236}">
                            <a16:creationId xmlns:a16="http://schemas.microsoft.com/office/drawing/2014/main" id="{9CB01143-B3A6-6621-8CA7-6DE74FD736BE}"/>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144">
                        <a:extLst>
                          <a:ext uri="{FF2B5EF4-FFF2-40B4-BE49-F238E27FC236}">
                            <a16:creationId xmlns:a16="http://schemas.microsoft.com/office/drawing/2014/main" id="{7676C4E7-AC7E-6808-645C-B40BBB6B7150}"/>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7" name="Rectangle 145">
                        <a:extLst>
                          <a:ext uri="{FF2B5EF4-FFF2-40B4-BE49-F238E27FC236}">
                            <a16:creationId xmlns:a16="http://schemas.microsoft.com/office/drawing/2014/main" id="{1FE1442A-6626-8ADD-19AD-E9AB11548623}"/>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8" name="AutoShape 146">
                        <a:extLst>
                          <a:ext uri="{FF2B5EF4-FFF2-40B4-BE49-F238E27FC236}">
                            <a16:creationId xmlns:a16="http://schemas.microsoft.com/office/drawing/2014/main" id="{84B61E34-F6D7-4AD9-0179-BB6C6B67882C}"/>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99" name="Picture 147" descr="desktop_computer_stylized_small">
                      <a:extLst>
                        <a:ext uri="{FF2B5EF4-FFF2-40B4-BE49-F238E27FC236}">
                          <a16:creationId xmlns:a16="http://schemas.microsoft.com/office/drawing/2014/main" id="{0059D6D8-2845-D883-E1F8-388531A469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Rectangle 148">
                      <a:extLst>
                        <a:ext uri="{FF2B5EF4-FFF2-40B4-BE49-F238E27FC236}">
                          <a16:creationId xmlns:a16="http://schemas.microsoft.com/office/drawing/2014/main" id="{39BEE22E-B973-E0BE-7235-AABABF7EC1AB}"/>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1" name="Freeform 149">
                      <a:extLst>
                        <a:ext uri="{FF2B5EF4-FFF2-40B4-BE49-F238E27FC236}">
                          <a16:creationId xmlns:a16="http://schemas.microsoft.com/office/drawing/2014/main" id="{661433FD-7C06-143F-91C7-FF5D4D8C9CA3}"/>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2" name="Picture 151" descr="tv">
                      <a:extLst>
                        <a:ext uri="{FF2B5EF4-FFF2-40B4-BE49-F238E27FC236}">
                          <a16:creationId xmlns:a16="http://schemas.microsoft.com/office/drawing/2014/main" id="{932F8A39-61C5-97A5-76FD-92454694438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93" name="Freeform 209">
                  <a:extLst>
                    <a:ext uri="{FF2B5EF4-FFF2-40B4-BE49-F238E27FC236}">
                      <a16:creationId xmlns:a16="http://schemas.microsoft.com/office/drawing/2014/main" id="{E22A36D2-6DB5-9F82-F502-A67E9206ADA0}"/>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1" name="Text Box 204">
                <a:extLst>
                  <a:ext uri="{FF2B5EF4-FFF2-40B4-BE49-F238E27FC236}">
                    <a16:creationId xmlns:a16="http://schemas.microsoft.com/office/drawing/2014/main" id="{207D32C9-8EA3-8B9E-DE32-240E32516844}"/>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grpSp>
    </p:spTree>
    <p:extLst>
      <p:ext uri="{BB962C8B-B14F-4D97-AF65-F5344CB8AC3E}">
        <p14:creationId xmlns:p14="http://schemas.microsoft.com/office/powerpoint/2010/main" val="2610823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99B6B-4CF2-00DE-2625-E1B635D68FD2}"/>
              </a:ext>
            </a:extLst>
          </p:cNvPr>
          <p:cNvSpPr>
            <a:spLocks noGrp="1"/>
          </p:cNvSpPr>
          <p:nvPr>
            <p:ph type="title"/>
          </p:nvPr>
        </p:nvSpPr>
        <p:spPr/>
        <p:txBody>
          <a:bodyPr/>
          <a:lstStyle/>
          <a:p>
            <a:r>
              <a:rPr lang="zh-CN" altLang="en-US" dirty="0"/>
              <a:t>主机的链路层在何处实现</a:t>
            </a:r>
          </a:p>
        </p:txBody>
      </p:sp>
      <p:sp>
        <p:nvSpPr>
          <p:cNvPr id="3" name="内容占位符 2">
            <a:extLst>
              <a:ext uri="{FF2B5EF4-FFF2-40B4-BE49-F238E27FC236}">
                <a16:creationId xmlns:a16="http://schemas.microsoft.com/office/drawing/2014/main" id="{E6A636EA-C800-3456-1913-0D2C40D5BDEE}"/>
              </a:ext>
            </a:extLst>
          </p:cNvPr>
          <p:cNvSpPr>
            <a:spLocks noGrp="1"/>
          </p:cNvSpPr>
          <p:nvPr>
            <p:ph idx="1"/>
          </p:nvPr>
        </p:nvSpPr>
        <p:spPr>
          <a:xfrm>
            <a:off x="442913" y="728663"/>
            <a:ext cx="11289710" cy="2321476"/>
          </a:xfrm>
        </p:spPr>
        <p:txBody>
          <a:bodyPr>
            <a:normAutofit/>
          </a:bodyPr>
          <a:lstStyle/>
          <a:p>
            <a:r>
              <a:rPr lang="zh-CN" altLang="en-US" dirty="0"/>
              <a:t>每个以及所有主机</a:t>
            </a:r>
            <a:endParaRPr lang="en-US" altLang="zh-CN" dirty="0"/>
          </a:p>
          <a:p>
            <a:r>
              <a:rPr lang="zh-CN" altLang="en-US" dirty="0"/>
              <a:t>网卡</a:t>
            </a:r>
            <a:r>
              <a:rPr lang="en-US" altLang="zh-CN" dirty="0"/>
              <a:t>NIC(Network Interface Card</a:t>
            </a:r>
            <a:r>
              <a:rPr lang="zh-CN" altLang="en-US" dirty="0"/>
              <a:t>）或者芯片</a:t>
            </a:r>
            <a:endParaRPr lang="en-US" altLang="zh-CN" dirty="0"/>
          </a:p>
          <a:p>
            <a:pPr lvl="1"/>
            <a:r>
              <a:rPr lang="zh-CN" altLang="en-US" sz="2000" dirty="0"/>
              <a:t>实现链路层 </a:t>
            </a:r>
            <a:r>
              <a:rPr lang="en-US" altLang="zh-CN" sz="2000" dirty="0"/>
              <a:t>+ </a:t>
            </a:r>
            <a:r>
              <a:rPr lang="zh-CN" altLang="en-US" sz="2000" dirty="0"/>
              <a:t>物理层</a:t>
            </a:r>
            <a:endParaRPr lang="en-US" altLang="zh-CN" sz="2000" dirty="0"/>
          </a:p>
          <a:p>
            <a:pPr lvl="1"/>
            <a:r>
              <a:rPr lang="zh-CN" altLang="en-US" sz="2000" dirty="0"/>
              <a:t>连接到主机的系统总线</a:t>
            </a:r>
            <a:endParaRPr lang="en-US" altLang="zh-CN" sz="2000" dirty="0"/>
          </a:p>
          <a:p>
            <a:r>
              <a:rPr lang="zh-CN" altLang="en-US" dirty="0"/>
              <a:t>硬件 </a:t>
            </a:r>
            <a:r>
              <a:rPr lang="en-US" altLang="zh-CN" dirty="0"/>
              <a:t>+  </a:t>
            </a:r>
            <a:r>
              <a:rPr lang="zh-CN" altLang="en-US" dirty="0"/>
              <a:t>固件（</a:t>
            </a:r>
            <a:r>
              <a:rPr lang="en-US" altLang="zh-CN" dirty="0"/>
              <a:t>Firmware) + </a:t>
            </a:r>
            <a:r>
              <a:rPr lang="zh-CN" altLang="en-US" dirty="0"/>
              <a:t>软件（网卡驱动程序）</a:t>
            </a:r>
          </a:p>
        </p:txBody>
      </p:sp>
      <p:grpSp>
        <p:nvGrpSpPr>
          <p:cNvPr id="86" name="组合 85">
            <a:extLst>
              <a:ext uri="{FF2B5EF4-FFF2-40B4-BE49-F238E27FC236}">
                <a16:creationId xmlns:a16="http://schemas.microsoft.com/office/drawing/2014/main" id="{DB2AC331-E72F-9275-406E-C2C28F1459EC}"/>
              </a:ext>
            </a:extLst>
          </p:cNvPr>
          <p:cNvGrpSpPr/>
          <p:nvPr/>
        </p:nvGrpSpPr>
        <p:grpSpPr>
          <a:xfrm>
            <a:off x="926373" y="3241294"/>
            <a:ext cx="9977529" cy="3184765"/>
            <a:chOff x="867379" y="3123307"/>
            <a:chExt cx="9977529" cy="3184765"/>
          </a:xfrm>
        </p:grpSpPr>
        <p:grpSp>
          <p:nvGrpSpPr>
            <p:cNvPr id="81" name="组合 80">
              <a:extLst>
                <a:ext uri="{FF2B5EF4-FFF2-40B4-BE49-F238E27FC236}">
                  <a16:creationId xmlns:a16="http://schemas.microsoft.com/office/drawing/2014/main" id="{2550F285-1115-69E3-AD53-A9E7718A030E}"/>
                </a:ext>
              </a:extLst>
            </p:cNvPr>
            <p:cNvGrpSpPr/>
            <p:nvPr/>
          </p:nvGrpSpPr>
          <p:grpSpPr>
            <a:xfrm>
              <a:off x="867379" y="3123307"/>
              <a:ext cx="8652077" cy="2729120"/>
              <a:chOff x="867379" y="3123307"/>
              <a:chExt cx="8652077" cy="2729120"/>
            </a:xfrm>
          </p:grpSpPr>
          <p:grpSp>
            <p:nvGrpSpPr>
              <p:cNvPr id="4" name="Group 115">
                <a:extLst>
                  <a:ext uri="{FF2B5EF4-FFF2-40B4-BE49-F238E27FC236}">
                    <a16:creationId xmlns:a16="http://schemas.microsoft.com/office/drawing/2014/main" id="{8106C011-8927-3800-52C1-64BD889725E4}"/>
                  </a:ext>
                </a:extLst>
              </p:cNvPr>
              <p:cNvGrpSpPr/>
              <p:nvPr/>
            </p:nvGrpSpPr>
            <p:grpSpPr>
              <a:xfrm>
                <a:off x="6770975" y="3123307"/>
                <a:ext cx="1654101" cy="2401887"/>
                <a:chOff x="3457903" y="1592254"/>
                <a:chExt cx="1654101" cy="2401887"/>
              </a:xfrm>
            </p:grpSpPr>
            <p:sp>
              <p:nvSpPr>
                <p:cNvPr id="5" name="Rectangle 42">
                  <a:extLst>
                    <a:ext uri="{FF2B5EF4-FFF2-40B4-BE49-F238E27FC236}">
                      <a16:creationId xmlns:a16="http://schemas.microsoft.com/office/drawing/2014/main" id="{DDE5CCFC-4546-EA2A-2592-EFB5AE4F759C}"/>
                    </a:ext>
                  </a:extLst>
                </p:cNvPr>
                <p:cNvSpPr>
                  <a:spLocks noChangeArrowheads="1"/>
                </p:cNvSpPr>
                <p:nvPr/>
              </p:nvSpPr>
              <p:spPr bwMode="auto">
                <a:xfrm>
                  <a:off x="3457903" y="1592254"/>
                  <a:ext cx="1654101"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 name="Rectangle 44">
                  <a:extLst>
                    <a:ext uri="{FF2B5EF4-FFF2-40B4-BE49-F238E27FC236}">
                      <a16:creationId xmlns:a16="http://schemas.microsoft.com/office/drawing/2014/main" id="{10F6B2A2-F011-1BD7-03B3-61CA7D837499}"/>
                    </a:ext>
                  </a:extLst>
                </p:cNvPr>
                <p:cNvSpPr>
                  <a:spLocks noChangeArrowheads="1"/>
                </p:cNvSpPr>
                <p:nvPr/>
              </p:nvSpPr>
              <p:spPr bwMode="auto">
                <a:xfrm>
                  <a:off x="3992843" y="3517620"/>
                  <a:ext cx="666750" cy="2825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 name="Rectangle 45">
                  <a:extLst>
                    <a:ext uri="{FF2B5EF4-FFF2-40B4-BE49-F238E27FC236}">
                      <a16:creationId xmlns:a16="http://schemas.microsoft.com/office/drawing/2014/main" id="{C804C9C0-CC26-5B28-6BD9-6331D6F5DCBF}"/>
                    </a:ext>
                  </a:extLst>
                </p:cNvPr>
                <p:cNvSpPr>
                  <a:spLocks noChangeArrowheads="1"/>
                </p:cNvSpPr>
                <p:nvPr/>
              </p:nvSpPr>
              <p:spPr bwMode="auto">
                <a:xfrm>
                  <a:off x="3996418"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rPr>
                    <a:t>controller</a:t>
                  </a:r>
                </a:p>
              </p:txBody>
            </p:sp>
            <p:sp>
              <p:nvSpPr>
                <p:cNvPr id="8" name="Text Box 46">
                  <a:extLst>
                    <a:ext uri="{FF2B5EF4-FFF2-40B4-BE49-F238E27FC236}">
                      <a16:creationId xmlns:a16="http://schemas.microsoft.com/office/drawing/2014/main" id="{B889A2B5-989E-C233-A732-26C4ABB5FB3E}"/>
                    </a:ext>
                  </a:extLst>
                </p:cNvPr>
                <p:cNvSpPr txBox="1">
                  <a:spLocks noChangeArrowheads="1"/>
                </p:cNvSpPr>
                <p:nvPr/>
              </p:nvSpPr>
              <p:spPr bwMode="auto">
                <a:xfrm>
                  <a:off x="3963393" y="3514379"/>
                  <a:ext cx="73770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fontAlgn="base">
                    <a:spcBef>
                      <a:spcPct val="0"/>
                    </a:spcBef>
                    <a:spcAft>
                      <a:spcPct val="0"/>
                    </a:spcAft>
                    <a:defRPr/>
                  </a:pPr>
                  <a:r>
                    <a:rPr lang="en-US" sz="1200" i="0" dirty="0">
                      <a:solidFill>
                        <a:srgbClr val="000000"/>
                      </a:solidFill>
                      <a:latin typeface="Arial" charset="0"/>
                    </a:rPr>
                    <a:t>physical</a:t>
                  </a:r>
                </a:p>
                <a:p>
                  <a:pPr algn="ctr" fontAlgn="base">
                    <a:spcBef>
                      <a:spcPct val="0"/>
                    </a:spcBef>
                    <a:spcAft>
                      <a:spcPct val="0"/>
                    </a:spcAft>
                    <a:defRPr/>
                  </a:pPr>
                  <a:endParaRPr lang="en-US" sz="1200" i="0" dirty="0">
                    <a:solidFill>
                      <a:srgbClr val="000000"/>
                    </a:solidFill>
                    <a:latin typeface="Arial" charset="0"/>
                  </a:endParaRPr>
                </a:p>
              </p:txBody>
            </p:sp>
            <p:sp>
              <p:nvSpPr>
                <p:cNvPr id="9" name="Freeform 47">
                  <a:extLst>
                    <a:ext uri="{FF2B5EF4-FFF2-40B4-BE49-F238E27FC236}">
                      <a16:creationId xmlns:a16="http://schemas.microsoft.com/office/drawing/2014/main" id="{223846B2-7A22-4CB9-B955-306B642B6B82}"/>
                    </a:ext>
                  </a:extLst>
                </p:cNvPr>
                <p:cNvSpPr>
                  <a:spLocks/>
                </p:cNvSpPr>
                <p:nvPr/>
              </p:nvSpPr>
              <p:spPr bwMode="auto">
                <a:xfrm flipH="1">
                  <a:off x="4297726" y="2473508"/>
                  <a:ext cx="291334"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Line 48">
                  <a:extLst>
                    <a:ext uri="{FF2B5EF4-FFF2-40B4-BE49-F238E27FC236}">
                      <a16:creationId xmlns:a16="http://schemas.microsoft.com/office/drawing/2014/main" id="{0F8B8717-16F8-4812-CAE1-3F78226205DD}"/>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 name="Line 49">
                  <a:extLst>
                    <a:ext uri="{FF2B5EF4-FFF2-40B4-BE49-F238E27FC236}">
                      <a16:creationId xmlns:a16="http://schemas.microsoft.com/office/drawing/2014/main" id="{0A3F8402-49E0-87F8-D5B5-E7DE6CE4F02D}"/>
                    </a:ext>
                  </a:extLst>
                </p:cNvPr>
                <p:cNvSpPr>
                  <a:spLocks noChangeShapeType="1"/>
                </p:cNvSpPr>
                <p:nvPr/>
              </p:nvSpPr>
              <p:spPr bwMode="auto">
                <a:xfrm flipV="1">
                  <a:off x="4182165" y="2631881"/>
                  <a:ext cx="0" cy="3000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 name="Rectangle 50">
                  <a:extLst>
                    <a:ext uri="{FF2B5EF4-FFF2-40B4-BE49-F238E27FC236}">
                      <a16:creationId xmlns:a16="http://schemas.microsoft.com/office/drawing/2014/main" id="{374BD6F2-190C-0D30-AF7C-B98E2563D81D}"/>
                    </a:ext>
                  </a:extLst>
                </p:cNvPr>
                <p:cNvSpPr>
                  <a:spLocks noChangeArrowheads="1"/>
                </p:cNvSpPr>
                <p:nvPr/>
              </p:nvSpPr>
              <p:spPr bwMode="auto">
                <a:xfrm>
                  <a:off x="3536392" y="1927519"/>
                  <a:ext cx="657225" cy="519112"/>
                </a:xfrm>
                <a:prstGeom prst="rect">
                  <a:avLst/>
                </a:prstGeom>
                <a:solidFill>
                  <a:srgbClr val="FFFFFF"/>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rPr>
                    <a:t>memory</a:t>
                  </a:r>
                </a:p>
              </p:txBody>
            </p:sp>
            <p:sp>
              <p:nvSpPr>
                <p:cNvPr id="13" name="Rectangle 51">
                  <a:extLst>
                    <a:ext uri="{FF2B5EF4-FFF2-40B4-BE49-F238E27FC236}">
                      <a16:creationId xmlns:a16="http://schemas.microsoft.com/office/drawing/2014/main" id="{F588D943-B82E-B7DE-3487-DACF1F698F49}"/>
                    </a:ext>
                  </a:extLst>
                </p:cNvPr>
                <p:cNvSpPr>
                  <a:spLocks noChangeArrowheads="1"/>
                </p:cNvSpPr>
                <p:nvPr/>
              </p:nvSpPr>
              <p:spPr bwMode="auto">
                <a:xfrm>
                  <a:off x="4351984" y="1939780"/>
                  <a:ext cx="657225" cy="519113"/>
                </a:xfrm>
                <a:prstGeom prst="rect">
                  <a:avLst/>
                </a:prstGeom>
                <a:solidFill>
                  <a:srgbClr val="FFFFFF"/>
                </a:solidFill>
                <a:ln w="28575">
                  <a:solidFill>
                    <a:srgbClr val="E4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rPr>
                    <a:t>CPU</a:t>
                  </a:r>
                </a:p>
              </p:txBody>
            </p:sp>
            <p:sp>
              <p:nvSpPr>
                <p:cNvPr id="14" name="Line 52">
                  <a:extLst>
                    <a:ext uri="{FF2B5EF4-FFF2-40B4-BE49-F238E27FC236}">
                      <a16:creationId xmlns:a16="http://schemas.microsoft.com/office/drawing/2014/main" id="{702BC416-4D7C-A4B4-0C14-FD189CCFA0E6}"/>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 name="Line 53">
                  <a:extLst>
                    <a:ext uri="{FF2B5EF4-FFF2-40B4-BE49-F238E27FC236}">
                      <a16:creationId xmlns:a16="http://schemas.microsoft.com/office/drawing/2014/main" id="{82C60FBC-81B9-BB19-8E04-5BE2CA066EF6}"/>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 name="Line 55">
                  <a:extLst>
                    <a:ext uri="{FF2B5EF4-FFF2-40B4-BE49-F238E27FC236}">
                      <a16:creationId xmlns:a16="http://schemas.microsoft.com/office/drawing/2014/main" id="{8B52D468-A289-3910-C73D-6C645889C2BC}"/>
                    </a:ext>
                  </a:extLst>
                </p:cNvPr>
                <p:cNvSpPr>
                  <a:spLocks noChangeShapeType="1"/>
                </p:cNvSpPr>
                <p:nvPr/>
              </p:nvSpPr>
              <p:spPr bwMode="auto">
                <a:xfrm flipH="1">
                  <a:off x="4308787" y="3249620"/>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 name="Rectangle 43">
                  <a:extLst>
                    <a:ext uri="{FF2B5EF4-FFF2-40B4-BE49-F238E27FC236}">
                      <a16:creationId xmlns:a16="http://schemas.microsoft.com/office/drawing/2014/main" id="{B8660FE3-522E-6B66-6823-C508D06A56B8}"/>
                    </a:ext>
                  </a:extLst>
                </p:cNvPr>
                <p:cNvSpPr>
                  <a:spLocks noChangeArrowheads="1"/>
                </p:cNvSpPr>
                <p:nvPr/>
              </p:nvSpPr>
              <p:spPr bwMode="auto">
                <a:xfrm>
                  <a:off x="3718524" y="2820792"/>
                  <a:ext cx="1122362" cy="1082675"/>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grpSp>
            <p:nvGrpSpPr>
              <p:cNvPr id="18" name="Group 9">
                <a:extLst>
                  <a:ext uri="{FF2B5EF4-FFF2-40B4-BE49-F238E27FC236}">
                    <a16:creationId xmlns:a16="http://schemas.microsoft.com/office/drawing/2014/main" id="{458D8295-88B6-1531-E16C-9696A922A06A}"/>
                  </a:ext>
                </a:extLst>
              </p:cNvPr>
              <p:cNvGrpSpPr/>
              <p:nvPr/>
            </p:nvGrpSpPr>
            <p:grpSpPr>
              <a:xfrm>
                <a:off x="3298157" y="3129433"/>
                <a:ext cx="1709144" cy="2401887"/>
                <a:chOff x="3386648" y="1585768"/>
                <a:chExt cx="1709144" cy="2401887"/>
              </a:xfrm>
            </p:grpSpPr>
            <p:sp>
              <p:nvSpPr>
                <p:cNvPr id="19" name="Rectangle 42">
                  <a:extLst>
                    <a:ext uri="{FF2B5EF4-FFF2-40B4-BE49-F238E27FC236}">
                      <a16:creationId xmlns:a16="http://schemas.microsoft.com/office/drawing/2014/main" id="{78976860-5B78-9F40-A657-30070B7A9A3F}"/>
                    </a:ext>
                  </a:extLst>
                </p:cNvPr>
                <p:cNvSpPr>
                  <a:spLocks noChangeArrowheads="1"/>
                </p:cNvSpPr>
                <p:nvPr/>
              </p:nvSpPr>
              <p:spPr bwMode="auto">
                <a:xfrm>
                  <a:off x="3386648" y="1585768"/>
                  <a:ext cx="1709144"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 name="Rectangle 44">
                  <a:extLst>
                    <a:ext uri="{FF2B5EF4-FFF2-40B4-BE49-F238E27FC236}">
                      <a16:creationId xmlns:a16="http://schemas.microsoft.com/office/drawing/2014/main" id="{2CD8C094-AF89-58B2-E934-129A781BB1A4}"/>
                    </a:ext>
                  </a:extLst>
                </p:cNvPr>
                <p:cNvSpPr>
                  <a:spLocks noChangeArrowheads="1"/>
                </p:cNvSpPr>
                <p:nvPr/>
              </p:nvSpPr>
              <p:spPr bwMode="auto">
                <a:xfrm>
                  <a:off x="3837201" y="3524105"/>
                  <a:ext cx="666750" cy="2825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 name="Rectangle 45">
                  <a:extLst>
                    <a:ext uri="{FF2B5EF4-FFF2-40B4-BE49-F238E27FC236}">
                      <a16:creationId xmlns:a16="http://schemas.microsoft.com/office/drawing/2014/main" id="{1C20D53C-DAAD-651B-E914-2565BF90ADD2}"/>
                    </a:ext>
                  </a:extLst>
                </p:cNvPr>
                <p:cNvSpPr>
                  <a:spLocks noChangeArrowheads="1"/>
                </p:cNvSpPr>
                <p:nvPr/>
              </p:nvSpPr>
              <p:spPr bwMode="auto">
                <a:xfrm>
                  <a:off x="3856453"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rPr>
                    <a:t>controller</a:t>
                  </a:r>
                </a:p>
              </p:txBody>
            </p:sp>
            <p:sp>
              <p:nvSpPr>
                <p:cNvPr id="22" name="Text Box 46">
                  <a:extLst>
                    <a:ext uri="{FF2B5EF4-FFF2-40B4-BE49-F238E27FC236}">
                      <a16:creationId xmlns:a16="http://schemas.microsoft.com/office/drawing/2014/main" id="{C4A0BF2F-07D5-B57A-141A-5446B84D3703}"/>
                    </a:ext>
                  </a:extLst>
                </p:cNvPr>
                <p:cNvSpPr txBox="1">
                  <a:spLocks noChangeArrowheads="1"/>
                </p:cNvSpPr>
                <p:nvPr/>
              </p:nvSpPr>
              <p:spPr bwMode="auto">
                <a:xfrm>
                  <a:off x="3792993" y="3514379"/>
                  <a:ext cx="73770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fontAlgn="base">
                    <a:spcBef>
                      <a:spcPct val="0"/>
                    </a:spcBef>
                    <a:spcAft>
                      <a:spcPct val="0"/>
                    </a:spcAft>
                    <a:defRPr/>
                  </a:pPr>
                  <a:r>
                    <a:rPr lang="en-US" sz="1200" i="0" dirty="0">
                      <a:solidFill>
                        <a:srgbClr val="000000"/>
                      </a:solidFill>
                      <a:latin typeface="Arial" charset="0"/>
                    </a:rPr>
                    <a:t>physical</a:t>
                  </a:r>
                </a:p>
                <a:p>
                  <a:pPr algn="ctr" fontAlgn="base">
                    <a:spcBef>
                      <a:spcPct val="0"/>
                    </a:spcBef>
                    <a:spcAft>
                      <a:spcPct val="0"/>
                    </a:spcAft>
                    <a:defRPr/>
                  </a:pPr>
                  <a:endParaRPr lang="en-US" sz="1200" i="0" dirty="0">
                    <a:solidFill>
                      <a:srgbClr val="000000"/>
                    </a:solidFill>
                    <a:latin typeface="Arial" charset="0"/>
                  </a:endParaRPr>
                </a:p>
              </p:txBody>
            </p:sp>
            <p:sp>
              <p:nvSpPr>
                <p:cNvPr id="23" name="Freeform 47">
                  <a:extLst>
                    <a:ext uri="{FF2B5EF4-FFF2-40B4-BE49-F238E27FC236}">
                      <a16:creationId xmlns:a16="http://schemas.microsoft.com/office/drawing/2014/main" id="{AB0BC0BE-9B95-C4A7-748C-2D291225BC46}"/>
                    </a:ext>
                  </a:extLst>
                </p:cNvPr>
                <p:cNvSpPr>
                  <a:spLocks/>
                </p:cNvSpPr>
                <p:nvPr/>
              </p:nvSpPr>
              <p:spPr bwMode="auto">
                <a:xfrm>
                  <a:off x="3778897" y="2455718"/>
                  <a:ext cx="326278"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4" name="Line 48">
                  <a:extLst>
                    <a:ext uri="{FF2B5EF4-FFF2-40B4-BE49-F238E27FC236}">
                      <a16:creationId xmlns:a16="http://schemas.microsoft.com/office/drawing/2014/main" id="{AB73BC88-8F7C-922E-65CD-F5015BC503D9}"/>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5" name="Line 49">
                  <a:extLst>
                    <a:ext uri="{FF2B5EF4-FFF2-40B4-BE49-F238E27FC236}">
                      <a16:creationId xmlns:a16="http://schemas.microsoft.com/office/drawing/2014/main" id="{3CB642BF-2510-3AF4-6A4D-4B79DE05F7F1}"/>
                    </a:ext>
                  </a:extLst>
                </p:cNvPr>
                <p:cNvSpPr>
                  <a:spLocks noChangeShapeType="1"/>
                </p:cNvSpPr>
                <p:nvPr/>
              </p:nvSpPr>
              <p:spPr bwMode="auto">
                <a:xfrm flipV="1">
                  <a:off x="4164375" y="2631881"/>
                  <a:ext cx="0" cy="3000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6" name="Rectangle 50">
                  <a:extLst>
                    <a:ext uri="{FF2B5EF4-FFF2-40B4-BE49-F238E27FC236}">
                      <a16:creationId xmlns:a16="http://schemas.microsoft.com/office/drawing/2014/main" id="{8EFEDD8C-E8AB-3124-C564-C16E90E63E45}"/>
                    </a:ext>
                  </a:extLst>
                </p:cNvPr>
                <p:cNvSpPr>
                  <a:spLocks noChangeArrowheads="1"/>
                </p:cNvSpPr>
                <p:nvPr/>
              </p:nvSpPr>
              <p:spPr bwMode="auto">
                <a:xfrm>
                  <a:off x="3532834" y="1938193"/>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rPr>
                    <a:t>cpu</a:t>
                  </a:r>
                </a:p>
              </p:txBody>
            </p:sp>
            <p:sp>
              <p:nvSpPr>
                <p:cNvPr id="27" name="Rectangle 51">
                  <a:extLst>
                    <a:ext uri="{FF2B5EF4-FFF2-40B4-BE49-F238E27FC236}">
                      <a16:creationId xmlns:a16="http://schemas.microsoft.com/office/drawing/2014/main" id="{C838CE7F-E0D5-EAFA-55D8-56134851D0AF}"/>
                    </a:ext>
                  </a:extLst>
                </p:cNvPr>
                <p:cNvSpPr>
                  <a:spLocks noChangeArrowheads="1"/>
                </p:cNvSpPr>
                <p:nvPr/>
              </p:nvSpPr>
              <p:spPr bwMode="auto">
                <a:xfrm>
                  <a:off x="4351984" y="193978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rPr>
                    <a:t>memory</a:t>
                  </a:r>
                </a:p>
              </p:txBody>
            </p:sp>
            <p:sp>
              <p:nvSpPr>
                <p:cNvPr id="28" name="Line 52">
                  <a:extLst>
                    <a:ext uri="{FF2B5EF4-FFF2-40B4-BE49-F238E27FC236}">
                      <a16:creationId xmlns:a16="http://schemas.microsoft.com/office/drawing/2014/main" id="{D8A92549-9070-3A06-463D-1B122CBA8108}"/>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9" name="Line 53">
                  <a:extLst>
                    <a:ext uri="{FF2B5EF4-FFF2-40B4-BE49-F238E27FC236}">
                      <a16:creationId xmlns:a16="http://schemas.microsoft.com/office/drawing/2014/main" id="{63FC31E8-2BB1-EA04-ADF5-0152041D35AB}"/>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 name="Line 55">
                  <a:extLst>
                    <a:ext uri="{FF2B5EF4-FFF2-40B4-BE49-F238E27FC236}">
                      <a16:creationId xmlns:a16="http://schemas.microsoft.com/office/drawing/2014/main" id="{7E1D11A8-F43F-B7F6-6C7F-6427C166C22C}"/>
                    </a:ext>
                  </a:extLst>
                </p:cNvPr>
                <p:cNvSpPr>
                  <a:spLocks noChangeShapeType="1"/>
                </p:cNvSpPr>
                <p:nvPr/>
              </p:nvSpPr>
              <p:spPr bwMode="auto">
                <a:xfrm flipH="1">
                  <a:off x="4172601" y="3239892"/>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 name="Rectangle 43">
                  <a:extLst>
                    <a:ext uri="{FF2B5EF4-FFF2-40B4-BE49-F238E27FC236}">
                      <a16:creationId xmlns:a16="http://schemas.microsoft.com/office/drawing/2014/main" id="{06F4BD03-C6A4-7422-22B8-DBFD4E3EC5AD}"/>
                    </a:ext>
                  </a:extLst>
                </p:cNvPr>
                <p:cNvSpPr>
                  <a:spLocks noChangeArrowheads="1"/>
                </p:cNvSpPr>
                <p:nvPr/>
              </p:nvSpPr>
              <p:spPr bwMode="auto">
                <a:xfrm>
                  <a:off x="3643876" y="2820792"/>
                  <a:ext cx="1122362" cy="1082675"/>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grpSp>
            <p:nvGrpSpPr>
              <p:cNvPr id="32" name="Group 84">
                <a:extLst>
                  <a:ext uri="{FF2B5EF4-FFF2-40B4-BE49-F238E27FC236}">
                    <a16:creationId xmlns:a16="http://schemas.microsoft.com/office/drawing/2014/main" id="{327D84C3-B765-E66D-C91B-C3BF8D136AA9}"/>
                  </a:ext>
                </a:extLst>
              </p:cNvPr>
              <p:cNvGrpSpPr>
                <a:grpSpLocks/>
              </p:cNvGrpSpPr>
              <p:nvPr/>
            </p:nvGrpSpPr>
            <p:grpSpPr bwMode="auto">
              <a:xfrm>
                <a:off x="2212094" y="3321519"/>
                <a:ext cx="1508125" cy="2035175"/>
                <a:chOff x="2695" y="1742"/>
                <a:chExt cx="950" cy="1282"/>
              </a:xfrm>
            </p:grpSpPr>
            <p:sp>
              <p:nvSpPr>
                <p:cNvPr id="33" name="Freeform 62">
                  <a:extLst>
                    <a:ext uri="{FF2B5EF4-FFF2-40B4-BE49-F238E27FC236}">
                      <a16:creationId xmlns:a16="http://schemas.microsoft.com/office/drawing/2014/main" id="{89B0B65E-FF5F-C889-8BCC-B72DE93205A3}"/>
                    </a:ext>
                  </a:extLst>
                </p:cNvPr>
                <p:cNvSpPr>
                  <a:spLocks/>
                </p:cNvSpPr>
                <p:nvPr/>
              </p:nvSpPr>
              <p:spPr bwMode="auto">
                <a:xfrm>
                  <a:off x="3228" y="2488"/>
                  <a:ext cx="417"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74000"/>
                      </a:srgbClr>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 name="Rectangle 73">
                  <a:extLst>
                    <a:ext uri="{FF2B5EF4-FFF2-40B4-BE49-F238E27FC236}">
                      <a16:creationId xmlns:a16="http://schemas.microsoft.com/office/drawing/2014/main" id="{6E777E48-CB37-FD57-44DA-B5B2AC42B6E6}"/>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 name="Freeform 63">
                  <a:extLst>
                    <a:ext uri="{FF2B5EF4-FFF2-40B4-BE49-F238E27FC236}">
                      <a16:creationId xmlns:a16="http://schemas.microsoft.com/office/drawing/2014/main" id="{B0AC85ED-3D0C-FF79-DAA4-65EF6C10CA07}"/>
                    </a:ext>
                  </a:extLst>
                </p:cNvPr>
                <p:cNvSpPr>
                  <a:spLocks/>
                </p:cNvSpPr>
                <p:nvPr/>
              </p:nvSpPr>
              <p:spPr bwMode="auto">
                <a:xfrm>
                  <a:off x="3222" y="1767"/>
                  <a:ext cx="244"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99000">
                      <a:srgbClr val="FFFFFF">
                        <a:alpha val="66000"/>
                      </a:srgbClr>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 name="Rectangle 82">
                  <a:extLst>
                    <a:ext uri="{FF2B5EF4-FFF2-40B4-BE49-F238E27FC236}">
                      <a16:creationId xmlns:a16="http://schemas.microsoft.com/office/drawing/2014/main" id="{D5CDB7B1-64AC-5325-5437-427270B70EAF}"/>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 name="Text Box 65">
                  <a:extLst>
                    <a:ext uri="{FF2B5EF4-FFF2-40B4-BE49-F238E27FC236}">
                      <a16:creationId xmlns:a16="http://schemas.microsoft.com/office/drawing/2014/main" id="{66C62C01-C937-9BCB-82C3-BC290CD9D5DB}"/>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application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transport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network</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link</a:t>
                  </a:r>
                </a:p>
              </p:txBody>
            </p:sp>
            <p:sp>
              <p:nvSpPr>
                <p:cNvPr id="38" name="Line 66">
                  <a:extLst>
                    <a:ext uri="{FF2B5EF4-FFF2-40B4-BE49-F238E27FC236}">
                      <a16:creationId xmlns:a16="http://schemas.microsoft.com/office/drawing/2014/main" id="{DC53271A-79FB-E617-B39F-F1AA6C69F10A}"/>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9" name="Line 67">
                  <a:extLst>
                    <a:ext uri="{FF2B5EF4-FFF2-40B4-BE49-F238E27FC236}">
                      <a16:creationId xmlns:a16="http://schemas.microsoft.com/office/drawing/2014/main" id="{B892F213-0C12-E879-8F41-FBE1DB117968}"/>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0" name="Line 68">
                  <a:extLst>
                    <a:ext uri="{FF2B5EF4-FFF2-40B4-BE49-F238E27FC236}">
                      <a16:creationId xmlns:a16="http://schemas.microsoft.com/office/drawing/2014/main" id="{B60A5615-F8EA-E47E-2943-90E84E58867D}"/>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 name="Rectangle 70">
                  <a:extLst>
                    <a:ext uri="{FF2B5EF4-FFF2-40B4-BE49-F238E27FC236}">
                      <a16:creationId xmlns:a16="http://schemas.microsoft.com/office/drawing/2014/main" id="{5096C1C0-914B-00FE-ABC7-2EDA29B65C45}"/>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 name="Line 71">
                  <a:extLst>
                    <a:ext uri="{FF2B5EF4-FFF2-40B4-BE49-F238E27FC236}">
                      <a16:creationId xmlns:a16="http://schemas.microsoft.com/office/drawing/2014/main" id="{874F7885-6B26-CD17-4A24-14C059404E4A}"/>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 name="Line 72">
                  <a:extLst>
                    <a:ext uri="{FF2B5EF4-FFF2-40B4-BE49-F238E27FC236}">
                      <a16:creationId xmlns:a16="http://schemas.microsoft.com/office/drawing/2014/main" id="{99CAB58A-EE42-C97A-9A12-43D51EC354E7}"/>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 name="Text Box 74">
                  <a:extLst>
                    <a:ext uri="{FF2B5EF4-FFF2-40B4-BE49-F238E27FC236}">
                      <a16:creationId xmlns:a16="http://schemas.microsoft.com/office/drawing/2014/main" id="{28F3E184-FA8F-7C5C-6403-FBB02C4FA803}"/>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link</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physical</a:t>
                  </a:r>
                </a:p>
              </p:txBody>
            </p:sp>
            <p:sp>
              <p:nvSpPr>
                <p:cNvPr id="45" name="Line 78">
                  <a:extLst>
                    <a:ext uri="{FF2B5EF4-FFF2-40B4-BE49-F238E27FC236}">
                      <a16:creationId xmlns:a16="http://schemas.microsoft.com/office/drawing/2014/main" id="{701ADF72-A99E-800D-B0D9-37F811BBAB34}"/>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6" name="Line 80">
                  <a:extLst>
                    <a:ext uri="{FF2B5EF4-FFF2-40B4-BE49-F238E27FC236}">
                      <a16:creationId xmlns:a16="http://schemas.microsoft.com/office/drawing/2014/main" id="{497A7E42-1040-308C-1D66-D166AA418956}"/>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7" name="Line 81">
                  <a:extLst>
                    <a:ext uri="{FF2B5EF4-FFF2-40B4-BE49-F238E27FC236}">
                      <a16:creationId xmlns:a16="http://schemas.microsoft.com/office/drawing/2014/main" id="{7FB061EF-8169-700C-0475-1838B9469F40}"/>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8" name="Group 10">
                <a:extLst>
                  <a:ext uri="{FF2B5EF4-FFF2-40B4-BE49-F238E27FC236}">
                    <a16:creationId xmlns:a16="http://schemas.microsoft.com/office/drawing/2014/main" id="{5CD3AB5F-7429-DDE7-7DD2-F6BCDAC620E2}"/>
                  </a:ext>
                </a:extLst>
              </p:cNvPr>
              <p:cNvGrpSpPr/>
              <p:nvPr/>
            </p:nvGrpSpPr>
            <p:grpSpPr>
              <a:xfrm>
                <a:off x="8066083" y="3284699"/>
                <a:ext cx="1453373" cy="2053837"/>
                <a:chOff x="9730606" y="1055376"/>
                <a:chExt cx="1453373" cy="2053837"/>
              </a:xfrm>
            </p:grpSpPr>
            <p:sp>
              <p:nvSpPr>
                <p:cNvPr id="49" name="Freeform 62">
                  <a:extLst>
                    <a:ext uri="{FF2B5EF4-FFF2-40B4-BE49-F238E27FC236}">
                      <a16:creationId xmlns:a16="http://schemas.microsoft.com/office/drawing/2014/main" id="{A00F6776-8B49-DB0B-955B-8E419E13A420}"/>
                    </a:ext>
                  </a:extLst>
                </p:cNvPr>
                <p:cNvSpPr>
                  <a:spLocks/>
                </p:cNvSpPr>
                <p:nvPr/>
              </p:nvSpPr>
              <p:spPr bwMode="auto">
                <a:xfrm flipH="1">
                  <a:off x="9730606" y="2258313"/>
                  <a:ext cx="623888" cy="85090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82000"/>
                      </a:srgbClr>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0" name="Rectangle 73">
                  <a:extLst>
                    <a:ext uri="{FF2B5EF4-FFF2-40B4-BE49-F238E27FC236}">
                      <a16:creationId xmlns:a16="http://schemas.microsoft.com/office/drawing/2014/main" id="{0E1557DA-6555-FED1-6DB4-2EEAA36A7FD6}"/>
                    </a:ext>
                  </a:extLst>
                </p:cNvPr>
                <p:cNvSpPr>
                  <a:spLocks noChangeArrowheads="1"/>
                </p:cNvSpPr>
                <p:nvPr/>
              </p:nvSpPr>
              <p:spPr bwMode="auto">
                <a:xfrm>
                  <a:off x="10360066" y="2541276"/>
                  <a:ext cx="776288" cy="415925"/>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1" name="Freeform 63">
                  <a:extLst>
                    <a:ext uri="{FF2B5EF4-FFF2-40B4-BE49-F238E27FC236}">
                      <a16:creationId xmlns:a16="http://schemas.microsoft.com/office/drawing/2014/main" id="{428F3A72-1950-43D9-4701-61779524C80E}"/>
                    </a:ext>
                  </a:extLst>
                </p:cNvPr>
                <p:cNvSpPr>
                  <a:spLocks/>
                </p:cNvSpPr>
                <p:nvPr/>
              </p:nvSpPr>
              <p:spPr bwMode="auto">
                <a:xfrm flipH="1">
                  <a:off x="9935685" y="1076403"/>
                  <a:ext cx="436563" cy="70326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alpha val="81000"/>
                      </a:srgbClr>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2" name="Rectangle 82">
                  <a:extLst>
                    <a:ext uri="{FF2B5EF4-FFF2-40B4-BE49-F238E27FC236}">
                      <a16:creationId xmlns:a16="http://schemas.microsoft.com/office/drawing/2014/main" id="{E3C6B2BA-7927-DD8C-8E63-EF5FA3E01436}"/>
                    </a:ext>
                  </a:extLst>
                </p:cNvPr>
                <p:cNvSpPr>
                  <a:spLocks noChangeArrowheads="1"/>
                </p:cNvSpPr>
                <p:nvPr/>
              </p:nvSpPr>
              <p:spPr bwMode="auto">
                <a:xfrm>
                  <a:off x="10355304" y="1090301"/>
                  <a:ext cx="777876" cy="73501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 name="Text Box 65">
                  <a:extLst>
                    <a:ext uri="{FF2B5EF4-FFF2-40B4-BE49-F238E27FC236}">
                      <a16:creationId xmlns:a16="http://schemas.microsoft.com/office/drawing/2014/main" id="{05037A6D-D413-01ED-4E6D-E585FB575BE7}"/>
                    </a:ext>
                  </a:extLst>
                </p:cNvPr>
                <p:cNvSpPr txBox="1">
                  <a:spLocks noChangeArrowheads="1"/>
                </p:cNvSpPr>
                <p:nvPr/>
              </p:nvSpPr>
              <p:spPr bwMode="auto">
                <a:xfrm>
                  <a:off x="10306091" y="1055376"/>
                  <a:ext cx="877888" cy="830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application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transport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network</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link</a:t>
                  </a:r>
                </a:p>
              </p:txBody>
            </p:sp>
            <p:sp>
              <p:nvSpPr>
                <p:cNvPr id="54" name="Line 66">
                  <a:extLst>
                    <a:ext uri="{FF2B5EF4-FFF2-40B4-BE49-F238E27FC236}">
                      <a16:creationId xmlns:a16="http://schemas.microsoft.com/office/drawing/2014/main" id="{C166BEBB-AAC6-04EF-7326-DE97E6D27954}"/>
                    </a:ext>
                  </a:extLst>
                </p:cNvPr>
                <p:cNvSpPr>
                  <a:spLocks noChangeShapeType="1"/>
                </p:cNvSpPr>
                <p:nvPr/>
              </p:nvSpPr>
              <p:spPr bwMode="auto">
                <a:xfrm>
                  <a:off x="10360066" y="1303026"/>
                  <a:ext cx="776288" cy="0"/>
                </a:xfrm>
                <a:prstGeom prst="line">
                  <a:avLst/>
                </a:prstGeom>
                <a:noFill/>
                <a:ln w="9525">
                  <a:solidFill>
                    <a:srgbClr val="E4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 name="Line 67">
                  <a:extLst>
                    <a:ext uri="{FF2B5EF4-FFF2-40B4-BE49-F238E27FC236}">
                      <a16:creationId xmlns:a16="http://schemas.microsoft.com/office/drawing/2014/main" id="{28E54AE3-0A15-3E5A-1D09-FB95B842CCFF}"/>
                    </a:ext>
                  </a:extLst>
                </p:cNvPr>
                <p:cNvSpPr>
                  <a:spLocks noChangeShapeType="1"/>
                </p:cNvSpPr>
                <p:nvPr/>
              </p:nvSpPr>
              <p:spPr bwMode="auto">
                <a:xfrm>
                  <a:off x="10360066" y="1466539"/>
                  <a:ext cx="776288" cy="0"/>
                </a:xfrm>
                <a:prstGeom prst="line">
                  <a:avLst/>
                </a:prstGeom>
                <a:noFill/>
                <a:ln w="9525">
                  <a:solidFill>
                    <a:srgbClr val="E4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 name="Line 68">
                  <a:extLst>
                    <a:ext uri="{FF2B5EF4-FFF2-40B4-BE49-F238E27FC236}">
                      <a16:creationId xmlns:a16="http://schemas.microsoft.com/office/drawing/2014/main" id="{5A9F1ABE-E791-D501-E3AA-C0FA83FE7744}"/>
                    </a:ext>
                  </a:extLst>
                </p:cNvPr>
                <p:cNvSpPr>
                  <a:spLocks noChangeShapeType="1"/>
                </p:cNvSpPr>
                <p:nvPr/>
              </p:nvSpPr>
              <p:spPr bwMode="auto">
                <a:xfrm>
                  <a:off x="10356891" y="1639576"/>
                  <a:ext cx="776288" cy="0"/>
                </a:xfrm>
                <a:prstGeom prst="line">
                  <a:avLst/>
                </a:prstGeom>
                <a:noFill/>
                <a:ln w="952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 name="Rectangle 70">
                  <a:extLst>
                    <a:ext uri="{FF2B5EF4-FFF2-40B4-BE49-F238E27FC236}">
                      <a16:creationId xmlns:a16="http://schemas.microsoft.com/office/drawing/2014/main" id="{020915AF-7C46-287B-7BF7-D62ED50A81D9}"/>
                    </a:ext>
                  </a:extLst>
                </p:cNvPr>
                <p:cNvSpPr>
                  <a:spLocks noChangeArrowheads="1"/>
                </p:cNvSpPr>
                <p:nvPr/>
              </p:nvSpPr>
              <p:spPr bwMode="auto">
                <a:xfrm>
                  <a:off x="10293391" y="1801501"/>
                  <a:ext cx="876301" cy="18256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8" name="Line 71">
                  <a:extLst>
                    <a:ext uri="{FF2B5EF4-FFF2-40B4-BE49-F238E27FC236}">
                      <a16:creationId xmlns:a16="http://schemas.microsoft.com/office/drawing/2014/main" id="{D572E19C-DD5E-B78A-37F3-7CC91A869E2C}"/>
                    </a:ext>
                  </a:extLst>
                </p:cNvPr>
                <p:cNvSpPr>
                  <a:spLocks noChangeShapeType="1"/>
                </p:cNvSpPr>
                <p:nvPr/>
              </p:nvSpPr>
              <p:spPr bwMode="auto">
                <a:xfrm>
                  <a:off x="10355304" y="1820551"/>
                  <a:ext cx="0" cy="103188"/>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9" name="Line 72">
                  <a:extLst>
                    <a:ext uri="{FF2B5EF4-FFF2-40B4-BE49-F238E27FC236}">
                      <a16:creationId xmlns:a16="http://schemas.microsoft.com/office/drawing/2014/main" id="{E942BAA7-64A0-2CEF-BB05-9F5CA183BF75}"/>
                    </a:ext>
                  </a:extLst>
                </p:cNvPr>
                <p:cNvSpPr>
                  <a:spLocks noChangeShapeType="1"/>
                </p:cNvSpPr>
                <p:nvPr/>
              </p:nvSpPr>
              <p:spPr bwMode="auto">
                <a:xfrm>
                  <a:off x="11134767" y="1811026"/>
                  <a:ext cx="0" cy="101600"/>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0" name="Text Box 74">
                  <a:extLst>
                    <a:ext uri="{FF2B5EF4-FFF2-40B4-BE49-F238E27FC236}">
                      <a16:creationId xmlns:a16="http://schemas.microsoft.com/office/drawing/2014/main" id="{8C80CE68-FA84-993E-56E1-4458474319A2}"/>
                    </a:ext>
                  </a:extLst>
                </p:cNvPr>
                <p:cNvSpPr txBox="1">
                  <a:spLocks noChangeArrowheads="1"/>
                </p:cNvSpPr>
                <p:nvPr/>
              </p:nvSpPr>
              <p:spPr bwMode="auto">
                <a:xfrm>
                  <a:off x="10388641" y="2501589"/>
                  <a:ext cx="68421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link</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ＭＳ Ｐゴシック" charset="0"/>
                    </a:rPr>
                    <a:t>physical</a:t>
                  </a:r>
                </a:p>
              </p:txBody>
            </p:sp>
            <p:sp>
              <p:nvSpPr>
                <p:cNvPr id="61" name="Line 78">
                  <a:extLst>
                    <a:ext uri="{FF2B5EF4-FFF2-40B4-BE49-F238E27FC236}">
                      <a16:creationId xmlns:a16="http://schemas.microsoft.com/office/drawing/2014/main" id="{8D33B9F6-9FF8-EE59-D211-41AAA67B0C62}"/>
                    </a:ext>
                  </a:extLst>
                </p:cNvPr>
                <p:cNvSpPr>
                  <a:spLocks noChangeShapeType="1"/>
                </p:cNvSpPr>
                <p:nvPr/>
              </p:nvSpPr>
              <p:spPr bwMode="auto">
                <a:xfrm>
                  <a:off x="10358479" y="2739714"/>
                  <a:ext cx="776288" cy="0"/>
                </a:xfrm>
                <a:prstGeom prst="line">
                  <a:avLst/>
                </a:prstGeom>
                <a:noFill/>
                <a:ln w="9525">
                  <a:solidFill>
                    <a:srgbClr val="E4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2" name="Line 80">
                  <a:extLst>
                    <a:ext uri="{FF2B5EF4-FFF2-40B4-BE49-F238E27FC236}">
                      <a16:creationId xmlns:a16="http://schemas.microsoft.com/office/drawing/2014/main" id="{472A55FD-4D4A-B6C6-6364-805AB1BEAF1E}"/>
                    </a:ext>
                  </a:extLst>
                </p:cNvPr>
                <p:cNvSpPr>
                  <a:spLocks noChangeShapeType="1"/>
                </p:cNvSpPr>
                <p:nvPr/>
              </p:nvSpPr>
              <p:spPr bwMode="auto">
                <a:xfrm>
                  <a:off x="10360066" y="2439676"/>
                  <a:ext cx="0" cy="103188"/>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3" name="Line 81">
                  <a:extLst>
                    <a:ext uri="{FF2B5EF4-FFF2-40B4-BE49-F238E27FC236}">
                      <a16:creationId xmlns:a16="http://schemas.microsoft.com/office/drawing/2014/main" id="{0BC6B691-C7E3-BCFD-A3C3-3DCFD6E6BCB8}"/>
                    </a:ext>
                  </a:extLst>
                </p:cNvPr>
                <p:cNvSpPr>
                  <a:spLocks noChangeShapeType="1"/>
                </p:cNvSpPr>
                <p:nvPr/>
              </p:nvSpPr>
              <p:spPr bwMode="auto">
                <a:xfrm>
                  <a:off x="11136354" y="2439676"/>
                  <a:ext cx="0" cy="101600"/>
                </a:xfrm>
                <a:prstGeom prst="line">
                  <a:avLst/>
                </a:prstGeom>
                <a:noFill/>
                <a:ln w="9525">
                  <a:solidFill>
                    <a:srgbClr val="E4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4" name="Freeform 4">
                <a:extLst>
                  <a:ext uri="{FF2B5EF4-FFF2-40B4-BE49-F238E27FC236}">
                    <a16:creationId xmlns:a16="http://schemas.microsoft.com/office/drawing/2014/main" id="{104E8789-D33F-F518-3680-787F6F32F875}"/>
                  </a:ext>
                </a:extLst>
              </p:cNvPr>
              <p:cNvSpPr/>
              <p:nvPr/>
            </p:nvSpPr>
            <p:spPr>
              <a:xfrm>
                <a:off x="4064810" y="5329616"/>
                <a:ext cx="3591390" cy="522811"/>
              </a:xfrm>
              <a:custGeom>
                <a:avLst/>
                <a:gdLst>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4" fmla="*/ 5874327 w 5874327"/>
                  <a:gd name="connsiteY4" fmla="*/ 41564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48806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30701 h 277091"/>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0" fmla="*/ 0 w 5874327"/>
                  <a:gd name="connsiteY0" fmla="*/ 5510 h 282601"/>
                  <a:gd name="connsiteX1" fmla="*/ 0 w 5874327"/>
                  <a:gd name="connsiteY1" fmla="*/ 282601 h 282601"/>
                  <a:gd name="connsiteX2" fmla="*/ 5874327 w 5874327"/>
                  <a:gd name="connsiteY2" fmla="*/ 282601 h 282601"/>
                  <a:gd name="connsiteX3" fmla="*/ 5864278 w 5874327"/>
                  <a:gd name="connsiteY3" fmla="*/ 0 h 282601"/>
                </a:gdLst>
                <a:ahLst/>
                <a:cxnLst>
                  <a:cxn ang="0">
                    <a:pos x="connsiteX0" y="connsiteY0"/>
                  </a:cxn>
                  <a:cxn ang="0">
                    <a:pos x="connsiteX1" y="connsiteY1"/>
                  </a:cxn>
                  <a:cxn ang="0">
                    <a:pos x="connsiteX2" y="connsiteY2"/>
                  </a:cxn>
                  <a:cxn ang="0">
                    <a:pos x="connsiteX3" y="connsiteY3"/>
                  </a:cxn>
                </a:cxnLst>
                <a:rect l="l" t="t" r="r" b="b"/>
                <a:pathLst>
                  <a:path w="5874327" h="282601">
                    <a:moveTo>
                      <a:pt x="0" y="5510"/>
                    </a:moveTo>
                    <a:lnTo>
                      <a:pt x="0" y="282601"/>
                    </a:lnTo>
                    <a:lnTo>
                      <a:pt x="5874327" y="282601"/>
                    </a:lnTo>
                    <a:cubicBezTo>
                      <a:pt x="5874327" y="204092"/>
                      <a:pt x="5863162" y="41065"/>
                      <a:pt x="5864278" y="0"/>
                    </a:cubicBezTo>
                  </a:path>
                </a:pathLst>
              </a:custGeom>
              <a:noFill/>
              <a:ln w="34925">
                <a:solidFill>
                  <a:srgbClr val="0000A8"/>
                </a:solidFill>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7">
                <a:extLst>
                  <a:ext uri="{FF2B5EF4-FFF2-40B4-BE49-F238E27FC236}">
                    <a16:creationId xmlns:a16="http://schemas.microsoft.com/office/drawing/2014/main" id="{D1A16D5E-CDB6-F37E-B745-CEB8DC6F23A1}"/>
                  </a:ext>
                </a:extLst>
              </p:cNvPr>
              <p:cNvGrpSpPr/>
              <p:nvPr/>
            </p:nvGrpSpPr>
            <p:grpSpPr>
              <a:xfrm>
                <a:off x="868809" y="4598477"/>
                <a:ext cx="1569900" cy="338554"/>
                <a:chOff x="946500" y="2082812"/>
                <a:chExt cx="1569900" cy="338554"/>
              </a:xfrm>
              <a:effectLst>
                <a:outerShdw blurRad="50800" dist="38100" dir="18900000" algn="bl" rotWithShape="0">
                  <a:prstClr val="black">
                    <a:alpha val="40000"/>
                  </a:prstClr>
                </a:outerShdw>
              </a:effectLst>
            </p:grpSpPr>
            <p:sp>
              <p:nvSpPr>
                <p:cNvPr id="66" name="Rectangle 103">
                  <a:extLst>
                    <a:ext uri="{FF2B5EF4-FFF2-40B4-BE49-F238E27FC236}">
                      <a16:creationId xmlns:a16="http://schemas.microsoft.com/office/drawing/2014/main" id="{1FD49BF1-A0AF-E226-8A7C-073ED8F63791}"/>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TextBox 104">
                  <a:extLst>
                    <a:ext uri="{FF2B5EF4-FFF2-40B4-BE49-F238E27FC236}">
                      <a16:creationId xmlns:a16="http://schemas.microsoft.com/office/drawing/2014/main" id="{C3E91D61-8751-3D7C-F972-25D19FB4955E}"/>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68" name="Group 8">
                <a:extLst>
                  <a:ext uri="{FF2B5EF4-FFF2-40B4-BE49-F238E27FC236}">
                    <a16:creationId xmlns:a16="http://schemas.microsoft.com/office/drawing/2014/main" id="{06A082F7-01BE-2DC2-7753-26E1F0D3E4E2}"/>
                  </a:ext>
                </a:extLst>
              </p:cNvPr>
              <p:cNvGrpSpPr/>
              <p:nvPr/>
            </p:nvGrpSpPr>
            <p:grpSpPr>
              <a:xfrm>
                <a:off x="867379" y="4598789"/>
                <a:ext cx="1642179" cy="339427"/>
                <a:chOff x="8795014" y="27710"/>
                <a:chExt cx="1642179" cy="339427"/>
              </a:xfrm>
            </p:grpSpPr>
            <p:grpSp>
              <p:nvGrpSpPr>
                <p:cNvPr id="69" name="Group 107">
                  <a:extLst>
                    <a:ext uri="{FF2B5EF4-FFF2-40B4-BE49-F238E27FC236}">
                      <a16:creationId xmlns:a16="http://schemas.microsoft.com/office/drawing/2014/main" id="{9FAD5605-B07D-E861-039E-41376275CFFD}"/>
                    </a:ext>
                  </a:extLst>
                </p:cNvPr>
                <p:cNvGrpSpPr/>
                <p:nvPr/>
              </p:nvGrpSpPr>
              <p:grpSpPr>
                <a:xfrm>
                  <a:off x="8795014" y="28583"/>
                  <a:ext cx="1569900" cy="338554"/>
                  <a:chOff x="946500" y="2082812"/>
                  <a:chExt cx="1569900" cy="338554"/>
                </a:xfrm>
                <a:effectLst>
                  <a:outerShdw blurRad="50800" dist="38100" dir="18900000" algn="bl" rotWithShape="0">
                    <a:prstClr val="black">
                      <a:alpha val="40000"/>
                    </a:prstClr>
                  </a:outerShdw>
                </a:effectLst>
              </p:grpSpPr>
              <p:sp>
                <p:nvSpPr>
                  <p:cNvPr id="73" name="Rectangle 108">
                    <a:extLst>
                      <a:ext uri="{FF2B5EF4-FFF2-40B4-BE49-F238E27FC236}">
                        <a16:creationId xmlns:a16="http://schemas.microsoft.com/office/drawing/2014/main" id="{7AB2E10D-FC63-3FD9-C161-FB134C189B23}"/>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4" name="TextBox 109">
                    <a:extLst>
                      <a:ext uri="{FF2B5EF4-FFF2-40B4-BE49-F238E27FC236}">
                        <a16:creationId xmlns:a16="http://schemas.microsoft.com/office/drawing/2014/main" id="{A7F78658-78AC-E928-0225-34337BE013F2}"/>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70" name="Group 110">
                  <a:extLst>
                    <a:ext uri="{FF2B5EF4-FFF2-40B4-BE49-F238E27FC236}">
                      <a16:creationId xmlns:a16="http://schemas.microsoft.com/office/drawing/2014/main" id="{3DB153D4-7223-34EF-3DB8-87D6CC512BD7}"/>
                    </a:ext>
                  </a:extLst>
                </p:cNvPr>
                <p:cNvGrpSpPr/>
                <p:nvPr/>
              </p:nvGrpSpPr>
              <p:grpSpPr>
                <a:xfrm>
                  <a:off x="9386857" y="27710"/>
                  <a:ext cx="1050336" cy="338554"/>
                  <a:chOff x="1551732" y="2084406"/>
                  <a:chExt cx="1050336" cy="338554"/>
                </a:xfrm>
              </p:grpSpPr>
              <p:sp>
                <p:nvSpPr>
                  <p:cNvPr id="71" name="Rectangle 111">
                    <a:extLst>
                      <a:ext uri="{FF2B5EF4-FFF2-40B4-BE49-F238E27FC236}">
                        <a16:creationId xmlns:a16="http://schemas.microsoft.com/office/drawing/2014/main" id="{37482BB8-238D-9D90-7270-706ABBAAFCCE}"/>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112">
                    <a:extLst>
                      <a:ext uri="{FF2B5EF4-FFF2-40B4-BE49-F238E27FC236}">
                        <a16:creationId xmlns:a16="http://schemas.microsoft.com/office/drawing/2014/main" id="{62DFB032-7EE5-16ED-97CF-FE99A2D41201}"/>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grpSp>
            <p:nvGrpSpPr>
              <p:cNvPr id="75" name="Group 6">
                <a:extLst>
                  <a:ext uri="{FF2B5EF4-FFF2-40B4-BE49-F238E27FC236}">
                    <a16:creationId xmlns:a16="http://schemas.microsoft.com/office/drawing/2014/main" id="{A7B99FA7-6839-A9E6-896F-D4B45E98B176}"/>
                  </a:ext>
                </a:extLst>
              </p:cNvPr>
              <p:cNvGrpSpPr/>
              <p:nvPr/>
            </p:nvGrpSpPr>
            <p:grpSpPr>
              <a:xfrm>
                <a:off x="1463241" y="3624471"/>
                <a:ext cx="1050336" cy="338554"/>
                <a:chOff x="1551732" y="2084406"/>
                <a:chExt cx="1050336" cy="338554"/>
              </a:xfrm>
            </p:grpSpPr>
            <p:sp>
              <p:nvSpPr>
                <p:cNvPr id="76" name="Rectangle 96">
                  <a:extLst>
                    <a:ext uri="{FF2B5EF4-FFF2-40B4-BE49-F238E27FC236}">
                      <a16:creationId xmlns:a16="http://schemas.microsoft.com/office/drawing/2014/main" id="{07FC1D64-0ADA-C3A9-36B4-41912A8C094C}"/>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TextBox 97">
                  <a:extLst>
                    <a:ext uri="{FF2B5EF4-FFF2-40B4-BE49-F238E27FC236}">
                      <a16:creationId xmlns:a16="http://schemas.microsoft.com/office/drawing/2014/main" id="{E8B2457F-A3B9-A3F8-B539-0F6628AF8C08}"/>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sp>
          <p:nvSpPr>
            <p:cNvPr id="82" name="Text Box 54">
              <a:extLst>
                <a:ext uri="{FF2B5EF4-FFF2-40B4-BE49-F238E27FC236}">
                  <a16:creationId xmlns:a16="http://schemas.microsoft.com/office/drawing/2014/main" id="{2964A1F6-0C60-EEB6-52A0-5E3A248DF34E}"/>
                </a:ext>
              </a:extLst>
            </p:cNvPr>
            <p:cNvSpPr txBox="1">
              <a:spLocks noChangeArrowheads="1"/>
            </p:cNvSpPr>
            <p:nvPr/>
          </p:nvSpPr>
          <p:spPr bwMode="auto">
            <a:xfrm>
              <a:off x="9806520" y="4265674"/>
              <a:ext cx="103838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fontAlgn="base">
                <a:spcBef>
                  <a:spcPct val="0"/>
                </a:spcBef>
                <a:spcAft>
                  <a:spcPct val="0"/>
                </a:spcAft>
                <a:defRPr/>
              </a:pPr>
              <a:r>
                <a:rPr lang="en-US" sz="1200" dirty="0">
                  <a:solidFill>
                    <a:srgbClr val="000000"/>
                  </a:solidFill>
                  <a:latin typeface="Arial" charset="0"/>
                </a:rPr>
                <a:t>host bus </a:t>
              </a:r>
            </a:p>
            <a:p>
              <a:pPr fontAlgn="base">
                <a:spcBef>
                  <a:spcPct val="0"/>
                </a:spcBef>
                <a:spcAft>
                  <a:spcPct val="0"/>
                </a:spcAft>
                <a:defRPr/>
              </a:pPr>
              <a:r>
                <a:rPr lang="en-US" sz="1200" dirty="0">
                  <a:solidFill>
                    <a:srgbClr val="000000"/>
                  </a:solidFill>
                  <a:latin typeface="Arial" charset="0"/>
                </a:rPr>
                <a:t>(e.g., PCI)</a:t>
              </a:r>
            </a:p>
          </p:txBody>
        </p:sp>
        <p:sp>
          <p:nvSpPr>
            <p:cNvPr id="83" name="Line 57">
              <a:extLst>
                <a:ext uri="{FF2B5EF4-FFF2-40B4-BE49-F238E27FC236}">
                  <a16:creationId xmlns:a16="http://schemas.microsoft.com/office/drawing/2014/main" id="{740CDF39-7BEC-BEAB-69CF-D25B5E7F506F}"/>
                </a:ext>
              </a:extLst>
            </p:cNvPr>
            <p:cNvSpPr>
              <a:spLocks noChangeShapeType="1"/>
            </p:cNvSpPr>
            <p:nvPr/>
          </p:nvSpPr>
          <p:spPr bwMode="auto">
            <a:xfrm flipH="1" flipV="1">
              <a:off x="8196230" y="4199762"/>
              <a:ext cx="1610287" cy="22513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4" name="Text Box 58">
              <a:extLst>
                <a:ext uri="{FF2B5EF4-FFF2-40B4-BE49-F238E27FC236}">
                  <a16:creationId xmlns:a16="http://schemas.microsoft.com/office/drawing/2014/main" id="{554EED34-E39F-6593-AF2E-4C30EB1A49B8}"/>
                </a:ext>
              </a:extLst>
            </p:cNvPr>
            <p:cNvSpPr txBox="1">
              <a:spLocks noChangeArrowheads="1"/>
            </p:cNvSpPr>
            <p:nvPr/>
          </p:nvSpPr>
          <p:spPr bwMode="auto">
            <a:xfrm>
              <a:off x="7895769" y="6031073"/>
              <a:ext cx="1353256"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fontAlgn="base">
                <a:spcBef>
                  <a:spcPct val="0"/>
                </a:spcBef>
                <a:spcAft>
                  <a:spcPct val="0"/>
                </a:spcAft>
                <a:defRPr/>
              </a:pPr>
              <a:r>
                <a:rPr lang="en-US" sz="1200" dirty="0">
                  <a:solidFill>
                    <a:srgbClr val="000000"/>
                  </a:solidFill>
                  <a:latin typeface="Arial" charset="0"/>
                </a:rPr>
                <a:t>network interface</a:t>
              </a:r>
            </a:p>
          </p:txBody>
        </p:sp>
        <p:sp>
          <p:nvSpPr>
            <p:cNvPr id="85" name="Line 59">
              <a:extLst>
                <a:ext uri="{FF2B5EF4-FFF2-40B4-BE49-F238E27FC236}">
                  <a16:creationId xmlns:a16="http://schemas.microsoft.com/office/drawing/2014/main" id="{F6335AE7-4E3A-5F96-6F69-746CBCAAB947}"/>
                </a:ext>
              </a:extLst>
            </p:cNvPr>
            <p:cNvSpPr>
              <a:spLocks noChangeShapeType="1"/>
            </p:cNvSpPr>
            <p:nvPr/>
          </p:nvSpPr>
          <p:spPr bwMode="auto">
            <a:xfrm flipH="1" flipV="1">
              <a:off x="8050992" y="5453174"/>
              <a:ext cx="208044" cy="48961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343871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8FD22F-BDD2-D1F0-C886-5E5806B8D3F5}"/>
              </a:ext>
            </a:extLst>
          </p:cNvPr>
          <p:cNvSpPr>
            <a:spLocks noGrp="1"/>
          </p:cNvSpPr>
          <p:nvPr>
            <p:ph type="title"/>
          </p:nvPr>
        </p:nvSpPr>
        <p:spPr/>
        <p:txBody>
          <a:bodyPr/>
          <a:lstStyle/>
          <a:p>
            <a:r>
              <a:rPr lang="en-US" altLang="zh-CN" dirty="0"/>
              <a:t>【</a:t>
            </a:r>
            <a:r>
              <a:rPr lang="zh-CN" altLang="en-US" dirty="0"/>
              <a:t>补充</a:t>
            </a:r>
            <a:r>
              <a:rPr lang="en-US" altLang="zh-CN" dirty="0"/>
              <a:t>】</a:t>
            </a:r>
            <a:r>
              <a:rPr lang="zh-CN" altLang="en-US" dirty="0"/>
              <a:t>帧定界</a:t>
            </a:r>
            <a:r>
              <a:rPr lang="en-US" altLang="zh-CN" dirty="0"/>
              <a:t>(</a:t>
            </a:r>
            <a:r>
              <a:rPr lang="zh-CN" altLang="en-US" dirty="0"/>
              <a:t>同步）机制</a:t>
            </a:r>
          </a:p>
        </p:txBody>
      </p:sp>
      <p:sp>
        <p:nvSpPr>
          <p:cNvPr id="3" name="内容占位符 2">
            <a:extLst>
              <a:ext uri="{FF2B5EF4-FFF2-40B4-BE49-F238E27FC236}">
                <a16:creationId xmlns:a16="http://schemas.microsoft.com/office/drawing/2014/main" id="{B315F380-3B24-D8E3-4749-2A1978291B79}"/>
              </a:ext>
            </a:extLst>
          </p:cNvPr>
          <p:cNvSpPr>
            <a:spLocks noGrp="1"/>
          </p:cNvSpPr>
          <p:nvPr>
            <p:ph idx="1"/>
          </p:nvPr>
        </p:nvSpPr>
        <p:spPr/>
        <p:txBody>
          <a:bodyPr>
            <a:normAutofit/>
          </a:bodyPr>
          <a:lstStyle/>
          <a:p>
            <a:pPr marL="0" indent="0">
              <a:spcAft>
                <a:spcPts val="600"/>
              </a:spcAft>
              <a:buNone/>
            </a:pPr>
            <a:r>
              <a:rPr lang="zh-CN" altLang="en-US" dirty="0"/>
              <a:t>同步协议，</a:t>
            </a:r>
            <a:r>
              <a:rPr lang="zh-CN" altLang="en-US" b="1" dirty="0">
                <a:solidFill>
                  <a:srgbClr val="FF0000"/>
                </a:solidFill>
              </a:rPr>
              <a:t>以帧为单位</a:t>
            </a:r>
            <a:r>
              <a:rPr lang="zh-CN" altLang="en-US" dirty="0"/>
              <a:t>进行同步</a:t>
            </a:r>
          </a:p>
          <a:p>
            <a:pPr>
              <a:spcAft>
                <a:spcPts val="600"/>
              </a:spcAft>
            </a:pPr>
            <a:r>
              <a:rPr lang="zh-CN" altLang="en-US" dirty="0"/>
              <a:t>在</a:t>
            </a:r>
            <a:r>
              <a:rPr lang="zh-CN" altLang="en-US" b="1" dirty="0">
                <a:solidFill>
                  <a:srgbClr val="FF0000"/>
                </a:solidFill>
              </a:rPr>
              <a:t>帧（比较长的数据单元）的起始处</a:t>
            </a:r>
            <a:r>
              <a:rPr lang="zh-CN" altLang="en-US" dirty="0"/>
              <a:t>同步</a:t>
            </a:r>
          </a:p>
          <a:p>
            <a:pPr>
              <a:spcAft>
                <a:spcPts val="600"/>
              </a:spcAft>
            </a:pPr>
            <a:r>
              <a:rPr lang="zh-CN" altLang="en-US" dirty="0"/>
              <a:t>在帧传输过程中，维持固定的时钟，或者采用某种方法（物理层的曼彻斯特编码和</a:t>
            </a:r>
            <a:r>
              <a:rPr lang="en-US" altLang="zh-CN" dirty="0"/>
              <a:t>4B/5B</a:t>
            </a:r>
            <a:r>
              <a:rPr lang="zh-CN" altLang="en-US" dirty="0"/>
              <a:t>编码等）将时钟信号编码进数据中</a:t>
            </a:r>
          </a:p>
          <a:p>
            <a:pPr>
              <a:spcAft>
                <a:spcPts val="600"/>
              </a:spcAft>
            </a:pPr>
            <a:r>
              <a:rPr lang="zh-CN" altLang="en-US" dirty="0"/>
              <a:t>如何决定帧的开始和结束？</a:t>
            </a:r>
            <a:endParaRPr lang="en-US" altLang="zh-CN" dirty="0"/>
          </a:p>
          <a:p>
            <a:pPr lvl="1">
              <a:spcAft>
                <a:spcPts val="600"/>
              </a:spcAft>
            </a:pPr>
            <a:r>
              <a:rPr lang="zh-CN" altLang="en-US" sz="2000" dirty="0"/>
              <a:t>面向字符的同步协议：特殊字符表示帧的开始和结束</a:t>
            </a:r>
            <a:endParaRPr lang="en-US" altLang="zh-CN" sz="2000" dirty="0"/>
          </a:p>
          <a:p>
            <a:pPr lvl="1">
              <a:spcAft>
                <a:spcPts val="600"/>
              </a:spcAft>
            </a:pPr>
            <a:r>
              <a:rPr lang="zh-CN" altLang="en-US" sz="2000" dirty="0"/>
              <a:t>面向比特的同步协议：比特模式表示帧的开始和结束</a:t>
            </a:r>
          </a:p>
          <a:p>
            <a:pPr lvl="1">
              <a:spcAft>
                <a:spcPts val="600"/>
              </a:spcAft>
            </a:pPr>
            <a:r>
              <a:rPr lang="zh-CN" altLang="en-US" sz="2000" dirty="0"/>
              <a:t>违例编码法：采用不在正常数据部分出现的物理信号模式</a:t>
            </a:r>
            <a:endParaRPr lang="en-US" altLang="zh-CN" sz="2000" dirty="0"/>
          </a:p>
          <a:p>
            <a:pPr lvl="1">
              <a:spcAft>
                <a:spcPts val="600"/>
              </a:spcAft>
            </a:pPr>
            <a:r>
              <a:rPr lang="zh-CN" altLang="en-US" sz="2000" dirty="0"/>
              <a:t>字节计数的同步协议：特殊字符表示开始，字节数表示结束</a:t>
            </a:r>
            <a:endParaRPr lang="en-US" altLang="zh-CN" sz="2000" dirty="0"/>
          </a:p>
          <a:p>
            <a:pPr lvl="2">
              <a:spcAft>
                <a:spcPts val="600"/>
              </a:spcAft>
            </a:pPr>
            <a:r>
              <a:rPr lang="zh-CN" altLang="en-US" dirty="0"/>
              <a:t>字节计数可用于更高层协议，比如基于</a:t>
            </a:r>
            <a:r>
              <a:rPr lang="en-US" altLang="zh-CN" dirty="0"/>
              <a:t>TCP</a:t>
            </a:r>
            <a:r>
              <a:rPr lang="zh-CN" altLang="en-US" dirty="0"/>
              <a:t>的应用层协议中</a:t>
            </a:r>
            <a:endParaRPr lang="en-US" altLang="zh-CN" dirty="0"/>
          </a:p>
          <a:p>
            <a:pPr marL="457200" lvl="1" indent="0">
              <a:spcAft>
                <a:spcPts val="600"/>
              </a:spcAft>
              <a:buNone/>
            </a:pPr>
            <a:endParaRPr lang="en-US" altLang="zh-CN" sz="2000" dirty="0"/>
          </a:p>
          <a:p>
            <a:endParaRPr lang="zh-CN" altLang="en-US" dirty="0"/>
          </a:p>
        </p:txBody>
      </p:sp>
    </p:spTree>
    <p:extLst>
      <p:ext uri="{BB962C8B-B14F-4D97-AF65-F5344CB8AC3E}">
        <p14:creationId xmlns:p14="http://schemas.microsoft.com/office/powerpoint/2010/main" val="3616993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39FAC-8A48-5FF6-70C2-9FBA3C8FB1D7}"/>
              </a:ext>
            </a:extLst>
          </p:cNvPr>
          <p:cNvSpPr>
            <a:spLocks noGrp="1"/>
          </p:cNvSpPr>
          <p:nvPr>
            <p:ph type="title"/>
          </p:nvPr>
        </p:nvSpPr>
        <p:spPr/>
        <p:txBody>
          <a:bodyPr/>
          <a:lstStyle/>
          <a:p>
            <a:r>
              <a:rPr lang="zh-CN" altLang="en-US" dirty="0"/>
              <a:t>面向字符的同步协议：异步</a:t>
            </a:r>
            <a:r>
              <a:rPr lang="en-US" altLang="zh-CN" dirty="0"/>
              <a:t>PPP</a:t>
            </a:r>
            <a:endParaRPr lang="zh-CN" altLang="en-US" dirty="0"/>
          </a:p>
        </p:txBody>
      </p:sp>
      <p:sp>
        <p:nvSpPr>
          <p:cNvPr id="3" name="内容占位符 2">
            <a:extLst>
              <a:ext uri="{FF2B5EF4-FFF2-40B4-BE49-F238E27FC236}">
                <a16:creationId xmlns:a16="http://schemas.microsoft.com/office/drawing/2014/main" id="{1F1E7952-BDDB-E4F3-65B5-CB302CA7A332}"/>
              </a:ext>
            </a:extLst>
          </p:cNvPr>
          <p:cNvSpPr>
            <a:spLocks noGrp="1"/>
          </p:cNvSpPr>
          <p:nvPr>
            <p:ph idx="1"/>
          </p:nvPr>
        </p:nvSpPr>
        <p:spPr>
          <a:xfrm>
            <a:off x="442913" y="728663"/>
            <a:ext cx="11289710" cy="3853169"/>
          </a:xfrm>
        </p:spPr>
        <p:txBody>
          <a:bodyPr>
            <a:noAutofit/>
          </a:bodyPr>
          <a:lstStyle/>
          <a:p>
            <a:pPr marL="0" indent="0">
              <a:lnSpc>
                <a:spcPct val="120000"/>
              </a:lnSpc>
              <a:buNone/>
            </a:pPr>
            <a:r>
              <a:rPr lang="en-US" altLang="zh-CN" dirty="0"/>
              <a:t>PPP(Point-to-Point</a:t>
            </a:r>
            <a:r>
              <a:rPr lang="zh-CN" altLang="en-US" dirty="0"/>
              <a:t> </a:t>
            </a:r>
            <a:r>
              <a:rPr lang="en-US" altLang="zh-CN" dirty="0"/>
              <a:t>Protocol)</a:t>
            </a:r>
            <a:r>
              <a:rPr lang="zh-CN" altLang="en-US" dirty="0"/>
              <a:t>：</a:t>
            </a:r>
            <a:r>
              <a:rPr lang="en-US" altLang="zh-CN" dirty="0"/>
              <a:t>RFC 1661</a:t>
            </a:r>
            <a:r>
              <a:rPr lang="zh-CN" altLang="en-US" dirty="0"/>
              <a:t>，点到点链路</a:t>
            </a:r>
            <a:endParaRPr lang="en-US" altLang="zh-CN" dirty="0"/>
          </a:p>
          <a:p>
            <a:pPr>
              <a:lnSpc>
                <a:spcPct val="120000"/>
              </a:lnSpc>
            </a:pPr>
            <a:r>
              <a:rPr lang="zh-CN" altLang="en-US" dirty="0"/>
              <a:t>提供差错检测，不支持流量控制和差错控制</a:t>
            </a:r>
            <a:endParaRPr lang="en-US" altLang="zh-CN" dirty="0"/>
          </a:p>
          <a:p>
            <a:pPr>
              <a:lnSpc>
                <a:spcPct val="120000"/>
              </a:lnSpc>
            </a:pPr>
            <a:r>
              <a:rPr lang="zh-CN" altLang="en-US" dirty="0"/>
              <a:t>同步PPP：面向比特的同步协议，常用硬件实现</a:t>
            </a:r>
            <a:endParaRPr lang="en-US" altLang="zh-CN" dirty="0"/>
          </a:p>
          <a:p>
            <a:pPr>
              <a:lnSpc>
                <a:spcPct val="120000"/>
              </a:lnSpc>
            </a:pPr>
            <a:r>
              <a:rPr lang="zh-CN" altLang="en-US" dirty="0"/>
              <a:t>异步PPP：面向字符的同步协议，常用软件实现</a:t>
            </a:r>
            <a:endParaRPr lang="en-US" altLang="zh-CN" dirty="0"/>
          </a:p>
          <a:p>
            <a:pPr lvl="1">
              <a:lnSpc>
                <a:spcPct val="120000"/>
              </a:lnSpc>
            </a:pPr>
            <a:r>
              <a:rPr lang="zh-CN" altLang="en-US" sz="2000" dirty="0"/>
              <a:t>利用特殊定义的字符</a:t>
            </a:r>
            <a:r>
              <a:rPr lang="en-US" altLang="zh-CN" sz="2000" dirty="0"/>
              <a:t>SYN(0x7E=01111110)</a:t>
            </a:r>
            <a:r>
              <a:rPr lang="zh-CN" altLang="en-US" sz="2000" dirty="0"/>
              <a:t>来标识帧的起始和结束位置</a:t>
            </a:r>
            <a:endParaRPr lang="en-US" altLang="zh-CN" sz="2000" dirty="0"/>
          </a:p>
          <a:p>
            <a:pPr lvl="1">
              <a:lnSpc>
                <a:spcPct val="120000"/>
              </a:lnSpc>
            </a:pPr>
            <a:r>
              <a:rPr lang="zh-CN" altLang="en-US" sz="2000" dirty="0"/>
              <a:t>数据透明：特殊字符可能在数据部分出现</a:t>
            </a:r>
            <a:endParaRPr lang="en-US" altLang="zh-CN" sz="2000" dirty="0"/>
          </a:p>
          <a:p>
            <a:pPr lvl="2">
              <a:lnSpc>
                <a:spcPct val="120000"/>
              </a:lnSpc>
            </a:pPr>
            <a:r>
              <a:rPr lang="zh-CN" altLang="en-US" dirty="0"/>
              <a:t>引入转义字符</a:t>
            </a:r>
            <a:r>
              <a:rPr lang="en-US" altLang="zh-CN" dirty="0"/>
              <a:t>DLE(0x7D=01111101)</a:t>
            </a:r>
          </a:p>
          <a:p>
            <a:pPr lvl="2">
              <a:lnSpc>
                <a:spcPct val="120000"/>
              </a:lnSpc>
            </a:pPr>
            <a:r>
              <a:rPr lang="zh-CN" altLang="en-US" dirty="0"/>
              <a:t>某些特殊字符可能需要转义：</a:t>
            </a:r>
            <a:r>
              <a:rPr lang="en-US" altLang="zh-CN" dirty="0"/>
              <a:t> 0-31</a:t>
            </a:r>
            <a:r>
              <a:rPr lang="zh-CN" altLang="en-US" dirty="0"/>
              <a:t>，初始建立</a:t>
            </a:r>
            <a:r>
              <a:rPr lang="en-US" altLang="zh-CN" dirty="0"/>
              <a:t>PPP</a:t>
            </a:r>
            <a:r>
              <a:rPr lang="zh-CN" altLang="en-US" dirty="0"/>
              <a:t>连接时候协商具体的特殊字符</a:t>
            </a:r>
            <a:endParaRPr lang="en-US" altLang="zh-CN" dirty="0"/>
          </a:p>
        </p:txBody>
      </p:sp>
      <p:graphicFrame>
        <p:nvGraphicFramePr>
          <p:cNvPr id="4" name="表格 3">
            <a:extLst>
              <a:ext uri="{FF2B5EF4-FFF2-40B4-BE49-F238E27FC236}">
                <a16:creationId xmlns:a16="http://schemas.microsoft.com/office/drawing/2014/main" id="{0A038D12-E4A6-B227-BDCB-E55E94D8B615}"/>
              </a:ext>
            </a:extLst>
          </p:cNvPr>
          <p:cNvGraphicFramePr>
            <a:graphicFrameLocks noGrp="1"/>
          </p:cNvGraphicFramePr>
          <p:nvPr>
            <p:extLst>
              <p:ext uri="{D42A27DB-BD31-4B8C-83A1-F6EECF244321}">
                <p14:modId xmlns:p14="http://schemas.microsoft.com/office/powerpoint/2010/main" val="1422609448"/>
              </p:ext>
            </p:extLst>
          </p:nvPr>
        </p:nvGraphicFramePr>
        <p:xfrm>
          <a:off x="997197" y="4732267"/>
          <a:ext cx="8940799" cy="1188720"/>
        </p:xfrm>
        <a:graphic>
          <a:graphicData uri="http://schemas.openxmlformats.org/drawingml/2006/table">
            <a:tbl>
              <a:tblPr firstRow="1" bandRow="1"/>
              <a:tblGrid>
                <a:gridCol w="1396999">
                  <a:extLst>
                    <a:ext uri="{9D8B030D-6E8A-4147-A177-3AD203B41FA5}">
                      <a16:colId xmlns:a16="http://schemas.microsoft.com/office/drawing/2014/main" val="343394987"/>
                    </a:ext>
                  </a:extLst>
                </a:gridCol>
                <a:gridCol w="1024466">
                  <a:extLst>
                    <a:ext uri="{9D8B030D-6E8A-4147-A177-3AD203B41FA5}">
                      <a16:colId xmlns:a16="http://schemas.microsoft.com/office/drawing/2014/main" val="2224489611"/>
                    </a:ext>
                  </a:extLst>
                </a:gridCol>
                <a:gridCol w="1117600">
                  <a:extLst>
                    <a:ext uri="{9D8B030D-6E8A-4147-A177-3AD203B41FA5}">
                      <a16:colId xmlns:a16="http://schemas.microsoft.com/office/drawing/2014/main" val="2963838642"/>
                    </a:ext>
                  </a:extLst>
                </a:gridCol>
                <a:gridCol w="2421468">
                  <a:extLst>
                    <a:ext uri="{9D8B030D-6E8A-4147-A177-3AD203B41FA5}">
                      <a16:colId xmlns:a16="http://schemas.microsoft.com/office/drawing/2014/main" val="3833092747"/>
                    </a:ext>
                  </a:extLst>
                </a:gridCol>
                <a:gridCol w="1710267">
                  <a:extLst>
                    <a:ext uri="{9D8B030D-6E8A-4147-A177-3AD203B41FA5}">
                      <a16:colId xmlns:a16="http://schemas.microsoft.com/office/drawing/2014/main" val="1803810908"/>
                    </a:ext>
                  </a:extLst>
                </a:gridCol>
                <a:gridCol w="1269999">
                  <a:extLst>
                    <a:ext uri="{9D8B030D-6E8A-4147-A177-3AD203B41FA5}">
                      <a16:colId xmlns:a16="http://schemas.microsoft.com/office/drawing/2014/main" val="2302284532"/>
                    </a:ext>
                  </a:extLst>
                </a:gridCol>
              </a:tblGrid>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8</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8</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8</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16</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     8   bit</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075520"/>
                  </a:ext>
                </a:extLst>
              </a:tr>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01111110</a:t>
                      </a:r>
                      <a:endParaRPr lang="zh-CN" altLang="en-US" sz="2000" dirty="0"/>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ED7D31"/>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地址</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控制</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数据</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检验和</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01111110</a:t>
                      </a:r>
                      <a:endParaRPr lang="zh-CN" altLang="en-US" sz="2000" dirty="0"/>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ED7D31"/>
                    </a:solidFill>
                  </a:tcPr>
                </a:tc>
                <a:extLst>
                  <a:ext uri="{0D108BD9-81ED-4DB2-BD59-A6C34878D82A}">
                    <a16:rowId xmlns:a16="http://schemas.microsoft.com/office/drawing/2014/main" val="2267319972"/>
                  </a:ext>
                </a:extLst>
              </a:tr>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SYN</a:t>
                      </a:r>
                      <a:endParaRPr lang="zh-CN" altLang="en-US" sz="2000" dirty="0"/>
                    </a:p>
                  </a:txBody>
                  <a:tcPr>
                    <a:lnL w="12700" cmpd="sng">
                      <a:noFill/>
                    </a:lnL>
                    <a:lnR w="12700" cmpd="sng">
                      <a:noFill/>
                    </a:lnR>
                    <a:lnT w="1270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noFill/>
                    </a:lnL>
                    <a:lnR w="12700" cmpd="sng">
                      <a:noFill/>
                    </a:lnR>
                    <a:lnT w="1270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noFill/>
                    </a:lnL>
                    <a:lnR w="12700" cmpd="sng">
                      <a:noFill/>
                    </a:lnR>
                    <a:lnT w="1270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noFill/>
                    </a:lnL>
                    <a:lnR w="12700" cmpd="sng">
                      <a:noFill/>
                    </a:lnR>
                    <a:lnT w="1270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noFill/>
                    </a:lnL>
                    <a:lnR w="12700" cmpd="sng">
                      <a:noFill/>
                    </a:lnR>
                    <a:lnT w="1270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SYN</a:t>
                      </a:r>
                      <a:endParaRPr lang="zh-CN" altLang="en-US" sz="2000" dirty="0"/>
                    </a:p>
                  </a:txBody>
                  <a:tcPr>
                    <a:lnL w="12700" cmpd="sng">
                      <a:noFill/>
                    </a:lnL>
                    <a:lnR w="12700" cmpd="sng">
                      <a:noFill/>
                    </a:lnR>
                    <a:lnT w="1270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791597"/>
                  </a:ext>
                </a:extLst>
              </a:tr>
            </a:tbl>
          </a:graphicData>
        </a:graphic>
      </p:graphicFrame>
    </p:spTree>
    <p:extLst>
      <p:ext uri="{BB962C8B-B14F-4D97-AF65-F5344CB8AC3E}">
        <p14:creationId xmlns:p14="http://schemas.microsoft.com/office/powerpoint/2010/main" val="4280524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39FAC-8A48-5FF6-70C2-9FBA3C8FB1D7}"/>
              </a:ext>
            </a:extLst>
          </p:cNvPr>
          <p:cNvSpPr>
            <a:spLocks noGrp="1"/>
          </p:cNvSpPr>
          <p:nvPr>
            <p:ph type="title"/>
          </p:nvPr>
        </p:nvSpPr>
        <p:spPr/>
        <p:txBody>
          <a:bodyPr/>
          <a:lstStyle/>
          <a:p>
            <a:r>
              <a:rPr lang="zh-CN" altLang="en-US" dirty="0"/>
              <a:t>面向字符的同步协议：异步</a:t>
            </a:r>
            <a:r>
              <a:rPr lang="en-US" altLang="zh-CN" dirty="0"/>
              <a:t>PPP</a:t>
            </a:r>
            <a:endParaRPr lang="zh-CN" altLang="en-US" dirty="0"/>
          </a:p>
        </p:txBody>
      </p:sp>
      <p:sp>
        <p:nvSpPr>
          <p:cNvPr id="3" name="内容占位符 2">
            <a:extLst>
              <a:ext uri="{FF2B5EF4-FFF2-40B4-BE49-F238E27FC236}">
                <a16:creationId xmlns:a16="http://schemas.microsoft.com/office/drawing/2014/main" id="{1F1E7952-BDDB-E4F3-65B5-CB302CA7A332}"/>
              </a:ext>
            </a:extLst>
          </p:cNvPr>
          <p:cNvSpPr>
            <a:spLocks noGrp="1"/>
          </p:cNvSpPr>
          <p:nvPr>
            <p:ph idx="1"/>
          </p:nvPr>
        </p:nvSpPr>
        <p:spPr>
          <a:xfrm>
            <a:off x="442913" y="728663"/>
            <a:ext cx="11289710" cy="4177634"/>
          </a:xfrm>
        </p:spPr>
        <p:txBody>
          <a:bodyPr>
            <a:noAutofit/>
          </a:bodyPr>
          <a:lstStyle/>
          <a:p>
            <a:pPr marL="0" indent="0">
              <a:lnSpc>
                <a:spcPct val="120000"/>
              </a:lnSpc>
              <a:buNone/>
            </a:pPr>
            <a:r>
              <a:rPr lang="zh-CN" altLang="en-US" dirty="0"/>
              <a:t>数据透明：特殊字符可能在数据部分出现</a:t>
            </a:r>
            <a:endParaRPr lang="en-US" altLang="zh-CN" dirty="0"/>
          </a:p>
          <a:p>
            <a:pPr>
              <a:lnSpc>
                <a:spcPct val="120000"/>
              </a:lnSpc>
            </a:pPr>
            <a:r>
              <a:rPr lang="zh-CN" altLang="en-US" dirty="0"/>
              <a:t>引入转义字符</a:t>
            </a:r>
            <a:r>
              <a:rPr lang="en-US" altLang="zh-CN" dirty="0"/>
              <a:t>DLE(0x7D=01111101)</a:t>
            </a:r>
            <a:r>
              <a:rPr lang="zh-CN" altLang="en-US" dirty="0"/>
              <a:t>进行字符填充</a:t>
            </a:r>
            <a:endParaRPr lang="en-US" altLang="zh-CN" dirty="0"/>
          </a:p>
          <a:p>
            <a:pPr>
              <a:lnSpc>
                <a:spcPct val="120000"/>
              </a:lnSpc>
            </a:pPr>
            <a:r>
              <a:rPr lang="zh-CN" altLang="en-US" dirty="0"/>
              <a:t>某些特殊字符可能需要转义：</a:t>
            </a:r>
            <a:r>
              <a:rPr lang="en-US" altLang="zh-CN" dirty="0"/>
              <a:t> 0-31</a:t>
            </a:r>
            <a:r>
              <a:rPr lang="zh-CN" altLang="en-US" dirty="0"/>
              <a:t>，初始建立</a:t>
            </a:r>
            <a:r>
              <a:rPr lang="en-US" altLang="zh-CN" dirty="0"/>
              <a:t>PPP</a:t>
            </a:r>
            <a:r>
              <a:rPr lang="zh-CN" altLang="en-US" dirty="0"/>
              <a:t>连接时候协商具体的特殊字符</a:t>
            </a:r>
            <a:endParaRPr lang="en-US" altLang="zh-CN" dirty="0"/>
          </a:p>
          <a:p>
            <a:pPr>
              <a:lnSpc>
                <a:spcPct val="120000"/>
              </a:lnSpc>
            </a:pPr>
            <a:r>
              <a:rPr lang="zh-CN" altLang="en-US" dirty="0"/>
              <a:t>发送方：</a:t>
            </a:r>
            <a:endParaRPr lang="en-US" altLang="zh-CN" dirty="0"/>
          </a:p>
          <a:p>
            <a:pPr lvl="1">
              <a:lnSpc>
                <a:spcPct val="120000"/>
              </a:lnSpc>
            </a:pPr>
            <a:r>
              <a:rPr lang="zh-CN" altLang="en-US" sz="2000" dirty="0"/>
              <a:t>如果需要转义的特殊字符在数据部分出现，在其前面添加</a:t>
            </a:r>
            <a:r>
              <a:rPr lang="en-US" altLang="zh-CN" sz="2000" dirty="0"/>
              <a:t>DLE</a:t>
            </a:r>
            <a:r>
              <a:rPr lang="zh-CN" altLang="en-US" sz="2000" dirty="0"/>
              <a:t>，同时该字符半加</a:t>
            </a:r>
            <a:r>
              <a:rPr lang="en-US" altLang="zh-CN" sz="2000" dirty="0"/>
              <a:t>0x20</a:t>
            </a:r>
            <a:r>
              <a:rPr lang="zh-CN" altLang="en-US" sz="2000" dirty="0"/>
              <a:t>（保证其大于等于</a:t>
            </a:r>
            <a:r>
              <a:rPr lang="en-US" altLang="zh-CN" sz="2000" dirty="0"/>
              <a:t>0x20</a:t>
            </a:r>
            <a:r>
              <a:rPr lang="zh-CN" altLang="en-US" sz="2000" dirty="0"/>
              <a:t>，即</a:t>
            </a:r>
            <a:r>
              <a:rPr lang="en-US" altLang="zh-CN" sz="2000" dirty="0"/>
              <a:t>32</a:t>
            </a:r>
            <a:r>
              <a:rPr lang="zh-CN" altLang="en-US" sz="2000" dirty="0"/>
              <a:t>）：如</a:t>
            </a:r>
            <a:r>
              <a:rPr lang="en-US" altLang="zh-CN" sz="2000" dirty="0"/>
              <a:t>0x7E </a:t>
            </a:r>
            <a:r>
              <a:rPr lang="en-US" altLang="zh-CN" sz="2000" dirty="0">
                <a:sym typeface="Wingdings" panose="05000000000000000000" pitchFamily="2" charset="2"/>
              </a:rPr>
              <a:t> 0x7D5E</a:t>
            </a:r>
            <a:endParaRPr lang="en-US" altLang="zh-CN" sz="2000" dirty="0"/>
          </a:p>
          <a:p>
            <a:pPr lvl="1">
              <a:lnSpc>
                <a:spcPct val="120000"/>
              </a:lnSpc>
            </a:pPr>
            <a:r>
              <a:rPr lang="zh-CN" altLang="en-US" sz="2000" dirty="0"/>
              <a:t>如果</a:t>
            </a:r>
            <a:r>
              <a:rPr lang="en-US" altLang="zh-CN" sz="2000" dirty="0"/>
              <a:t>DLE</a:t>
            </a:r>
            <a:r>
              <a:rPr lang="zh-CN" altLang="en-US" sz="2000" dirty="0"/>
              <a:t>本身出现在数据部分，同样添加</a:t>
            </a:r>
            <a:r>
              <a:rPr lang="en-US" altLang="zh-CN" sz="2000" dirty="0"/>
              <a:t>DLE</a:t>
            </a:r>
            <a:r>
              <a:rPr lang="zh-CN" altLang="en-US" sz="2000" dirty="0"/>
              <a:t>，即</a:t>
            </a:r>
            <a:r>
              <a:rPr lang="en-US" altLang="zh-CN" sz="2000" dirty="0"/>
              <a:t>0x7D</a:t>
            </a:r>
            <a:r>
              <a:rPr lang="en-US" altLang="zh-CN" sz="2000" dirty="0">
                <a:sym typeface="Wingdings" panose="05000000000000000000" pitchFamily="2" charset="2"/>
              </a:rPr>
              <a:t> 0x7D5D</a:t>
            </a:r>
          </a:p>
          <a:p>
            <a:pPr>
              <a:lnSpc>
                <a:spcPct val="120000"/>
              </a:lnSpc>
            </a:pPr>
            <a:r>
              <a:rPr lang="zh-CN" altLang="en-US" dirty="0"/>
              <a:t>接收方：</a:t>
            </a:r>
            <a:endParaRPr lang="en-US" altLang="zh-CN" dirty="0"/>
          </a:p>
          <a:p>
            <a:pPr lvl="1">
              <a:lnSpc>
                <a:spcPct val="120000"/>
              </a:lnSpc>
            </a:pPr>
            <a:r>
              <a:rPr lang="zh-CN" altLang="en-US" sz="2000" dirty="0"/>
              <a:t>看到</a:t>
            </a:r>
            <a:r>
              <a:rPr lang="en-US" altLang="zh-CN" sz="2000" dirty="0"/>
              <a:t>DLE(0x7D)</a:t>
            </a:r>
            <a:r>
              <a:rPr lang="zh-CN" altLang="en-US" sz="2000" dirty="0"/>
              <a:t>，去掉</a:t>
            </a:r>
            <a:r>
              <a:rPr lang="en-US" altLang="zh-CN" sz="2000" dirty="0"/>
              <a:t>DLE</a:t>
            </a:r>
            <a:r>
              <a:rPr lang="zh-CN" altLang="en-US" sz="2000" dirty="0"/>
              <a:t>，后面的字节半加</a:t>
            </a:r>
            <a:r>
              <a:rPr lang="en-US" altLang="zh-CN" sz="2000" dirty="0"/>
              <a:t>0x20</a:t>
            </a:r>
            <a:r>
              <a:rPr lang="zh-CN" altLang="en-US" sz="2000" dirty="0"/>
              <a:t>来恢复原来的数据</a:t>
            </a:r>
            <a:endParaRPr lang="en-US" altLang="zh-CN" sz="2000" dirty="0"/>
          </a:p>
          <a:p>
            <a:pPr lvl="1">
              <a:lnSpc>
                <a:spcPct val="120000"/>
              </a:lnSpc>
            </a:pPr>
            <a:endParaRPr lang="zh-CN" altLang="en-US" sz="2000" dirty="0"/>
          </a:p>
        </p:txBody>
      </p:sp>
      <p:graphicFrame>
        <p:nvGraphicFramePr>
          <p:cNvPr id="5" name="表格 4">
            <a:extLst>
              <a:ext uri="{FF2B5EF4-FFF2-40B4-BE49-F238E27FC236}">
                <a16:creationId xmlns:a16="http://schemas.microsoft.com/office/drawing/2014/main" id="{C7D03C04-C0BE-A3A8-EF80-58EA383BBDB3}"/>
              </a:ext>
            </a:extLst>
          </p:cNvPr>
          <p:cNvGraphicFramePr>
            <a:graphicFrameLocks noGrp="1"/>
          </p:cNvGraphicFramePr>
          <p:nvPr>
            <p:extLst>
              <p:ext uri="{D42A27DB-BD31-4B8C-83A1-F6EECF244321}">
                <p14:modId xmlns:p14="http://schemas.microsoft.com/office/powerpoint/2010/main" val="2267444425"/>
              </p:ext>
            </p:extLst>
          </p:nvPr>
        </p:nvGraphicFramePr>
        <p:xfrm>
          <a:off x="1148160" y="5091382"/>
          <a:ext cx="8712000" cy="792480"/>
        </p:xfrm>
        <a:graphic>
          <a:graphicData uri="http://schemas.openxmlformats.org/drawingml/2006/table">
            <a:tbl>
              <a:tblPr firstRow="1" bandRow="1"/>
              <a:tblGrid>
                <a:gridCol w="1260000">
                  <a:extLst>
                    <a:ext uri="{9D8B030D-6E8A-4147-A177-3AD203B41FA5}">
                      <a16:colId xmlns:a16="http://schemas.microsoft.com/office/drawing/2014/main" val="2815800961"/>
                    </a:ext>
                  </a:extLst>
                </a:gridCol>
                <a:gridCol w="828000">
                  <a:extLst>
                    <a:ext uri="{9D8B030D-6E8A-4147-A177-3AD203B41FA5}">
                      <a16:colId xmlns:a16="http://schemas.microsoft.com/office/drawing/2014/main" val="947346659"/>
                    </a:ext>
                  </a:extLst>
                </a:gridCol>
                <a:gridCol w="828000">
                  <a:extLst>
                    <a:ext uri="{9D8B030D-6E8A-4147-A177-3AD203B41FA5}">
                      <a16:colId xmlns:a16="http://schemas.microsoft.com/office/drawing/2014/main" val="2070871394"/>
                    </a:ext>
                  </a:extLst>
                </a:gridCol>
                <a:gridCol w="828000">
                  <a:extLst>
                    <a:ext uri="{9D8B030D-6E8A-4147-A177-3AD203B41FA5}">
                      <a16:colId xmlns:a16="http://schemas.microsoft.com/office/drawing/2014/main" val="836814784"/>
                    </a:ext>
                  </a:extLst>
                </a:gridCol>
                <a:gridCol w="828000">
                  <a:extLst>
                    <a:ext uri="{9D8B030D-6E8A-4147-A177-3AD203B41FA5}">
                      <a16:colId xmlns:a16="http://schemas.microsoft.com/office/drawing/2014/main" val="3336177934"/>
                    </a:ext>
                  </a:extLst>
                </a:gridCol>
                <a:gridCol w="828000">
                  <a:extLst>
                    <a:ext uri="{9D8B030D-6E8A-4147-A177-3AD203B41FA5}">
                      <a16:colId xmlns:a16="http://schemas.microsoft.com/office/drawing/2014/main" val="1882059975"/>
                    </a:ext>
                  </a:extLst>
                </a:gridCol>
                <a:gridCol w="828000">
                  <a:extLst>
                    <a:ext uri="{9D8B030D-6E8A-4147-A177-3AD203B41FA5}">
                      <a16:colId xmlns:a16="http://schemas.microsoft.com/office/drawing/2014/main" val="1424510228"/>
                    </a:ext>
                  </a:extLst>
                </a:gridCol>
                <a:gridCol w="828000">
                  <a:extLst>
                    <a:ext uri="{9D8B030D-6E8A-4147-A177-3AD203B41FA5}">
                      <a16:colId xmlns:a16="http://schemas.microsoft.com/office/drawing/2014/main" val="2189726531"/>
                    </a:ext>
                  </a:extLst>
                </a:gridCol>
                <a:gridCol w="828000">
                  <a:extLst>
                    <a:ext uri="{9D8B030D-6E8A-4147-A177-3AD203B41FA5}">
                      <a16:colId xmlns:a16="http://schemas.microsoft.com/office/drawing/2014/main" val="1892604258"/>
                    </a:ext>
                  </a:extLst>
                </a:gridCol>
                <a:gridCol w="828000">
                  <a:extLst>
                    <a:ext uri="{9D8B030D-6E8A-4147-A177-3AD203B41FA5}">
                      <a16:colId xmlns:a16="http://schemas.microsoft.com/office/drawing/2014/main" val="2466033896"/>
                    </a:ext>
                  </a:extLst>
                </a:gridCol>
              </a:tblGrid>
              <a:tr h="374313">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数据部分</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7E</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7C</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11</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101477075"/>
                  </a:ext>
                </a:extLst>
              </a:tr>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转义后</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5E</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7C</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5D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5D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7D</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31</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3187630571"/>
                  </a:ext>
                </a:extLst>
              </a:tr>
            </a:tbl>
          </a:graphicData>
        </a:graphic>
      </p:graphicFrame>
    </p:spTree>
    <p:extLst>
      <p:ext uri="{BB962C8B-B14F-4D97-AF65-F5344CB8AC3E}">
        <p14:creationId xmlns:p14="http://schemas.microsoft.com/office/powerpoint/2010/main" val="220024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074195-A806-1710-3475-72227AC2D3B7}"/>
              </a:ext>
            </a:extLst>
          </p:cNvPr>
          <p:cNvSpPr>
            <a:spLocks noGrp="1"/>
          </p:cNvSpPr>
          <p:nvPr>
            <p:ph type="title"/>
          </p:nvPr>
        </p:nvSpPr>
        <p:spPr/>
        <p:txBody>
          <a:bodyPr/>
          <a:lstStyle/>
          <a:p>
            <a:r>
              <a:rPr lang="zh-CN" altLang="en-US" dirty="0"/>
              <a:t>面向比特的同步协议：同步</a:t>
            </a:r>
            <a:r>
              <a:rPr lang="en-US" altLang="zh-CN" dirty="0"/>
              <a:t>PPP</a:t>
            </a:r>
            <a:endParaRPr lang="zh-CN" altLang="en-US" dirty="0"/>
          </a:p>
        </p:txBody>
      </p:sp>
      <p:sp>
        <p:nvSpPr>
          <p:cNvPr id="3" name="内容占位符 2">
            <a:extLst>
              <a:ext uri="{FF2B5EF4-FFF2-40B4-BE49-F238E27FC236}">
                <a16:creationId xmlns:a16="http://schemas.microsoft.com/office/drawing/2014/main" id="{3427CF31-E491-926A-1B36-B03B9C8CBE78}"/>
              </a:ext>
            </a:extLst>
          </p:cNvPr>
          <p:cNvSpPr>
            <a:spLocks noGrp="1"/>
          </p:cNvSpPr>
          <p:nvPr>
            <p:ph idx="1"/>
          </p:nvPr>
        </p:nvSpPr>
        <p:spPr/>
        <p:txBody>
          <a:bodyPr/>
          <a:lstStyle/>
          <a:p>
            <a:r>
              <a:rPr lang="zh-CN" altLang="en-US" sz="2400" dirty="0"/>
              <a:t>通过一个特定的比特模式“</a:t>
            </a:r>
            <a:r>
              <a:rPr lang="en-US" altLang="zh-CN" sz="2400" dirty="0"/>
              <a:t>01111110”</a:t>
            </a:r>
            <a:r>
              <a:rPr lang="zh-CN" altLang="en-US" sz="2400" dirty="0"/>
              <a:t>来标识帧的起始和结束位置</a:t>
            </a:r>
          </a:p>
          <a:p>
            <a:r>
              <a:rPr lang="zh-CN" altLang="en-US" sz="2400" dirty="0"/>
              <a:t>比特填充：保证数据部分不会出现连续 </a:t>
            </a:r>
            <a:r>
              <a:rPr lang="en-US" altLang="zh-CN" sz="2400" dirty="0">
                <a:highlight>
                  <a:srgbClr val="FFFF00"/>
                </a:highlight>
              </a:rPr>
              <a:t>6</a:t>
            </a:r>
            <a:r>
              <a:rPr lang="zh-CN" altLang="en-US" sz="2400" dirty="0"/>
              <a:t>个</a:t>
            </a:r>
            <a:r>
              <a:rPr lang="en-US" altLang="zh-CN" sz="2400" dirty="0"/>
              <a:t>1</a:t>
            </a:r>
            <a:endParaRPr lang="zh-CN" altLang="en-US" sz="2400" dirty="0"/>
          </a:p>
          <a:p>
            <a:pPr lvl="1"/>
            <a:r>
              <a:rPr lang="zh-CN" altLang="en-US" sz="2400" dirty="0"/>
              <a:t>帧中的其他字段中如果出现连续</a:t>
            </a:r>
            <a:r>
              <a:rPr lang="en-US" altLang="zh-CN" sz="2400" dirty="0"/>
              <a:t>5</a:t>
            </a:r>
            <a:r>
              <a:rPr lang="zh-CN" altLang="en-US" sz="2400" dirty="0"/>
              <a:t>个</a:t>
            </a:r>
            <a:r>
              <a:rPr lang="en-US" altLang="zh-CN" sz="2400" dirty="0"/>
              <a:t>1</a:t>
            </a:r>
            <a:r>
              <a:rPr lang="zh-CN" altLang="en-US" sz="2400" dirty="0"/>
              <a:t>，则之后插入一个</a:t>
            </a:r>
            <a:r>
              <a:rPr lang="en-US" altLang="zh-CN" sz="2400" dirty="0"/>
              <a:t>0</a:t>
            </a:r>
            <a:endParaRPr lang="zh-CN" altLang="en-US" sz="2400" dirty="0"/>
          </a:p>
          <a:p>
            <a:pPr lvl="1"/>
            <a:r>
              <a:rPr lang="zh-CN" altLang="en-US" sz="2400" dirty="0"/>
              <a:t>当接收时，如果出现连续</a:t>
            </a:r>
            <a:r>
              <a:rPr lang="en-US" altLang="zh-CN" sz="2400" dirty="0"/>
              <a:t>5</a:t>
            </a:r>
            <a:r>
              <a:rPr lang="zh-CN" altLang="en-US" sz="2400" dirty="0"/>
              <a:t>个</a:t>
            </a:r>
            <a:r>
              <a:rPr lang="en-US" altLang="zh-CN" sz="2400" dirty="0"/>
              <a:t>1</a:t>
            </a:r>
            <a:r>
              <a:rPr lang="zh-CN" altLang="en-US" sz="2400" dirty="0"/>
              <a:t>后跟一个</a:t>
            </a:r>
            <a:r>
              <a:rPr lang="en-US" altLang="zh-CN" sz="2400" dirty="0"/>
              <a:t>0</a:t>
            </a:r>
            <a:r>
              <a:rPr lang="zh-CN" altLang="en-US" sz="2400" dirty="0"/>
              <a:t>，则删除</a:t>
            </a:r>
            <a:r>
              <a:rPr lang="en-US" altLang="zh-CN" sz="2400" dirty="0"/>
              <a:t>0</a:t>
            </a:r>
          </a:p>
          <a:p>
            <a:endParaRPr lang="zh-CN" altLang="en-US" sz="2400" dirty="0"/>
          </a:p>
          <a:p>
            <a:endParaRPr lang="zh-CN" altLang="en-US" sz="2400" dirty="0"/>
          </a:p>
          <a:p>
            <a:endParaRPr lang="zh-CN" altLang="en-US" dirty="0"/>
          </a:p>
        </p:txBody>
      </p:sp>
      <p:graphicFrame>
        <p:nvGraphicFramePr>
          <p:cNvPr id="4" name="表格 3">
            <a:extLst>
              <a:ext uri="{FF2B5EF4-FFF2-40B4-BE49-F238E27FC236}">
                <a16:creationId xmlns:a16="http://schemas.microsoft.com/office/drawing/2014/main" id="{BAC3F039-3B01-E713-05AB-C76D03AA1CD5}"/>
              </a:ext>
            </a:extLst>
          </p:cNvPr>
          <p:cNvGraphicFramePr>
            <a:graphicFrameLocks noGrp="1"/>
          </p:cNvGraphicFramePr>
          <p:nvPr>
            <p:extLst>
              <p:ext uri="{D42A27DB-BD31-4B8C-83A1-F6EECF244321}">
                <p14:modId xmlns:p14="http://schemas.microsoft.com/office/powerpoint/2010/main" val="3941896060"/>
              </p:ext>
            </p:extLst>
          </p:nvPr>
        </p:nvGraphicFramePr>
        <p:xfrm>
          <a:off x="1111250" y="2992053"/>
          <a:ext cx="8940799" cy="792480"/>
        </p:xfrm>
        <a:graphic>
          <a:graphicData uri="http://schemas.openxmlformats.org/drawingml/2006/table">
            <a:tbl>
              <a:tblPr firstRow="1" bandRow="1"/>
              <a:tblGrid>
                <a:gridCol w="1396999">
                  <a:extLst>
                    <a:ext uri="{9D8B030D-6E8A-4147-A177-3AD203B41FA5}">
                      <a16:colId xmlns:a16="http://schemas.microsoft.com/office/drawing/2014/main" val="343394987"/>
                    </a:ext>
                  </a:extLst>
                </a:gridCol>
                <a:gridCol w="1024466">
                  <a:extLst>
                    <a:ext uri="{9D8B030D-6E8A-4147-A177-3AD203B41FA5}">
                      <a16:colId xmlns:a16="http://schemas.microsoft.com/office/drawing/2014/main" val="2224489611"/>
                    </a:ext>
                  </a:extLst>
                </a:gridCol>
                <a:gridCol w="1117600">
                  <a:extLst>
                    <a:ext uri="{9D8B030D-6E8A-4147-A177-3AD203B41FA5}">
                      <a16:colId xmlns:a16="http://schemas.microsoft.com/office/drawing/2014/main" val="2963838642"/>
                    </a:ext>
                  </a:extLst>
                </a:gridCol>
                <a:gridCol w="2421468">
                  <a:extLst>
                    <a:ext uri="{9D8B030D-6E8A-4147-A177-3AD203B41FA5}">
                      <a16:colId xmlns:a16="http://schemas.microsoft.com/office/drawing/2014/main" val="3833092747"/>
                    </a:ext>
                  </a:extLst>
                </a:gridCol>
                <a:gridCol w="1710267">
                  <a:extLst>
                    <a:ext uri="{9D8B030D-6E8A-4147-A177-3AD203B41FA5}">
                      <a16:colId xmlns:a16="http://schemas.microsoft.com/office/drawing/2014/main" val="1803810908"/>
                    </a:ext>
                  </a:extLst>
                </a:gridCol>
                <a:gridCol w="1269999">
                  <a:extLst>
                    <a:ext uri="{9D8B030D-6E8A-4147-A177-3AD203B41FA5}">
                      <a16:colId xmlns:a16="http://schemas.microsoft.com/office/drawing/2014/main" val="2302284532"/>
                    </a:ext>
                  </a:extLst>
                </a:gridCol>
              </a:tblGrid>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8</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8</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8</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16</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     8   bit</a:t>
                      </a:r>
                      <a:endParaRPr lang="zh-CN" altLang="en-US" sz="2000" dirty="0"/>
                    </a:p>
                  </a:txBody>
                  <a:tcPr>
                    <a:lnL w="12700" cmpd="sng">
                      <a:noFill/>
                    </a:lnL>
                    <a:lnR w="12700" cmpd="sng">
                      <a:noFill/>
                    </a:lnR>
                    <a:lnT w="12700" cmpd="sng">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075520"/>
                  </a:ext>
                </a:extLst>
              </a:tr>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en-US" altLang="zh-CN" sz="2000" dirty="0"/>
                        <a:t>01111110</a:t>
                      </a:r>
                      <a:endParaRPr lang="zh-CN" altLang="en-US" sz="2000" dirty="0"/>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ED7D31"/>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地址</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控制</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数据</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检验和</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01111110</a:t>
                      </a:r>
                      <a:endParaRPr lang="zh-CN" altLang="en-US" sz="2000" dirty="0"/>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ED7D31"/>
                    </a:solidFill>
                  </a:tcPr>
                </a:tc>
                <a:extLst>
                  <a:ext uri="{0D108BD9-81ED-4DB2-BD59-A6C34878D82A}">
                    <a16:rowId xmlns:a16="http://schemas.microsoft.com/office/drawing/2014/main" val="2267319972"/>
                  </a:ext>
                </a:extLst>
              </a:tr>
            </a:tbl>
          </a:graphicData>
        </a:graphic>
      </p:graphicFrame>
      <p:graphicFrame>
        <p:nvGraphicFramePr>
          <p:cNvPr id="5" name="表格 4">
            <a:extLst>
              <a:ext uri="{FF2B5EF4-FFF2-40B4-BE49-F238E27FC236}">
                <a16:creationId xmlns:a16="http://schemas.microsoft.com/office/drawing/2014/main" id="{B6D8D03B-600B-84A6-DC6B-83C83A37065F}"/>
              </a:ext>
            </a:extLst>
          </p:cNvPr>
          <p:cNvGraphicFramePr>
            <a:graphicFrameLocks noGrp="1"/>
          </p:cNvGraphicFramePr>
          <p:nvPr>
            <p:extLst>
              <p:ext uri="{D42A27DB-BD31-4B8C-83A1-F6EECF244321}">
                <p14:modId xmlns:p14="http://schemas.microsoft.com/office/powerpoint/2010/main" val="2474866031"/>
              </p:ext>
            </p:extLst>
          </p:nvPr>
        </p:nvGraphicFramePr>
        <p:xfrm>
          <a:off x="1111250" y="4419087"/>
          <a:ext cx="8585200" cy="792480"/>
        </p:xfrm>
        <a:graphic>
          <a:graphicData uri="http://schemas.openxmlformats.org/drawingml/2006/table">
            <a:tbl>
              <a:tblPr firstRow="1" bandRow="1"/>
              <a:tblGrid>
                <a:gridCol w="1890075">
                  <a:extLst>
                    <a:ext uri="{9D8B030D-6E8A-4147-A177-3AD203B41FA5}">
                      <a16:colId xmlns:a16="http://schemas.microsoft.com/office/drawing/2014/main" val="2815800961"/>
                    </a:ext>
                  </a:extLst>
                </a:gridCol>
                <a:gridCol w="6695125">
                  <a:extLst>
                    <a:ext uri="{9D8B030D-6E8A-4147-A177-3AD203B41FA5}">
                      <a16:colId xmlns:a16="http://schemas.microsoft.com/office/drawing/2014/main" val="856630634"/>
                    </a:ext>
                  </a:extLst>
                </a:gridCol>
              </a:tblGrid>
              <a:tr h="374313">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数据部分</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l"/>
                      <a:r>
                        <a:rPr lang="en-US" altLang="zh-CN" sz="2000" dirty="0"/>
                        <a:t>0100000</a:t>
                      </a:r>
                      <a:r>
                        <a:rPr lang="en-US" altLang="zh-CN" sz="2000" dirty="0">
                          <a:solidFill>
                            <a:srgbClr val="FF0000"/>
                          </a:solidFill>
                        </a:rPr>
                        <a:t>1 1111</a:t>
                      </a:r>
                      <a:r>
                        <a:rPr lang="en-US" altLang="zh-CN" sz="2000" dirty="0"/>
                        <a:t>1000    0</a:t>
                      </a:r>
                      <a:r>
                        <a:rPr lang="en-US" altLang="zh-CN" sz="2000" dirty="0">
                          <a:solidFill>
                            <a:srgbClr val="FF0000"/>
                          </a:solidFill>
                        </a:rPr>
                        <a:t>11111</a:t>
                      </a:r>
                      <a:r>
                        <a:rPr lang="en-US" altLang="zh-CN" sz="2000" dirty="0"/>
                        <a:t>10   </a:t>
                      </a:r>
                      <a:r>
                        <a:rPr lang="en-US" altLang="zh-CN" sz="2000" dirty="0">
                          <a:solidFill>
                            <a:srgbClr val="FF0000"/>
                          </a:solidFill>
                        </a:rPr>
                        <a:t>11111</a:t>
                      </a:r>
                      <a:r>
                        <a:rPr lang="en-US" altLang="zh-CN" sz="2000" dirty="0">
                          <a:solidFill>
                            <a:srgbClr val="0070C0"/>
                          </a:solidFill>
                        </a:rPr>
                        <a:t>111</a:t>
                      </a:r>
                      <a:r>
                        <a:rPr lang="en-US" altLang="zh-CN" sz="2000" baseline="0" dirty="0">
                          <a:solidFill>
                            <a:srgbClr val="0070C0"/>
                          </a:solidFill>
                        </a:rPr>
                        <a:t>    11</a:t>
                      </a:r>
                      <a:r>
                        <a:rPr lang="en-US" altLang="zh-CN" sz="2000" baseline="0" dirty="0"/>
                        <a:t>100010</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101477075"/>
                  </a:ext>
                </a:extLst>
              </a:tr>
              <a:tr h="370840">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r>
                        <a:rPr lang="zh-CN" altLang="en-US" sz="2000" dirty="0"/>
                        <a:t>转义后</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l"/>
                      <a:r>
                        <a:rPr lang="en-US" altLang="zh-CN" sz="2000" dirty="0"/>
                        <a:t>0100000</a:t>
                      </a:r>
                      <a:r>
                        <a:rPr lang="en-US" altLang="zh-CN" sz="2000" dirty="0">
                          <a:solidFill>
                            <a:srgbClr val="FF0000"/>
                          </a:solidFill>
                        </a:rPr>
                        <a:t>1 11110</a:t>
                      </a:r>
                      <a:r>
                        <a:rPr lang="en-US" altLang="zh-CN" sz="2000" dirty="0"/>
                        <a:t>1000  0</a:t>
                      </a:r>
                      <a:r>
                        <a:rPr lang="en-US" altLang="zh-CN" sz="2000" dirty="0">
                          <a:solidFill>
                            <a:srgbClr val="FF0000"/>
                          </a:solidFill>
                        </a:rPr>
                        <a:t>111110</a:t>
                      </a:r>
                      <a:r>
                        <a:rPr lang="en-US" altLang="zh-CN" sz="2000" dirty="0"/>
                        <a:t>10 </a:t>
                      </a:r>
                      <a:r>
                        <a:rPr lang="en-US" altLang="zh-CN" sz="2000" dirty="0">
                          <a:solidFill>
                            <a:srgbClr val="FF0000"/>
                          </a:solidFill>
                        </a:rPr>
                        <a:t>111110</a:t>
                      </a:r>
                      <a:r>
                        <a:rPr lang="en-US" altLang="zh-CN" sz="2000" dirty="0">
                          <a:solidFill>
                            <a:srgbClr val="0070C0"/>
                          </a:solidFill>
                        </a:rPr>
                        <a:t>111  110</a:t>
                      </a:r>
                      <a:r>
                        <a:rPr lang="en-US" altLang="zh-CN" sz="2000" dirty="0"/>
                        <a:t>100010</a:t>
                      </a:r>
                      <a:endParaRPr lang="zh-CN" altLang="en-US" sz="20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187630571"/>
                  </a:ext>
                </a:extLst>
              </a:tr>
            </a:tbl>
          </a:graphicData>
        </a:graphic>
      </p:graphicFrame>
    </p:spTree>
    <p:extLst>
      <p:ext uri="{BB962C8B-B14F-4D97-AF65-F5344CB8AC3E}">
        <p14:creationId xmlns:p14="http://schemas.microsoft.com/office/powerpoint/2010/main" val="4218322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b="1" dirty="0">
                <a:solidFill>
                  <a:srgbClr val="FF0000"/>
                </a:solidFill>
              </a:rPr>
              <a:t>6.2 </a:t>
            </a:r>
            <a:r>
              <a:rPr lang="zh-CN" altLang="en-US" sz="2400" b="1" dirty="0">
                <a:solidFill>
                  <a:srgbClr val="FF0000"/>
                </a:solidFill>
              </a:rPr>
              <a:t>差错检测和校正技术</a:t>
            </a:r>
            <a:endParaRPr lang="en-US" altLang="zh-CN" sz="2400" b="1" dirty="0">
              <a:solidFill>
                <a:srgbClr val="FF0000"/>
              </a:solidFill>
            </a:endParaRPr>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dirty="0"/>
              <a:t>6.4 </a:t>
            </a:r>
            <a:r>
              <a:rPr lang="zh-CN" altLang="en-US" sz="2400" dirty="0"/>
              <a:t>交换局域网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412649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C6A0A9-D381-14FA-8191-5BE27F9045FD}"/>
              </a:ext>
            </a:extLst>
          </p:cNvPr>
          <p:cNvSpPr>
            <a:spLocks noGrp="1"/>
          </p:cNvSpPr>
          <p:nvPr>
            <p:ph type="title"/>
          </p:nvPr>
        </p:nvSpPr>
        <p:spPr/>
        <p:txBody>
          <a:bodyPr/>
          <a:lstStyle/>
          <a:p>
            <a:r>
              <a:rPr lang="zh-CN" altLang="en-US" dirty="0"/>
              <a:t>差错的特性</a:t>
            </a:r>
          </a:p>
        </p:txBody>
      </p:sp>
      <p:sp>
        <p:nvSpPr>
          <p:cNvPr id="3" name="内容占位符 2">
            <a:extLst>
              <a:ext uri="{FF2B5EF4-FFF2-40B4-BE49-F238E27FC236}">
                <a16:creationId xmlns:a16="http://schemas.microsoft.com/office/drawing/2014/main" id="{5F4D4964-2DC5-CF33-467B-AAA3732B0713}"/>
              </a:ext>
            </a:extLst>
          </p:cNvPr>
          <p:cNvSpPr>
            <a:spLocks noGrp="1"/>
          </p:cNvSpPr>
          <p:nvPr>
            <p:ph idx="1"/>
          </p:nvPr>
        </p:nvSpPr>
        <p:spPr>
          <a:xfrm>
            <a:off x="442913" y="728663"/>
            <a:ext cx="11289710" cy="4145947"/>
          </a:xfrm>
        </p:spPr>
        <p:txBody>
          <a:bodyPr>
            <a:normAutofit/>
          </a:bodyPr>
          <a:lstStyle/>
          <a:p>
            <a:pPr marL="0" indent="0">
              <a:buNone/>
            </a:pPr>
            <a:r>
              <a:rPr lang="zh-CN" altLang="en-US" sz="1800" dirty="0"/>
              <a:t>链路上有两种不同的差错：</a:t>
            </a:r>
          </a:p>
          <a:p>
            <a:r>
              <a:rPr lang="zh-CN" altLang="en-US" sz="1800" dirty="0"/>
              <a:t>随机差错：随机热噪声</a:t>
            </a:r>
          </a:p>
          <a:p>
            <a:pPr lvl="1"/>
            <a:r>
              <a:rPr lang="zh-CN" altLang="en-US" dirty="0"/>
              <a:t>随机热噪声是信道固有的、持续存在的</a:t>
            </a:r>
          </a:p>
          <a:p>
            <a:pPr lvl="1"/>
            <a:r>
              <a:rPr lang="zh-CN" altLang="en-US" dirty="0"/>
              <a:t>码元的差错是独立的，和前后的码元无关</a:t>
            </a:r>
            <a:endParaRPr lang="en-US" altLang="zh-CN" dirty="0"/>
          </a:p>
          <a:p>
            <a:pPr lvl="2"/>
            <a:r>
              <a:rPr lang="zh-CN" altLang="en-US" sz="1800" dirty="0"/>
              <a:t>码元</a:t>
            </a:r>
            <a:r>
              <a:rPr lang="en-US" altLang="zh-CN" sz="1800" dirty="0"/>
              <a:t>(code element)</a:t>
            </a:r>
            <a:r>
              <a:rPr lang="zh-CN" altLang="en-US" sz="1800" dirty="0"/>
              <a:t>：数据通信中每一个符号的通称。二进制差错编码中一个码元对应一个比特</a:t>
            </a:r>
          </a:p>
          <a:p>
            <a:pPr lvl="1"/>
            <a:r>
              <a:rPr lang="zh-CN" altLang="en-US" dirty="0"/>
              <a:t>随机错的概率（</a:t>
            </a:r>
            <a:r>
              <a:rPr lang="zh-CN" altLang="en-US" u="sng" dirty="0">
                <a:solidFill>
                  <a:srgbClr val="FF0000"/>
                </a:solidFill>
              </a:rPr>
              <a:t>误码率</a:t>
            </a:r>
            <a:r>
              <a:rPr lang="zh-CN" altLang="en-US" dirty="0"/>
              <a:t>）很低，物理信道的设计保证相当大的信噪比</a:t>
            </a:r>
          </a:p>
          <a:p>
            <a:r>
              <a:rPr lang="zh-CN" altLang="en-US" sz="1800" dirty="0"/>
              <a:t>突发差错：冲击噪声</a:t>
            </a:r>
          </a:p>
          <a:p>
            <a:pPr lvl="1"/>
            <a:r>
              <a:rPr lang="zh-CN" altLang="en-US" dirty="0"/>
              <a:t>外界的因素，持续时间短，突发性</a:t>
            </a:r>
          </a:p>
          <a:p>
            <a:pPr lvl="1"/>
            <a:r>
              <a:rPr lang="zh-CN" altLang="en-US" b="1" dirty="0">
                <a:solidFill>
                  <a:srgbClr val="FF0000"/>
                </a:solidFill>
              </a:rPr>
              <a:t>传输中产生差错的主要原因</a:t>
            </a:r>
          </a:p>
          <a:p>
            <a:pPr lvl="1"/>
            <a:r>
              <a:rPr lang="zh-CN" altLang="en-US" dirty="0"/>
              <a:t>突发长度：突发</a:t>
            </a:r>
            <a:r>
              <a:rPr lang="zh-CN" altLang="en-US" b="1" dirty="0">
                <a:solidFill>
                  <a:srgbClr val="FF0000"/>
                </a:solidFill>
              </a:rPr>
              <a:t>差错发生的第一个码元</a:t>
            </a:r>
            <a:r>
              <a:rPr lang="zh-CN" altLang="en-US" dirty="0"/>
              <a:t>到</a:t>
            </a:r>
            <a:r>
              <a:rPr lang="zh-CN" altLang="en-US" b="1" dirty="0">
                <a:solidFill>
                  <a:srgbClr val="FF0000"/>
                </a:solidFill>
              </a:rPr>
              <a:t>有错的最后一个码元</a:t>
            </a:r>
            <a:r>
              <a:rPr lang="zh-CN" altLang="en-US" dirty="0"/>
              <a:t>间所有码元的个数</a:t>
            </a:r>
          </a:p>
          <a:p>
            <a:endParaRPr lang="zh-CN" altLang="en-US" sz="1800" dirty="0"/>
          </a:p>
        </p:txBody>
      </p:sp>
      <p:graphicFrame>
        <p:nvGraphicFramePr>
          <p:cNvPr id="4" name="Object 4">
            <a:extLst>
              <a:ext uri="{FF2B5EF4-FFF2-40B4-BE49-F238E27FC236}">
                <a16:creationId xmlns:a16="http://schemas.microsoft.com/office/drawing/2014/main" id="{673FFBD9-B044-494F-6483-9921C325B984}"/>
              </a:ext>
            </a:extLst>
          </p:cNvPr>
          <p:cNvGraphicFramePr>
            <a:graphicFrameLocks noChangeAspect="1"/>
          </p:cNvGraphicFramePr>
          <p:nvPr>
            <p:extLst>
              <p:ext uri="{D42A27DB-BD31-4B8C-83A1-F6EECF244321}">
                <p14:modId xmlns:p14="http://schemas.microsoft.com/office/powerpoint/2010/main" val="2726517166"/>
              </p:ext>
            </p:extLst>
          </p:nvPr>
        </p:nvGraphicFramePr>
        <p:xfrm>
          <a:off x="5179549" y="521809"/>
          <a:ext cx="6569538" cy="689242"/>
        </p:xfrm>
        <a:graphic>
          <a:graphicData uri="http://schemas.openxmlformats.org/presentationml/2006/ole">
            <mc:AlternateContent xmlns:mc="http://schemas.openxmlformats.org/markup-compatibility/2006">
              <mc:Choice xmlns:v="urn:schemas-microsoft-com:vml" Requires="v">
                <p:oleObj r:id="rId3" imgW="3810000" imgH="419100" progId="Equation.3">
                  <p:embed/>
                </p:oleObj>
              </mc:Choice>
              <mc:Fallback>
                <p:oleObj r:id="rId3" imgW="3810000" imgH="419100" progId="Equation.3">
                  <p:embed/>
                  <p:pic>
                    <p:nvPicPr>
                      <p:cNvPr id="21" name="Object 4">
                        <a:extLst>
                          <a:ext uri="{FF2B5EF4-FFF2-40B4-BE49-F238E27FC236}">
                            <a16:creationId xmlns:a16="http://schemas.microsoft.com/office/drawing/2014/main" id="{2B9B508E-35EA-42CD-8DE9-B821355DDE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9549" y="521809"/>
                        <a:ext cx="6569538" cy="689242"/>
                      </a:xfrm>
                      <a:prstGeom prst="rect">
                        <a:avLst/>
                      </a:prstGeom>
                      <a:solidFill>
                        <a:srgbClr val="FFFFCC"/>
                      </a:solidFill>
                      <a:ln w="28575">
                        <a:solidFill>
                          <a:srgbClr val="FF3300"/>
                        </a:solidFill>
                        <a:miter lim="800000"/>
                        <a:headEnd/>
                        <a:tailEnd/>
                      </a:ln>
                    </p:spPr>
                  </p:pic>
                </p:oleObj>
              </mc:Fallback>
            </mc:AlternateContent>
          </a:graphicData>
        </a:graphic>
      </p:graphicFrame>
      <p:graphicFrame>
        <p:nvGraphicFramePr>
          <p:cNvPr id="5" name="表格 4">
            <a:extLst>
              <a:ext uri="{FF2B5EF4-FFF2-40B4-BE49-F238E27FC236}">
                <a16:creationId xmlns:a16="http://schemas.microsoft.com/office/drawing/2014/main" id="{C7813366-EB39-8CBD-FA9A-D74224A891A6}"/>
              </a:ext>
            </a:extLst>
          </p:cNvPr>
          <p:cNvGraphicFramePr>
            <a:graphicFrameLocks noGrp="1"/>
          </p:cNvGraphicFramePr>
          <p:nvPr>
            <p:extLst>
              <p:ext uri="{D42A27DB-BD31-4B8C-83A1-F6EECF244321}">
                <p14:modId xmlns:p14="http://schemas.microsoft.com/office/powerpoint/2010/main" val="536144647"/>
              </p:ext>
            </p:extLst>
          </p:nvPr>
        </p:nvGraphicFramePr>
        <p:xfrm>
          <a:off x="2669902" y="5078184"/>
          <a:ext cx="2016000" cy="365760"/>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646602905"/>
                    </a:ext>
                  </a:extLst>
                </a:gridCol>
                <a:gridCol w="252000">
                  <a:extLst>
                    <a:ext uri="{9D8B030D-6E8A-4147-A177-3AD203B41FA5}">
                      <a16:colId xmlns:a16="http://schemas.microsoft.com/office/drawing/2014/main" val="819902348"/>
                    </a:ext>
                  </a:extLst>
                </a:gridCol>
                <a:gridCol w="252000">
                  <a:extLst>
                    <a:ext uri="{9D8B030D-6E8A-4147-A177-3AD203B41FA5}">
                      <a16:colId xmlns:a16="http://schemas.microsoft.com/office/drawing/2014/main" val="1405077878"/>
                    </a:ext>
                  </a:extLst>
                </a:gridCol>
                <a:gridCol w="252000">
                  <a:extLst>
                    <a:ext uri="{9D8B030D-6E8A-4147-A177-3AD203B41FA5}">
                      <a16:colId xmlns:a16="http://schemas.microsoft.com/office/drawing/2014/main" val="2561255159"/>
                    </a:ext>
                  </a:extLst>
                </a:gridCol>
                <a:gridCol w="252000">
                  <a:extLst>
                    <a:ext uri="{9D8B030D-6E8A-4147-A177-3AD203B41FA5}">
                      <a16:colId xmlns:a16="http://schemas.microsoft.com/office/drawing/2014/main" val="1332465412"/>
                    </a:ext>
                  </a:extLst>
                </a:gridCol>
                <a:gridCol w="252000">
                  <a:extLst>
                    <a:ext uri="{9D8B030D-6E8A-4147-A177-3AD203B41FA5}">
                      <a16:colId xmlns:a16="http://schemas.microsoft.com/office/drawing/2014/main" val="3328951489"/>
                    </a:ext>
                  </a:extLst>
                </a:gridCol>
                <a:gridCol w="252000">
                  <a:extLst>
                    <a:ext uri="{9D8B030D-6E8A-4147-A177-3AD203B41FA5}">
                      <a16:colId xmlns:a16="http://schemas.microsoft.com/office/drawing/2014/main" val="2592691977"/>
                    </a:ext>
                  </a:extLst>
                </a:gridCol>
                <a:gridCol w="252000">
                  <a:extLst>
                    <a:ext uri="{9D8B030D-6E8A-4147-A177-3AD203B41FA5}">
                      <a16:colId xmlns:a16="http://schemas.microsoft.com/office/drawing/2014/main" val="3668721205"/>
                    </a:ext>
                  </a:extLst>
                </a:gridCol>
              </a:tblGrid>
              <a:tr h="324000">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6950571"/>
                  </a:ext>
                </a:extLst>
              </a:tr>
            </a:tbl>
          </a:graphicData>
        </a:graphic>
      </p:graphicFrame>
      <p:graphicFrame>
        <p:nvGraphicFramePr>
          <p:cNvPr id="6" name="表格 5">
            <a:extLst>
              <a:ext uri="{FF2B5EF4-FFF2-40B4-BE49-F238E27FC236}">
                <a16:creationId xmlns:a16="http://schemas.microsoft.com/office/drawing/2014/main" id="{6C213A24-C4F1-8E70-7D85-7A710D5871D7}"/>
              </a:ext>
            </a:extLst>
          </p:cNvPr>
          <p:cNvGraphicFramePr>
            <a:graphicFrameLocks noGrp="1"/>
          </p:cNvGraphicFramePr>
          <p:nvPr>
            <p:extLst>
              <p:ext uri="{D42A27DB-BD31-4B8C-83A1-F6EECF244321}">
                <p14:modId xmlns:p14="http://schemas.microsoft.com/office/powerpoint/2010/main" val="3021472719"/>
              </p:ext>
            </p:extLst>
          </p:nvPr>
        </p:nvGraphicFramePr>
        <p:xfrm>
          <a:off x="2669902" y="5858127"/>
          <a:ext cx="2016000" cy="365760"/>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646602905"/>
                    </a:ext>
                  </a:extLst>
                </a:gridCol>
                <a:gridCol w="252000">
                  <a:extLst>
                    <a:ext uri="{9D8B030D-6E8A-4147-A177-3AD203B41FA5}">
                      <a16:colId xmlns:a16="http://schemas.microsoft.com/office/drawing/2014/main" val="819902348"/>
                    </a:ext>
                  </a:extLst>
                </a:gridCol>
                <a:gridCol w="252000">
                  <a:extLst>
                    <a:ext uri="{9D8B030D-6E8A-4147-A177-3AD203B41FA5}">
                      <a16:colId xmlns:a16="http://schemas.microsoft.com/office/drawing/2014/main" val="1405077878"/>
                    </a:ext>
                  </a:extLst>
                </a:gridCol>
                <a:gridCol w="252000">
                  <a:extLst>
                    <a:ext uri="{9D8B030D-6E8A-4147-A177-3AD203B41FA5}">
                      <a16:colId xmlns:a16="http://schemas.microsoft.com/office/drawing/2014/main" val="2561255159"/>
                    </a:ext>
                  </a:extLst>
                </a:gridCol>
                <a:gridCol w="252000">
                  <a:extLst>
                    <a:ext uri="{9D8B030D-6E8A-4147-A177-3AD203B41FA5}">
                      <a16:colId xmlns:a16="http://schemas.microsoft.com/office/drawing/2014/main" val="1332465412"/>
                    </a:ext>
                  </a:extLst>
                </a:gridCol>
                <a:gridCol w="252000">
                  <a:extLst>
                    <a:ext uri="{9D8B030D-6E8A-4147-A177-3AD203B41FA5}">
                      <a16:colId xmlns:a16="http://schemas.microsoft.com/office/drawing/2014/main" val="3328951489"/>
                    </a:ext>
                  </a:extLst>
                </a:gridCol>
                <a:gridCol w="252000">
                  <a:extLst>
                    <a:ext uri="{9D8B030D-6E8A-4147-A177-3AD203B41FA5}">
                      <a16:colId xmlns:a16="http://schemas.microsoft.com/office/drawing/2014/main" val="2592691977"/>
                    </a:ext>
                  </a:extLst>
                </a:gridCol>
                <a:gridCol w="252000">
                  <a:extLst>
                    <a:ext uri="{9D8B030D-6E8A-4147-A177-3AD203B41FA5}">
                      <a16:colId xmlns:a16="http://schemas.microsoft.com/office/drawing/2014/main" val="3668721205"/>
                    </a:ext>
                  </a:extLst>
                </a:gridCol>
              </a:tblGrid>
              <a:tr h="324000">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6950571"/>
                  </a:ext>
                </a:extLst>
              </a:tr>
            </a:tbl>
          </a:graphicData>
        </a:graphic>
      </p:graphicFrame>
      <p:cxnSp>
        <p:nvCxnSpPr>
          <p:cNvPr id="7" name="直接箭头连接符 6">
            <a:extLst>
              <a:ext uri="{FF2B5EF4-FFF2-40B4-BE49-F238E27FC236}">
                <a16:creationId xmlns:a16="http://schemas.microsoft.com/office/drawing/2014/main" id="{D0B3FEA5-2B33-BDDC-924D-301EA7BFE2F9}"/>
              </a:ext>
            </a:extLst>
          </p:cNvPr>
          <p:cNvCxnSpPr/>
          <p:nvPr/>
        </p:nvCxnSpPr>
        <p:spPr>
          <a:xfrm>
            <a:off x="3794015" y="5443944"/>
            <a:ext cx="0" cy="414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E806EA6A-6624-F124-DE12-EA5F202304DA}"/>
              </a:ext>
            </a:extLst>
          </p:cNvPr>
          <p:cNvSpPr txBox="1"/>
          <p:nvPr/>
        </p:nvSpPr>
        <p:spPr>
          <a:xfrm>
            <a:off x="1917759" y="5078184"/>
            <a:ext cx="649514" cy="369332"/>
          </a:xfrm>
          <a:prstGeom prst="rect">
            <a:avLst/>
          </a:prstGeom>
          <a:noFill/>
        </p:spPr>
        <p:txBody>
          <a:bodyPr wrap="square" rtlCol="0">
            <a:spAutoFit/>
          </a:bodyPr>
          <a:lstStyle/>
          <a:p>
            <a:r>
              <a:rPr lang="zh-CN" altLang="en-US" dirty="0"/>
              <a:t>发送</a:t>
            </a:r>
          </a:p>
        </p:txBody>
      </p:sp>
      <p:sp>
        <p:nvSpPr>
          <p:cNvPr id="9" name="文本框 8">
            <a:extLst>
              <a:ext uri="{FF2B5EF4-FFF2-40B4-BE49-F238E27FC236}">
                <a16:creationId xmlns:a16="http://schemas.microsoft.com/office/drawing/2014/main" id="{FC0E8CD3-F456-4AA9-F43F-A9AA0D8470FE}"/>
              </a:ext>
            </a:extLst>
          </p:cNvPr>
          <p:cNvSpPr txBox="1"/>
          <p:nvPr/>
        </p:nvSpPr>
        <p:spPr>
          <a:xfrm>
            <a:off x="1917759" y="5854555"/>
            <a:ext cx="649514" cy="369332"/>
          </a:xfrm>
          <a:prstGeom prst="rect">
            <a:avLst/>
          </a:prstGeom>
          <a:noFill/>
        </p:spPr>
        <p:txBody>
          <a:bodyPr wrap="square" rtlCol="0">
            <a:spAutoFit/>
          </a:bodyPr>
          <a:lstStyle/>
          <a:p>
            <a:r>
              <a:rPr lang="zh-CN" altLang="en-US" dirty="0"/>
              <a:t>接收</a:t>
            </a:r>
          </a:p>
        </p:txBody>
      </p:sp>
      <p:sp>
        <p:nvSpPr>
          <p:cNvPr id="10" name="文本框 9">
            <a:extLst>
              <a:ext uri="{FF2B5EF4-FFF2-40B4-BE49-F238E27FC236}">
                <a16:creationId xmlns:a16="http://schemas.microsoft.com/office/drawing/2014/main" id="{2DE6E1C2-12ED-F14B-6F6E-A9067B211246}"/>
              </a:ext>
            </a:extLst>
          </p:cNvPr>
          <p:cNvSpPr txBox="1"/>
          <p:nvPr/>
        </p:nvSpPr>
        <p:spPr>
          <a:xfrm>
            <a:off x="725547" y="5399873"/>
            <a:ext cx="1192212" cy="369332"/>
          </a:xfrm>
          <a:prstGeom prst="rect">
            <a:avLst/>
          </a:prstGeom>
          <a:noFill/>
        </p:spPr>
        <p:txBody>
          <a:bodyPr wrap="square" rtlCol="0">
            <a:spAutoFit/>
          </a:bodyPr>
          <a:lstStyle/>
          <a:p>
            <a:r>
              <a:rPr lang="zh-CN" altLang="en-US" b="1" u="sng" dirty="0">
                <a:solidFill>
                  <a:srgbClr val="FF0000"/>
                </a:solidFill>
              </a:rPr>
              <a:t>随机差错</a:t>
            </a:r>
          </a:p>
        </p:txBody>
      </p:sp>
      <p:cxnSp>
        <p:nvCxnSpPr>
          <p:cNvPr id="11" name="直接箭头连接符 10">
            <a:extLst>
              <a:ext uri="{FF2B5EF4-FFF2-40B4-BE49-F238E27FC236}">
                <a16:creationId xmlns:a16="http://schemas.microsoft.com/office/drawing/2014/main" id="{20C45827-E507-C428-3E48-A9917E6D60CD}"/>
              </a:ext>
            </a:extLst>
          </p:cNvPr>
          <p:cNvCxnSpPr/>
          <p:nvPr/>
        </p:nvCxnSpPr>
        <p:spPr>
          <a:xfrm>
            <a:off x="8848815" y="5425858"/>
            <a:ext cx="0" cy="414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414FAF96-B207-2BAF-DAD8-66B928DADC04}"/>
              </a:ext>
            </a:extLst>
          </p:cNvPr>
          <p:cNvSpPr txBox="1"/>
          <p:nvPr/>
        </p:nvSpPr>
        <p:spPr>
          <a:xfrm>
            <a:off x="7175758" y="5074612"/>
            <a:ext cx="649514" cy="369332"/>
          </a:xfrm>
          <a:prstGeom prst="rect">
            <a:avLst/>
          </a:prstGeom>
          <a:noFill/>
        </p:spPr>
        <p:txBody>
          <a:bodyPr wrap="square" rtlCol="0">
            <a:spAutoFit/>
          </a:bodyPr>
          <a:lstStyle/>
          <a:p>
            <a:r>
              <a:rPr lang="zh-CN" altLang="en-US" dirty="0"/>
              <a:t>发送</a:t>
            </a:r>
          </a:p>
        </p:txBody>
      </p:sp>
      <p:sp>
        <p:nvSpPr>
          <p:cNvPr id="13" name="文本框 12">
            <a:extLst>
              <a:ext uri="{FF2B5EF4-FFF2-40B4-BE49-F238E27FC236}">
                <a16:creationId xmlns:a16="http://schemas.microsoft.com/office/drawing/2014/main" id="{7B5A3E6F-03E1-C04D-3DF6-72F4E3F06DEE}"/>
              </a:ext>
            </a:extLst>
          </p:cNvPr>
          <p:cNvSpPr txBox="1"/>
          <p:nvPr/>
        </p:nvSpPr>
        <p:spPr>
          <a:xfrm>
            <a:off x="7175758" y="5850983"/>
            <a:ext cx="649514" cy="369332"/>
          </a:xfrm>
          <a:prstGeom prst="rect">
            <a:avLst/>
          </a:prstGeom>
          <a:noFill/>
        </p:spPr>
        <p:txBody>
          <a:bodyPr wrap="square" rtlCol="0">
            <a:spAutoFit/>
          </a:bodyPr>
          <a:lstStyle/>
          <a:p>
            <a:r>
              <a:rPr lang="zh-CN" altLang="en-US" dirty="0"/>
              <a:t>接收</a:t>
            </a:r>
          </a:p>
        </p:txBody>
      </p:sp>
      <p:sp>
        <p:nvSpPr>
          <p:cNvPr id="14" name="文本框 13">
            <a:extLst>
              <a:ext uri="{FF2B5EF4-FFF2-40B4-BE49-F238E27FC236}">
                <a16:creationId xmlns:a16="http://schemas.microsoft.com/office/drawing/2014/main" id="{5839B7AA-523F-5168-97AD-C75C05B41C62}"/>
              </a:ext>
            </a:extLst>
          </p:cNvPr>
          <p:cNvSpPr txBox="1"/>
          <p:nvPr/>
        </p:nvSpPr>
        <p:spPr>
          <a:xfrm>
            <a:off x="6118536" y="5481651"/>
            <a:ext cx="1192212" cy="369332"/>
          </a:xfrm>
          <a:prstGeom prst="rect">
            <a:avLst/>
          </a:prstGeom>
          <a:noFill/>
        </p:spPr>
        <p:txBody>
          <a:bodyPr wrap="square" rtlCol="0">
            <a:spAutoFit/>
          </a:bodyPr>
          <a:lstStyle/>
          <a:p>
            <a:r>
              <a:rPr lang="zh-CN" altLang="en-US" b="1" u="sng" dirty="0">
                <a:solidFill>
                  <a:srgbClr val="FF0000"/>
                </a:solidFill>
              </a:rPr>
              <a:t>突发差错</a:t>
            </a:r>
          </a:p>
        </p:txBody>
      </p:sp>
      <p:graphicFrame>
        <p:nvGraphicFramePr>
          <p:cNvPr id="15" name="表格 14">
            <a:extLst>
              <a:ext uri="{FF2B5EF4-FFF2-40B4-BE49-F238E27FC236}">
                <a16:creationId xmlns:a16="http://schemas.microsoft.com/office/drawing/2014/main" id="{70A87717-2C26-4460-9560-8C6F4FBA0679}"/>
              </a:ext>
            </a:extLst>
          </p:cNvPr>
          <p:cNvGraphicFramePr>
            <a:graphicFrameLocks noGrp="1"/>
          </p:cNvGraphicFramePr>
          <p:nvPr>
            <p:extLst>
              <p:ext uri="{D42A27DB-BD31-4B8C-83A1-F6EECF244321}">
                <p14:modId xmlns:p14="http://schemas.microsoft.com/office/powerpoint/2010/main" val="4012457252"/>
              </p:ext>
            </p:extLst>
          </p:nvPr>
        </p:nvGraphicFramePr>
        <p:xfrm>
          <a:off x="7927901" y="5062114"/>
          <a:ext cx="3540760" cy="3657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646602905"/>
                    </a:ext>
                  </a:extLst>
                </a:gridCol>
                <a:gridCol w="208280">
                  <a:extLst>
                    <a:ext uri="{9D8B030D-6E8A-4147-A177-3AD203B41FA5}">
                      <a16:colId xmlns:a16="http://schemas.microsoft.com/office/drawing/2014/main" val="819902348"/>
                    </a:ext>
                  </a:extLst>
                </a:gridCol>
                <a:gridCol w="208280">
                  <a:extLst>
                    <a:ext uri="{9D8B030D-6E8A-4147-A177-3AD203B41FA5}">
                      <a16:colId xmlns:a16="http://schemas.microsoft.com/office/drawing/2014/main" val="1405077878"/>
                    </a:ext>
                  </a:extLst>
                </a:gridCol>
                <a:gridCol w="208280">
                  <a:extLst>
                    <a:ext uri="{9D8B030D-6E8A-4147-A177-3AD203B41FA5}">
                      <a16:colId xmlns:a16="http://schemas.microsoft.com/office/drawing/2014/main" val="2561255159"/>
                    </a:ext>
                  </a:extLst>
                </a:gridCol>
                <a:gridCol w="208280">
                  <a:extLst>
                    <a:ext uri="{9D8B030D-6E8A-4147-A177-3AD203B41FA5}">
                      <a16:colId xmlns:a16="http://schemas.microsoft.com/office/drawing/2014/main" val="1332465412"/>
                    </a:ext>
                  </a:extLst>
                </a:gridCol>
                <a:gridCol w="208280">
                  <a:extLst>
                    <a:ext uri="{9D8B030D-6E8A-4147-A177-3AD203B41FA5}">
                      <a16:colId xmlns:a16="http://schemas.microsoft.com/office/drawing/2014/main" val="3328951489"/>
                    </a:ext>
                  </a:extLst>
                </a:gridCol>
                <a:gridCol w="208280">
                  <a:extLst>
                    <a:ext uri="{9D8B030D-6E8A-4147-A177-3AD203B41FA5}">
                      <a16:colId xmlns:a16="http://schemas.microsoft.com/office/drawing/2014/main" val="2592691977"/>
                    </a:ext>
                  </a:extLst>
                </a:gridCol>
                <a:gridCol w="208280">
                  <a:extLst>
                    <a:ext uri="{9D8B030D-6E8A-4147-A177-3AD203B41FA5}">
                      <a16:colId xmlns:a16="http://schemas.microsoft.com/office/drawing/2014/main" val="3668721205"/>
                    </a:ext>
                  </a:extLst>
                </a:gridCol>
                <a:gridCol w="208280">
                  <a:extLst>
                    <a:ext uri="{9D8B030D-6E8A-4147-A177-3AD203B41FA5}">
                      <a16:colId xmlns:a16="http://schemas.microsoft.com/office/drawing/2014/main" val="401197580"/>
                    </a:ext>
                  </a:extLst>
                </a:gridCol>
                <a:gridCol w="208280">
                  <a:extLst>
                    <a:ext uri="{9D8B030D-6E8A-4147-A177-3AD203B41FA5}">
                      <a16:colId xmlns:a16="http://schemas.microsoft.com/office/drawing/2014/main" val="2896837407"/>
                    </a:ext>
                  </a:extLst>
                </a:gridCol>
                <a:gridCol w="208280">
                  <a:extLst>
                    <a:ext uri="{9D8B030D-6E8A-4147-A177-3AD203B41FA5}">
                      <a16:colId xmlns:a16="http://schemas.microsoft.com/office/drawing/2014/main" val="401027558"/>
                    </a:ext>
                  </a:extLst>
                </a:gridCol>
                <a:gridCol w="208280">
                  <a:extLst>
                    <a:ext uri="{9D8B030D-6E8A-4147-A177-3AD203B41FA5}">
                      <a16:colId xmlns:a16="http://schemas.microsoft.com/office/drawing/2014/main" val="1799088070"/>
                    </a:ext>
                  </a:extLst>
                </a:gridCol>
                <a:gridCol w="208280">
                  <a:extLst>
                    <a:ext uri="{9D8B030D-6E8A-4147-A177-3AD203B41FA5}">
                      <a16:colId xmlns:a16="http://schemas.microsoft.com/office/drawing/2014/main" val="820845603"/>
                    </a:ext>
                  </a:extLst>
                </a:gridCol>
                <a:gridCol w="208280">
                  <a:extLst>
                    <a:ext uri="{9D8B030D-6E8A-4147-A177-3AD203B41FA5}">
                      <a16:colId xmlns:a16="http://schemas.microsoft.com/office/drawing/2014/main" val="1321882789"/>
                    </a:ext>
                  </a:extLst>
                </a:gridCol>
                <a:gridCol w="208280">
                  <a:extLst>
                    <a:ext uri="{9D8B030D-6E8A-4147-A177-3AD203B41FA5}">
                      <a16:colId xmlns:a16="http://schemas.microsoft.com/office/drawing/2014/main" val="1223340311"/>
                    </a:ext>
                  </a:extLst>
                </a:gridCol>
                <a:gridCol w="208280">
                  <a:extLst>
                    <a:ext uri="{9D8B030D-6E8A-4147-A177-3AD203B41FA5}">
                      <a16:colId xmlns:a16="http://schemas.microsoft.com/office/drawing/2014/main" val="2970633780"/>
                    </a:ext>
                  </a:extLst>
                </a:gridCol>
                <a:gridCol w="208280">
                  <a:extLst>
                    <a:ext uri="{9D8B030D-6E8A-4147-A177-3AD203B41FA5}">
                      <a16:colId xmlns:a16="http://schemas.microsoft.com/office/drawing/2014/main" val="279370757"/>
                    </a:ext>
                  </a:extLst>
                </a:gridCol>
              </a:tblGrid>
              <a:tr h="324000">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6950571"/>
                  </a:ext>
                </a:extLst>
              </a:tr>
            </a:tbl>
          </a:graphicData>
        </a:graphic>
      </p:graphicFrame>
      <p:graphicFrame>
        <p:nvGraphicFramePr>
          <p:cNvPr id="16" name="表格 15">
            <a:extLst>
              <a:ext uri="{FF2B5EF4-FFF2-40B4-BE49-F238E27FC236}">
                <a16:creationId xmlns:a16="http://schemas.microsoft.com/office/drawing/2014/main" id="{436342AE-E0D9-1273-7EE8-DF45BDEEADD6}"/>
              </a:ext>
            </a:extLst>
          </p:cNvPr>
          <p:cNvGraphicFramePr>
            <a:graphicFrameLocks noGrp="1"/>
          </p:cNvGraphicFramePr>
          <p:nvPr>
            <p:extLst>
              <p:ext uri="{D42A27DB-BD31-4B8C-83A1-F6EECF244321}">
                <p14:modId xmlns:p14="http://schemas.microsoft.com/office/powerpoint/2010/main" val="2819127585"/>
              </p:ext>
            </p:extLst>
          </p:nvPr>
        </p:nvGraphicFramePr>
        <p:xfrm>
          <a:off x="7927901" y="5865988"/>
          <a:ext cx="3540760" cy="3657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646602905"/>
                    </a:ext>
                  </a:extLst>
                </a:gridCol>
                <a:gridCol w="208280">
                  <a:extLst>
                    <a:ext uri="{9D8B030D-6E8A-4147-A177-3AD203B41FA5}">
                      <a16:colId xmlns:a16="http://schemas.microsoft.com/office/drawing/2014/main" val="819902348"/>
                    </a:ext>
                  </a:extLst>
                </a:gridCol>
                <a:gridCol w="208280">
                  <a:extLst>
                    <a:ext uri="{9D8B030D-6E8A-4147-A177-3AD203B41FA5}">
                      <a16:colId xmlns:a16="http://schemas.microsoft.com/office/drawing/2014/main" val="1405077878"/>
                    </a:ext>
                  </a:extLst>
                </a:gridCol>
                <a:gridCol w="208280">
                  <a:extLst>
                    <a:ext uri="{9D8B030D-6E8A-4147-A177-3AD203B41FA5}">
                      <a16:colId xmlns:a16="http://schemas.microsoft.com/office/drawing/2014/main" val="2561255159"/>
                    </a:ext>
                  </a:extLst>
                </a:gridCol>
                <a:gridCol w="208280">
                  <a:extLst>
                    <a:ext uri="{9D8B030D-6E8A-4147-A177-3AD203B41FA5}">
                      <a16:colId xmlns:a16="http://schemas.microsoft.com/office/drawing/2014/main" val="1332465412"/>
                    </a:ext>
                  </a:extLst>
                </a:gridCol>
                <a:gridCol w="208280">
                  <a:extLst>
                    <a:ext uri="{9D8B030D-6E8A-4147-A177-3AD203B41FA5}">
                      <a16:colId xmlns:a16="http://schemas.microsoft.com/office/drawing/2014/main" val="3328951489"/>
                    </a:ext>
                  </a:extLst>
                </a:gridCol>
                <a:gridCol w="208280">
                  <a:extLst>
                    <a:ext uri="{9D8B030D-6E8A-4147-A177-3AD203B41FA5}">
                      <a16:colId xmlns:a16="http://schemas.microsoft.com/office/drawing/2014/main" val="2592691977"/>
                    </a:ext>
                  </a:extLst>
                </a:gridCol>
                <a:gridCol w="208280">
                  <a:extLst>
                    <a:ext uri="{9D8B030D-6E8A-4147-A177-3AD203B41FA5}">
                      <a16:colId xmlns:a16="http://schemas.microsoft.com/office/drawing/2014/main" val="3668721205"/>
                    </a:ext>
                  </a:extLst>
                </a:gridCol>
                <a:gridCol w="208280">
                  <a:extLst>
                    <a:ext uri="{9D8B030D-6E8A-4147-A177-3AD203B41FA5}">
                      <a16:colId xmlns:a16="http://schemas.microsoft.com/office/drawing/2014/main" val="401197580"/>
                    </a:ext>
                  </a:extLst>
                </a:gridCol>
                <a:gridCol w="208280">
                  <a:extLst>
                    <a:ext uri="{9D8B030D-6E8A-4147-A177-3AD203B41FA5}">
                      <a16:colId xmlns:a16="http://schemas.microsoft.com/office/drawing/2014/main" val="2896837407"/>
                    </a:ext>
                  </a:extLst>
                </a:gridCol>
                <a:gridCol w="208280">
                  <a:extLst>
                    <a:ext uri="{9D8B030D-6E8A-4147-A177-3AD203B41FA5}">
                      <a16:colId xmlns:a16="http://schemas.microsoft.com/office/drawing/2014/main" val="401027558"/>
                    </a:ext>
                  </a:extLst>
                </a:gridCol>
                <a:gridCol w="208280">
                  <a:extLst>
                    <a:ext uri="{9D8B030D-6E8A-4147-A177-3AD203B41FA5}">
                      <a16:colId xmlns:a16="http://schemas.microsoft.com/office/drawing/2014/main" val="1799088070"/>
                    </a:ext>
                  </a:extLst>
                </a:gridCol>
                <a:gridCol w="208280">
                  <a:extLst>
                    <a:ext uri="{9D8B030D-6E8A-4147-A177-3AD203B41FA5}">
                      <a16:colId xmlns:a16="http://schemas.microsoft.com/office/drawing/2014/main" val="820845603"/>
                    </a:ext>
                  </a:extLst>
                </a:gridCol>
                <a:gridCol w="208280">
                  <a:extLst>
                    <a:ext uri="{9D8B030D-6E8A-4147-A177-3AD203B41FA5}">
                      <a16:colId xmlns:a16="http://schemas.microsoft.com/office/drawing/2014/main" val="1321882789"/>
                    </a:ext>
                  </a:extLst>
                </a:gridCol>
                <a:gridCol w="208280">
                  <a:extLst>
                    <a:ext uri="{9D8B030D-6E8A-4147-A177-3AD203B41FA5}">
                      <a16:colId xmlns:a16="http://schemas.microsoft.com/office/drawing/2014/main" val="1223340311"/>
                    </a:ext>
                  </a:extLst>
                </a:gridCol>
                <a:gridCol w="208280">
                  <a:extLst>
                    <a:ext uri="{9D8B030D-6E8A-4147-A177-3AD203B41FA5}">
                      <a16:colId xmlns:a16="http://schemas.microsoft.com/office/drawing/2014/main" val="2970633780"/>
                    </a:ext>
                  </a:extLst>
                </a:gridCol>
                <a:gridCol w="208280">
                  <a:extLst>
                    <a:ext uri="{9D8B030D-6E8A-4147-A177-3AD203B41FA5}">
                      <a16:colId xmlns:a16="http://schemas.microsoft.com/office/drawing/2014/main" val="279370757"/>
                    </a:ext>
                  </a:extLst>
                </a:gridCol>
              </a:tblGrid>
              <a:tr h="324000">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6950571"/>
                  </a:ext>
                </a:extLst>
              </a:tr>
            </a:tbl>
          </a:graphicData>
        </a:graphic>
      </p:graphicFrame>
      <p:cxnSp>
        <p:nvCxnSpPr>
          <p:cNvPr id="17" name="直接箭头连接符 16">
            <a:extLst>
              <a:ext uri="{FF2B5EF4-FFF2-40B4-BE49-F238E27FC236}">
                <a16:creationId xmlns:a16="http://schemas.microsoft.com/office/drawing/2014/main" id="{56B35B67-26F0-BB0A-FA73-C8B0C61DBD96}"/>
              </a:ext>
            </a:extLst>
          </p:cNvPr>
          <p:cNvCxnSpPr/>
          <p:nvPr/>
        </p:nvCxnSpPr>
        <p:spPr>
          <a:xfrm>
            <a:off x="9081043" y="5425858"/>
            <a:ext cx="0" cy="414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97BEF7D5-F222-049F-69FE-CCF732DE4B39}"/>
              </a:ext>
            </a:extLst>
          </p:cNvPr>
          <p:cNvCxnSpPr/>
          <p:nvPr/>
        </p:nvCxnSpPr>
        <p:spPr>
          <a:xfrm>
            <a:off x="9915616" y="5447631"/>
            <a:ext cx="0" cy="414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66FB9BB7-B6A9-9632-5D6B-C077E08F17CC}"/>
              </a:ext>
            </a:extLst>
          </p:cNvPr>
          <p:cNvCxnSpPr/>
          <p:nvPr/>
        </p:nvCxnSpPr>
        <p:spPr>
          <a:xfrm>
            <a:off x="10322016" y="5436800"/>
            <a:ext cx="0" cy="414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3B548173-917C-7E9D-FB31-42F1A3CE168D}"/>
              </a:ext>
            </a:extLst>
          </p:cNvPr>
          <p:cNvSpPr txBox="1"/>
          <p:nvPr/>
        </p:nvSpPr>
        <p:spPr>
          <a:xfrm>
            <a:off x="8667315" y="4607118"/>
            <a:ext cx="1877433" cy="369332"/>
          </a:xfrm>
          <a:prstGeom prst="rect">
            <a:avLst/>
          </a:prstGeom>
          <a:noFill/>
        </p:spPr>
        <p:txBody>
          <a:bodyPr wrap="square" rtlCol="0">
            <a:spAutoFit/>
          </a:bodyPr>
          <a:lstStyle/>
          <a:p>
            <a:r>
              <a:rPr lang="zh-CN" altLang="en-US" b="1" u="sng" dirty="0">
                <a:solidFill>
                  <a:srgbClr val="002060"/>
                </a:solidFill>
              </a:rPr>
              <a:t>突发长度</a:t>
            </a:r>
            <a:r>
              <a:rPr lang="en-US" altLang="zh-CN" b="1" u="sng" dirty="0">
                <a:solidFill>
                  <a:srgbClr val="002060"/>
                </a:solidFill>
              </a:rPr>
              <a:t>8</a:t>
            </a:r>
            <a:r>
              <a:rPr lang="zh-CN" altLang="en-US" b="1" u="sng" dirty="0">
                <a:solidFill>
                  <a:srgbClr val="002060"/>
                </a:solidFill>
              </a:rPr>
              <a:t>比特</a:t>
            </a:r>
          </a:p>
        </p:txBody>
      </p:sp>
      <p:sp>
        <p:nvSpPr>
          <p:cNvPr id="21" name="右中括号 20">
            <a:extLst>
              <a:ext uri="{FF2B5EF4-FFF2-40B4-BE49-F238E27FC236}">
                <a16:creationId xmlns:a16="http://schemas.microsoft.com/office/drawing/2014/main" id="{3F5B4051-C7CE-E763-3D0D-E144F101CE69}"/>
              </a:ext>
            </a:extLst>
          </p:cNvPr>
          <p:cNvSpPr/>
          <p:nvPr/>
        </p:nvSpPr>
        <p:spPr>
          <a:xfrm rot="16200000">
            <a:off x="9567562" y="4131963"/>
            <a:ext cx="57981" cy="1689255"/>
          </a:xfrm>
          <a:prstGeom prst="righ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51104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788BC-BC29-1E60-BFEE-D5343602A707}"/>
              </a:ext>
            </a:extLst>
          </p:cNvPr>
          <p:cNvSpPr>
            <a:spLocks noGrp="1"/>
          </p:cNvSpPr>
          <p:nvPr>
            <p:ph type="title"/>
          </p:nvPr>
        </p:nvSpPr>
        <p:spPr/>
        <p:txBody>
          <a:bodyPr/>
          <a:lstStyle/>
          <a:p>
            <a:r>
              <a:rPr lang="zh-CN" altLang="en-US" dirty="0"/>
              <a:t>差错检测</a:t>
            </a:r>
          </a:p>
        </p:txBody>
      </p:sp>
      <p:sp>
        <p:nvSpPr>
          <p:cNvPr id="3" name="内容占位符 2">
            <a:extLst>
              <a:ext uri="{FF2B5EF4-FFF2-40B4-BE49-F238E27FC236}">
                <a16:creationId xmlns:a16="http://schemas.microsoft.com/office/drawing/2014/main" id="{44E1DA97-D02A-59E9-9AAC-F2FB0C9CFC9F}"/>
              </a:ext>
            </a:extLst>
          </p:cNvPr>
          <p:cNvSpPr>
            <a:spLocks noGrp="1"/>
          </p:cNvSpPr>
          <p:nvPr>
            <p:ph idx="1"/>
          </p:nvPr>
        </p:nvSpPr>
        <p:spPr>
          <a:xfrm>
            <a:off x="442913" y="728662"/>
            <a:ext cx="11289710" cy="5604404"/>
          </a:xfrm>
        </p:spPr>
        <p:txBody>
          <a:bodyPr>
            <a:noAutofit/>
          </a:bodyPr>
          <a:lstStyle/>
          <a:p>
            <a:pPr>
              <a:lnSpc>
                <a:spcPct val="100000"/>
              </a:lnSpc>
            </a:pPr>
            <a:r>
              <a:rPr lang="zh-CN" altLang="en-US" sz="1800" dirty="0"/>
              <a:t>对要发送的信息</a:t>
            </a:r>
            <a:r>
              <a:rPr lang="en-US" altLang="zh-CN" sz="1800" dirty="0"/>
              <a:t>(D)</a:t>
            </a:r>
            <a:r>
              <a:rPr lang="zh-CN" altLang="en-US" sz="1800" dirty="0"/>
              <a:t>附加上按照某种数学关系产生的</a:t>
            </a:r>
            <a:r>
              <a:rPr lang="zh-CN" altLang="en-US" sz="1800" u="sng" dirty="0">
                <a:solidFill>
                  <a:srgbClr val="FF0000"/>
                </a:solidFill>
              </a:rPr>
              <a:t>冗余</a:t>
            </a:r>
            <a:r>
              <a:rPr lang="zh-CN" altLang="en-US" sz="1800" dirty="0"/>
              <a:t>，即</a:t>
            </a:r>
            <a:r>
              <a:rPr lang="en-US" altLang="zh-CN" sz="1800" dirty="0"/>
              <a:t>EDC(Error Detection and Correction bits)</a:t>
            </a:r>
          </a:p>
          <a:p>
            <a:pPr>
              <a:lnSpc>
                <a:spcPct val="100000"/>
              </a:lnSpc>
            </a:pPr>
            <a:r>
              <a:rPr lang="zh-CN" altLang="en-US" sz="1800" dirty="0"/>
              <a:t>差错检测不一定</a:t>
            </a:r>
            <a:r>
              <a:rPr lang="en-US" altLang="zh-CN" sz="1800" dirty="0"/>
              <a:t>100%</a:t>
            </a:r>
            <a:r>
              <a:rPr lang="zh-CN" altLang="en-US" sz="1800" dirty="0"/>
              <a:t>可靠</a:t>
            </a:r>
            <a:endParaRPr lang="en-US" altLang="zh-CN" sz="1800" dirty="0"/>
          </a:p>
          <a:p>
            <a:pPr lvl="1">
              <a:lnSpc>
                <a:spcPct val="100000"/>
              </a:lnSpc>
            </a:pPr>
            <a:r>
              <a:rPr lang="zh-CN" altLang="en-US" dirty="0"/>
              <a:t>漏检率：接收者无法了解到出错的概率</a:t>
            </a:r>
            <a:endParaRPr lang="en-US" altLang="zh-CN" dirty="0"/>
          </a:p>
          <a:p>
            <a:pPr>
              <a:lnSpc>
                <a:spcPct val="100000"/>
              </a:lnSpc>
            </a:pPr>
            <a:r>
              <a:rPr lang="zh-CN" altLang="en-US" sz="1800" dirty="0"/>
              <a:t>差错编码：</a:t>
            </a:r>
            <a:endParaRPr lang="en-US" altLang="zh-CN" sz="1800" dirty="0"/>
          </a:p>
          <a:p>
            <a:pPr lvl="1">
              <a:lnSpc>
                <a:spcPct val="100000"/>
              </a:lnSpc>
            </a:pPr>
            <a:r>
              <a:rPr lang="zh-CN" altLang="en-US" dirty="0"/>
              <a:t>检错码：检测错误</a:t>
            </a:r>
            <a:endParaRPr lang="en-US" altLang="zh-CN" dirty="0"/>
          </a:p>
          <a:p>
            <a:pPr lvl="2">
              <a:lnSpc>
                <a:spcPct val="100000"/>
              </a:lnSpc>
            </a:pPr>
            <a:r>
              <a:rPr lang="zh-CN" altLang="en-US" sz="1800" dirty="0"/>
              <a:t>奇偶校验</a:t>
            </a:r>
            <a:endParaRPr lang="en-US" altLang="zh-CN" sz="1800" dirty="0"/>
          </a:p>
          <a:p>
            <a:pPr lvl="2">
              <a:lnSpc>
                <a:spcPct val="100000"/>
              </a:lnSpc>
            </a:pPr>
            <a:r>
              <a:rPr lang="en-US" altLang="zh-CN" sz="1800" dirty="0"/>
              <a:t>Internet</a:t>
            </a:r>
            <a:r>
              <a:rPr lang="zh-CN" altLang="en-US" sz="1800" dirty="0"/>
              <a:t>检验和（已介绍）</a:t>
            </a:r>
            <a:endParaRPr lang="en-US" altLang="zh-CN" sz="1800" dirty="0"/>
          </a:p>
          <a:p>
            <a:pPr lvl="2">
              <a:lnSpc>
                <a:spcPct val="100000"/>
              </a:lnSpc>
            </a:pPr>
            <a:r>
              <a:rPr lang="zh-CN" altLang="en-US" sz="1800" dirty="0"/>
              <a:t>循环冗余检测</a:t>
            </a:r>
            <a:r>
              <a:rPr lang="en-US" altLang="zh-CN" sz="1800" dirty="0"/>
              <a:t>CRC</a:t>
            </a:r>
          </a:p>
          <a:p>
            <a:pPr lvl="1">
              <a:lnSpc>
                <a:spcPct val="100000"/>
              </a:lnSpc>
            </a:pPr>
            <a:r>
              <a:rPr lang="zh-CN" altLang="en-US" dirty="0"/>
              <a:t>纠错码：纠正错误</a:t>
            </a:r>
            <a:endParaRPr lang="en-US" altLang="zh-CN" dirty="0"/>
          </a:p>
          <a:p>
            <a:pPr>
              <a:lnSpc>
                <a:spcPct val="100000"/>
              </a:lnSpc>
            </a:pPr>
            <a:r>
              <a:rPr lang="zh-CN" altLang="en-US" sz="1800" dirty="0"/>
              <a:t>差错控制</a:t>
            </a:r>
            <a:r>
              <a:rPr lang="en-US" altLang="zh-CN" sz="1800" dirty="0"/>
              <a:t>:</a:t>
            </a:r>
          </a:p>
          <a:p>
            <a:pPr lvl="1">
              <a:lnSpc>
                <a:spcPct val="100000"/>
              </a:lnSpc>
            </a:pPr>
            <a:r>
              <a:rPr lang="en-US" altLang="zh-CN" dirty="0">
                <a:latin typeface="+mn-ea"/>
              </a:rPr>
              <a:t>ARQ(Automatic Repeat </a:t>
            </a:r>
            <a:r>
              <a:rPr lang="en-US" altLang="zh-CN" dirty="0" err="1">
                <a:latin typeface="+mn-ea"/>
              </a:rPr>
              <a:t>reQuest</a:t>
            </a:r>
            <a:r>
              <a:rPr lang="en-US" altLang="zh-CN" dirty="0">
                <a:latin typeface="+mn-ea"/>
              </a:rPr>
              <a:t>)</a:t>
            </a:r>
            <a:r>
              <a:rPr lang="zh-CN" altLang="en-US" dirty="0">
                <a:latin typeface="+mn-ea"/>
              </a:rPr>
              <a:t>，自动请求重发：采用检错码、超时和确认实现可靠数据传输</a:t>
            </a:r>
            <a:endParaRPr lang="en-US" altLang="zh-CN" dirty="0">
              <a:latin typeface="+mn-ea"/>
            </a:endParaRPr>
          </a:p>
          <a:p>
            <a:pPr lvl="1">
              <a:lnSpc>
                <a:spcPct val="100000"/>
              </a:lnSpc>
            </a:pPr>
            <a:r>
              <a:rPr lang="zh-CN" altLang="en-US" dirty="0">
                <a:latin typeface="+mn-ea"/>
              </a:rPr>
              <a:t>前向纠错</a:t>
            </a:r>
            <a:r>
              <a:rPr lang="en-US" altLang="zh-CN" dirty="0">
                <a:latin typeface="+mn-ea"/>
              </a:rPr>
              <a:t>FEC</a:t>
            </a:r>
            <a:r>
              <a:rPr lang="zh-CN" altLang="en-US" dirty="0">
                <a:latin typeface="+mn-ea"/>
              </a:rPr>
              <a:t>：</a:t>
            </a:r>
            <a:r>
              <a:rPr lang="en-US" altLang="zh-CN" dirty="0">
                <a:latin typeface="+mn-ea"/>
              </a:rPr>
              <a:t>Forward Error Correction</a:t>
            </a:r>
          </a:p>
          <a:p>
            <a:pPr lvl="2">
              <a:lnSpc>
                <a:spcPct val="100000"/>
              </a:lnSpc>
            </a:pPr>
            <a:r>
              <a:rPr lang="zh-CN" altLang="en-US" sz="1800" dirty="0">
                <a:latin typeface="+mn-ea"/>
              </a:rPr>
              <a:t>接收方不仅可以检测错误，而且知道错误的位置，从而纠正错误</a:t>
            </a:r>
          </a:p>
          <a:p>
            <a:pPr lvl="2">
              <a:lnSpc>
                <a:spcPct val="100000"/>
              </a:lnSpc>
            </a:pPr>
            <a:r>
              <a:rPr lang="zh-CN" altLang="en-US" sz="1800" dirty="0">
                <a:latin typeface="+mn-ea"/>
              </a:rPr>
              <a:t>采用纠错码，无需反向信道，无需重发</a:t>
            </a:r>
            <a:endParaRPr lang="en-US" altLang="zh-CN" sz="1800" dirty="0">
              <a:latin typeface="+mn-ea"/>
            </a:endParaRPr>
          </a:p>
          <a:p>
            <a:pPr lvl="2">
              <a:lnSpc>
                <a:spcPct val="100000"/>
              </a:lnSpc>
            </a:pPr>
            <a:r>
              <a:rPr lang="zh-CN" altLang="en-US" sz="1800" dirty="0">
                <a:latin typeface="+mn-ea"/>
              </a:rPr>
              <a:t>更多的冗余位</a:t>
            </a:r>
          </a:p>
          <a:p>
            <a:pPr marL="914400" lvl="2" indent="0">
              <a:lnSpc>
                <a:spcPct val="100000"/>
              </a:lnSpc>
              <a:buNone/>
            </a:pPr>
            <a:endParaRPr lang="en-US" altLang="zh-CN" sz="1800" dirty="0">
              <a:latin typeface="+mn-ea"/>
            </a:endParaRPr>
          </a:p>
        </p:txBody>
      </p:sp>
      <p:grpSp>
        <p:nvGrpSpPr>
          <p:cNvPr id="48" name="组合 47">
            <a:extLst>
              <a:ext uri="{FF2B5EF4-FFF2-40B4-BE49-F238E27FC236}">
                <a16:creationId xmlns:a16="http://schemas.microsoft.com/office/drawing/2014/main" id="{456F4C60-4A5F-321D-5D2F-846FBFCDBF71}"/>
              </a:ext>
            </a:extLst>
          </p:cNvPr>
          <p:cNvGrpSpPr/>
          <p:nvPr/>
        </p:nvGrpSpPr>
        <p:grpSpPr>
          <a:xfrm>
            <a:off x="5987966" y="1122506"/>
            <a:ext cx="5903338" cy="3101007"/>
            <a:chOff x="1550505" y="2862471"/>
            <a:chExt cx="5903338" cy="3101007"/>
          </a:xfrm>
        </p:grpSpPr>
        <p:sp>
          <p:nvSpPr>
            <p:cNvPr id="4" name="Freeform 111">
              <a:extLst>
                <a:ext uri="{FF2B5EF4-FFF2-40B4-BE49-F238E27FC236}">
                  <a16:creationId xmlns:a16="http://schemas.microsoft.com/office/drawing/2014/main" id="{0F5BA737-0012-B4D6-5E51-F6784ED452C6}"/>
                </a:ext>
              </a:extLst>
            </p:cNvPr>
            <p:cNvSpPr/>
            <p:nvPr/>
          </p:nvSpPr>
          <p:spPr>
            <a:xfrm>
              <a:off x="2093843" y="2862471"/>
              <a:ext cx="596348" cy="2902226"/>
            </a:xfrm>
            <a:custGeom>
              <a:avLst/>
              <a:gdLst>
                <a:gd name="connsiteX0" fmla="*/ 0 w 596348"/>
                <a:gd name="connsiteY0" fmla="*/ 0 h 2796209"/>
                <a:gd name="connsiteX1" fmla="*/ 0 w 596348"/>
                <a:gd name="connsiteY1" fmla="*/ 2796209 h 2796209"/>
                <a:gd name="connsiteX2" fmla="*/ 596348 w 596348"/>
                <a:gd name="connsiteY2" fmla="*/ 2796209 h 2796209"/>
              </a:gdLst>
              <a:ahLst/>
              <a:cxnLst>
                <a:cxn ang="0">
                  <a:pos x="connsiteX0" y="connsiteY0"/>
                </a:cxn>
                <a:cxn ang="0">
                  <a:pos x="connsiteX1" y="connsiteY1"/>
                </a:cxn>
                <a:cxn ang="0">
                  <a:pos x="connsiteX2" y="connsiteY2"/>
                </a:cxn>
              </a:cxnLst>
              <a:rect l="l" t="t" r="r" b="b"/>
              <a:pathLst>
                <a:path w="596348" h="2796209">
                  <a:moveTo>
                    <a:pt x="0" y="0"/>
                  </a:moveTo>
                  <a:lnTo>
                    <a:pt x="0" y="2796209"/>
                  </a:lnTo>
                  <a:lnTo>
                    <a:pt x="596348" y="2796209"/>
                  </a:lnTo>
                </a:path>
              </a:pathLst>
            </a:custGeom>
            <a:noFill/>
            <a:ln w="3175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12">
              <a:extLst>
                <a:ext uri="{FF2B5EF4-FFF2-40B4-BE49-F238E27FC236}">
                  <a16:creationId xmlns:a16="http://schemas.microsoft.com/office/drawing/2014/main" id="{C51B18E4-AE6F-F619-85E2-49431822B1AA}"/>
                </a:ext>
              </a:extLst>
            </p:cNvPr>
            <p:cNvGrpSpPr/>
            <p:nvPr/>
          </p:nvGrpSpPr>
          <p:grpSpPr>
            <a:xfrm>
              <a:off x="1550505" y="3048001"/>
              <a:ext cx="1656522" cy="400110"/>
              <a:chOff x="437322" y="2637183"/>
              <a:chExt cx="1656522" cy="400110"/>
            </a:xfrm>
          </p:grpSpPr>
          <p:sp>
            <p:nvSpPr>
              <p:cNvPr id="6" name="Rectangle 10">
                <a:extLst>
                  <a:ext uri="{FF2B5EF4-FFF2-40B4-BE49-F238E27FC236}">
                    <a16:creationId xmlns:a16="http://schemas.microsoft.com/office/drawing/2014/main" id="{37DD6C6C-F3DC-02D1-0D2C-4B697BE05699}"/>
                  </a:ext>
                </a:extLst>
              </p:cNvPr>
              <p:cNvSpPr/>
              <p:nvPr/>
            </p:nvSpPr>
            <p:spPr>
              <a:xfrm>
                <a:off x="437322" y="2690191"/>
                <a:ext cx="1656522" cy="291548"/>
              </a:xfrm>
              <a:prstGeom prst="rect">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2754C1A1-FAF4-5784-042C-C810D638810A}"/>
                  </a:ext>
                </a:extLst>
              </p:cNvPr>
              <p:cNvSpPr txBox="1"/>
              <p:nvPr/>
            </p:nvSpPr>
            <p:spPr>
              <a:xfrm>
                <a:off x="675860" y="2637183"/>
                <a:ext cx="1180580" cy="400110"/>
              </a:xfrm>
              <a:prstGeom prst="rect">
                <a:avLst/>
              </a:prstGeom>
              <a:noFill/>
            </p:spPr>
            <p:txBody>
              <a:bodyPr wrap="none" rtlCol="0">
                <a:spAutoFit/>
              </a:bodyPr>
              <a:lstStyle/>
              <a:p>
                <a:r>
                  <a:rPr lang="en-US" sz="2000" dirty="0"/>
                  <a:t>datagram</a:t>
                </a:r>
                <a:endParaRPr lang="en-US" dirty="0"/>
              </a:p>
            </p:txBody>
          </p:sp>
        </p:grpSp>
        <p:grpSp>
          <p:nvGrpSpPr>
            <p:cNvPr id="8" name="Group 132">
              <a:extLst>
                <a:ext uri="{FF2B5EF4-FFF2-40B4-BE49-F238E27FC236}">
                  <a16:creationId xmlns:a16="http://schemas.microsoft.com/office/drawing/2014/main" id="{D267C7C2-B494-DD39-6990-088FAC7BEA99}"/>
                </a:ext>
              </a:extLst>
            </p:cNvPr>
            <p:cNvGrpSpPr/>
            <p:nvPr/>
          </p:nvGrpSpPr>
          <p:grpSpPr>
            <a:xfrm>
              <a:off x="1567043" y="4446000"/>
              <a:ext cx="2325599" cy="862266"/>
              <a:chOff x="1567043" y="4446000"/>
              <a:chExt cx="2325599" cy="862266"/>
            </a:xfrm>
          </p:grpSpPr>
          <p:grpSp>
            <p:nvGrpSpPr>
              <p:cNvPr id="9" name="Group 22">
                <a:extLst>
                  <a:ext uri="{FF2B5EF4-FFF2-40B4-BE49-F238E27FC236}">
                    <a16:creationId xmlns:a16="http://schemas.microsoft.com/office/drawing/2014/main" id="{6A2B627F-9722-F2C8-D7D9-E4F9F0A6175E}"/>
                  </a:ext>
                </a:extLst>
              </p:cNvPr>
              <p:cNvGrpSpPr/>
              <p:nvPr/>
            </p:nvGrpSpPr>
            <p:grpSpPr>
              <a:xfrm>
                <a:off x="1567043" y="4905756"/>
                <a:ext cx="2325599" cy="402510"/>
                <a:chOff x="1904400" y="5169547"/>
                <a:chExt cx="2325599" cy="402510"/>
              </a:xfrm>
            </p:grpSpPr>
            <p:sp>
              <p:nvSpPr>
                <p:cNvPr id="16" name="Rectangle 17">
                  <a:extLst>
                    <a:ext uri="{FF2B5EF4-FFF2-40B4-BE49-F238E27FC236}">
                      <a16:creationId xmlns:a16="http://schemas.microsoft.com/office/drawing/2014/main" id="{45271035-6489-482C-3C51-FCBB1D38ADF8}"/>
                    </a:ext>
                  </a:extLst>
                </p:cNvPr>
                <p:cNvSpPr/>
                <p:nvPr/>
              </p:nvSpPr>
              <p:spPr>
                <a:xfrm>
                  <a:off x="1904400" y="5221355"/>
                  <a:ext cx="2325599" cy="291548"/>
                </a:xfrm>
                <a:prstGeom prst="rect">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8">
                  <a:extLst>
                    <a:ext uri="{FF2B5EF4-FFF2-40B4-BE49-F238E27FC236}">
                      <a16:creationId xmlns:a16="http://schemas.microsoft.com/office/drawing/2014/main" id="{E9A868E4-6DE0-24D4-6F18-88FAE40D90BC}"/>
                    </a:ext>
                  </a:extLst>
                </p:cNvPr>
                <p:cNvSpPr txBox="1"/>
                <p:nvPr/>
              </p:nvSpPr>
              <p:spPr>
                <a:xfrm>
                  <a:off x="2617147" y="5171947"/>
                  <a:ext cx="341760" cy="400110"/>
                </a:xfrm>
                <a:prstGeom prst="rect">
                  <a:avLst/>
                </a:prstGeom>
                <a:noFill/>
              </p:spPr>
              <p:txBody>
                <a:bodyPr wrap="none" rtlCol="0">
                  <a:spAutoFit/>
                </a:bodyPr>
                <a:lstStyle/>
                <a:p>
                  <a:r>
                    <a:rPr lang="en-US" sz="2000" dirty="0"/>
                    <a:t>D</a:t>
                  </a:r>
                  <a:endParaRPr lang="en-US" dirty="0"/>
                </a:p>
              </p:txBody>
            </p:sp>
            <p:sp>
              <p:nvSpPr>
                <p:cNvPr id="18" name="TextBox 19">
                  <a:extLst>
                    <a:ext uri="{FF2B5EF4-FFF2-40B4-BE49-F238E27FC236}">
                      <a16:creationId xmlns:a16="http://schemas.microsoft.com/office/drawing/2014/main" id="{4C6DDE78-3066-454E-84E3-F9284CC0745F}"/>
                    </a:ext>
                  </a:extLst>
                </p:cNvPr>
                <p:cNvSpPr txBox="1"/>
                <p:nvPr/>
              </p:nvSpPr>
              <p:spPr>
                <a:xfrm>
                  <a:off x="3549850" y="5169547"/>
                  <a:ext cx="603050" cy="400110"/>
                </a:xfrm>
                <a:prstGeom prst="rect">
                  <a:avLst/>
                </a:prstGeom>
                <a:noFill/>
              </p:spPr>
              <p:txBody>
                <a:bodyPr wrap="none" rtlCol="0">
                  <a:spAutoFit/>
                </a:bodyPr>
                <a:lstStyle/>
                <a:p>
                  <a:r>
                    <a:rPr lang="en-US" sz="2000" dirty="0"/>
                    <a:t>EDC</a:t>
                  </a:r>
                  <a:endParaRPr lang="en-US" dirty="0"/>
                </a:p>
              </p:txBody>
            </p:sp>
            <p:cxnSp>
              <p:nvCxnSpPr>
                <p:cNvPr id="19" name="Straight Connector 21">
                  <a:extLst>
                    <a:ext uri="{FF2B5EF4-FFF2-40B4-BE49-F238E27FC236}">
                      <a16:creationId xmlns:a16="http://schemas.microsoft.com/office/drawing/2014/main" id="{C42B9CCC-8051-4B53-89A3-F00B06959F1B}"/>
                    </a:ext>
                  </a:extLst>
                </p:cNvPr>
                <p:cNvCxnSpPr/>
                <p:nvPr/>
              </p:nvCxnSpPr>
              <p:spPr>
                <a:xfrm>
                  <a:off x="3531600" y="5223600"/>
                  <a:ext cx="0" cy="28800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30">
                <a:extLst>
                  <a:ext uri="{FF2B5EF4-FFF2-40B4-BE49-F238E27FC236}">
                    <a16:creationId xmlns:a16="http://schemas.microsoft.com/office/drawing/2014/main" id="{C5695FAA-32F5-5501-6C71-3916173887E9}"/>
                  </a:ext>
                </a:extLst>
              </p:cNvPr>
              <p:cNvGrpSpPr/>
              <p:nvPr/>
            </p:nvGrpSpPr>
            <p:grpSpPr>
              <a:xfrm>
                <a:off x="1571947" y="4446000"/>
                <a:ext cx="1645200" cy="400110"/>
                <a:chOff x="1897200" y="4446000"/>
                <a:chExt cx="1645200" cy="400110"/>
              </a:xfrm>
            </p:grpSpPr>
            <p:cxnSp>
              <p:nvCxnSpPr>
                <p:cNvPr id="11" name="Straight Arrow Connector 25">
                  <a:extLst>
                    <a:ext uri="{FF2B5EF4-FFF2-40B4-BE49-F238E27FC236}">
                      <a16:creationId xmlns:a16="http://schemas.microsoft.com/office/drawing/2014/main" id="{C7EB3649-821A-3820-80DE-69AB3D0C748F}"/>
                    </a:ext>
                  </a:extLst>
                </p:cNvPr>
                <p:cNvCxnSpPr/>
                <p:nvPr/>
              </p:nvCxnSpPr>
              <p:spPr>
                <a:xfrm>
                  <a:off x="1897200" y="4665600"/>
                  <a:ext cx="1638000" cy="0"/>
                </a:xfrm>
                <a:prstGeom prst="straightConnector1">
                  <a:avLst/>
                </a:prstGeom>
                <a:ln w="222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Rectangle 26">
                  <a:extLst>
                    <a:ext uri="{FF2B5EF4-FFF2-40B4-BE49-F238E27FC236}">
                      <a16:creationId xmlns:a16="http://schemas.microsoft.com/office/drawing/2014/main" id="{DC1BD151-7B2A-B2CC-F9FB-6D3B02922604}"/>
                    </a:ext>
                  </a:extLst>
                </p:cNvPr>
                <p:cNvSpPr/>
                <p:nvPr/>
              </p:nvSpPr>
              <p:spPr>
                <a:xfrm>
                  <a:off x="2098800" y="4636800"/>
                  <a:ext cx="12456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23">
                  <a:extLst>
                    <a:ext uri="{FF2B5EF4-FFF2-40B4-BE49-F238E27FC236}">
                      <a16:creationId xmlns:a16="http://schemas.microsoft.com/office/drawing/2014/main" id="{6AD8E919-EC48-47AA-5E4C-1303971520B8}"/>
                    </a:ext>
                  </a:extLst>
                </p:cNvPr>
                <p:cNvSpPr txBox="1"/>
                <p:nvPr/>
              </p:nvSpPr>
              <p:spPr>
                <a:xfrm>
                  <a:off x="2088000" y="4446000"/>
                  <a:ext cx="1278812" cy="400110"/>
                </a:xfrm>
                <a:prstGeom prst="rect">
                  <a:avLst/>
                </a:prstGeom>
                <a:solidFill>
                  <a:schemeClr val="bg1"/>
                </a:solidFill>
              </p:spPr>
              <p:txBody>
                <a:bodyPr wrap="none" rtlCol="0">
                  <a:spAutoFit/>
                </a:bodyPr>
                <a:lstStyle/>
                <a:p>
                  <a:r>
                    <a:rPr lang="en-US" sz="2000" dirty="0"/>
                    <a:t>d data bits</a:t>
                  </a:r>
                </a:p>
              </p:txBody>
            </p:sp>
            <p:cxnSp>
              <p:nvCxnSpPr>
                <p:cNvPr id="14" name="Straight Connector 28">
                  <a:extLst>
                    <a:ext uri="{FF2B5EF4-FFF2-40B4-BE49-F238E27FC236}">
                      <a16:creationId xmlns:a16="http://schemas.microsoft.com/office/drawing/2014/main" id="{0388A3EA-75BB-860A-6404-84D0B5911EF8}"/>
                    </a:ext>
                  </a:extLst>
                </p:cNvPr>
                <p:cNvCxnSpPr/>
                <p:nvPr/>
              </p:nvCxnSpPr>
              <p:spPr>
                <a:xfrm>
                  <a:off x="3542400" y="4572000"/>
                  <a:ext cx="0" cy="18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29">
                  <a:extLst>
                    <a:ext uri="{FF2B5EF4-FFF2-40B4-BE49-F238E27FC236}">
                      <a16:creationId xmlns:a16="http://schemas.microsoft.com/office/drawing/2014/main" id="{BAE49583-E217-B227-45C2-14A7BBC9F9D4}"/>
                    </a:ext>
                  </a:extLst>
                </p:cNvPr>
                <p:cNvCxnSpPr/>
                <p:nvPr/>
              </p:nvCxnSpPr>
              <p:spPr>
                <a:xfrm>
                  <a:off x="1902000" y="4569600"/>
                  <a:ext cx="0" cy="18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 name="Group 108">
              <a:extLst>
                <a:ext uri="{FF2B5EF4-FFF2-40B4-BE49-F238E27FC236}">
                  <a16:creationId xmlns:a16="http://schemas.microsoft.com/office/drawing/2014/main" id="{6EB959A4-08FC-A5B3-4D8A-A26B6F0064EA}"/>
                </a:ext>
              </a:extLst>
            </p:cNvPr>
            <p:cNvGrpSpPr/>
            <p:nvPr/>
          </p:nvGrpSpPr>
          <p:grpSpPr>
            <a:xfrm>
              <a:off x="2714378" y="5528580"/>
              <a:ext cx="2679258" cy="434898"/>
              <a:chOff x="3244465" y="6071919"/>
              <a:chExt cx="2679258" cy="434898"/>
            </a:xfrm>
          </p:grpSpPr>
          <p:grpSp>
            <p:nvGrpSpPr>
              <p:cNvPr id="21" name="Group 107">
                <a:extLst>
                  <a:ext uri="{FF2B5EF4-FFF2-40B4-BE49-F238E27FC236}">
                    <a16:creationId xmlns:a16="http://schemas.microsoft.com/office/drawing/2014/main" id="{C4D29820-3214-7204-C5E4-99D40A9FD599}"/>
                  </a:ext>
                </a:extLst>
              </p:cNvPr>
              <p:cNvGrpSpPr/>
              <p:nvPr/>
            </p:nvGrpSpPr>
            <p:grpSpPr>
              <a:xfrm>
                <a:off x="3244465" y="6071919"/>
                <a:ext cx="2679258" cy="434898"/>
                <a:chOff x="3244464" y="6071919"/>
                <a:chExt cx="2864787" cy="434898"/>
              </a:xfrm>
            </p:grpSpPr>
            <p:sp>
              <p:nvSpPr>
                <p:cNvPr id="23" name="Rectangle 61">
                  <a:extLst>
                    <a:ext uri="{FF2B5EF4-FFF2-40B4-BE49-F238E27FC236}">
                      <a16:creationId xmlns:a16="http://schemas.microsoft.com/office/drawing/2014/main" id="{D977EC43-2CD7-6C39-59DE-8E4AB01B9B77}"/>
                    </a:ext>
                  </a:extLst>
                </p:cNvPr>
                <p:cNvSpPr/>
                <p:nvPr/>
              </p:nvSpPr>
              <p:spPr>
                <a:xfrm>
                  <a:off x="3320909" y="6071919"/>
                  <a:ext cx="2711898" cy="434898"/>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62">
                  <a:extLst>
                    <a:ext uri="{FF2B5EF4-FFF2-40B4-BE49-F238E27FC236}">
                      <a16:creationId xmlns:a16="http://schemas.microsoft.com/office/drawing/2014/main" id="{35C79E68-2578-9473-94A3-BF34E84871AB}"/>
                    </a:ext>
                  </a:extLst>
                </p:cNvPr>
                <p:cNvSpPr/>
                <p:nvPr/>
              </p:nvSpPr>
              <p:spPr>
                <a:xfrm>
                  <a:off x="3244464" y="6071919"/>
                  <a:ext cx="152890" cy="434896"/>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63">
                  <a:extLst>
                    <a:ext uri="{FF2B5EF4-FFF2-40B4-BE49-F238E27FC236}">
                      <a16:creationId xmlns:a16="http://schemas.microsoft.com/office/drawing/2014/main" id="{AD9B1A70-0AB0-F878-EB44-6FA7A8B15CDB}"/>
                    </a:ext>
                  </a:extLst>
                </p:cNvPr>
                <p:cNvSpPr/>
                <p:nvPr/>
              </p:nvSpPr>
              <p:spPr>
                <a:xfrm>
                  <a:off x="5956361" y="6071919"/>
                  <a:ext cx="152890" cy="434896"/>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64">
                  <a:extLst>
                    <a:ext uri="{FF2B5EF4-FFF2-40B4-BE49-F238E27FC236}">
                      <a16:creationId xmlns:a16="http://schemas.microsoft.com/office/drawing/2014/main" id="{6A106E3A-EE7B-C4B5-E66C-A9400A4E2A2A}"/>
                    </a:ext>
                  </a:extLst>
                </p:cNvPr>
                <p:cNvSpPr/>
                <p:nvPr/>
              </p:nvSpPr>
              <p:spPr>
                <a:xfrm>
                  <a:off x="5752507" y="6071919"/>
                  <a:ext cx="280299" cy="434896"/>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 name="TextBox 60">
                <a:extLst>
                  <a:ext uri="{FF2B5EF4-FFF2-40B4-BE49-F238E27FC236}">
                    <a16:creationId xmlns:a16="http://schemas.microsoft.com/office/drawing/2014/main" id="{5C8732EC-8FB9-6DEB-EF52-020F015043D0}"/>
                  </a:ext>
                </a:extLst>
              </p:cNvPr>
              <p:cNvSpPr txBox="1"/>
              <p:nvPr/>
            </p:nvSpPr>
            <p:spPr>
              <a:xfrm>
                <a:off x="3568996" y="6078283"/>
                <a:ext cx="21372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1" dirty="0">
                    <a:latin typeface="Calibri" panose="020F0502020204030204"/>
                  </a:rPr>
                  <a:t>b</a:t>
                </a:r>
                <a:r>
                  <a:rPr kumimoji="0" lang="en-US" sz="2000" b="0" i="1" u="none" strike="noStrike" kern="1200" cap="none" spc="0" normalizeH="0" baseline="0" noProof="0" dirty="0">
                    <a:ln>
                      <a:noFill/>
                    </a:ln>
                    <a:effectLst/>
                    <a:uLnTx/>
                    <a:uFillTx/>
                    <a:latin typeface="Calibri" panose="020F0502020204030204"/>
                    <a:ea typeface="+mn-ea"/>
                    <a:cs typeface="+mn-cs"/>
                  </a:rPr>
                  <a:t>it-error prone link</a:t>
                </a:r>
              </a:p>
            </p:txBody>
          </p:sp>
        </p:grpSp>
        <p:grpSp>
          <p:nvGrpSpPr>
            <p:cNvPr id="27" name="Group 133">
              <a:extLst>
                <a:ext uri="{FF2B5EF4-FFF2-40B4-BE49-F238E27FC236}">
                  <a16:creationId xmlns:a16="http://schemas.microsoft.com/office/drawing/2014/main" id="{74598193-A4C5-69F3-9CD6-9346ECE415B7}"/>
                </a:ext>
              </a:extLst>
            </p:cNvPr>
            <p:cNvGrpSpPr/>
            <p:nvPr/>
          </p:nvGrpSpPr>
          <p:grpSpPr>
            <a:xfrm>
              <a:off x="4661425" y="4717774"/>
              <a:ext cx="2325599" cy="1033670"/>
              <a:chOff x="4661425" y="4717774"/>
              <a:chExt cx="2325599" cy="1033670"/>
            </a:xfrm>
          </p:grpSpPr>
          <p:sp>
            <p:nvSpPr>
              <p:cNvPr id="28" name="Freeform 112">
                <a:extLst>
                  <a:ext uri="{FF2B5EF4-FFF2-40B4-BE49-F238E27FC236}">
                    <a16:creationId xmlns:a16="http://schemas.microsoft.com/office/drawing/2014/main" id="{1AE3ED9A-1973-1A1E-EB56-E47404227734}"/>
                  </a:ext>
                </a:extLst>
              </p:cNvPr>
              <p:cNvSpPr/>
              <p:nvPr/>
            </p:nvSpPr>
            <p:spPr>
              <a:xfrm>
                <a:off x="5486400" y="4717774"/>
                <a:ext cx="238539" cy="1033670"/>
              </a:xfrm>
              <a:custGeom>
                <a:avLst/>
                <a:gdLst>
                  <a:gd name="connsiteX0" fmla="*/ 0 w 238539"/>
                  <a:gd name="connsiteY0" fmla="*/ 1033670 h 1033670"/>
                  <a:gd name="connsiteX1" fmla="*/ 238539 w 238539"/>
                  <a:gd name="connsiteY1" fmla="*/ 1033670 h 1033670"/>
                  <a:gd name="connsiteX2" fmla="*/ 238539 w 238539"/>
                  <a:gd name="connsiteY2" fmla="*/ 0 h 1033670"/>
                </a:gdLst>
                <a:ahLst/>
                <a:cxnLst>
                  <a:cxn ang="0">
                    <a:pos x="connsiteX0" y="connsiteY0"/>
                  </a:cxn>
                  <a:cxn ang="0">
                    <a:pos x="connsiteX1" y="connsiteY1"/>
                  </a:cxn>
                  <a:cxn ang="0">
                    <a:pos x="connsiteX2" y="connsiteY2"/>
                  </a:cxn>
                </a:cxnLst>
                <a:rect l="l" t="t" r="r" b="b"/>
                <a:pathLst>
                  <a:path w="238539" h="1033670">
                    <a:moveTo>
                      <a:pt x="0" y="1033670"/>
                    </a:moveTo>
                    <a:lnTo>
                      <a:pt x="238539" y="1033670"/>
                    </a:lnTo>
                    <a:lnTo>
                      <a:pt x="238539" y="0"/>
                    </a:lnTo>
                  </a:path>
                </a:pathLst>
              </a:custGeom>
              <a:noFill/>
              <a:ln w="2857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115">
                <a:extLst>
                  <a:ext uri="{FF2B5EF4-FFF2-40B4-BE49-F238E27FC236}">
                    <a16:creationId xmlns:a16="http://schemas.microsoft.com/office/drawing/2014/main" id="{4D32E09C-D751-110D-229C-50CECB3D099D}"/>
                  </a:ext>
                </a:extLst>
              </p:cNvPr>
              <p:cNvGrpSpPr/>
              <p:nvPr/>
            </p:nvGrpSpPr>
            <p:grpSpPr>
              <a:xfrm>
                <a:off x="4661425" y="4890052"/>
                <a:ext cx="2325599" cy="402510"/>
                <a:chOff x="1904400" y="5169547"/>
                <a:chExt cx="2325599" cy="402510"/>
              </a:xfrm>
            </p:grpSpPr>
            <p:sp>
              <p:nvSpPr>
                <p:cNvPr id="30" name="Rectangle 116">
                  <a:extLst>
                    <a:ext uri="{FF2B5EF4-FFF2-40B4-BE49-F238E27FC236}">
                      <a16:creationId xmlns:a16="http://schemas.microsoft.com/office/drawing/2014/main" id="{2A6E316E-2DF8-50A0-47F0-7FB9FC0164E3}"/>
                    </a:ext>
                  </a:extLst>
                </p:cNvPr>
                <p:cNvSpPr/>
                <p:nvPr/>
              </p:nvSpPr>
              <p:spPr>
                <a:xfrm>
                  <a:off x="1904400" y="5221355"/>
                  <a:ext cx="2325599" cy="291548"/>
                </a:xfrm>
                <a:prstGeom prst="rect">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117">
                  <a:extLst>
                    <a:ext uri="{FF2B5EF4-FFF2-40B4-BE49-F238E27FC236}">
                      <a16:creationId xmlns:a16="http://schemas.microsoft.com/office/drawing/2014/main" id="{82760DB7-AF86-5A18-959F-D9D9D35E6CD6}"/>
                    </a:ext>
                  </a:extLst>
                </p:cNvPr>
                <p:cNvSpPr txBox="1"/>
                <p:nvPr/>
              </p:nvSpPr>
              <p:spPr>
                <a:xfrm>
                  <a:off x="2617147" y="5171947"/>
                  <a:ext cx="406265" cy="400110"/>
                </a:xfrm>
                <a:prstGeom prst="rect">
                  <a:avLst/>
                </a:prstGeom>
                <a:noFill/>
              </p:spPr>
              <p:txBody>
                <a:bodyPr wrap="none" rtlCol="0">
                  <a:spAutoFit/>
                </a:bodyPr>
                <a:lstStyle/>
                <a:p>
                  <a:r>
                    <a:rPr lang="en-US" sz="2000" dirty="0"/>
                    <a:t>D’</a:t>
                  </a:r>
                  <a:endParaRPr lang="en-US" dirty="0"/>
                </a:p>
              </p:txBody>
            </p:sp>
            <p:sp>
              <p:nvSpPr>
                <p:cNvPr id="32" name="TextBox 118">
                  <a:extLst>
                    <a:ext uri="{FF2B5EF4-FFF2-40B4-BE49-F238E27FC236}">
                      <a16:creationId xmlns:a16="http://schemas.microsoft.com/office/drawing/2014/main" id="{5DD5AC48-8D00-EB45-3072-D35D884CCC57}"/>
                    </a:ext>
                  </a:extLst>
                </p:cNvPr>
                <p:cNvSpPr txBox="1"/>
                <p:nvPr/>
              </p:nvSpPr>
              <p:spPr>
                <a:xfrm>
                  <a:off x="3549850" y="5169547"/>
                  <a:ext cx="678327" cy="400110"/>
                </a:xfrm>
                <a:prstGeom prst="rect">
                  <a:avLst/>
                </a:prstGeom>
                <a:noFill/>
              </p:spPr>
              <p:txBody>
                <a:bodyPr wrap="none" rtlCol="0">
                  <a:spAutoFit/>
                </a:bodyPr>
                <a:lstStyle/>
                <a:p>
                  <a:r>
                    <a:rPr lang="en-US" sz="2000" dirty="0"/>
                    <a:t>EDC’</a:t>
                  </a:r>
                  <a:endParaRPr lang="en-US" dirty="0"/>
                </a:p>
              </p:txBody>
            </p:sp>
            <p:cxnSp>
              <p:nvCxnSpPr>
                <p:cNvPr id="33" name="Straight Connector 119">
                  <a:extLst>
                    <a:ext uri="{FF2B5EF4-FFF2-40B4-BE49-F238E27FC236}">
                      <a16:creationId xmlns:a16="http://schemas.microsoft.com/office/drawing/2014/main" id="{E8432C89-6181-7B8D-D76D-B7D65EE5ED18}"/>
                    </a:ext>
                  </a:extLst>
                </p:cNvPr>
                <p:cNvCxnSpPr/>
                <p:nvPr/>
              </p:nvCxnSpPr>
              <p:spPr>
                <a:xfrm>
                  <a:off x="3531600" y="5223600"/>
                  <a:ext cx="0" cy="28800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4" name="Group 134">
              <a:extLst>
                <a:ext uri="{FF2B5EF4-FFF2-40B4-BE49-F238E27FC236}">
                  <a16:creationId xmlns:a16="http://schemas.microsoft.com/office/drawing/2014/main" id="{F927BD84-4D2A-4254-7E58-1F9642FB0532}"/>
                </a:ext>
              </a:extLst>
            </p:cNvPr>
            <p:cNvGrpSpPr/>
            <p:nvPr/>
          </p:nvGrpSpPr>
          <p:grpSpPr>
            <a:xfrm>
              <a:off x="4996068" y="3670851"/>
              <a:ext cx="2457775" cy="1037317"/>
              <a:chOff x="4996068" y="3670851"/>
              <a:chExt cx="2457775" cy="1037317"/>
            </a:xfrm>
          </p:grpSpPr>
          <p:grpSp>
            <p:nvGrpSpPr>
              <p:cNvPr id="35" name="Group 123">
                <a:extLst>
                  <a:ext uri="{FF2B5EF4-FFF2-40B4-BE49-F238E27FC236}">
                    <a16:creationId xmlns:a16="http://schemas.microsoft.com/office/drawing/2014/main" id="{F3F69A80-7C7E-3443-426E-260829BD78F8}"/>
                  </a:ext>
                </a:extLst>
              </p:cNvPr>
              <p:cNvGrpSpPr/>
              <p:nvPr/>
            </p:nvGrpSpPr>
            <p:grpSpPr>
              <a:xfrm>
                <a:off x="4996068" y="3670851"/>
                <a:ext cx="1431235" cy="1037317"/>
                <a:chOff x="6718851" y="5632173"/>
                <a:chExt cx="1431235" cy="1037317"/>
              </a:xfrm>
            </p:grpSpPr>
            <p:sp>
              <p:nvSpPr>
                <p:cNvPr id="39" name="Diamond 121">
                  <a:extLst>
                    <a:ext uri="{FF2B5EF4-FFF2-40B4-BE49-F238E27FC236}">
                      <a16:creationId xmlns:a16="http://schemas.microsoft.com/office/drawing/2014/main" id="{F269A4C1-FFD2-6B60-504A-47E580E1DFEA}"/>
                    </a:ext>
                  </a:extLst>
                </p:cNvPr>
                <p:cNvSpPr/>
                <p:nvPr/>
              </p:nvSpPr>
              <p:spPr>
                <a:xfrm>
                  <a:off x="6718851" y="5632173"/>
                  <a:ext cx="1431235" cy="993913"/>
                </a:xfrm>
                <a:prstGeom prst="diamond">
                  <a:avLst/>
                </a:prstGeom>
                <a:solidFill>
                  <a:schemeClr val="bg1"/>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122">
                  <a:extLst>
                    <a:ext uri="{FF2B5EF4-FFF2-40B4-BE49-F238E27FC236}">
                      <a16:creationId xmlns:a16="http://schemas.microsoft.com/office/drawing/2014/main" id="{9902F9CD-A4D2-F917-D0D4-3AD17381E553}"/>
                    </a:ext>
                  </a:extLst>
                </p:cNvPr>
                <p:cNvSpPr txBox="1"/>
                <p:nvPr/>
              </p:nvSpPr>
              <p:spPr>
                <a:xfrm>
                  <a:off x="6932490" y="5737183"/>
                  <a:ext cx="1007327" cy="932307"/>
                </a:xfrm>
                <a:prstGeom prst="rect">
                  <a:avLst/>
                </a:prstGeom>
                <a:noFill/>
              </p:spPr>
              <p:txBody>
                <a:bodyPr wrap="none" rtlCol="0">
                  <a:spAutoFit/>
                </a:bodyPr>
                <a:lstStyle/>
                <a:p>
                  <a:pPr algn="ctr">
                    <a:lnSpc>
                      <a:spcPct val="75000"/>
                    </a:lnSpc>
                  </a:pPr>
                  <a:r>
                    <a:rPr lang="en-US" dirty="0"/>
                    <a:t>all</a:t>
                  </a:r>
                </a:p>
                <a:p>
                  <a:pPr algn="ctr">
                    <a:lnSpc>
                      <a:spcPct val="75000"/>
                    </a:lnSpc>
                  </a:pPr>
                  <a:r>
                    <a:rPr lang="en-US" dirty="0"/>
                    <a:t>bits in D’</a:t>
                  </a:r>
                </a:p>
                <a:p>
                  <a:pPr algn="ctr">
                    <a:lnSpc>
                      <a:spcPct val="75000"/>
                    </a:lnSpc>
                  </a:pPr>
                  <a:r>
                    <a:rPr lang="en-US" dirty="0"/>
                    <a:t>OK</a:t>
                  </a:r>
                </a:p>
                <a:p>
                  <a:pPr algn="ctr">
                    <a:lnSpc>
                      <a:spcPct val="75000"/>
                    </a:lnSpc>
                  </a:pPr>
                  <a:r>
                    <a:rPr lang="en-US" dirty="0"/>
                    <a:t>?</a:t>
                  </a:r>
                </a:p>
              </p:txBody>
            </p:sp>
          </p:grpSp>
          <p:sp>
            <p:nvSpPr>
              <p:cNvPr id="36" name="TextBox 127">
                <a:extLst>
                  <a:ext uri="{FF2B5EF4-FFF2-40B4-BE49-F238E27FC236}">
                    <a16:creationId xmlns:a16="http://schemas.microsoft.com/office/drawing/2014/main" id="{76E9E0F7-5770-B6E6-4921-A0672B20E59C}"/>
                  </a:ext>
                </a:extLst>
              </p:cNvPr>
              <p:cNvSpPr txBox="1"/>
              <p:nvPr/>
            </p:nvSpPr>
            <p:spPr>
              <a:xfrm>
                <a:off x="6440556" y="3843131"/>
                <a:ext cx="349776" cy="400110"/>
              </a:xfrm>
              <a:prstGeom prst="rect">
                <a:avLst/>
              </a:prstGeom>
              <a:noFill/>
            </p:spPr>
            <p:txBody>
              <a:bodyPr wrap="none" rtlCol="0">
                <a:spAutoFit/>
              </a:bodyPr>
              <a:lstStyle/>
              <a:p>
                <a:r>
                  <a:rPr lang="en-US" sz="2000" dirty="0"/>
                  <a:t>N</a:t>
                </a:r>
                <a:endParaRPr lang="en-US" dirty="0"/>
              </a:p>
            </p:txBody>
          </p:sp>
          <p:sp>
            <p:nvSpPr>
              <p:cNvPr id="37" name="TextBox 128">
                <a:extLst>
                  <a:ext uri="{FF2B5EF4-FFF2-40B4-BE49-F238E27FC236}">
                    <a16:creationId xmlns:a16="http://schemas.microsoft.com/office/drawing/2014/main" id="{DA712600-87E6-E35C-D7F6-C1C4DD3905D0}"/>
                  </a:ext>
                </a:extLst>
              </p:cNvPr>
              <p:cNvSpPr txBox="1"/>
              <p:nvPr/>
            </p:nvSpPr>
            <p:spPr>
              <a:xfrm>
                <a:off x="6380921" y="4207566"/>
                <a:ext cx="1072922" cy="492571"/>
              </a:xfrm>
              <a:prstGeom prst="rect">
                <a:avLst/>
              </a:prstGeom>
              <a:noFill/>
            </p:spPr>
            <p:txBody>
              <a:bodyPr wrap="none" rtlCol="0">
                <a:spAutoFit/>
              </a:bodyPr>
              <a:lstStyle/>
              <a:p>
                <a:pPr>
                  <a:lnSpc>
                    <a:spcPct val="70000"/>
                  </a:lnSpc>
                </a:pPr>
                <a:r>
                  <a:rPr lang="en-US" dirty="0"/>
                  <a:t>detected </a:t>
                </a:r>
              </a:p>
              <a:p>
                <a:pPr>
                  <a:lnSpc>
                    <a:spcPct val="70000"/>
                  </a:lnSpc>
                </a:pPr>
                <a:r>
                  <a:rPr lang="en-US" dirty="0"/>
                  <a:t>error</a:t>
                </a:r>
                <a:endParaRPr lang="en-US" sz="1600" dirty="0"/>
              </a:p>
            </p:txBody>
          </p:sp>
          <p:cxnSp>
            <p:nvCxnSpPr>
              <p:cNvPr id="38" name="Straight Arrow Connector 130">
                <a:extLst>
                  <a:ext uri="{FF2B5EF4-FFF2-40B4-BE49-F238E27FC236}">
                    <a16:creationId xmlns:a16="http://schemas.microsoft.com/office/drawing/2014/main" id="{1CF230E5-14D0-D690-3748-224D45C6CEBE}"/>
                  </a:ext>
                </a:extLst>
              </p:cNvPr>
              <p:cNvCxnSpPr/>
              <p:nvPr/>
            </p:nvCxnSpPr>
            <p:spPr>
              <a:xfrm>
                <a:off x="6440557" y="4161183"/>
                <a:ext cx="715618" cy="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135">
              <a:extLst>
                <a:ext uri="{FF2B5EF4-FFF2-40B4-BE49-F238E27FC236}">
                  <a16:creationId xmlns:a16="http://schemas.microsoft.com/office/drawing/2014/main" id="{2B9632BB-7B7A-9D68-7A89-19C9E75335AB}"/>
                </a:ext>
              </a:extLst>
            </p:cNvPr>
            <p:cNvGrpSpPr/>
            <p:nvPr/>
          </p:nvGrpSpPr>
          <p:grpSpPr>
            <a:xfrm>
              <a:off x="4684642" y="2888974"/>
              <a:ext cx="1656522" cy="845626"/>
              <a:chOff x="4658138" y="2928730"/>
              <a:chExt cx="1656522" cy="845626"/>
            </a:xfrm>
          </p:grpSpPr>
          <p:sp>
            <p:nvSpPr>
              <p:cNvPr id="42" name="Rectangle 6">
                <a:extLst>
                  <a:ext uri="{FF2B5EF4-FFF2-40B4-BE49-F238E27FC236}">
                    <a16:creationId xmlns:a16="http://schemas.microsoft.com/office/drawing/2014/main" id="{B1ACD4F2-584B-02F0-5A89-73081087382E}"/>
                  </a:ext>
                </a:extLst>
              </p:cNvPr>
              <p:cNvSpPr>
                <a:spLocks noChangeArrowheads="1"/>
              </p:cNvSpPr>
              <p:nvPr/>
            </p:nvSpPr>
            <p:spPr bwMode="auto">
              <a:xfrm>
                <a:off x="5437808" y="3492294"/>
                <a:ext cx="176213" cy="1936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cxnSp>
            <p:nvCxnSpPr>
              <p:cNvPr id="43" name="Straight Arrow Connector 114">
                <a:extLst>
                  <a:ext uri="{FF2B5EF4-FFF2-40B4-BE49-F238E27FC236}">
                    <a16:creationId xmlns:a16="http://schemas.microsoft.com/office/drawing/2014/main" id="{CDFA07A4-6BFC-8A38-0D47-2D92D7C9277C}"/>
                  </a:ext>
                </a:extLst>
              </p:cNvPr>
              <p:cNvCxnSpPr/>
              <p:nvPr/>
            </p:nvCxnSpPr>
            <p:spPr>
              <a:xfrm flipV="1">
                <a:off x="5685182" y="2928730"/>
                <a:ext cx="0" cy="72887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131">
                <a:extLst>
                  <a:ext uri="{FF2B5EF4-FFF2-40B4-BE49-F238E27FC236}">
                    <a16:creationId xmlns:a16="http://schemas.microsoft.com/office/drawing/2014/main" id="{CEBA49F4-B7A3-26CD-400B-3A10C7F7E2EC}"/>
                  </a:ext>
                </a:extLst>
              </p:cNvPr>
              <p:cNvSpPr txBox="1"/>
              <p:nvPr/>
            </p:nvSpPr>
            <p:spPr>
              <a:xfrm>
                <a:off x="4696239" y="3498575"/>
                <a:ext cx="1022524" cy="275781"/>
              </a:xfrm>
              <a:prstGeom prst="rect">
                <a:avLst/>
              </a:prstGeom>
              <a:noFill/>
            </p:spPr>
            <p:txBody>
              <a:bodyPr wrap="none" rtlCol="0">
                <a:spAutoFit/>
              </a:bodyPr>
              <a:lstStyle/>
              <a:p>
                <a:pPr>
                  <a:lnSpc>
                    <a:spcPct val="70000"/>
                  </a:lnSpc>
                </a:pPr>
                <a:r>
                  <a:rPr lang="en-US" sz="1600" dirty="0"/>
                  <a:t>otherwise</a:t>
                </a:r>
              </a:p>
            </p:txBody>
          </p:sp>
          <p:grpSp>
            <p:nvGrpSpPr>
              <p:cNvPr id="45" name="Group 13">
                <a:extLst>
                  <a:ext uri="{FF2B5EF4-FFF2-40B4-BE49-F238E27FC236}">
                    <a16:creationId xmlns:a16="http://schemas.microsoft.com/office/drawing/2014/main" id="{5392E1DA-8E67-4623-1D17-74D8FC0E4BC1}"/>
                  </a:ext>
                </a:extLst>
              </p:cNvPr>
              <p:cNvGrpSpPr/>
              <p:nvPr/>
            </p:nvGrpSpPr>
            <p:grpSpPr>
              <a:xfrm>
                <a:off x="4658138" y="3028123"/>
                <a:ext cx="1656522" cy="400110"/>
                <a:chOff x="437322" y="2637183"/>
                <a:chExt cx="1656522" cy="400110"/>
              </a:xfrm>
            </p:grpSpPr>
            <p:sp>
              <p:nvSpPr>
                <p:cNvPr id="46" name="Rectangle 14">
                  <a:extLst>
                    <a:ext uri="{FF2B5EF4-FFF2-40B4-BE49-F238E27FC236}">
                      <a16:creationId xmlns:a16="http://schemas.microsoft.com/office/drawing/2014/main" id="{28E1287E-5243-C28D-FEAB-AEE333E6BE02}"/>
                    </a:ext>
                  </a:extLst>
                </p:cNvPr>
                <p:cNvSpPr/>
                <p:nvPr/>
              </p:nvSpPr>
              <p:spPr>
                <a:xfrm>
                  <a:off x="437322" y="2690191"/>
                  <a:ext cx="1656522" cy="291548"/>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15">
                  <a:extLst>
                    <a:ext uri="{FF2B5EF4-FFF2-40B4-BE49-F238E27FC236}">
                      <a16:creationId xmlns:a16="http://schemas.microsoft.com/office/drawing/2014/main" id="{4FC70646-2584-8C45-0C83-7D52E8310E9F}"/>
                    </a:ext>
                  </a:extLst>
                </p:cNvPr>
                <p:cNvSpPr txBox="1"/>
                <p:nvPr/>
              </p:nvSpPr>
              <p:spPr>
                <a:xfrm>
                  <a:off x="675860" y="2637183"/>
                  <a:ext cx="1180580" cy="400110"/>
                </a:xfrm>
                <a:prstGeom prst="rect">
                  <a:avLst/>
                </a:prstGeom>
                <a:noFill/>
              </p:spPr>
              <p:txBody>
                <a:bodyPr wrap="none" rtlCol="0">
                  <a:spAutoFit/>
                </a:bodyPr>
                <a:lstStyle/>
                <a:p>
                  <a:r>
                    <a:rPr lang="en-US" sz="2000" dirty="0"/>
                    <a:t>datagram</a:t>
                  </a:r>
                  <a:endParaRPr lang="en-US" dirty="0"/>
                </a:p>
              </p:txBody>
            </p:sp>
          </p:grpSp>
        </p:grpSp>
      </p:grpSp>
    </p:spTree>
    <p:extLst>
      <p:ext uri="{BB962C8B-B14F-4D97-AF65-F5344CB8AC3E}">
        <p14:creationId xmlns:p14="http://schemas.microsoft.com/office/powerpoint/2010/main" val="3749489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F3176A-7534-0D85-2CFF-01CA2BEA8E60}"/>
              </a:ext>
            </a:extLst>
          </p:cNvPr>
          <p:cNvSpPr>
            <a:spLocks noGrp="1"/>
          </p:cNvSpPr>
          <p:nvPr>
            <p:ph type="title"/>
          </p:nvPr>
        </p:nvSpPr>
        <p:spPr/>
        <p:txBody>
          <a:bodyPr/>
          <a:lstStyle/>
          <a:p>
            <a:r>
              <a:rPr lang="zh-CN" altLang="en-US" dirty="0"/>
              <a:t>奇偶校验</a:t>
            </a:r>
          </a:p>
        </p:txBody>
      </p:sp>
      <p:sp>
        <p:nvSpPr>
          <p:cNvPr id="3" name="内容占位符 2">
            <a:extLst>
              <a:ext uri="{FF2B5EF4-FFF2-40B4-BE49-F238E27FC236}">
                <a16:creationId xmlns:a16="http://schemas.microsoft.com/office/drawing/2014/main" id="{5816D5E3-3469-8F8E-A231-9F827139E9C9}"/>
              </a:ext>
            </a:extLst>
          </p:cNvPr>
          <p:cNvSpPr>
            <a:spLocks noGrp="1"/>
          </p:cNvSpPr>
          <p:nvPr>
            <p:ph idx="1"/>
          </p:nvPr>
        </p:nvSpPr>
        <p:spPr>
          <a:xfrm>
            <a:off x="442913" y="728664"/>
            <a:ext cx="11289710" cy="4572376"/>
          </a:xfrm>
        </p:spPr>
        <p:txBody>
          <a:bodyPr>
            <a:normAutofit lnSpcReduction="10000"/>
          </a:bodyPr>
          <a:lstStyle/>
          <a:p>
            <a:r>
              <a:rPr lang="zh-CN" altLang="en-US" b="1" u="sng" dirty="0">
                <a:solidFill>
                  <a:srgbClr val="FF0000"/>
                </a:solidFill>
              </a:rPr>
              <a:t>奇偶校验 </a:t>
            </a:r>
            <a:r>
              <a:rPr lang="zh-CN" altLang="en-US" dirty="0"/>
              <a:t> 发送</a:t>
            </a:r>
            <a:r>
              <a:rPr lang="en-US" altLang="zh-CN" dirty="0"/>
              <a:t>k</a:t>
            </a:r>
            <a:r>
              <a:rPr lang="zh-CN" altLang="en-US" dirty="0"/>
              <a:t>个信息位后附加一个冗余位，使得</a:t>
            </a:r>
            <a:r>
              <a:rPr lang="en-US" altLang="zh-CN" dirty="0"/>
              <a:t>k+1</a:t>
            </a:r>
            <a:r>
              <a:rPr lang="zh-CN" altLang="en-US" dirty="0"/>
              <a:t>比特的</a:t>
            </a:r>
            <a:r>
              <a:rPr lang="en-US" altLang="zh-CN" dirty="0"/>
              <a:t>1</a:t>
            </a:r>
            <a:r>
              <a:rPr lang="zh-CN" altLang="en-US" dirty="0"/>
              <a:t>的个数为偶数</a:t>
            </a:r>
            <a:endParaRPr lang="en-US" altLang="zh-CN" dirty="0"/>
          </a:p>
          <a:p>
            <a:pPr lvl="1"/>
            <a:r>
              <a:rPr lang="zh-CN" altLang="en-US" sz="2000" dirty="0"/>
              <a:t>检测出所有奇数个差错</a:t>
            </a:r>
            <a:endParaRPr lang="en-US" altLang="zh-CN" sz="2000" dirty="0"/>
          </a:p>
          <a:p>
            <a:pPr lvl="1"/>
            <a:r>
              <a:rPr lang="zh-CN" altLang="en-US" sz="2000" dirty="0"/>
              <a:t>无法检测出偶数个差错</a:t>
            </a:r>
            <a:endParaRPr lang="en-US" altLang="zh-CN" sz="2000" dirty="0"/>
          </a:p>
          <a:p>
            <a:pPr lvl="1"/>
            <a:r>
              <a:rPr lang="zh-CN" altLang="en-US" sz="2000" dirty="0"/>
              <a:t>突发差错的漏检率为</a:t>
            </a:r>
            <a:r>
              <a:rPr lang="en-US" altLang="zh-CN" sz="2000" dirty="0"/>
              <a:t>50%!</a:t>
            </a:r>
          </a:p>
          <a:p>
            <a:r>
              <a:rPr lang="zh-CN" altLang="en-US" b="1" u="sng" dirty="0">
                <a:solidFill>
                  <a:srgbClr val="FF0000"/>
                </a:solidFill>
              </a:rPr>
              <a:t>二维奇偶校验</a:t>
            </a:r>
            <a:r>
              <a:rPr lang="zh-CN" altLang="en-US" dirty="0"/>
              <a:t>： </a:t>
            </a:r>
            <a:r>
              <a:rPr lang="en-US" altLang="zh-CN" dirty="0"/>
              <a:t>k = </a:t>
            </a:r>
            <a:r>
              <a:rPr lang="en-US" altLang="zh-CN" dirty="0" err="1"/>
              <a:t>i</a:t>
            </a:r>
            <a:r>
              <a:rPr lang="en-US" altLang="zh-CN" dirty="0"/>
              <a:t> * j</a:t>
            </a:r>
          </a:p>
          <a:p>
            <a:pPr lvl="1"/>
            <a:r>
              <a:rPr lang="zh-CN" altLang="en-US" sz="2000" dirty="0"/>
              <a:t>将</a:t>
            </a:r>
            <a:r>
              <a:rPr lang="en-US" altLang="zh-CN" sz="2000" dirty="0"/>
              <a:t>k</a:t>
            </a:r>
            <a:r>
              <a:rPr lang="zh-CN" altLang="en-US" sz="2000" dirty="0"/>
              <a:t>比特的数据划分为</a:t>
            </a:r>
            <a:r>
              <a:rPr lang="en-US" altLang="zh-CN" sz="2000" dirty="0" err="1"/>
              <a:t>i</a:t>
            </a:r>
            <a:r>
              <a:rPr lang="zh-CN" altLang="en-US" sz="2000" dirty="0"/>
              <a:t>行</a:t>
            </a:r>
            <a:r>
              <a:rPr lang="en-US" altLang="zh-CN" sz="2000" dirty="0"/>
              <a:t>j</a:t>
            </a:r>
            <a:r>
              <a:rPr lang="zh-CN" altLang="en-US" sz="2000" dirty="0"/>
              <a:t>列</a:t>
            </a:r>
            <a:endParaRPr lang="en-US" altLang="zh-CN" sz="2000" dirty="0"/>
          </a:p>
          <a:p>
            <a:pPr lvl="1"/>
            <a:r>
              <a:rPr lang="zh-CN" altLang="en-US" sz="2000" dirty="0"/>
              <a:t>对每行和每列计算奇偶校验位</a:t>
            </a:r>
            <a:endParaRPr lang="en-US" altLang="zh-CN" sz="2000" dirty="0"/>
          </a:p>
          <a:p>
            <a:pPr lvl="1"/>
            <a:r>
              <a:rPr lang="zh-CN" altLang="en-US" sz="2000" dirty="0"/>
              <a:t>冗余位：</a:t>
            </a:r>
            <a:r>
              <a:rPr lang="en-US" altLang="zh-CN" sz="2000" dirty="0" err="1"/>
              <a:t>i</a:t>
            </a:r>
            <a:r>
              <a:rPr lang="en-US" altLang="zh-CN" sz="2000" dirty="0"/>
              <a:t> + j + 1</a:t>
            </a:r>
            <a:r>
              <a:rPr lang="zh-CN" altLang="en-US" sz="2000" dirty="0"/>
              <a:t>个比特</a:t>
            </a:r>
            <a:endParaRPr lang="en-US" altLang="zh-CN" sz="2000" dirty="0"/>
          </a:p>
          <a:p>
            <a:pPr lvl="1"/>
            <a:r>
              <a:rPr lang="zh-CN" altLang="en-US" sz="2000" dirty="0"/>
              <a:t>可以检测出两位错、所有奇数位错</a:t>
            </a:r>
            <a:endParaRPr lang="en-US" altLang="zh-CN" sz="2000" dirty="0"/>
          </a:p>
          <a:p>
            <a:pPr lvl="1"/>
            <a:r>
              <a:rPr lang="zh-CN" altLang="en-US" sz="2000" dirty="0"/>
              <a:t>可以检测很大一部分偶数位错：差错分布以致于某一行或者某一列有奇数个差错</a:t>
            </a:r>
            <a:endParaRPr lang="en-US" altLang="zh-CN" sz="2000" dirty="0"/>
          </a:p>
          <a:p>
            <a:pPr lvl="1"/>
            <a:r>
              <a:rPr lang="zh-CN" altLang="en-US" sz="2000" dirty="0"/>
              <a:t>可检测出突发长度小于等于</a:t>
            </a:r>
            <a:r>
              <a:rPr lang="en-US" altLang="zh-CN" sz="2000" dirty="0"/>
              <a:t>j+1</a:t>
            </a:r>
            <a:r>
              <a:rPr lang="zh-CN" altLang="en-US" sz="2000" dirty="0"/>
              <a:t>的突发差错</a:t>
            </a:r>
            <a:endParaRPr lang="en-US" altLang="zh-CN" sz="2000" dirty="0"/>
          </a:p>
          <a:p>
            <a:pPr lvl="1"/>
            <a:r>
              <a:rPr lang="zh-CN" altLang="en-US" sz="2000" dirty="0"/>
              <a:t>可以纠正</a:t>
            </a:r>
            <a:r>
              <a:rPr lang="en-US" altLang="zh-CN" sz="2000" dirty="0"/>
              <a:t>1</a:t>
            </a:r>
            <a:r>
              <a:rPr lang="zh-CN" altLang="en-US" sz="2000" dirty="0"/>
              <a:t>位错</a:t>
            </a:r>
            <a:endParaRPr lang="en-US" altLang="zh-CN" sz="2000" dirty="0"/>
          </a:p>
          <a:p>
            <a:pPr marL="457200" lvl="1" indent="0">
              <a:buNone/>
            </a:pPr>
            <a:endParaRPr lang="zh-CN" altLang="en-US" sz="2000" dirty="0"/>
          </a:p>
          <a:p>
            <a:endParaRPr lang="zh-CN" altLang="en-US" dirty="0"/>
          </a:p>
        </p:txBody>
      </p:sp>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FD8C5A88-B3DC-7697-22F5-CFDD14E694EF}"/>
                  </a:ext>
                </a:extLst>
              </p:cNvPr>
              <p:cNvSpPr txBox="1"/>
              <p:nvPr/>
            </p:nvSpPr>
            <p:spPr bwMode="auto">
              <a:xfrm>
                <a:off x="8993746" y="1162702"/>
                <a:ext cx="2988032" cy="728173"/>
              </a:xfrm>
              <a:prstGeom prst="rect">
                <a:avLst/>
              </a:prstGeom>
              <a:solidFill>
                <a:srgbClr val="FFFFCC"/>
              </a:solidFill>
              <a:ln w="28575">
                <a:solidFill>
                  <a:srgbClr val="FF3300"/>
                </a:solid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𝑑</m:t>
                          </m:r>
                        </m:e>
                        <m:sub>
                          <m:r>
                            <a:rPr lang="en-US" altLang="zh-CN" b="0" i="1" smtClean="0">
                              <a:solidFill>
                                <a:srgbClr val="000000"/>
                              </a:solidFill>
                              <a:latin typeface="Cambria Math" panose="02040503050406030204" pitchFamily="18" charset="0"/>
                            </a:rPr>
                            <m:t>𝑘</m:t>
                          </m:r>
                        </m:sub>
                      </m:sSub>
                    </m:oMath>
                  </m:oMathPara>
                </a14:m>
                <a:endParaRPr lang="en-US" altLang="zh-CN" dirty="0">
                  <a:solidFill>
                    <a:srgbClr val="000000"/>
                  </a:solidFill>
                </a:endParaRPr>
              </a:p>
              <a:p>
                <a14:m>
                  <m:oMath xmlns:m="http://schemas.openxmlformats.org/officeDocument/2006/math">
                    <m:r>
                      <a:rPr lang="en-US" altLang="zh-CN" b="0" i="1" smtClean="0">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𝑑</m:t>
                        </m:r>
                      </m:e>
                      <m:sub>
                        <m:r>
                          <a:rPr lang="en-US" altLang="zh-CN" b="0" i="1" smtClean="0">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oMath>
                </a14:m>
                <a:r>
                  <a:rPr lang="en-US" altLang="zh-CN" dirty="0"/>
                  <a:t> r</a:t>
                </a:r>
                <a:endParaRPr lang="zh-CN" altLang="en-US" dirty="0"/>
              </a:p>
            </p:txBody>
          </p:sp>
        </mc:Choice>
        <mc:Fallback xmlns="">
          <p:sp>
            <p:nvSpPr>
              <p:cNvPr id="4" name="Object 10">
                <a:extLst>
                  <a:ext uri="{FF2B5EF4-FFF2-40B4-BE49-F238E27FC236}">
                    <a16:creationId xmlns:a16="http://schemas.microsoft.com/office/drawing/2014/main" id="{FD8C5A88-B3DC-7697-22F5-CFDD14E694EF}"/>
                  </a:ext>
                </a:extLst>
              </p:cNvPr>
              <p:cNvSpPr txBox="1">
                <a:spLocks noRot="1" noChangeAspect="1" noMove="1" noResize="1" noEditPoints="1" noAdjustHandles="1" noChangeArrowheads="1" noChangeShapeType="1" noTextEdit="1"/>
              </p:cNvSpPr>
              <p:nvPr/>
            </p:nvSpPr>
            <p:spPr bwMode="auto">
              <a:xfrm>
                <a:off x="8993746" y="1162702"/>
                <a:ext cx="2988032" cy="728173"/>
              </a:xfrm>
              <a:prstGeom prst="rect">
                <a:avLst/>
              </a:prstGeom>
              <a:blipFill>
                <a:blip r:embed="rId2"/>
                <a:stretch>
                  <a:fillRect/>
                </a:stretch>
              </a:blipFill>
              <a:ln w="28575">
                <a:solidFill>
                  <a:srgbClr val="FF3300"/>
                </a:solidFill>
                <a:miter lim="800000"/>
                <a:headEnd/>
                <a:tailEnd/>
              </a:ln>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9A2B4056-BBD7-31A8-8BB4-D4962AE11144}"/>
              </a:ext>
            </a:extLst>
          </p:cNvPr>
          <p:cNvGrpSpPr/>
          <p:nvPr/>
        </p:nvGrpSpPr>
        <p:grpSpPr>
          <a:xfrm>
            <a:off x="4371951" y="1224242"/>
            <a:ext cx="2943249" cy="1002173"/>
            <a:chOff x="3282097" y="1354003"/>
            <a:chExt cx="2943249" cy="1002173"/>
          </a:xfrm>
        </p:grpSpPr>
        <p:sp>
          <p:nvSpPr>
            <p:cNvPr id="7" name="Rectangle 3">
              <a:extLst>
                <a:ext uri="{FF2B5EF4-FFF2-40B4-BE49-F238E27FC236}">
                  <a16:creationId xmlns:a16="http://schemas.microsoft.com/office/drawing/2014/main" id="{373F2AFD-7161-5DC9-C18B-906E294F9AE7}"/>
                </a:ext>
              </a:extLst>
            </p:cNvPr>
            <p:cNvSpPr/>
            <p:nvPr/>
          </p:nvSpPr>
          <p:spPr>
            <a:xfrm>
              <a:off x="3302586" y="1354003"/>
              <a:ext cx="2407444" cy="382191"/>
            </a:xfrm>
            <a:prstGeom prst="rect">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2">
              <a:extLst>
                <a:ext uri="{FF2B5EF4-FFF2-40B4-BE49-F238E27FC236}">
                  <a16:creationId xmlns:a16="http://schemas.microsoft.com/office/drawing/2014/main" id="{0BB447CF-EEC1-4E96-26B6-DF0E39EE068F}"/>
                </a:ext>
              </a:extLst>
            </p:cNvPr>
            <p:cNvSpPr txBox="1"/>
            <p:nvPr/>
          </p:nvSpPr>
          <p:spPr>
            <a:xfrm>
              <a:off x="3341876" y="1361147"/>
              <a:ext cx="2056973" cy="369332"/>
            </a:xfrm>
            <a:prstGeom prst="rect">
              <a:avLst/>
            </a:prstGeom>
            <a:noFill/>
          </p:spPr>
          <p:txBody>
            <a:bodyPr wrap="none" rtlCol="0">
              <a:spAutoFit/>
            </a:bodyPr>
            <a:lstStyle/>
            <a:p>
              <a:r>
                <a:rPr lang="en-US" dirty="0"/>
                <a:t>0111000110101011</a:t>
              </a:r>
            </a:p>
          </p:txBody>
        </p:sp>
        <p:cxnSp>
          <p:nvCxnSpPr>
            <p:cNvPr id="9" name="Straight Arrow Connector 57">
              <a:extLst>
                <a:ext uri="{FF2B5EF4-FFF2-40B4-BE49-F238E27FC236}">
                  <a16:creationId xmlns:a16="http://schemas.microsoft.com/office/drawing/2014/main" id="{BAB5C297-D9D5-640E-3BCD-1CDCA8895CBE}"/>
                </a:ext>
              </a:extLst>
            </p:cNvPr>
            <p:cNvCxnSpPr>
              <a:cxnSpLocks/>
            </p:cNvCxnSpPr>
            <p:nvPr/>
          </p:nvCxnSpPr>
          <p:spPr>
            <a:xfrm>
              <a:off x="3282097" y="1972979"/>
              <a:ext cx="2077615" cy="0"/>
            </a:xfrm>
            <a:prstGeom prst="straightConnector1">
              <a:avLst/>
            </a:prstGeom>
            <a:ln w="222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65">
              <a:extLst>
                <a:ext uri="{FF2B5EF4-FFF2-40B4-BE49-F238E27FC236}">
                  <a16:creationId xmlns:a16="http://schemas.microsoft.com/office/drawing/2014/main" id="{0DD2C723-5C6E-9F84-CDDC-6D61522EA9A6}"/>
                </a:ext>
              </a:extLst>
            </p:cNvPr>
            <p:cNvCxnSpPr/>
            <p:nvPr/>
          </p:nvCxnSpPr>
          <p:spPr>
            <a:xfrm>
              <a:off x="5369489" y="1879379"/>
              <a:ext cx="0" cy="18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66">
              <a:extLst>
                <a:ext uri="{FF2B5EF4-FFF2-40B4-BE49-F238E27FC236}">
                  <a16:creationId xmlns:a16="http://schemas.microsoft.com/office/drawing/2014/main" id="{76E6D8C9-0828-311B-326C-E91405A19FB4}"/>
                </a:ext>
              </a:extLst>
            </p:cNvPr>
            <p:cNvCxnSpPr/>
            <p:nvPr/>
          </p:nvCxnSpPr>
          <p:spPr>
            <a:xfrm>
              <a:off x="3288143" y="1876979"/>
              <a:ext cx="0" cy="18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96">
              <a:extLst>
                <a:ext uri="{FF2B5EF4-FFF2-40B4-BE49-F238E27FC236}">
                  <a16:creationId xmlns:a16="http://schemas.microsoft.com/office/drawing/2014/main" id="{732472DC-4A00-D4F1-1CBE-FAF990C88582}"/>
                </a:ext>
              </a:extLst>
            </p:cNvPr>
            <p:cNvGrpSpPr/>
            <p:nvPr/>
          </p:nvGrpSpPr>
          <p:grpSpPr>
            <a:xfrm>
              <a:off x="5373083" y="1359956"/>
              <a:ext cx="852263" cy="996220"/>
              <a:chOff x="3093089" y="2669786"/>
              <a:chExt cx="852263" cy="996220"/>
            </a:xfrm>
          </p:grpSpPr>
          <p:sp>
            <p:nvSpPr>
              <p:cNvPr id="13" name="TextBox 52">
                <a:extLst>
                  <a:ext uri="{FF2B5EF4-FFF2-40B4-BE49-F238E27FC236}">
                    <a16:creationId xmlns:a16="http://schemas.microsoft.com/office/drawing/2014/main" id="{91448501-C9D0-6BE9-CB30-C56F1D90FD70}"/>
                  </a:ext>
                </a:extLst>
              </p:cNvPr>
              <p:cNvSpPr txBox="1"/>
              <p:nvPr/>
            </p:nvSpPr>
            <p:spPr>
              <a:xfrm>
                <a:off x="3093089" y="2669786"/>
                <a:ext cx="301686" cy="369332"/>
              </a:xfrm>
              <a:prstGeom prst="rect">
                <a:avLst/>
              </a:prstGeom>
              <a:noFill/>
            </p:spPr>
            <p:txBody>
              <a:bodyPr wrap="none" rtlCol="0">
                <a:spAutoFit/>
              </a:bodyPr>
              <a:lstStyle/>
              <a:p>
                <a:r>
                  <a:rPr lang="en-US" dirty="0"/>
                  <a:t>1</a:t>
                </a:r>
              </a:p>
            </p:txBody>
          </p:sp>
          <p:sp>
            <p:nvSpPr>
              <p:cNvPr id="14" name="TextBox 59">
                <a:extLst>
                  <a:ext uri="{FF2B5EF4-FFF2-40B4-BE49-F238E27FC236}">
                    <a16:creationId xmlns:a16="http://schemas.microsoft.com/office/drawing/2014/main" id="{6D53DC75-2FD9-B982-81A0-06EFF0DDE166}"/>
                  </a:ext>
                </a:extLst>
              </p:cNvPr>
              <p:cNvSpPr txBox="1"/>
              <p:nvPr/>
            </p:nvSpPr>
            <p:spPr>
              <a:xfrm>
                <a:off x="3099274" y="3075075"/>
                <a:ext cx="846078" cy="590931"/>
              </a:xfrm>
              <a:prstGeom prst="rect">
                <a:avLst/>
              </a:prstGeom>
              <a:solidFill>
                <a:schemeClr val="bg1"/>
              </a:solidFill>
            </p:spPr>
            <p:txBody>
              <a:bodyPr wrap="square" rtlCol="0">
                <a:spAutoFit/>
              </a:bodyPr>
              <a:lstStyle/>
              <a:p>
                <a:pPr>
                  <a:lnSpc>
                    <a:spcPct val="80000"/>
                  </a:lnSpc>
                </a:pPr>
                <a:r>
                  <a:rPr lang="en-US" sz="2000" dirty="0"/>
                  <a:t>parity</a:t>
                </a:r>
              </a:p>
              <a:p>
                <a:pPr>
                  <a:lnSpc>
                    <a:spcPct val="80000"/>
                  </a:lnSpc>
                </a:pPr>
                <a:r>
                  <a:rPr lang="en-US" sz="2000" dirty="0"/>
                  <a:t>bit</a:t>
                </a:r>
              </a:p>
            </p:txBody>
          </p:sp>
        </p:grpSp>
        <p:cxnSp>
          <p:nvCxnSpPr>
            <p:cNvPr id="16" name="Straight Connector 72">
              <a:extLst>
                <a:ext uri="{FF2B5EF4-FFF2-40B4-BE49-F238E27FC236}">
                  <a16:creationId xmlns:a16="http://schemas.microsoft.com/office/drawing/2014/main" id="{6DF351DB-7C3E-A535-59CF-FF6E8EF8894B}"/>
                </a:ext>
              </a:extLst>
            </p:cNvPr>
            <p:cNvCxnSpPr>
              <a:cxnSpLocks/>
            </p:cNvCxnSpPr>
            <p:nvPr/>
          </p:nvCxnSpPr>
          <p:spPr>
            <a:xfrm>
              <a:off x="5372204" y="1355701"/>
              <a:ext cx="0" cy="387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74">
              <a:extLst>
                <a:ext uri="{FF2B5EF4-FFF2-40B4-BE49-F238E27FC236}">
                  <a16:creationId xmlns:a16="http://schemas.microsoft.com/office/drawing/2014/main" id="{272CAB18-2B6A-DF02-C9A2-D53CA43C80B2}"/>
                </a:ext>
              </a:extLst>
            </p:cNvPr>
            <p:cNvSpPr txBox="1"/>
            <p:nvPr/>
          </p:nvSpPr>
          <p:spPr>
            <a:xfrm>
              <a:off x="3714595" y="1813015"/>
              <a:ext cx="1354981" cy="344710"/>
            </a:xfrm>
            <a:prstGeom prst="rect">
              <a:avLst/>
            </a:prstGeom>
            <a:solidFill>
              <a:schemeClr val="bg1"/>
            </a:solidFill>
          </p:spPr>
          <p:txBody>
            <a:bodyPr wrap="square" rtlCol="0">
              <a:spAutoFit/>
            </a:bodyPr>
            <a:lstStyle/>
            <a:p>
              <a:pPr>
                <a:lnSpc>
                  <a:spcPct val="80000"/>
                </a:lnSpc>
              </a:pPr>
              <a:r>
                <a:rPr lang="en-US" sz="2000" dirty="0"/>
                <a:t>k data bits</a:t>
              </a:r>
            </a:p>
          </p:txBody>
        </p:sp>
      </p:grpSp>
      <p:grpSp>
        <p:nvGrpSpPr>
          <p:cNvPr id="19" name="Group 47">
            <a:extLst>
              <a:ext uri="{FF2B5EF4-FFF2-40B4-BE49-F238E27FC236}">
                <a16:creationId xmlns:a16="http://schemas.microsoft.com/office/drawing/2014/main" id="{A7FD8701-4B0D-B049-CE6F-BEDD6CD5759B}"/>
              </a:ext>
            </a:extLst>
          </p:cNvPr>
          <p:cNvGrpSpPr/>
          <p:nvPr/>
        </p:nvGrpSpPr>
        <p:grpSpPr>
          <a:xfrm>
            <a:off x="4958198" y="2031775"/>
            <a:ext cx="3683372" cy="2054406"/>
            <a:chOff x="7427845" y="2584175"/>
            <a:chExt cx="3683372" cy="2054406"/>
          </a:xfrm>
        </p:grpSpPr>
        <p:grpSp>
          <p:nvGrpSpPr>
            <p:cNvPr id="20" name="Group 35">
              <a:extLst>
                <a:ext uri="{FF2B5EF4-FFF2-40B4-BE49-F238E27FC236}">
                  <a16:creationId xmlns:a16="http://schemas.microsoft.com/office/drawing/2014/main" id="{ECC487CC-01B5-6CC3-0615-D9310CCCDE33}"/>
                </a:ext>
              </a:extLst>
            </p:cNvPr>
            <p:cNvGrpSpPr/>
            <p:nvPr/>
          </p:nvGrpSpPr>
          <p:grpSpPr>
            <a:xfrm>
              <a:off x="8263305" y="2908577"/>
              <a:ext cx="697811" cy="1261499"/>
              <a:chOff x="6586330" y="2915478"/>
              <a:chExt cx="697811" cy="1261499"/>
            </a:xfrm>
          </p:grpSpPr>
          <p:sp>
            <p:nvSpPr>
              <p:cNvPr id="46" name="TextBox 32">
                <a:extLst>
                  <a:ext uri="{FF2B5EF4-FFF2-40B4-BE49-F238E27FC236}">
                    <a16:creationId xmlns:a16="http://schemas.microsoft.com/office/drawing/2014/main" id="{18DD9BFA-4637-B8E0-2F47-5C09F25EDA54}"/>
                  </a:ext>
                </a:extLst>
              </p:cNvPr>
              <p:cNvSpPr txBox="1"/>
              <p:nvPr/>
            </p:nvSpPr>
            <p:spPr>
              <a:xfrm>
                <a:off x="6586330" y="2915478"/>
                <a:ext cx="535724" cy="400110"/>
              </a:xfrm>
              <a:prstGeom prst="rect">
                <a:avLst/>
              </a:prstGeom>
              <a:noFill/>
            </p:spPr>
            <p:txBody>
              <a:bodyPr wrap="none" rtlCol="0">
                <a:spAutoFit/>
              </a:bodyPr>
              <a:lstStyle/>
              <a:p>
                <a:r>
                  <a:rPr lang="en-US" sz="2000" dirty="0"/>
                  <a:t>d</a:t>
                </a:r>
                <a:r>
                  <a:rPr lang="en-US" sz="2000" baseline="-25000" dirty="0"/>
                  <a:t>1,1</a:t>
                </a:r>
              </a:p>
            </p:txBody>
          </p:sp>
          <p:sp>
            <p:nvSpPr>
              <p:cNvPr id="47" name="TextBox 79">
                <a:extLst>
                  <a:ext uri="{FF2B5EF4-FFF2-40B4-BE49-F238E27FC236}">
                    <a16:creationId xmlns:a16="http://schemas.microsoft.com/office/drawing/2014/main" id="{9FB84599-D692-DC60-2C94-7D1EB6EFAC0A}"/>
                  </a:ext>
                </a:extLst>
              </p:cNvPr>
              <p:cNvSpPr txBox="1"/>
              <p:nvPr/>
            </p:nvSpPr>
            <p:spPr>
              <a:xfrm>
                <a:off x="6588401" y="3213650"/>
                <a:ext cx="695740" cy="400110"/>
              </a:xfrm>
              <a:prstGeom prst="rect">
                <a:avLst/>
              </a:prstGeom>
              <a:noFill/>
            </p:spPr>
            <p:txBody>
              <a:bodyPr wrap="square" rtlCol="0">
                <a:spAutoFit/>
              </a:bodyPr>
              <a:lstStyle/>
              <a:p>
                <a:r>
                  <a:rPr lang="en-US" sz="2000" dirty="0"/>
                  <a:t>d</a:t>
                </a:r>
                <a:r>
                  <a:rPr lang="en-US" sz="2000" baseline="-25000" dirty="0"/>
                  <a:t>2,1</a:t>
                </a:r>
              </a:p>
            </p:txBody>
          </p:sp>
          <p:sp>
            <p:nvSpPr>
              <p:cNvPr id="48" name="TextBox 80">
                <a:extLst>
                  <a:ext uri="{FF2B5EF4-FFF2-40B4-BE49-F238E27FC236}">
                    <a16:creationId xmlns:a16="http://schemas.microsoft.com/office/drawing/2014/main" id="{36739AD4-0D2E-656E-6907-DE319B7C9C6C}"/>
                  </a:ext>
                </a:extLst>
              </p:cNvPr>
              <p:cNvSpPr txBox="1"/>
              <p:nvPr/>
            </p:nvSpPr>
            <p:spPr>
              <a:xfrm>
                <a:off x="6588401" y="3776867"/>
                <a:ext cx="695740" cy="400110"/>
              </a:xfrm>
              <a:prstGeom prst="rect">
                <a:avLst/>
              </a:prstGeom>
              <a:noFill/>
            </p:spPr>
            <p:txBody>
              <a:bodyPr wrap="square" rtlCol="0">
                <a:spAutoFit/>
              </a:bodyPr>
              <a:lstStyle/>
              <a:p>
                <a:r>
                  <a:rPr lang="en-US" sz="2000" dirty="0"/>
                  <a:t>d</a:t>
                </a:r>
                <a:r>
                  <a:rPr lang="en-US" sz="2000" baseline="-25000" dirty="0"/>
                  <a:t>i,1</a:t>
                </a:r>
              </a:p>
            </p:txBody>
          </p:sp>
          <p:sp>
            <p:nvSpPr>
              <p:cNvPr id="49" name="TextBox 33">
                <a:extLst>
                  <a:ext uri="{FF2B5EF4-FFF2-40B4-BE49-F238E27FC236}">
                    <a16:creationId xmlns:a16="http://schemas.microsoft.com/office/drawing/2014/main" id="{A1139DDA-8B5A-D1A6-24C2-AB7E4E29749B}"/>
                  </a:ext>
                </a:extLst>
              </p:cNvPr>
              <p:cNvSpPr txBox="1"/>
              <p:nvPr/>
            </p:nvSpPr>
            <p:spPr>
              <a:xfrm>
                <a:off x="6625087" y="3488522"/>
                <a:ext cx="628003" cy="369332"/>
              </a:xfrm>
              <a:prstGeom prst="rect">
                <a:avLst/>
              </a:prstGeom>
              <a:noFill/>
            </p:spPr>
            <p:txBody>
              <a:bodyPr wrap="square" rtlCol="0">
                <a:spAutoFit/>
              </a:bodyPr>
              <a:lstStyle/>
              <a:p>
                <a:r>
                  <a:rPr lang="en-US" dirty="0"/>
                  <a:t>. . .</a:t>
                </a:r>
              </a:p>
            </p:txBody>
          </p:sp>
        </p:grpSp>
        <p:grpSp>
          <p:nvGrpSpPr>
            <p:cNvPr id="21" name="Group 84">
              <a:extLst>
                <a:ext uri="{FF2B5EF4-FFF2-40B4-BE49-F238E27FC236}">
                  <a16:creationId xmlns:a16="http://schemas.microsoft.com/office/drawing/2014/main" id="{AC7596D0-3FE0-8FC0-F9BA-A3631A72E6FB}"/>
                </a:ext>
              </a:extLst>
            </p:cNvPr>
            <p:cNvGrpSpPr/>
            <p:nvPr/>
          </p:nvGrpSpPr>
          <p:grpSpPr>
            <a:xfrm>
              <a:off x="10324987" y="2929914"/>
              <a:ext cx="697811" cy="1261499"/>
              <a:chOff x="6586330" y="2915478"/>
              <a:chExt cx="697811" cy="1261499"/>
            </a:xfrm>
          </p:grpSpPr>
          <p:sp>
            <p:nvSpPr>
              <p:cNvPr id="42" name="TextBox 85">
                <a:extLst>
                  <a:ext uri="{FF2B5EF4-FFF2-40B4-BE49-F238E27FC236}">
                    <a16:creationId xmlns:a16="http://schemas.microsoft.com/office/drawing/2014/main" id="{DAF7200D-89A7-DBB9-6DBF-CD3C9548011D}"/>
                  </a:ext>
                </a:extLst>
              </p:cNvPr>
              <p:cNvSpPr txBox="1"/>
              <p:nvPr/>
            </p:nvSpPr>
            <p:spPr>
              <a:xfrm>
                <a:off x="6586330" y="2915478"/>
                <a:ext cx="662361" cy="400110"/>
              </a:xfrm>
              <a:prstGeom prst="rect">
                <a:avLst/>
              </a:prstGeom>
              <a:noFill/>
            </p:spPr>
            <p:txBody>
              <a:bodyPr wrap="none" rtlCol="0">
                <a:spAutoFit/>
              </a:bodyPr>
              <a:lstStyle/>
              <a:p>
                <a:r>
                  <a:rPr lang="en-US" sz="2000" dirty="0"/>
                  <a:t>d</a:t>
                </a:r>
                <a:r>
                  <a:rPr lang="en-US" sz="2000" baseline="-25000" dirty="0"/>
                  <a:t>1,j+1</a:t>
                </a:r>
              </a:p>
            </p:txBody>
          </p:sp>
          <p:sp>
            <p:nvSpPr>
              <p:cNvPr id="43" name="TextBox 86">
                <a:extLst>
                  <a:ext uri="{FF2B5EF4-FFF2-40B4-BE49-F238E27FC236}">
                    <a16:creationId xmlns:a16="http://schemas.microsoft.com/office/drawing/2014/main" id="{D7921D95-B637-1507-5798-EE72134ED412}"/>
                  </a:ext>
                </a:extLst>
              </p:cNvPr>
              <p:cNvSpPr txBox="1"/>
              <p:nvPr/>
            </p:nvSpPr>
            <p:spPr>
              <a:xfrm>
                <a:off x="6588401" y="3213650"/>
                <a:ext cx="695740" cy="400110"/>
              </a:xfrm>
              <a:prstGeom prst="rect">
                <a:avLst/>
              </a:prstGeom>
              <a:noFill/>
            </p:spPr>
            <p:txBody>
              <a:bodyPr wrap="square" rtlCol="0">
                <a:spAutoFit/>
              </a:bodyPr>
              <a:lstStyle/>
              <a:p>
                <a:r>
                  <a:rPr lang="en-US" sz="2000" dirty="0"/>
                  <a:t>d</a:t>
                </a:r>
                <a:r>
                  <a:rPr lang="en-US" sz="2000" baseline="-25000" dirty="0"/>
                  <a:t>2,j+1</a:t>
                </a:r>
              </a:p>
            </p:txBody>
          </p:sp>
          <p:sp>
            <p:nvSpPr>
              <p:cNvPr id="44" name="TextBox 87">
                <a:extLst>
                  <a:ext uri="{FF2B5EF4-FFF2-40B4-BE49-F238E27FC236}">
                    <a16:creationId xmlns:a16="http://schemas.microsoft.com/office/drawing/2014/main" id="{39C8CC39-BA68-F19E-93D9-363D260B07D3}"/>
                  </a:ext>
                </a:extLst>
              </p:cNvPr>
              <p:cNvSpPr txBox="1"/>
              <p:nvPr/>
            </p:nvSpPr>
            <p:spPr>
              <a:xfrm>
                <a:off x="6588401" y="3776867"/>
                <a:ext cx="695740" cy="400110"/>
              </a:xfrm>
              <a:prstGeom prst="rect">
                <a:avLst/>
              </a:prstGeom>
              <a:noFill/>
            </p:spPr>
            <p:txBody>
              <a:bodyPr wrap="square" rtlCol="0">
                <a:spAutoFit/>
              </a:bodyPr>
              <a:lstStyle/>
              <a:p>
                <a:r>
                  <a:rPr lang="en-US" sz="2000" dirty="0"/>
                  <a:t>d</a:t>
                </a:r>
                <a:r>
                  <a:rPr lang="en-US" sz="2000" baseline="-25000" dirty="0"/>
                  <a:t>i,j+1</a:t>
                </a:r>
              </a:p>
            </p:txBody>
          </p:sp>
          <p:sp>
            <p:nvSpPr>
              <p:cNvPr id="45" name="TextBox 88">
                <a:extLst>
                  <a:ext uri="{FF2B5EF4-FFF2-40B4-BE49-F238E27FC236}">
                    <a16:creationId xmlns:a16="http://schemas.microsoft.com/office/drawing/2014/main" id="{55CA05B5-E93B-083B-623C-DCB448440A5E}"/>
                  </a:ext>
                </a:extLst>
              </p:cNvPr>
              <p:cNvSpPr txBox="1"/>
              <p:nvPr/>
            </p:nvSpPr>
            <p:spPr>
              <a:xfrm>
                <a:off x="6625087" y="3488522"/>
                <a:ext cx="628003" cy="369332"/>
              </a:xfrm>
              <a:prstGeom prst="rect">
                <a:avLst/>
              </a:prstGeom>
              <a:noFill/>
            </p:spPr>
            <p:txBody>
              <a:bodyPr wrap="square" rtlCol="0">
                <a:spAutoFit/>
              </a:bodyPr>
              <a:lstStyle/>
              <a:p>
                <a:r>
                  <a:rPr lang="en-US" dirty="0"/>
                  <a:t>. . .</a:t>
                </a:r>
              </a:p>
            </p:txBody>
          </p:sp>
        </p:grpSp>
        <p:sp>
          <p:nvSpPr>
            <p:cNvPr id="22" name="TextBox 93">
              <a:extLst>
                <a:ext uri="{FF2B5EF4-FFF2-40B4-BE49-F238E27FC236}">
                  <a16:creationId xmlns:a16="http://schemas.microsoft.com/office/drawing/2014/main" id="{F59FA9F8-DA3F-A350-DFDD-CF5300FF4D28}"/>
                </a:ext>
              </a:extLst>
            </p:cNvPr>
            <p:cNvSpPr txBox="1"/>
            <p:nvPr/>
          </p:nvSpPr>
          <p:spPr>
            <a:xfrm>
              <a:off x="9118145" y="4177312"/>
              <a:ext cx="628003" cy="369332"/>
            </a:xfrm>
            <a:prstGeom prst="rect">
              <a:avLst/>
            </a:prstGeom>
            <a:noFill/>
          </p:spPr>
          <p:txBody>
            <a:bodyPr wrap="square" rtlCol="0">
              <a:spAutoFit/>
            </a:bodyPr>
            <a:lstStyle/>
            <a:p>
              <a:r>
                <a:rPr lang="en-US" dirty="0"/>
                <a:t>. . .</a:t>
              </a:r>
            </a:p>
          </p:txBody>
        </p:sp>
        <p:grpSp>
          <p:nvGrpSpPr>
            <p:cNvPr id="23" name="Group 98">
              <a:extLst>
                <a:ext uri="{FF2B5EF4-FFF2-40B4-BE49-F238E27FC236}">
                  <a16:creationId xmlns:a16="http://schemas.microsoft.com/office/drawing/2014/main" id="{FD5ABF40-1E7C-3EC6-D198-38B972F3C623}"/>
                </a:ext>
              </a:extLst>
            </p:cNvPr>
            <p:cNvGrpSpPr/>
            <p:nvPr/>
          </p:nvGrpSpPr>
          <p:grpSpPr>
            <a:xfrm>
              <a:off x="9722377" y="2910339"/>
              <a:ext cx="697811" cy="1261499"/>
              <a:chOff x="6586330" y="2915478"/>
              <a:chExt cx="697811" cy="1261499"/>
            </a:xfrm>
          </p:grpSpPr>
          <p:sp>
            <p:nvSpPr>
              <p:cNvPr id="38" name="TextBox 100">
                <a:extLst>
                  <a:ext uri="{FF2B5EF4-FFF2-40B4-BE49-F238E27FC236}">
                    <a16:creationId xmlns:a16="http://schemas.microsoft.com/office/drawing/2014/main" id="{58C335A7-7462-6F7C-4766-CB97E37C7AB0}"/>
                  </a:ext>
                </a:extLst>
              </p:cNvPr>
              <p:cNvSpPr txBox="1"/>
              <p:nvPr/>
            </p:nvSpPr>
            <p:spPr>
              <a:xfrm>
                <a:off x="6586330" y="2915478"/>
                <a:ext cx="490840" cy="400110"/>
              </a:xfrm>
              <a:prstGeom prst="rect">
                <a:avLst/>
              </a:prstGeom>
              <a:noFill/>
            </p:spPr>
            <p:txBody>
              <a:bodyPr wrap="none" rtlCol="0">
                <a:spAutoFit/>
              </a:bodyPr>
              <a:lstStyle/>
              <a:p>
                <a:r>
                  <a:rPr lang="en-US" sz="2000" dirty="0"/>
                  <a:t>d</a:t>
                </a:r>
                <a:r>
                  <a:rPr lang="en-US" sz="2000" baseline="-25000" dirty="0"/>
                  <a:t>1,j</a:t>
                </a:r>
              </a:p>
            </p:txBody>
          </p:sp>
          <p:sp>
            <p:nvSpPr>
              <p:cNvPr id="39" name="TextBox 101">
                <a:extLst>
                  <a:ext uri="{FF2B5EF4-FFF2-40B4-BE49-F238E27FC236}">
                    <a16:creationId xmlns:a16="http://schemas.microsoft.com/office/drawing/2014/main" id="{4C2680EF-72AB-FD4B-B55A-90F21CA9BC0C}"/>
                  </a:ext>
                </a:extLst>
              </p:cNvPr>
              <p:cNvSpPr txBox="1"/>
              <p:nvPr/>
            </p:nvSpPr>
            <p:spPr>
              <a:xfrm>
                <a:off x="6588401" y="3213650"/>
                <a:ext cx="695740" cy="400110"/>
              </a:xfrm>
              <a:prstGeom prst="rect">
                <a:avLst/>
              </a:prstGeom>
              <a:noFill/>
            </p:spPr>
            <p:txBody>
              <a:bodyPr wrap="square" rtlCol="0">
                <a:spAutoFit/>
              </a:bodyPr>
              <a:lstStyle/>
              <a:p>
                <a:r>
                  <a:rPr lang="en-US" sz="2000" dirty="0"/>
                  <a:t>d</a:t>
                </a:r>
                <a:r>
                  <a:rPr lang="en-US" sz="2000" baseline="-25000" dirty="0"/>
                  <a:t>2,j</a:t>
                </a:r>
              </a:p>
            </p:txBody>
          </p:sp>
          <p:sp>
            <p:nvSpPr>
              <p:cNvPr id="40" name="TextBox 102">
                <a:extLst>
                  <a:ext uri="{FF2B5EF4-FFF2-40B4-BE49-F238E27FC236}">
                    <a16:creationId xmlns:a16="http://schemas.microsoft.com/office/drawing/2014/main" id="{6108FC22-AB3B-27CA-FB32-F3D1CE94EB4A}"/>
                  </a:ext>
                </a:extLst>
              </p:cNvPr>
              <p:cNvSpPr txBox="1"/>
              <p:nvPr/>
            </p:nvSpPr>
            <p:spPr>
              <a:xfrm>
                <a:off x="6588401" y="3776867"/>
                <a:ext cx="695740" cy="400110"/>
              </a:xfrm>
              <a:prstGeom prst="rect">
                <a:avLst/>
              </a:prstGeom>
              <a:noFill/>
            </p:spPr>
            <p:txBody>
              <a:bodyPr wrap="square" rtlCol="0">
                <a:spAutoFit/>
              </a:bodyPr>
              <a:lstStyle/>
              <a:p>
                <a:r>
                  <a:rPr lang="en-US" sz="2000" dirty="0" err="1"/>
                  <a:t>d</a:t>
                </a:r>
                <a:r>
                  <a:rPr lang="en-US" sz="2000" baseline="-25000" dirty="0" err="1"/>
                  <a:t>i,j</a:t>
                </a:r>
                <a:endParaRPr lang="en-US" sz="2000" baseline="-25000" dirty="0"/>
              </a:p>
            </p:txBody>
          </p:sp>
          <p:sp>
            <p:nvSpPr>
              <p:cNvPr id="41" name="TextBox 103">
                <a:extLst>
                  <a:ext uri="{FF2B5EF4-FFF2-40B4-BE49-F238E27FC236}">
                    <a16:creationId xmlns:a16="http://schemas.microsoft.com/office/drawing/2014/main" id="{8893907F-70DE-189A-7A0F-20C81CF2E90B}"/>
                  </a:ext>
                </a:extLst>
              </p:cNvPr>
              <p:cNvSpPr txBox="1"/>
              <p:nvPr/>
            </p:nvSpPr>
            <p:spPr>
              <a:xfrm>
                <a:off x="6625087" y="3488522"/>
                <a:ext cx="628003" cy="369332"/>
              </a:xfrm>
              <a:prstGeom prst="rect">
                <a:avLst/>
              </a:prstGeom>
              <a:noFill/>
            </p:spPr>
            <p:txBody>
              <a:bodyPr wrap="square" rtlCol="0">
                <a:spAutoFit/>
              </a:bodyPr>
              <a:lstStyle/>
              <a:p>
                <a:r>
                  <a:rPr lang="en-US" dirty="0"/>
                  <a:t>. . .</a:t>
                </a:r>
              </a:p>
            </p:txBody>
          </p:sp>
        </p:grpSp>
        <p:grpSp>
          <p:nvGrpSpPr>
            <p:cNvPr id="24" name="Group 39">
              <a:extLst>
                <a:ext uri="{FF2B5EF4-FFF2-40B4-BE49-F238E27FC236}">
                  <a16:creationId xmlns:a16="http://schemas.microsoft.com/office/drawing/2014/main" id="{95EAB4D1-5ADC-7AD0-0EBA-63026C5E19D5}"/>
                </a:ext>
              </a:extLst>
            </p:cNvPr>
            <p:cNvGrpSpPr/>
            <p:nvPr/>
          </p:nvGrpSpPr>
          <p:grpSpPr>
            <a:xfrm>
              <a:off x="8262620" y="4202830"/>
              <a:ext cx="2848597" cy="435751"/>
              <a:chOff x="8262620" y="4431427"/>
              <a:chExt cx="2848597" cy="435751"/>
            </a:xfrm>
          </p:grpSpPr>
          <p:sp>
            <p:nvSpPr>
              <p:cNvPr id="35" name="TextBox 90">
                <a:extLst>
                  <a:ext uri="{FF2B5EF4-FFF2-40B4-BE49-F238E27FC236}">
                    <a16:creationId xmlns:a16="http://schemas.microsoft.com/office/drawing/2014/main" id="{403E2265-3988-446F-CD20-EB13FF90AA66}"/>
                  </a:ext>
                </a:extLst>
              </p:cNvPr>
              <p:cNvSpPr txBox="1"/>
              <p:nvPr/>
            </p:nvSpPr>
            <p:spPr>
              <a:xfrm>
                <a:off x="8262620" y="4431427"/>
                <a:ext cx="681597" cy="400110"/>
              </a:xfrm>
              <a:prstGeom prst="rect">
                <a:avLst/>
              </a:prstGeom>
              <a:noFill/>
            </p:spPr>
            <p:txBody>
              <a:bodyPr wrap="none" rtlCol="0">
                <a:spAutoFit/>
              </a:bodyPr>
              <a:lstStyle/>
              <a:p>
                <a:r>
                  <a:rPr lang="en-US" sz="2000" dirty="0"/>
                  <a:t>d</a:t>
                </a:r>
                <a:r>
                  <a:rPr lang="en-US" sz="2000" baseline="-25000" dirty="0"/>
                  <a:t>i+1,1</a:t>
                </a:r>
              </a:p>
            </p:txBody>
          </p:sp>
          <p:sp>
            <p:nvSpPr>
              <p:cNvPr id="36" name="TextBox 91">
                <a:extLst>
                  <a:ext uri="{FF2B5EF4-FFF2-40B4-BE49-F238E27FC236}">
                    <a16:creationId xmlns:a16="http://schemas.microsoft.com/office/drawing/2014/main" id="{E8FF7F09-67F8-5126-65D2-7D64462A9820}"/>
                  </a:ext>
                </a:extLst>
              </p:cNvPr>
              <p:cNvSpPr txBox="1"/>
              <p:nvPr/>
            </p:nvSpPr>
            <p:spPr>
              <a:xfrm>
                <a:off x="10329998" y="4467068"/>
                <a:ext cx="781219" cy="400110"/>
              </a:xfrm>
              <a:prstGeom prst="rect">
                <a:avLst/>
              </a:prstGeom>
              <a:noFill/>
            </p:spPr>
            <p:txBody>
              <a:bodyPr wrap="square" rtlCol="0">
                <a:spAutoFit/>
              </a:bodyPr>
              <a:lstStyle/>
              <a:p>
                <a:r>
                  <a:rPr lang="en-US" sz="2000" dirty="0"/>
                  <a:t>d</a:t>
                </a:r>
                <a:r>
                  <a:rPr lang="en-US" sz="2000" baseline="-25000" dirty="0"/>
                  <a:t>i+1,j+1</a:t>
                </a:r>
              </a:p>
            </p:txBody>
          </p:sp>
          <p:sp>
            <p:nvSpPr>
              <p:cNvPr id="37" name="TextBox 99">
                <a:extLst>
                  <a:ext uri="{FF2B5EF4-FFF2-40B4-BE49-F238E27FC236}">
                    <a16:creationId xmlns:a16="http://schemas.microsoft.com/office/drawing/2014/main" id="{9075F8D0-79CF-BB2A-F74F-4F44D7881F85}"/>
                  </a:ext>
                </a:extLst>
              </p:cNvPr>
              <p:cNvSpPr txBox="1"/>
              <p:nvPr/>
            </p:nvSpPr>
            <p:spPr>
              <a:xfrm>
                <a:off x="9727388" y="4447493"/>
                <a:ext cx="781219" cy="400110"/>
              </a:xfrm>
              <a:prstGeom prst="rect">
                <a:avLst/>
              </a:prstGeom>
              <a:noFill/>
            </p:spPr>
            <p:txBody>
              <a:bodyPr wrap="square" rtlCol="0">
                <a:spAutoFit/>
              </a:bodyPr>
              <a:lstStyle/>
              <a:p>
                <a:r>
                  <a:rPr lang="en-US" sz="2000" dirty="0"/>
                  <a:t>d</a:t>
                </a:r>
                <a:r>
                  <a:rPr lang="en-US" sz="2000" baseline="-25000" dirty="0"/>
                  <a:t>i+1,j</a:t>
                </a:r>
              </a:p>
            </p:txBody>
          </p:sp>
        </p:grpSp>
        <p:cxnSp>
          <p:nvCxnSpPr>
            <p:cNvPr id="25" name="Straight Connector 41">
              <a:extLst>
                <a:ext uri="{FF2B5EF4-FFF2-40B4-BE49-F238E27FC236}">
                  <a16:creationId xmlns:a16="http://schemas.microsoft.com/office/drawing/2014/main" id="{7F66A417-E760-C272-BAE8-BF25AE801DD1}"/>
                </a:ext>
              </a:extLst>
            </p:cNvPr>
            <p:cNvCxnSpPr>
              <a:cxnSpLocks/>
            </p:cNvCxnSpPr>
            <p:nvPr/>
          </p:nvCxnSpPr>
          <p:spPr>
            <a:xfrm>
              <a:off x="8343900" y="4214192"/>
              <a:ext cx="208721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109">
              <a:extLst>
                <a:ext uri="{FF2B5EF4-FFF2-40B4-BE49-F238E27FC236}">
                  <a16:creationId xmlns:a16="http://schemas.microsoft.com/office/drawing/2014/main" id="{D121E340-1F8D-F4EF-490B-E6523D7DC13A}"/>
                </a:ext>
              </a:extLst>
            </p:cNvPr>
            <p:cNvCxnSpPr>
              <a:cxnSpLocks/>
            </p:cNvCxnSpPr>
            <p:nvPr/>
          </p:nvCxnSpPr>
          <p:spPr>
            <a:xfrm flipV="1">
              <a:off x="10325100" y="3064566"/>
              <a:ext cx="0" cy="128877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110">
              <a:extLst>
                <a:ext uri="{FF2B5EF4-FFF2-40B4-BE49-F238E27FC236}">
                  <a16:creationId xmlns:a16="http://schemas.microsoft.com/office/drawing/2014/main" id="{B8A3AEA6-6605-54D3-F59B-C17A0B500080}"/>
                </a:ext>
              </a:extLst>
            </p:cNvPr>
            <p:cNvSpPr txBox="1"/>
            <p:nvPr/>
          </p:nvSpPr>
          <p:spPr>
            <a:xfrm>
              <a:off x="9111519" y="3792998"/>
              <a:ext cx="628003" cy="369332"/>
            </a:xfrm>
            <a:prstGeom prst="rect">
              <a:avLst/>
            </a:prstGeom>
            <a:noFill/>
          </p:spPr>
          <p:txBody>
            <a:bodyPr wrap="square" rtlCol="0">
              <a:spAutoFit/>
            </a:bodyPr>
            <a:lstStyle/>
            <a:p>
              <a:r>
                <a:rPr lang="en-US" dirty="0"/>
                <a:t>. . .</a:t>
              </a:r>
            </a:p>
          </p:txBody>
        </p:sp>
        <p:sp>
          <p:nvSpPr>
            <p:cNvPr id="28" name="TextBox 113">
              <a:extLst>
                <a:ext uri="{FF2B5EF4-FFF2-40B4-BE49-F238E27FC236}">
                  <a16:creationId xmlns:a16="http://schemas.microsoft.com/office/drawing/2014/main" id="{493CDFA9-79F0-6E5C-3162-D167771C1F22}"/>
                </a:ext>
              </a:extLst>
            </p:cNvPr>
            <p:cNvSpPr txBox="1"/>
            <p:nvPr/>
          </p:nvSpPr>
          <p:spPr>
            <a:xfrm>
              <a:off x="9104893" y="3478259"/>
              <a:ext cx="628003" cy="369332"/>
            </a:xfrm>
            <a:prstGeom prst="rect">
              <a:avLst/>
            </a:prstGeom>
            <a:noFill/>
          </p:spPr>
          <p:txBody>
            <a:bodyPr wrap="square" rtlCol="0">
              <a:spAutoFit/>
            </a:bodyPr>
            <a:lstStyle/>
            <a:p>
              <a:r>
                <a:rPr lang="en-US" dirty="0"/>
                <a:t>. . .</a:t>
              </a:r>
            </a:p>
          </p:txBody>
        </p:sp>
        <p:sp>
          <p:nvSpPr>
            <p:cNvPr id="29" name="TextBox 120">
              <a:extLst>
                <a:ext uri="{FF2B5EF4-FFF2-40B4-BE49-F238E27FC236}">
                  <a16:creationId xmlns:a16="http://schemas.microsoft.com/office/drawing/2014/main" id="{654870F4-FC16-62FC-395C-0FF6654EABAC}"/>
                </a:ext>
              </a:extLst>
            </p:cNvPr>
            <p:cNvSpPr txBox="1"/>
            <p:nvPr/>
          </p:nvSpPr>
          <p:spPr>
            <a:xfrm>
              <a:off x="9108206" y="3183395"/>
              <a:ext cx="628003" cy="369332"/>
            </a:xfrm>
            <a:prstGeom prst="rect">
              <a:avLst/>
            </a:prstGeom>
            <a:noFill/>
          </p:spPr>
          <p:txBody>
            <a:bodyPr wrap="square" rtlCol="0">
              <a:spAutoFit/>
            </a:bodyPr>
            <a:lstStyle/>
            <a:p>
              <a:r>
                <a:rPr lang="en-US" dirty="0"/>
                <a:t>. . .</a:t>
              </a:r>
            </a:p>
          </p:txBody>
        </p:sp>
        <p:sp>
          <p:nvSpPr>
            <p:cNvPr id="30" name="TextBox 124">
              <a:extLst>
                <a:ext uri="{FF2B5EF4-FFF2-40B4-BE49-F238E27FC236}">
                  <a16:creationId xmlns:a16="http://schemas.microsoft.com/office/drawing/2014/main" id="{8345B2C8-A39F-BE4C-7FD3-2FE9F88A5101}"/>
                </a:ext>
              </a:extLst>
            </p:cNvPr>
            <p:cNvSpPr txBox="1"/>
            <p:nvPr/>
          </p:nvSpPr>
          <p:spPr>
            <a:xfrm>
              <a:off x="9111519" y="2878596"/>
              <a:ext cx="628003" cy="369332"/>
            </a:xfrm>
            <a:prstGeom prst="rect">
              <a:avLst/>
            </a:prstGeom>
            <a:noFill/>
          </p:spPr>
          <p:txBody>
            <a:bodyPr wrap="square" rtlCol="0">
              <a:spAutoFit/>
            </a:bodyPr>
            <a:lstStyle/>
            <a:p>
              <a:r>
                <a:rPr lang="en-US" dirty="0"/>
                <a:t>. . .</a:t>
              </a:r>
            </a:p>
          </p:txBody>
        </p:sp>
        <p:sp>
          <p:nvSpPr>
            <p:cNvPr id="31" name="TextBox 44">
              <a:extLst>
                <a:ext uri="{FF2B5EF4-FFF2-40B4-BE49-F238E27FC236}">
                  <a16:creationId xmlns:a16="http://schemas.microsoft.com/office/drawing/2014/main" id="{2B1FFCCF-E38B-8951-87FD-1E73566CF204}"/>
                </a:ext>
              </a:extLst>
            </p:cNvPr>
            <p:cNvSpPr txBox="1"/>
            <p:nvPr/>
          </p:nvSpPr>
          <p:spPr>
            <a:xfrm>
              <a:off x="9670775" y="2584175"/>
              <a:ext cx="1041311" cy="338554"/>
            </a:xfrm>
            <a:prstGeom prst="rect">
              <a:avLst/>
            </a:prstGeom>
            <a:noFill/>
          </p:spPr>
          <p:txBody>
            <a:bodyPr wrap="none" rtlCol="0">
              <a:spAutoFit/>
            </a:bodyPr>
            <a:lstStyle/>
            <a:p>
              <a:r>
                <a:rPr lang="en-US" sz="1600" dirty="0"/>
                <a:t>row parity</a:t>
              </a:r>
            </a:p>
          </p:txBody>
        </p:sp>
        <p:sp>
          <p:nvSpPr>
            <p:cNvPr id="32" name="TextBox 125">
              <a:extLst>
                <a:ext uri="{FF2B5EF4-FFF2-40B4-BE49-F238E27FC236}">
                  <a16:creationId xmlns:a16="http://schemas.microsoft.com/office/drawing/2014/main" id="{980145E2-0A53-1239-6BF3-0A74139B0BC0}"/>
                </a:ext>
              </a:extLst>
            </p:cNvPr>
            <p:cNvSpPr txBox="1"/>
            <p:nvPr/>
          </p:nvSpPr>
          <p:spPr>
            <a:xfrm>
              <a:off x="7427845" y="3998845"/>
              <a:ext cx="803297" cy="491225"/>
            </a:xfrm>
            <a:prstGeom prst="rect">
              <a:avLst/>
            </a:prstGeom>
            <a:noFill/>
          </p:spPr>
          <p:txBody>
            <a:bodyPr wrap="none" rtlCol="0">
              <a:spAutoFit/>
            </a:bodyPr>
            <a:lstStyle/>
            <a:p>
              <a:pPr algn="r">
                <a:lnSpc>
                  <a:spcPct val="80000"/>
                </a:lnSpc>
              </a:pPr>
              <a:r>
                <a:rPr lang="en-US" sz="1600" dirty="0"/>
                <a:t>column</a:t>
              </a:r>
            </a:p>
            <a:p>
              <a:pPr algn="r">
                <a:lnSpc>
                  <a:spcPct val="80000"/>
                </a:lnSpc>
              </a:pPr>
              <a:r>
                <a:rPr lang="en-US" sz="1600" dirty="0"/>
                <a:t> parity</a:t>
              </a:r>
            </a:p>
          </p:txBody>
        </p:sp>
        <p:cxnSp>
          <p:nvCxnSpPr>
            <p:cNvPr id="33" name="Straight Arrow Connector 46">
              <a:extLst>
                <a:ext uri="{FF2B5EF4-FFF2-40B4-BE49-F238E27FC236}">
                  <a16:creationId xmlns:a16="http://schemas.microsoft.com/office/drawing/2014/main" id="{9233227F-3B19-A1D9-C7E8-423D17186241}"/>
                </a:ext>
              </a:extLst>
            </p:cNvPr>
            <p:cNvCxnSpPr/>
            <p:nvPr/>
          </p:nvCxnSpPr>
          <p:spPr>
            <a:xfrm>
              <a:off x="9760226" y="2922104"/>
              <a:ext cx="854766" cy="0"/>
            </a:xfrm>
            <a:prstGeom prst="straightConnector1">
              <a:avLst/>
            </a:prstGeom>
            <a:ln w="22225">
              <a:solidFill>
                <a:srgbClr val="0000A8"/>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126">
              <a:extLst>
                <a:ext uri="{FF2B5EF4-FFF2-40B4-BE49-F238E27FC236}">
                  <a16:creationId xmlns:a16="http://schemas.microsoft.com/office/drawing/2014/main" id="{4D034FFC-BDF8-1D5F-C912-F3A3973C587F}"/>
                </a:ext>
              </a:extLst>
            </p:cNvPr>
            <p:cNvCxnSpPr>
              <a:cxnSpLocks/>
            </p:cNvCxnSpPr>
            <p:nvPr/>
          </p:nvCxnSpPr>
          <p:spPr>
            <a:xfrm rot="16200000" flipH="1" flipV="1">
              <a:off x="7795591" y="4137991"/>
              <a:ext cx="854766" cy="0"/>
            </a:xfrm>
            <a:prstGeom prst="straightConnector1">
              <a:avLst/>
            </a:prstGeom>
            <a:ln w="22225">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D7701900-7D69-E40A-A67F-F827758CB83D}"/>
                  </a:ext>
                </a:extLst>
              </p:cNvPr>
              <p:cNvSpPr txBox="1"/>
              <p:nvPr/>
            </p:nvSpPr>
            <p:spPr>
              <a:xfrm>
                <a:off x="8529756" y="2510941"/>
                <a:ext cx="3574088" cy="750334"/>
              </a:xfrm>
              <a:prstGeom prst="rect">
                <a:avLst/>
              </a:prstGeom>
              <a:solidFill>
                <a:srgbClr val="FFFFCC"/>
              </a:solidFill>
              <a:ln w="28575">
                <a:solidFill>
                  <a:srgbClr val="FF3300"/>
                </a:solidFill>
                <a:miter lim="800000"/>
                <a:headEnd/>
                <a:tailEnd/>
              </a:ln>
            </p:spPr>
            <p:txBody>
              <a:bodyPr>
                <a:noAutofit/>
              </a:bodyPr>
              <a:lstStyle>
                <a:defPPr>
                  <a:defRPr lang="zh-CN"/>
                </a:defPPr>
                <a:lvl1pPr>
                  <a:defRPr sz="2000" b="0" i="1">
                    <a:solidFill>
                      <a:srgbClr val="00000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sSub>
                        <m:sSubPr>
                          <m:ctrlPr>
                            <a:rPr lang="zh-CN" altLang="en-US" sz="1800" i="1">
                              <a:latin typeface="Cambria Math" panose="02040503050406030204" pitchFamily="18" charset="0"/>
                            </a:rPr>
                          </m:ctrlPr>
                        </m:sSubPr>
                        <m:e>
                          <m:r>
                            <a:rPr lang="en-US" altLang="zh-CN" sz="1800" smtClean="0">
                              <a:latin typeface="Cambria Math" panose="02040503050406030204" pitchFamily="18" charset="0"/>
                            </a:rPr>
                            <m:t>𝑑</m:t>
                          </m:r>
                        </m:e>
                        <m:sub>
                          <m:r>
                            <a:rPr lang="en-US" altLang="zh-CN" sz="1800">
                              <a:latin typeface="Cambria Math" panose="02040503050406030204" pitchFamily="18" charset="0"/>
                            </a:rPr>
                            <m:t>𝑚</m:t>
                          </m:r>
                          <m:r>
                            <a:rPr lang="en-US" altLang="zh-CN" sz="1800">
                              <a:latin typeface="Cambria Math" panose="02040503050406030204" pitchFamily="18" charset="0"/>
                            </a:rPr>
                            <m:t>,</m:t>
                          </m:r>
                          <m:r>
                            <a:rPr lang="en-US" altLang="zh-CN" sz="1800">
                              <a:latin typeface="Cambria Math" panose="02040503050406030204" pitchFamily="18" charset="0"/>
                            </a:rPr>
                            <m:t>𝑗</m:t>
                          </m:r>
                          <m:r>
                            <a:rPr lang="en-US" altLang="zh-CN" sz="1800">
                              <a:latin typeface="Cambria Math" panose="02040503050406030204" pitchFamily="18" charset="0"/>
                            </a:rPr>
                            <m:t>+1</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𝑚</m:t>
                          </m:r>
                          <m:r>
                            <a:rPr lang="en-US" altLang="zh-CN" sz="1800">
                              <a:latin typeface="Cambria Math" panose="02040503050406030204" pitchFamily="18" charset="0"/>
                            </a:rPr>
                            <m:t>,1</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𝑚</m:t>
                          </m:r>
                          <m:r>
                            <a:rPr lang="en-US" altLang="zh-CN" sz="1800">
                              <a:latin typeface="Cambria Math" panose="02040503050406030204" pitchFamily="18" charset="0"/>
                            </a:rPr>
                            <m:t>, 2</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𝑚</m:t>
                          </m:r>
                          <m:r>
                            <a:rPr lang="en-US" altLang="zh-CN" sz="1800">
                              <a:latin typeface="Cambria Math" panose="02040503050406030204" pitchFamily="18" charset="0"/>
                            </a:rPr>
                            <m:t>,</m:t>
                          </m:r>
                          <m:r>
                            <a:rPr lang="en-US" altLang="zh-CN" sz="1800">
                              <a:latin typeface="Cambria Math" panose="02040503050406030204" pitchFamily="18" charset="0"/>
                            </a:rPr>
                            <m:t>𝑗</m:t>
                          </m:r>
                        </m:sub>
                      </m:sSub>
                    </m:oMath>
                  </m:oMathPara>
                </a14:m>
                <a:endParaRPr lang="en-US" altLang="zh-CN" sz="1800" dirty="0"/>
              </a:p>
              <a:p>
                <a:pPr/>
                <a14:m>
                  <m:oMathPara xmlns:m="http://schemas.openxmlformats.org/officeDocument/2006/math">
                    <m:oMathParaPr>
                      <m:jc m:val="left"/>
                    </m:oMathParaPr>
                    <m:oMath xmlns:m="http://schemas.openxmlformats.org/officeDocument/2006/math">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𝑖</m:t>
                          </m:r>
                          <m:r>
                            <a:rPr lang="en-US" altLang="zh-CN" sz="1800">
                              <a:latin typeface="Cambria Math" panose="02040503050406030204" pitchFamily="18" charset="0"/>
                            </a:rPr>
                            <m:t>+1, </m:t>
                          </m:r>
                          <m:r>
                            <a:rPr lang="en-US" altLang="zh-CN" sz="1800">
                              <a:latin typeface="Cambria Math" panose="02040503050406030204" pitchFamily="18" charset="0"/>
                            </a:rPr>
                            <m:t>𝑛</m:t>
                          </m:r>
                        </m:sub>
                      </m:sSub>
                      <m:r>
                        <a:rPr lang="en-US" altLang="zh-CN" sz="1800">
                          <a:latin typeface="Cambria Math" panose="02040503050406030204" pitchFamily="18" charset="0"/>
                        </a:rPr>
                        <m:t> </m:t>
                      </m:r>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1, </m:t>
                          </m:r>
                          <m:r>
                            <a:rPr lang="en-US" altLang="zh-CN" sz="1800">
                              <a:latin typeface="Cambria Math" panose="02040503050406030204" pitchFamily="18" charset="0"/>
                            </a:rPr>
                            <m:t>𝑛</m:t>
                          </m:r>
                        </m:sub>
                      </m:sSub>
                      <m:r>
                        <a:rPr lang="en-US" altLang="zh-CN" sz="1800">
                          <a:latin typeface="Cambria Math" panose="02040503050406030204" pitchFamily="18" charset="0"/>
                        </a:rPr>
                        <m:t> </m:t>
                      </m:r>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2,</m:t>
                          </m:r>
                          <m:r>
                            <a:rPr lang="en-US" altLang="zh-CN" sz="1800">
                              <a:latin typeface="Cambria Math" panose="02040503050406030204" pitchFamily="18" charset="0"/>
                            </a:rPr>
                            <m:t>𝑛</m:t>
                          </m:r>
                        </m:sub>
                      </m:sSub>
                      <m:r>
                        <a:rPr lang="en-US" altLang="zh-CN" sz="1800">
                          <a:latin typeface="Cambria Math" panose="02040503050406030204" pitchFamily="18" charset="0"/>
                        </a:rPr>
                        <m:t> </m:t>
                      </m:r>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en-US" altLang="zh-CN" sz="1800">
                              <a:latin typeface="Cambria Math" panose="02040503050406030204" pitchFamily="18" charset="0"/>
                            </a:rPr>
                            <m:t>𝑑</m:t>
                          </m:r>
                        </m:e>
                        <m:sub>
                          <m:r>
                            <a:rPr lang="en-US" altLang="zh-CN" sz="1800">
                              <a:latin typeface="Cambria Math" panose="02040503050406030204" pitchFamily="18" charset="0"/>
                            </a:rPr>
                            <m:t>𝑖</m:t>
                          </m:r>
                          <m:r>
                            <a:rPr lang="en-US" altLang="zh-CN" sz="1800">
                              <a:latin typeface="Cambria Math" panose="02040503050406030204" pitchFamily="18" charset="0"/>
                            </a:rPr>
                            <m:t>,</m:t>
                          </m:r>
                          <m:r>
                            <a:rPr lang="en-US" altLang="zh-CN" sz="1800">
                              <a:latin typeface="Cambria Math" panose="02040503050406030204" pitchFamily="18" charset="0"/>
                            </a:rPr>
                            <m:t>𝑛</m:t>
                          </m:r>
                        </m:sub>
                      </m:sSub>
                    </m:oMath>
                  </m:oMathPara>
                </a14:m>
                <a:endParaRPr lang="en-US" altLang="zh-CN" sz="1800" dirty="0"/>
              </a:p>
            </p:txBody>
          </p:sp>
        </mc:Choice>
        <mc:Fallback xmlns="">
          <p:sp>
            <p:nvSpPr>
              <p:cNvPr id="51" name="文本框 50">
                <a:extLst>
                  <a:ext uri="{FF2B5EF4-FFF2-40B4-BE49-F238E27FC236}">
                    <a16:creationId xmlns:a16="http://schemas.microsoft.com/office/drawing/2014/main" id="{D7701900-7D69-E40A-A67F-F827758CB83D}"/>
                  </a:ext>
                </a:extLst>
              </p:cNvPr>
              <p:cNvSpPr txBox="1">
                <a:spLocks noRot="1" noChangeAspect="1" noMove="1" noResize="1" noEditPoints="1" noAdjustHandles="1" noChangeArrowheads="1" noChangeShapeType="1" noTextEdit="1"/>
              </p:cNvSpPr>
              <p:nvPr/>
            </p:nvSpPr>
            <p:spPr>
              <a:xfrm>
                <a:off x="8529756" y="2510941"/>
                <a:ext cx="3574088" cy="750334"/>
              </a:xfrm>
              <a:prstGeom prst="rect">
                <a:avLst/>
              </a:prstGeom>
              <a:blipFill>
                <a:blip r:embed="rId3"/>
                <a:stretch>
                  <a:fillRect/>
                </a:stretch>
              </a:blipFill>
              <a:ln w="28575">
                <a:solidFill>
                  <a:srgbClr val="FF3300"/>
                </a:solidFill>
                <a:miter lim="800000"/>
                <a:headEnd/>
                <a:tailEnd/>
              </a:ln>
            </p:spPr>
            <p:txBody>
              <a:bodyPr/>
              <a:lstStyle/>
              <a:p>
                <a:r>
                  <a:rPr lang="zh-CN" altLang="en-US">
                    <a:noFill/>
                  </a:rPr>
                  <a:t> </a:t>
                </a:r>
              </a:p>
            </p:txBody>
          </p:sp>
        </mc:Fallback>
      </mc:AlternateContent>
      <p:grpSp>
        <p:nvGrpSpPr>
          <p:cNvPr id="52" name="Group 78">
            <a:extLst>
              <a:ext uri="{FF2B5EF4-FFF2-40B4-BE49-F238E27FC236}">
                <a16:creationId xmlns:a16="http://schemas.microsoft.com/office/drawing/2014/main" id="{43E9F1D9-ADAF-841B-C65A-9A656D8F88A5}"/>
              </a:ext>
            </a:extLst>
          </p:cNvPr>
          <p:cNvGrpSpPr/>
          <p:nvPr/>
        </p:nvGrpSpPr>
        <p:grpSpPr>
          <a:xfrm>
            <a:off x="7039637" y="4841008"/>
            <a:ext cx="1217426" cy="1526074"/>
            <a:chOff x="4903522" y="4563422"/>
            <a:chExt cx="1217426" cy="1526074"/>
          </a:xfrm>
        </p:grpSpPr>
        <p:sp>
          <p:nvSpPr>
            <p:cNvPr id="53" name="TextBox 136">
              <a:extLst>
                <a:ext uri="{FF2B5EF4-FFF2-40B4-BE49-F238E27FC236}">
                  <a16:creationId xmlns:a16="http://schemas.microsoft.com/office/drawing/2014/main" id="{D9118D88-799B-DD1A-F45F-A9D9F8C7B37F}"/>
                </a:ext>
              </a:extLst>
            </p:cNvPr>
            <p:cNvSpPr txBox="1"/>
            <p:nvPr/>
          </p:nvSpPr>
          <p:spPr>
            <a:xfrm>
              <a:off x="4903522" y="5428507"/>
              <a:ext cx="1204176" cy="369332"/>
            </a:xfrm>
            <a:prstGeom prst="rect">
              <a:avLst/>
            </a:prstGeom>
            <a:noFill/>
          </p:spPr>
          <p:txBody>
            <a:bodyPr wrap="none" rtlCol="0">
              <a:spAutoFit/>
            </a:bodyPr>
            <a:lstStyle/>
            <a:p>
              <a:r>
                <a:rPr lang="en-US" dirty="0"/>
                <a:t>0 1 1 1 0  1</a:t>
              </a:r>
            </a:p>
          </p:txBody>
        </p:sp>
        <p:grpSp>
          <p:nvGrpSpPr>
            <p:cNvPr id="54" name="Group 73">
              <a:extLst>
                <a:ext uri="{FF2B5EF4-FFF2-40B4-BE49-F238E27FC236}">
                  <a16:creationId xmlns:a16="http://schemas.microsoft.com/office/drawing/2014/main" id="{E7113BC5-2BA4-C053-66BF-0CEDF78A75D8}"/>
                </a:ext>
              </a:extLst>
            </p:cNvPr>
            <p:cNvGrpSpPr/>
            <p:nvPr/>
          </p:nvGrpSpPr>
          <p:grpSpPr>
            <a:xfrm>
              <a:off x="4910146" y="4875335"/>
              <a:ext cx="1210802" cy="1214161"/>
              <a:chOff x="6394173" y="4840358"/>
              <a:chExt cx="1210802" cy="1214161"/>
            </a:xfrm>
          </p:grpSpPr>
          <p:sp>
            <p:nvSpPr>
              <p:cNvPr id="56" name="TextBox 48">
                <a:extLst>
                  <a:ext uri="{FF2B5EF4-FFF2-40B4-BE49-F238E27FC236}">
                    <a16:creationId xmlns:a16="http://schemas.microsoft.com/office/drawing/2014/main" id="{FC9586B5-DA9A-7C22-E091-860F7E7B3F62}"/>
                  </a:ext>
                </a:extLst>
              </p:cNvPr>
              <p:cNvSpPr txBox="1"/>
              <p:nvPr/>
            </p:nvSpPr>
            <p:spPr>
              <a:xfrm>
                <a:off x="6400799" y="4840358"/>
                <a:ext cx="1204176" cy="369332"/>
              </a:xfrm>
              <a:prstGeom prst="rect">
                <a:avLst/>
              </a:prstGeom>
              <a:noFill/>
            </p:spPr>
            <p:txBody>
              <a:bodyPr wrap="none" rtlCol="0">
                <a:spAutoFit/>
              </a:bodyPr>
              <a:lstStyle/>
              <a:p>
                <a:r>
                  <a:rPr lang="en-US" dirty="0"/>
                  <a:t>1 0 1 0 1  1</a:t>
                </a:r>
              </a:p>
            </p:txBody>
          </p:sp>
          <p:sp>
            <p:nvSpPr>
              <p:cNvPr id="57" name="TextBox 129">
                <a:extLst>
                  <a:ext uri="{FF2B5EF4-FFF2-40B4-BE49-F238E27FC236}">
                    <a16:creationId xmlns:a16="http://schemas.microsoft.com/office/drawing/2014/main" id="{7D051A1B-24A9-7AFA-BBB7-C327FEDF0009}"/>
                  </a:ext>
                </a:extLst>
              </p:cNvPr>
              <p:cNvSpPr txBox="1"/>
              <p:nvPr/>
            </p:nvSpPr>
            <p:spPr>
              <a:xfrm>
                <a:off x="6394173" y="5121968"/>
                <a:ext cx="1204176" cy="369332"/>
              </a:xfrm>
              <a:prstGeom prst="rect">
                <a:avLst/>
              </a:prstGeom>
              <a:noFill/>
            </p:spPr>
            <p:txBody>
              <a:bodyPr wrap="none" rtlCol="0">
                <a:spAutoFit/>
              </a:bodyPr>
              <a:lstStyle/>
              <a:p>
                <a:r>
                  <a:rPr lang="en-US" dirty="0"/>
                  <a:t>1 1 1 1 0  0</a:t>
                </a:r>
              </a:p>
            </p:txBody>
          </p:sp>
          <p:sp>
            <p:nvSpPr>
              <p:cNvPr id="58" name="TextBox 137">
                <a:extLst>
                  <a:ext uri="{FF2B5EF4-FFF2-40B4-BE49-F238E27FC236}">
                    <a16:creationId xmlns:a16="http://schemas.microsoft.com/office/drawing/2014/main" id="{F4FE6E2D-A701-8E3F-0D57-27C4E46E1348}"/>
                  </a:ext>
                </a:extLst>
              </p:cNvPr>
              <p:cNvSpPr txBox="1"/>
              <p:nvPr/>
            </p:nvSpPr>
            <p:spPr>
              <a:xfrm>
                <a:off x="6395912" y="5685187"/>
                <a:ext cx="1204176" cy="369332"/>
              </a:xfrm>
              <a:prstGeom prst="rect">
                <a:avLst/>
              </a:prstGeom>
              <a:noFill/>
            </p:spPr>
            <p:txBody>
              <a:bodyPr wrap="none" rtlCol="0">
                <a:spAutoFit/>
              </a:bodyPr>
              <a:lstStyle/>
              <a:p>
                <a:r>
                  <a:rPr lang="en-US" dirty="0"/>
                  <a:t>1 0 1 0 1  0</a:t>
                </a:r>
              </a:p>
            </p:txBody>
          </p:sp>
          <p:cxnSp>
            <p:nvCxnSpPr>
              <p:cNvPr id="59" name="Straight Connector 53">
                <a:extLst>
                  <a:ext uri="{FF2B5EF4-FFF2-40B4-BE49-F238E27FC236}">
                    <a16:creationId xmlns:a16="http://schemas.microsoft.com/office/drawing/2014/main" id="{93C7553C-EB0E-A93B-DF33-516B7FD2203C}"/>
                  </a:ext>
                </a:extLst>
              </p:cNvPr>
              <p:cNvCxnSpPr/>
              <p:nvPr/>
            </p:nvCxnSpPr>
            <p:spPr>
              <a:xfrm>
                <a:off x="6480748" y="5751227"/>
                <a:ext cx="10193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138">
                <a:extLst>
                  <a:ext uri="{FF2B5EF4-FFF2-40B4-BE49-F238E27FC236}">
                    <a16:creationId xmlns:a16="http://schemas.microsoft.com/office/drawing/2014/main" id="{1E7D6798-4C1C-AE1E-0267-948FF673C12C}"/>
                  </a:ext>
                </a:extLst>
              </p:cNvPr>
              <p:cNvCxnSpPr>
                <a:cxnSpLocks/>
              </p:cNvCxnSpPr>
              <p:nvPr/>
            </p:nvCxnSpPr>
            <p:spPr>
              <a:xfrm rot="16200000">
                <a:off x="6828021" y="5453922"/>
                <a:ext cx="10193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75">
              <a:extLst>
                <a:ext uri="{FF2B5EF4-FFF2-40B4-BE49-F238E27FC236}">
                  <a16:creationId xmlns:a16="http://schemas.microsoft.com/office/drawing/2014/main" id="{A37EFF96-17A8-233B-F9E8-39785515C083}"/>
                </a:ext>
              </a:extLst>
            </p:cNvPr>
            <p:cNvSpPr txBox="1"/>
            <p:nvPr/>
          </p:nvSpPr>
          <p:spPr>
            <a:xfrm>
              <a:off x="4922601" y="4563422"/>
              <a:ext cx="1103507" cy="369332"/>
            </a:xfrm>
            <a:prstGeom prst="rect">
              <a:avLst/>
            </a:prstGeom>
            <a:noFill/>
          </p:spPr>
          <p:txBody>
            <a:bodyPr wrap="none" rtlCol="0">
              <a:spAutoFit/>
            </a:bodyPr>
            <a:lstStyle/>
            <a:p>
              <a:r>
                <a:rPr lang="en-US" dirty="0"/>
                <a:t>no errors:</a:t>
              </a:r>
            </a:p>
          </p:txBody>
        </p:sp>
      </p:grpSp>
      <p:grpSp>
        <p:nvGrpSpPr>
          <p:cNvPr id="62" name="Group 83">
            <a:extLst>
              <a:ext uri="{FF2B5EF4-FFF2-40B4-BE49-F238E27FC236}">
                <a16:creationId xmlns:a16="http://schemas.microsoft.com/office/drawing/2014/main" id="{13983DA1-B698-F890-850B-B0EB4261B312}"/>
              </a:ext>
            </a:extLst>
          </p:cNvPr>
          <p:cNvGrpSpPr/>
          <p:nvPr/>
        </p:nvGrpSpPr>
        <p:grpSpPr>
          <a:xfrm>
            <a:off x="9339963" y="4939963"/>
            <a:ext cx="1781895" cy="1621566"/>
            <a:chOff x="5890374" y="4811085"/>
            <a:chExt cx="1781895" cy="1621566"/>
          </a:xfrm>
        </p:grpSpPr>
        <p:grpSp>
          <p:nvGrpSpPr>
            <p:cNvPr id="64" name="Group 139">
              <a:extLst>
                <a:ext uri="{FF2B5EF4-FFF2-40B4-BE49-F238E27FC236}">
                  <a16:creationId xmlns:a16="http://schemas.microsoft.com/office/drawing/2014/main" id="{066E8992-7F48-16F9-98D5-3234DE14C911}"/>
                </a:ext>
              </a:extLst>
            </p:cNvPr>
            <p:cNvGrpSpPr/>
            <p:nvPr/>
          </p:nvGrpSpPr>
          <p:grpSpPr>
            <a:xfrm>
              <a:off x="5890374" y="4812876"/>
              <a:ext cx="1781895" cy="1619775"/>
              <a:chOff x="4903522" y="4875335"/>
              <a:chExt cx="1781895" cy="1619775"/>
            </a:xfrm>
          </p:grpSpPr>
          <p:sp>
            <p:nvSpPr>
              <p:cNvPr id="67" name="TextBox 140">
                <a:extLst>
                  <a:ext uri="{FF2B5EF4-FFF2-40B4-BE49-F238E27FC236}">
                    <a16:creationId xmlns:a16="http://schemas.microsoft.com/office/drawing/2014/main" id="{FBBB579D-D329-2474-5A29-9A6DB3392FEF}"/>
                  </a:ext>
                </a:extLst>
              </p:cNvPr>
              <p:cNvSpPr txBox="1"/>
              <p:nvPr/>
            </p:nvSpPr>
            <p:spPr>
              <a:xfrm>
                <a:off x="4903522" y="5428507"/>
                <a:ext cx="1204176" cy="369332"/>
              </a:xfrm>
              <a:prstGeom prst="rect">
                <a:avLst/>
              </a:prstGeom>
              <a:noFill/>
            </p:spPr>
            <p:txBody>
              <a:bodyPr wrap="none" rtlCol="0">
                <a:spAutoFit/>
              </a:bodyPr>
              <a:lstStyle/>
              <a:p>
                <a:r>
                  <a:rPr lang="en-US" dirty="0"/>
                  <a:t>0 1 1 1 0  1</a:t>
                </a:r>
              </a:p>
            </p:txBody>
          </p:sp>
          <p:grpSp>
            <p:nvGrpSpPr>
              <p:cNvPr id="68" name="Group 141">
                <a:extLst>
                  <a:ext uri="{FF2B5EF4-FFF2-40B4-BE49-F238E27FC236}">
                    <a16:creationId xmlns:a16="http://schemas.microsoft.com/office/drawing/2014/main" id="{808B8DA4-7347-6971-1338-4C0C95C1B5F7}"/>
                  </a:ext>
                </a:extLst>
              </p:cNvPr>
              <p:cNvGrpSpPr/>
              <p:nvPr/>
            </p:nvGrpSpPr>
            <p:grpSpPr>
              <a:xfrm>
                <a:off x="4910146" y="4875335"/>
                <a:ext cx="1210802" cy="1214161"/>
                <a:chOff x="6394173" y="4840358"/>
                <a:chExt cx="1210802" cy="1214161"/>
              </a:xfrm>
            </p:grpSpPr>
            <p:sp>
              <p:nvSpPr>
                <p:cNvPr id="71" name="TextBox 143">
                  <a:extLst>
                    <a:ext uri="{FF2B5EF4-FFF2-40B4-BE49-F238E27FC236}">
                      <a16:creationId xmlns:a16="http://schemas.microsoft.com/office/drawing/2014/main" id="{00E5B033-BB37-9D3A-3C9E-942DDD841E22}"/>
                    </a:ext>
                  </a:extLst>
                </p:cNvPr>
                <p:cNvSpPr txBox="1"/>
                <p:nvPr/>
              </p:nvSpPr>
              <p:spPr>
                <a:xfrm>
                  <a:off x="6400799" y="4840358"/>
                  <a:ext cx="1204176" cy="369332"/>
                </a:xfrm>
                <a:prstGeom prst="rect">
                  <a:avLst/>
                </a:prstGeom>
                <a:noFill/>
              </p:spPr>
              <p:txBody>
                <a:bodyPr wrap="none" rtlCol="0">
                  <a:spAutoFit/>
                </a:bodyPr>
                <a:lstStyle/>
                <a:p>
                  <a:r>
                    <a:rPr lang="en-US" dirty="0"/>
                    <a:t>1 0 1 0 1  1</a:t>
                  </a:r>
                </a:p>
              </p:txBody>
            </p:sp>
            <p:sp>
              <p:nvSpPr>
                <p:cNvPr id="72" name="TextBox 144">
                  <a:extLst>
                    <a:ext uri="{FF2B5EF4-FFF2-40B4-BE49-F238E27FC236}">
                      <a16:creationId xmlns:a16="http://schemas.microsoft.com/office/drawing/2014/main" id="{24F2FC82-DC68-1490-8016-F1917475C276}"/>
                    </a:ext>
                  </a:extLst>
                </p:cNvPr>
                <p:cNvSpPr txBox="1"/>
                <p:nvPr/>
              </p:nvSpPr>
              <p:spPr>
                <a:xfrm>
                  <a:off x="6394173" y="5121968"/>
                  <a:ext cx="1204176" cy="369332"/>
                </a:xfrm>
                <a:prstGeom prst="rect">
                  <a:avLst/>
                </a:prstGeom>
                <a:noFill/>
              </p:spPr>
              <p:txBody>
                <a:bodyPr wrap="none" rtlCol="0">
                  <a:spAutoFit/>
                </a:bodyPr>
                <a:lstStyle/>
                <a:p>
                  <a:r>
                    <a:rPr lang="en-US" dirty="0"/>
                    <a:t>1 </a:t>
                  </a:r>
                  <a:r>
                    <a:rPr lang="en-US" dirty="0">
                      <a:solidFill>
                        <a:srgbClr val="FF0000"/>
                      </a:solidFill>
                    </a:rPr>
                    <a:t>0</a:t>
                  </a:r>
                  <a:r>
                    <a:rPr lang="en-US" dirty="0"/>
                    <a:t> 1 1 0  0</a:t>
                  </a:r>
                </a:p>
              </p:txBody>
            </p:sp>
            <p:sp>
              <p:nvSpPr>
                <p:cNvPr id="73" name="TextBox 145">
                  <a:extLst>
                    <a:ext uri="{FF2B5EF4-FFF2-40B4-BE49-F238E27FC236}">
                      <a16:creationId xmlns:a16="http://schemas.microsoft.com/office/drawing/2014/main" id="{7E922BDD-0062-D7D0-BD2B-FADF505A590F}"/>
                    </a:ext>
                  </a:extLst>
                </p:cNvPr>
                <p:cNvSpPr txBox="1"/>
                <p:nvPr/>
              </p:nvSpPr>
              <p:spPr>
                <a:xfrm>
                  <a:off x="6395912" y="5685187"/>
                  <a:ext cx="1204176" cy="369332"/>
                </a:xfrm>
                <a:prstGeom prst="rect">
                  <a:avLst/>
                </a:prstGeom>
                <a:noFill/>
              </p:spPr>
              <p:txBody>
                <a:bodyPr wrap="none" rtlCol="0">
                  <a:spAutoFit/>
                </a:bodyPr>
                <a:lstStyle/>
                <a:p>
                  <a:r>
                    <a:rPr lang="en-US" dirty="0"/>
                    <a:t>1 0 1 0 1  0</a:t>
                  </a:r>
                </a:p>
              </p:txBody>
            </p:sp>
            <p:cxnSp>
              <p:nvCxnSpPr>
                <p:cNvPr id="74" name="Straight Connector 146">
                  <a:extLst>
                    <a:ext uri="{FF2B5EF4-FFF2-40B4-BE49-F238E27FC236}">
                      <a16:creationId xmlns:a16="http://schemas.microsoft.com/office/drawing/2014/main" id="{8E3B1125-9AD0-4162-CCBC-607B7FBDD8E6}"/>
                    </a:ext>
                  </a:extLst>
                </p:cNvPr>
                <p:cNvCxnSpPr/>
                <p:nvPr/>
              </p:nvCxnSpPr>
              <p:spPr>
                <a:xfrm>
                  <a:off x="6480748" y="5751227"/>
                  <a:ext cx="10193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147">
                  <a:extLst>
                    <a:ext uri="{FF2B5EF4-FFF2-40B4-BE49-F238E27FC236}">
                      <a16:creationId xmlns:a16="http://schemas.microsoft.com/office/drawing/2014/main" id="{8CFAFE72-88B9-17DD-7B17-E2B08FE940FE}"/>
                    </a:ext>
                  </a:extLst>
                </p:cNvPr>
                <p:cNvCxnSpPr>
                  <a:cxnSpLocks/>
                </p:cNvCxnSpPr>
                <p:nvPr/>
              </p:nvCxnSpPr>
              <p:spPr>
                <a:xfrm rot="16200000">
                  <a:off x="6828021" y="5453922"/>
                  <a:ext cx="10193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TextBox 142">
                <a:extLst>
                  <a:ext uri="{FF2B5EF4-FFF2-40B4-BE49-F238E27FC236}">
                    <a16:creationId xmlns:a16="http://schemas.microsoft.com/office/drawing/2014/main" id="{EBBF6FEE-19BD-CF14-AB88-6E0F5307E696}"/>
                  </a:ext>
                </a:extLst>
              </p:cNvPr>
              <p:cNvSpPr txBox="1"/>
              <p:nvPr/>
            </p:nvSpPr>
            <p:spPr>
              <a:xfrm>
                <a:off x="4956746" y="6135973"/>
                <a:ext cx="546945" cy="359137"/>
              </a:xfrm>
              <a:prstGeom prst="rect">
                <a:avLst/>
              </a:prstGeom>
              <a:noFill/>
            </p:spPr>
            <p:txBody>
              <a:bodyPr wrap="none" rtlCol="0">
                <a:spAutoFit/>
              </a:bodyPr>
              <a:lstStyle/>
              <a:p>
                <a:pPr algn="ctr">
                  <a:lnSpc>
                    <a:spcPct val="70000"/>
                  </a:lnSpc>
                </a:pPr>
                <a:r>
                  <a:rPr lang="en-US" sz="1200" dirty="0">
                    <a:solidFill>
                      <a:srgbClr val="C00000"/>
                    </a:solidFill>
                  </a:rPr>
                  <a:t>parity</a:t>
                </a:r>
              </a:p>
              <a:p>
                <a:pPr algn="ctr">
                  <a:lnSpc>
                    <a:spcPct val="70000"/>
                  </a:lnSpc>
                </a:pPr>
                <a:r>
                  <a:rPr lang="en-US" sz="1200" dirty="0">
                    <a:solidFill>
                      <a:srgbClr val="C00000"/>
                    </a:solidFill>
                  </a:rPr>
                  <a:t>error</a:t>
                </a:r>
              </a:p>
            </p:txBody>
          </p:sp>
          <p:sp>
            <p:nvSpPr>
              <p:cNvPr id="70" name="TextBox 149">
                <a:extLst>
                  <a:ext uri="{FF2B5EF4-FFF2-40B4-BE49-F238E27FC236}">
                    <a16:creationId xmlns:a16="http://schemas.microsoft.com/office/drawing/2014/main" id="{12ED0DB0-2C57-36F4-33A5-2F54D36A6C0A}"/>
                  </a:ext>
                </a:extLst>
              </p:cNvPr>
              <p:cNvSpPr txBox="1"/>
              <p:nvPr/>
            </p:nvSpPr>
            <p:spPr>
              <a:xfrm>
                <a:off x="6138472" y="5164111"/>
                <a:ext cx="546945" cy="359137"/>
              </a:xfrm>
              <a:prstGeom prst="rect">
                <a:avLst/>
              </a:prstGeom>
              <a:noFill/>
            </p:spPr>
            <p:txBody>
              <a:bodyPr wrap="none" rtlCol="0">
                <a:spAutoFit/>
              </a:bodyPr>
              <a:lstStyle/>
              <a:p>
                <a:pPr>
                  <a:lnSpc>
                    <a:spcPct val="70000"/>
                  </a:lnSpc>
                </a:pPr>
                <a:r>
                  <a:rPr lang="en-US" sz="1200" dirty="0">
                    <a:solidFill>
                      <a:srgbClr val="C00000"/>
                    </a:solidFill>
                  </a:rPr>
                  <a:t>parity</a:t>
                </a:r>
              </a:p>
              <a:p>
                <a:pPr>
                  <a:lnSpc>
                    <a:spcPct val="70000"/>
                  </a:lnSpc>
                </a:pPr>
                <a:r>
                  <a:rPr lang="en-US" sz="1200" dirty="0">
                    <a:solidFill>
                      <a:srgbClr val="C00000"/>
                    </a:solidFill>
                  </a:rPr>
                  <a:t>error</a:t>
                </a:r>
              </a:p>
            </p:txBody>
          </p:sp>
        </p:grpSp>
        <p:cxnSp>
          <p:nvCxnSpPr>
            <p:cNvPr id="65" name="Straight Arrow Connector 82">
              <a:extLst>
                <a:ext uri="{FF2B5EF4-FFF2-40B4-BE49-F238E27FC236}">
                  <a16:creationId xmlns:a16="http://schemas.microsoft.com/office/drawing/2014/main" id="{180DAC70-1AE3-B5EF-8170-D0C70FD47734}"/>
                </a:ext>
              </a:extLst>
            </p:cNvPr>
            <p:cNvCxnSpPr>
              <a:stCxn id="72" idx="1"/>
            </p:cNvCxnSpPr>
            <p:nvPr/>
          </p:nvCxnSpPr>
          <p:spPr>
            <a:xfrm flipV="1">
              <a:off x="5896998" y="5271541"/>
              <a:ext cx="1303277" cy="7611"/>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148">
              <a:extLst>
                <a:ext uri="{FF2B5EF4-FFF2-40B4-BE49-F238E27FC236}">
                  <a16:creationId xmlns:a16="http://schemas.microsoft.com/office/drawing/2014/main" id="{1F873B73-31E8-A0BD-80DB-AFDB3E93DF2D}"/>
                </a:ext>
              </a:extLst>
            </p:cNvPr>
            <p:cNvCxnSpPr>
              <a:cxnSpLocks/>
            </p:cNvCxnSpPr>
            <p:nvPr/>
          </p:nvCxnSpPr>
          <p:spPr>
            <a:xfrm rot="5400000" flipV="1">
              <a:off x="5564716" y="5458918"/>
              <a:ext cx="1303277" cy="7611"/>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7" name="TextBox 75">
            <a:extLst>
              <a:ext uri="{FF2B5EF4-FFF2-40B4-BE49-F238E27FC236}">
                <a16:creationId xmlns:a16="http://schemas.microsoft.com/office/drawing/2014/main" id="{87339B53-7CB3-41F4-B0C5-B101A3F91341}"/>
              </a:ext>
            </a:extLst>
          </p:cNvPr>
          <p:cNvSpPr txBox="1"/>
          <p:nvPr/>
        </p:nvSpPr>
        <p:spPr>
          <a:xfrm>
            <a:off x="9353213" y="4510648"/>
            <a:ext cx="1686680" cy="369332"/>
          </a:xfrm>
          <a:prstGeom prst="rect">
            <a:avLst/>
          </a:prstGeom>
          <a:noFill/>
        </p:spPr>
        <p:txBody>
          <a:bodyPr wrap="none" rtlCol="0">
            <a:spAutoFit/>
          </a:bodyPr>
          <a:lstStyle/>
          <a:p>
            <a:r>
              <a:rPr lang="zh-CN" altLang="en-US" b="1" dirty="0">
                <a:solidFill>
                  <a:schemeClr val="accent4"/>
                </a:solidFill>
              </a:rPr>
              <a:t>纠正</a:t>
            </a:r>
            <a:r>
              <a:rPr lang="en-US" altLang="zh-CN" b="1" dirty="0">
                <a:solidFill>
                  <a:schemeClr val="accent4"/>
                </a:solidFill>
              </a:rPr>
              <a:t>1</a:t>
            </a:r>
            <a:r>
              <a:rPr lang="zh-CN" altLang="en-US" b="1" dirty="0">
                <a:solidFill>
                  <a:schemeClr val="accent4"/>
                </a:solidFill>
              </a:rPr>
              <a:t>比特差错</a:t>
            </a:r>
            <a:endParaRPr lang="en-US" b="1" dirty="0">
              <a:solidFill>
                <a:schemeClr val="accent4"/>
              </a:solidFill>
            </a:endParaRPr>
          </a:p>
        </p:txBody>
      </p:sp>
    </p:spTree>
    <p:extLst>
      <p:ext uri="{BB962C8B-B14F-4D97-AF65-F5344CB8AC3E}">
        <p14:creationId xmlns:p14="http://schemas.microsoft.com/office/powerpoint/2010/main" val="85317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F2419-79A8-DC5A-60C0-17D2CC9F14D8}"/>
              </a:ext>
            </a:extLst>
          </p:cNvPr>
          <p:cNvSpPr>
            <a:spLocks noGrp="1"/>
          </p:cNvSpPr>
          <p:nvPr>
            <p:ph type="title"/>
          </p:nvPr>
        </p:nvSpPr>
        <p:spPr/>
        <p:txBody>
          <a:bodyPr/>
          <a:lstStyle/>
          <a:p>
            <a:r>
              <a:rPr lang="zh-CN" altLang="en-US" dirty="0"/>
              <a:t>循环冗余码</a:t>
            </a:r>
            <a:r>
              <a:rPr lang="en-US" altLang="zh-CN" dirty="0"/>
              <a:t>CRC(Cyclic Redundancy Check)</a:t>
            </a:r>
            <a:endParaRPr lang="zh-CN" altLang="en-US" dirty="0"/>
          </a:p>
        </p:txBody>
      </p:sp>
      <p:sp>
        <p:nvSpPr>
          <p:cNvPr id="3" name="内容占位符 2">
            <a:extLst>
              <a:ext uri="{FF2B5EF4-FFF2-40B4-BE49-F238E27FC236}">
                <a16:creationId xmlns:a16="http://schemas.microsoft.com/office/drawing/2014/main" id="{CB6E4DF7-0E40-6181-FAFA-3F9E7D08909F}"/>
              </a:ext>
            </a:extLst>
          </p:cNvPr>
          <p:cNvSpPr>
            <a:spLocks noGrp="1"/>
          </p:cNvSpPr>
          <p:nvPr>
            <p:ph idx="1"/>
          </p:nvPr>
        </p:nvSpPr>
        <p:spPr/>
        <p:txBody>
          <a:bodyPr/>
          <a:lstStyle/>
          <a:p>
            <a:r>
              <a:rPr lang="zh-CN" altLang="en-US" dirty="0"/>
              <a:t>计算机网络中使用最为广泛的检错码：</a:t>
            </a:r>
            <a:r>
              <a:rPr lang="en-US" altLang="zh-CN" dirty="0"/>
              <a:t>Ethernet</a:t>
            </a:r>
            <a:r>
              <a:rPr lang="zh-CN" altLang="en-US" dirty="0"/>
              <a:t>，</a:t>
            </a:r>
            <a:r>
              <a:rPr lang="en-US" altLang="zh-CN" dirty="0"/>
              <a:t>802.11WiFi</a:t>
            </a:r>
            <a:r>
              <a:rPr lang="zh-CN" altLang="en-US" dirty="0"/>
              <a:t>等</a:t>
            </a:r>
            <a:endParaRPr lang="en-US" altLang="zh-CN" dirty="0"/>
          </a:p>
          <a:p>
            <a:endParaRPr lang="zh-CN" altLang="en-US" dirty="0"/>
          </a:p>
        </p:txBody>
      </p:sp>
      <p:sp>
        <p:nvSpPr>
          <p:cNvPr id="4" name="矩形 3">
            <a:extLst>
              <a:ext uri="{FF2B5EF4-FFF2-40B4-BE49-F238E27FC236}">
                <a16:creationId xmlns:a16="http://schemas.microsoft.com/office/drawing/2014/main" id="{702CCDC3-D143-AD77-50C5-88F7C8743A33}"/>
              </a:ext>
            </a:extLst>
          </p:cNvPr>
          <p:cNvSpPr/>
          <p:nvPr/>
        </p:nvSpPr>
        <p:spPr>
          <a:xfrm>
            <a:off x="445365" y="1280333"/>
            <a:ext cx="6810266" cy="3244093"/>
          </a:xfrm>
          <a:prstGeom prst="rect">
            <a:avLst/>
          </a:prstGeom>
        </p:spPr>
        <p:txBody>
          <a:bodyPr wrap="square">
            <a:spAutoFit/>
          </a:bodyPr>
          <a:lstStyle/>
          <a:p>
            <a:pPr>
              <a:lnSpc>
                <a:spcPct val="110000"/>
              </a:lnSpc>
              <a:spcAft>
                <a:spcPts val="600"/>
              </a:spcAft>
            </a:pPr>
            <a:r>
              <a:rPr lang="zh-CN" altLang="en-US" sz="2000" dirty="0"/>
              <a:t>编码： </a:t>
            </a:r>
            <a:endParaRPr lang="en-US" altLang="zh-CN" sz="2000" dirty="0"/>
          </a:p>
          <a:p>
            <a:pPr marL="285750" indent="-285750">
              <a:lnSpc>
                <a:spcPct val="110000"/>
              </a:lnSpc>
              <a:spcAft>
                <a:spcPts val="600"/>
              </a:spcAft>
              <a:buFont typeface="Arial" panose="020B0604020202020204" pitchFamily="34" charset="0"/>
              <a:buChar char="•"/>
            </a:pPr>
            <a:r>
              <a:rPr lang="en-US" altLang="zh-CN" sz="2000" dirty="0"/>
              <a:t>k</a:t>
            </a:r>
            <a:r>
              <a:rPr lang="zh-CN" altLang="en-US" sz="2000" dirty="0"/>
              <a:t>个信息位之后</a:t>
            </a:r>
            <a:r>
              <a:rPr lang="zh-CN" altLang="en-US" sz="2000" u="sng" dirty="0">
                <a:solidFill>
                  <a:srgbClr val="FF0000"/>
                </a:solidFill>
              </a:rPr>
              <a:t>附加</a:t>
            </a:r>
            <a:r>
              <a:rPr lang="en-US" altLang="zh-CN" sz="2000" u="sng" dirty="0">
                <a:solidFill>
                  <a:srgbClr val="FF0000"/>
                </a:solidFill>
              </a:rPr>
              <a:t>r</a:t>
            </a:r>
            <a:r>
              <a:rPr lang="zh-CN" altLang="en-US" sz="2000" u="sng" dirty="0">
                <a:solidFill>
                  <a:srgbClr val="FF0000"/>
                </a:solidFill>
              </a:rPr>
              <a:t>个</a:t>
            </a:r>
            <a:r>
              <a:rPr lang="en-US" altLang="zh-CN" sz="2000" u="sng" dirty="0">
                <a:solidFill>
                  <a:srgbClr val="FF0000"/>
                </a:solidFill>
              </a:rPr>
              <a:t>0</a:t>
            </a:r>
            <a:r>
              <a:rPr lang="zh-CN" altLang="en-US" sz="2000" dirty="0"/>
              <a:t>组成被除数</a:t>
            </a:r>
            <a:endParaRPr lang="en-US" altLang="zh-CN" sz="2000" dirty="0"/>
          </a:p>
          <a:p>
            <a:pPr marL="285750" indent="-285750">
              <a:lnSpc>
                <a:spcPct val="110000"/>
              </a:lnSpc>
              <a:spcAft>
                <a:spcPts val="600"/>
              </a:spcAft>
              <a:buFont typeface="Arial" panose="020B0604020202020204" pitchFamily="34" charset="0"/>
              <a:buChar char="•"/>
            </a:pPr>
            <a:r>
              <a:rPr lang="zh-CN" altLang="en-US" sz="2000" u="sng" dirty="0">
                <a:solidFill>
                  <a:srgbClr val="FF0000"/>
                </a:solidFill>
              </a:rPr>
              <a:t>除数为</a:t>
            </a:r>
            <a:r>
              <a:rPr lang="en-US" altLang="zh-CN" sz="2000" u="sng" dirty="0">
                <a:solidFill>
                  <a:srgbClr val="FF0000"/>
                </a:solidFill>
              </a:rPr>
              <a:t>G</a:t>
            </a:r>
            <a:r>
              <a:rPr lang="zh-CN" altLang="en-US" sz="2000" u="sng" dirty="0">
                <a:solidFill>
                  <a:srgbClr val="FF0000"/>
                </a:solidFill>
              </a:rPr>
              <a:t>：</a:t>
            </a:r>
            <a:r>
              <a:rPr lang="en-US" altLang="zh-CN" sz="2000" u="sng" dirty="0">
                <a:solidFill>
                  <a:srgbClr val="FF0000"/>
                </a:solidFill>
              </a:rPr>
              <a:t>r+1</a:t>
            </a:r>
            <a:r>
              <a:rPr lang="zh-CN" altLang="en-US" sz="2000" u="sng" dirty="0">
                <a:solidFill>
                  <a:srgbClr val="FF0000"/>
                </a:solidFill>
              </a:rPr>
              <a:t>位</a:t>
            </a:r>
            <a:endParaRPr lang="en-US" altLang="zh-CN" sz="2000" u="sng" dirty="0">
              <a:solidFill>
                <a:srgbClr val="FF0000"/>
              </a:solidFill>
            </a:endParaRPr>
          </a:p>
          <a:p>
            <a:pPr marL="285750" indent="-285750">
              <a:lnSpc>
                <a:spcPct val="110000"/>
              </a:lnSpc>
              <a:spcAft>
                <a:spcPts val="600"/>
              </a:spcAft>
              <a:buFont typeface="Arial" panose="020B0604020202020204" pitchFamily="34" charset="0"/>
              <a:buChar char="•"/>
            </a:pPr>
            <a:r>
              <a:rPr lang="zh-CN" altLang="en-US" sz="2000" u="sng" dirty="0">
                <a:solidFill>
                  <a:srgbClr val="FF0000"/>
                </a:solidFill>
              </a:rPr>
              <a:t>冗余位</a:t>
            </a:r>
            <a:r>
              <a:rPr lang="en-US" altLang="zh-CN" sz="2000" u="sng" dirty="0">
                <a:solidFill>
                  <a:srgbClr val="FF0000"/>
                </a:solidFill>
              </a:rPr>
              <a:t>=</a:t>
            </a:r>
            <a:r>
              <a:rPr lang="zh-CN" altLang="en-US" sz="2000" u="sng" dirty="0">
                <a:solidFill>
                  <a:srgbClr val="FF0000"/>
                </a:solidFill>
              </a:rPr>
              <a:t>被除数 </a:t>
            </a:r>
            <a:r>
              <a:rPr lang="en-US" altLang="zh-CN" sz="2000" u="sng" dirty="0">
                <a:solidFill>
                  <a:srgbClr val="FF0000"/>
                </a:solidFill>
              </a:rPr>
              <a:t>% </a:t>
            </a:r>
            <a:r>
              <a:rPr lang="zh-CN" altLang="en-US" sz="2000" u="sng" dirty="0">
                <a:solidFill>
                  <a:srgbClr val="FF0000"/>
                </a:solidFill>
              </a:rPr>
              <a:t>除数</a:t>
            </a:r>
            <a:r>
              <a:rPr lang="zh-CN" altLang="en-US" sz="2000" dirty="0"/>
              <a:t>，即被除数除以除数的余数</a:t>
            </a:r>
            <a:endParaRPr lang="en-US" altLang="zh-CN" sz="2000" dirty="0"/>
          </a:p>
          <a:p>
            <a:pPr marL="285750" indent="-285750">
              <a:lnSpc>
                <a:spcPct val="110000"/>
              </a:lnSpc>
              <a:spcAft>
                <a:spcPts val="600"/>
              </a:spcAft>
              <a:buFont typeface="Arial" panose="020B0604020202020204" pitchFamily="34" charset="0"/>
              <a:buChar char="•"/>
            </a:pPr>
            <a:r>
              <a:rPr lang="zh-CN" altLang="en-US" sz="2000" dirty="0"/>
              <a:t>采用模二运算，即加法和减法都为不带进位的</a:t>
            </a:r>
            <a:r>
              <a:rPr lang="zh-CN" altLang="en-US" sz="2000" u="sng" dirty="0">
                <a:solidFill>
                  <a:srgbClr val="FF0000"/>
                </a:solidFill>
              </a:rPr>
              <a:t>异或运算</a:t>
            </a:r>
            <a:endParaRPr lang="en-US" altLang="zh-CN" sz="2000" dirty="0"/>
          </a:p>
          <a:p>
            <a:pPr>
              <a:lnSpc>
                <a:spcPct val="110000"/>
              </a:lnSpc>
              <a:spcAft>
                <a:spcPts val="600"/>
              </a:spcAft>
            </a:pPr>
            <a:r>
              <a:rPr lang="zh-CN" altLang="en-US" sz="2000" dirty="0"/>
              <a:t>解码： </a:t>
            </a:r>
            <a:endParaRPr lang="en-US" altLang="zh-CN" sz="2000" dirty="0"/>
          </a:p>
          <a:p>
            <a:pPr marL="342900" indent="-342900">
              <a:lnSpc>
                <a:spcPct val="110000"/>
              </a:lnSpc>
              <a:spcAft>
                <a:spcPts val="600"/>
              </a:spcAft>
              <a:buFont typeface="Arial" panose="020B0604020202020204" pitchFamily="34" charset="0"/>
              <a:buChar char="•"/>
            </a:pPr>
            <a:r>
              <a:rPr lang="zh-CN" altLang="en-US" sz="2000" dirty="0"/>
              <a:t>判断收到的码字与编码时采用的除数</a:t>
            </a:r>
            <a:r>
              <a:rPr lang="en-US" altLang="zh-CN" sz="2000" dirty="0"/>
              <a:t>G</a:t>
            </a:r>
            <a:r>
              <a:rPr lang="zh-CN" altLang="en-US" sz="2000" dirty="0"/>
              <a:t>相除是否能除尽，即</a:t>
            </a:r>
            <a:r>
              <a:rPr lang="zh-CN" altLang="en-US" sz="2000" dirty="0">
                <a:solidFill>
                  <a:srgbClr val="FF0000"/>
                </a:solidFill>
              </a:rPr>
              <a:t>余数为</a:t>
            </a:r>
            <a:r>
              <a:rPr lang="en-US" altLang="zh-CN" sz="2000" dirty="0">
                <a:solidFill>
                  <a:srgbClr val="FF0000"/>
                </a:solidFill>
              </a:rPr>
              <a:t>0</a:t>
            </a:r>
            <a:r>
              <a:rPr lang="zh-CN" altLang="en-US" sz="2000" dirty="0">
                <a:solidFill>
                  <a:srgbClr val="FF0000"/>
                </a:solidFill>
              </a:rPr>
              <a:t>表示没有出错</a:t>
            </a:r>
            <a:endParaRPr lang="en-US" altLang="zh-CN" sz="2000" dirty="0">
              <a:solidFill>
                <a:srgbClr val="FF0000"/>
              </a:solidFill>
            </a:endParaRPr>
          </a:p>
        </p:txBody>
      </p:sp>
      <p:grpSp>
        <p:nvGrpSpPr>
          <p:cNvPr id="19" name="组合 18">
            <a:extLst>
              <a:ext uri="{FF2B5EF4-FFF2-40B4-BE49-F238E27FC236}">
                <a16:creationId xmlns:a16="http://schemas.microsoft.com/office/drawing/2014/main" id="{F92E63F5-5905-FE04-2E72-7F5F16F8355E}"/>
              </a:ext>
            </a:extLst>
          </p:cNvPr>
          <p:cNvGrpSpPr/>
          <p:nvPr/>
        </p:nvGrpSpPr>
        <p:grpSpPr>
          <a:xfrm>
            <a:off x="7758909" y="1051266"/>
            <a:ext cx="3990178" cy="728802"/>
            <a:chOff x="2349662" y="4810466"/>
            <a:chExt cx="3990178" cy="728802"/>
          </a:xfrm>
        </p:grpSpPr>
        <p:sp>
          <p:nvSpPr>
            <p:cNvPr id="20" name="文本框 19">
              <a:extLst>
                <a:ext uri="{FF2B5EF4-FFF2-40B4-BE49-F238E27FC236}">
                  <a16:creationId xmlns:a16="http://schemas.microsoft.com/office/drawing/2014/main" id="{8DB0A54F-0151-6330-0751-EFD9A28A0FFA}"/>
                </a:ext>
              </a:extLst>
            </p:cNvPr>
            <p:cNvSpPr txBox="1"/>
            <p:nvPr/>
          </p:nvSpPr>
          <p:spPr>
            <a:xfrm>
              <a:off x="2349662" y="5139158"/>
              <a:ext cx="2303361" cy="400110"/>
            </a:xfrm>
            <a:prstGeom prst="rect">
              <a:avLst/>
            </a:prstGeom>
            <a:solidFill>
              <a:srgbClr val="FFDE20"/>
            </a:solidFill>
            <a:ln>
              <a:solidFill>
                <a:sysClr val="windowText" lastClr="000000"/>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rPr>
                <a:t>K: </a:t>
              </a:r>
              <a:r>
                <a:rPr kumimoji="0" lang="zh-CN" altLang="en-US" sz="2000" b="1" i="0" u="none" strike="noStrike" kern="0" cap="none" spc="0" normalizeH="0" baseline="0" noProof="0" dirty="0">
                  <a:ln>
                    <a:noFill/>
                  </a:ln>
                  <a:solidFill>
                    <a:prstClr val="black"/>
                  </a:solidFill>
                  <a:effectLst/>
                  <a:uLnTx/>
                  <a:uFillTx/>
                </a:rPr>
                <a:t>信息</a:t>
              </a:r>
              <a:r>
                <a:rPr lang="zh-CN" altLang="en-US" sz="2000" b="1" kern="0" dirty="0">
                  <a:solidFill>
                    <a:prstClr val="black"/>
                  </a:solidFill>
                </a:rPr>
                <a:t>位</a:t>
              </a:r>
              <a:endParaRPr kumimoji="0" lang="zh-CN" altLang="en-US" sz="2000" b="1" i="0" u="none" strike="noStrike" kern="0" cap="none" spc="0" normalizeH="0" baseline="0" noProof="0" dirty="0">
                <a:ln>
                  <a:noFill/>
                </a:ln>
                <a:solidFill>
                  <a:prstClr val="black"/>
                </a:solidFill>
                <a:effectLst/>
                <a:uLnTx/>
                <a:uFillTx/>
              </a:endParaRPr>
            </a:p>
          </p:txBody>
        </p:sp>
        <p:sp>
          <p:nvSpPr>
            <p:cNvPr id="21" name="文本框 20">
              <a:extLst>
                <a:ext uri="{FF2B5EF4-FFF2-40B4-BE49-F238E27FC236}">
                  <a16:creationId xmlns:a16="http://schemas.microsoft.com/office/drawing/2014/main" id="{9A75CD6B-9C82-2B7E-774E-C19C816B5822}"/>
                </a:ext>
              </a:extLst>
            </p:cNvPr>
            <p:cNvSpPr txBox="1"/>
            <p:nvPr/>
          </p:nvSpPr>
          <p:spPr>
            <a:xfrm>
              <a:off x="4653023" y="5139158"/>
              <a:ext cx="1686817" cy="400110"/>
            </a:xfrm>
            <a:prstGeom prst="rect">
              <a:avLst/>
            </a:prstGeom>
            <a:solidFill>
              <a:srgbClr val="3333CC"/>
            </a:solidFill>
            <a:ln>
              <a:solidFill>
                <a:sysClr val="windowText" lastClr="000000"/>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white"/>
                  </a:solidFill>
                  <a:effectLst/>
                  <a:uLnTx/>
                  <a:uFillTx/>
                </a:rPr>
                <a:t>R</a:t>
              </a:r>
              <a:r>
                <a:rPr kumimoji="0" lang="zh-CN" altLang="en-US" sz="2000" b="1" i="0" u="none" strike="noStrike" kern="0" cap="none" spc="0" normalizeH="0" baseline="0" noProof="0" dirty="0">
                  <a:ln>
                    <a:noFill/>
                  </a:ln>
                  <a:solidFill>
                    <a:prstClr val="white"/>
                  </a:solidFill>
                  <a:effectLst/>
                  <a:uLnTx/>
                  <a:uFillTx/>
                </a:rPr>
                <a:t>：</a:t>
              </a:r>
              <a:r>
                <a:rPr kumimoji="0" lang="en-US" altLang="zh-CN" sz="2000" b="1" i="0" u="none" strike="noStrike" kern="0" cap="none" spc="0" normalizeH="0" baseline="0" noProof="0" dirty="0">
                  <a:ln>
                    <a:noFill/>
                  </a:ln>
                  <a:solidFill>
                    <a:prstClr val="white"/>
                  </a:solidFill>
                  <a:effectLst/>
                  <a:uLnTx/>
                  <a:uFillTx/>
                </a:rPr>
                <a:t>CRC</a:t>
              </a:r>
              <a:endParaRPr kumimoji="0" lang="zh-CN" altLang="en-US" sz="2000" b="1" i="0" u="none" strike="noStrike" kern="0" cap="none" spc="0" normalizeH="0" baseline="0" noProof="0" dirty="0">
                <a:ln>
                  <a:noFill/>
                </a:ln>
                <a:solidFill>
                  <a:prstClr val="white"/>
                </a:solidFill>
                <a:effectLst/>
                <a:uLnTx/>
                <a:uFillTx/>
              </a:endParaRPr>
            </a:p>
          </p:txBody>
        </p:sp>
        <p:sp>
          <p:nvSpPr>
            <p:cNvPr id="22" name="文本框 21">
              <a:extLst>
                <a:ext uri="{FF2B5EF4-FFF2-40B4-BE49-F238E27FC236}">
                  <a16:creationId xmlns:a16="http://schemas.microsoft.com/office/drawing/2014/main" id="{739A0788-B180-26CF-9D50-E55027CABAE8}"/>
                </a:ext>
              </a:extLst>
            </p:cNvPr>
            <p:cNvSpPr txBox="1"/>
            <p:nvPr/>
          </p:nvSpPr>
          <p:spPr>
            <a:xfrm>
              <a:off x="3196542" y="4810466"/>
              <a:ext cx="29527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black"/>
                  </a:solidFill>
                  <a:effectLst/>
                  <a:uLnTx/>
                  <a:uFillTx/>
                </a:rPr>
                <a:t>k</a:t>
              </a:r>
              <a:endParaRPr kumimoji="0" lang="zh-CN" altLang="en-US" sz="1800" b="1" i="0" u="none" strike="noStrike" kern="0" cap="none" spc="0" normalizeH="0" baseline="0" noProof="0" dirty="0">
                <a:ln>
                  <a:noFill/>
                </a:ln>
                <a:solidFill>
                  <a:prstClr val="black"/>
                </a:solidFill>
                <a:effectLst/>
                <a:uLnTx/>
                <a:uFillTx/>
              </a:endParaRPr>
            </a:p>
          </p:txBody>
        </p:sp>
        <p:sp>
          <p:nvSpPr>
            <p:cNvPr id="23" name="文本框 22">
              <a:extLst>
                <a:ext uri="{FF2B5EF4-FFF2-40B4-BE49-F238E27FC236}">
                  <a16:creationId xmlns:a16="http://schemas.microsoft.com/office/drawing/2014/main" id="{8648D1DB-F6F8-C365-085E-331BCF228887}"/>
                </a:ext>
              </a:extLst>
            </p:cNvPr>
            <p:cNvSpPr txBox="1"/>
            <p:nvPr/>
          </p:nvSpPr>
          <p:spPr>
            <a:xfrm>
              <a:off x="5348794" y="4810466"/>
              <a:ext cx="26642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black"/>
                  </a:solidFill>
                  <a:effectLst/>
                  <a:uLnTx/>
                  <a:uFillTx/>
                </a:rPr>
                <a:t>r</a:t>
              </a:r>
              <a:endParaRPr kumimoji="0" lang="zh-CN" altLang="en-US" sz="1800" b="1" i="0" u="none" strike="noStrike" kern="0" cap="none" spc="0" normalizeH="0" baseline="0" noProof="0" dirty="0">
                <a:ln>
                  <a:noFill/>
                </a:ln>
                <a:solidFill>
                  <a:prstClr val="black"/>
                </a:solidFill>
                <a:effectLst/>
                <a:uLnTx/>
                <a:uFillTx/>
              </a:endParaRPr>
            </a:p>
          </p:txBody>
        </p: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FA06326D-06E8-B456-DCD7-3F0F77AF4EDE}"/>
                  </a:ext>
                </a:extLst>
              </p:cNvPr>
              <p:cNvSpPr txBox="1"/>
              <p:nvPr/>
            </p:nvSpPr>
            <p:spPr>
              <a:xfrm>
                <a:off x="8393703" y="1933393"/>
                <a:ext cx="13385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2</m:t>
                          </m:r>
                        </m:e>
                        <m:sup>
                          <m:r>
                            <a:rPr lang="en-US" altLang="zh-CN" b="0" i="1" smtClean="0">
                              <a:latin typeface="Cambria Math" panose="02040503050406030204" pitchFamily="18" charset="0"/>
                              <a:ea typeface="Cambria Math" panose="02040503050406030204" pitchFamily="18" charset="0"/>
                            </a:rPr>
                            <m:t>𝑟</m:t>
                          </m:r>
                        </m:sup>
                      </m:sSup>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𝑋𝑂𝑅</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𝑅</m:t>
                      </m:r>
                    </m:oMath>
                  </m:oMathPara>
                </a14:m>
                <a:endParaRPr lang="zh-CN" altLang="en-US" dirty="0"/>
              </a:p>
            </p:txBody>
          </p:sp>
        </mc:Choice>
        <mc:Fallback xmlns="">
          <p:sp>
            <p:nvSpPr>
              <p:cNvPr id="32" name="文本框 31">
                <a:extLst>
                  <a:ext uri="{FF2B5EF4-FFF2-40B4-BE49-F238E27FC236}">
                    <a16:creationId xmlns:a16="http://schemas.microsoft.com/office/drawing/2014/main" id="{FA06326D-06E8-B456-DCD7-3F0F77AF4EDE}"/>
                  </a:ext>
                </a:extLst>
              </p:cNvPr>
              <p:cNvSpPr txBox="1">
                <a:spLocks noRot="1" noChangeAspect="1" noMove="1" noResize="1" noEditPoints="1" noAdjustHandles="1" noChangeArrowheads="1" noChangeShapeType="1" noTextEdit="1"/>
              </p:cNvSpPr>
              <p:nvPr/>
            </p:nvSpPr>
            <p:spPr>
              <a:xfrm>
                <a:off x="8393703" y="1933393"/>
                <a:ext cx="1338572" cy="276999"/>
              </a:xfrm>
              <a:prstGeom prst="rect">
                <a:avLst/>
              </a:prstGeom>
              <a:blipFill>
                <a:blip r:embed="rId2"/>
                <a:stretch>
                  <a:fillRect l="-4091" r="-2727"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8816FEB1-B071-ACD8-84F7-A6055D94B1A1}"/>
                  </a:ext>
                </a:extLst>
              </p:cNvPr>
              <p:cNvSpPr/>
              <p:nvPr/>
            </p:nvSpPr>
            <p:spPr>
              <a:xfrm>
                <a:off x="7960229" y="2571656"/>
                <a:ext cx="3544091" cy="2075953"/>
              </a:xfrm>
              <a:prstGeom prst="rect">
                <a:avLst/>
              </a:prstGeom>
            </p:spPr>
            <p:txBody>
              <a:bodyPr wrap="square">
                <a:spAutoFit/>
              </a:bodyPr>
              <a:lstStyle/>
              <a:p>
                <a:pPr>
                  <a:lnSpc>
                    <a:spcPct val="110000"/>
                  </a:lnSpc>
                  <a:spcAft>
                    <a:spcPts val="600"/>
                  </a:spcAft>
                </a:pPr>
                <a:r>
                  <a:rPr lang="en-US" altLang="zh-CN" sz="2000" dirty="0"/>
                  <a:t>R = ?</a:t>
                </a:r>
              </a:p>
              <a:p>
                <a:pPr marL="342900" indent="-342900">
                  <a:lnSpc>
                    <a:spcPct val="110000"/>
                  </a:lnSpc>
                  <a:spcAft>
                    <a:spcPts val="600"/>
                  </a:spcAft>
                  <a:buFont typeface="Arial" panose="020B0604020202020204" pitchFamily="34" charset="0"/>
                  <a:buChar char="•"/>
                </a:pPr>
                <a14:m>
                  <m:oMath xmlns:m="http://schemas.openxmlformats.org/officeDocument/2006/math">
                    <m:r>
                      <a:rPr lang="en-US" altLang="zh-CN" sz="2000" b="0" i="1" smtClean="0">
                        <a:latin typeface="Cambria Math" panose="02040503050406030204" pitchFamily="18" charset="0"/>
                      </a:rPr>
                      <m:t>𝐾</m:t>
                    </m:r>
                    <m:r>
                      <a:rPr lang="en-US" altLang="zh-CN" sz="200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2</m:t>
                        </m:r>
                      </m:e>
                      <m:sup>
                        <m:r>
                          <a:rPr lang="en-US" altLang="zh-CN" sz="2000" b="0" i="1" smtClean="0">
                            <a:latin typeface="Cambria Math" panose="02040503050406030204" pitchFamily="18" charset="0"/>
                            <a:ea typeface="Cambria Math" panose="02040503050406030204" pitchFamily="18" charset="0"/>
                          </a:rPr>
                          <m:t>𝑟</m:t>
                        </m:r>
                      </m:sup>
                    </m:sSup>
                    <m:r>
                      <a:rPr lang="en-US" altLang="zh-CN" sz="2000" b="0" i="1" smtClean="0">
                        <a:latin typeface="Cambria Math" panose="02040503050406030204" pitchFamily="18" charset="0"/>
                        <a:ea typeface="Cambria Math" panose="02040503050406030204" pitchFamily="18" charset="0"/>
                      </a:rPr>
                      <m:t> </m:t>
                    </m:r>
                    <m:r>
                      <a:rPr lang="en-US" altLang="zh-CN" sz="2000" b="0" i="1" smtClean="0">
                        <a:latin typeface="Cambria Math" panose="02040503050406030204" pitchFamily="18" charset="0"/>
                        <a:ea typeface="Cambria Math" panose="02040503050406030204" pitchFamily="18" charset="0"/>
                      </a:rPr>
                      <m:t>𝑋𝑂𝑅</m:t>
                    </m:r>
                    <m:r>
                      <a:rPr lang="en-US" altLang="zh-CN" sz="2000" b="0" i="1" smtClean="0">
                        <a:latin typeface="Cambria Math" panose="02040503050406030204" pitchFamily="18" charset="0"/>
                        <a:ea typeface="Cambria Math" panose="02040503050406030204" pitchFamily="18" charset="0"/>
                      </a:rPr>
                      <m:t> </m:t>
                    </m:r>
                    <m:r>
                      <a:rPr lang="en-US" altLang="zh-CN" sz="2000" b="0" i="1" smtClean="0">
                        <a:latin typeface="Cambria Math" panose="02040503050406030204" pitchFamily="18" charset="0"/>
                        <a:ea typeface="Cambria Math" panose="02040503050406030204" pitchFamily="18" charset="0"/>
                      </a:rPr>
                      <m:t>𝑅</m:t>
                    </m:r>
                    <m:r>
                      <a:rPr lang="zh-CN" altLang="en-US" sz="2000" i="1">
                        <a:latin typeface="Cambria Math" panose="02040503050406030204" pitchFamily="18" charset="0"/>
                        <a:ea typeface="Cambria Math" panose="02040503050406030204" pitchFamily="18" charset="0"/>
                      </a:rPr>
                      <m:t>正好</m:t>
                    </m:r>
                  </m:oMath>
                </a14:m>
                <a:r>
                  <a:rPr lang="zh-CN" altLang="en-US" sz="2000" dirty="0"/>
                  <a:t>被</a:t>
                </a:r>
                <a:r>
                  <a:rPr lang="en-US" altLang="zh-CN" sz="2000" dirty="0"/>
                  <a:t>G</a:t>
                </a:r>
                <a:r>
                  <a:rPr lang="zh-CN" altLang="en-US" sz="2000" dirty="0"/>
                  <a:t>整除</a:t>
                </a:r>
                <a:endParaRPr lang="en-US" altLang="zh-CN" sz="2000" dirty="0"/>
              </a:p>
              <a:p>
                <a:pPr>
                  <a:lnSpc>
                    <a:spcPct val="110000"/>
                  </a:lnSpc>
                  <a:spcAft>
                    <a:spcPts val="600"/>
                  </a:spcAft>
                </a:pPr>
                <a14:m>
                  <m:oMath xmlns:m="http://schemas.openxmlformats.org/officeDocument/2006/math">
                    <m:r>
                      <a:rPr lang="en-US" altLang="zh-CN" sz="2000" b="0" i="1" smtClean="0">
                        <a:latin typeface="Cambria Math" panose="02040503050406030204" pitchFamily="18" charset="0"/>
                      </a:rPr>
                      <m:t>𝐾</m:t>
                    </m:r>
                    <m:r>
                      <a:rPr lang="en-US" altLang="zh-CN" sz="200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2</m:t>
                        </m:r>
                      </m:e>
                      <m:sup>
                        <m:r>
                          <a:rPr lang="en-US" altLang="zh-CN" sz="2000" b="0" i="1" smtClean="0">
                            <a:latin typeface="Cambria Math" panose="02040503050406030204" pitchFamily="18" charset="0"/>
                            <a:ea typeface="Cambria Math" panose="02040503050406030204" pitchFamily="18" charset="0"/>
                          </a:rPr>
                          <m:t>𝑟</m:t>
                        </m:r>
                      </m:sup>
                    </m:sSup>
                    <m:r>
                      <a:rPr lang="en-US" altLang="zh-CN" sz="2000" b="0" i="1" smtClean="0">
                        <a:latin typeface="Cambria Math" panose="02040503050406030204" pitchFamily="18" charset="0"/>
                        <a:ea typeface="Cambria Math" panose="02040503050406030204" pitchFamily="18" charset="0"/>
                      </a:rPr>
                      <m:t> </m:t>
                    </m:r>
                    <m:r>
                      <a:rPr lang="en-US" altLang="zh-CN" sz="2000" b="0" i="1" smtClean="0">
                        <a:latin typeface="Cambria Math" panose="02040503050406030204" pitchFamily="18" charset="0"/>
                        <a:ea typeface="Cambria Math" panose="02040503050406030204" pitchFamily="18" charset="0"/>
                      </a:rPr>
                      <m:t>𝑋𝑂𝑅</m:t>
                    </m:r>
                    <m:r>
                      <a:rPr lang="en-US" altLang="zh-CN" sz="2000" b="0" i="1" smtClean="0">
                        <a:latin typeface="Cambria Math" panose="02040503050406030204" pitchFamily="18" charset="0"/>
                        <a:ea typeface="Cambria Math" panose="02040503050406030204" pitchFamily="18" charset="0"/>
                      </a:rPr>
                      <m:t> </m:t>
                    </m:r>
                    <m:r>
                      <a:rPr lang="en-US" altLang="zh-CN" sz="2000" b="0" i="1" smtClean="0">
                        <a:latin typeface="Cambria Math" panose="02040503050406030204" pitchFamily="18" charset="0"/>
                        <a:ea typeface="Cambria Math" panose="02040503050406030204" pitchFamily="18" charset="0"/>
                      </a:rPr>
                      <m:t>𝑅</m:t>
                    </m:r>
                  </m:oMath>
                </a14:m>
                <a:r>
                  <a:rPr lang="en-US" altLang="zh-CN" sz="2000" dirty="0"/>
                  <a:t> = </a:t>
                </a:r>
                <a:r>
                  <a:rPr lang="en-US" altLang="zh-CN" sz="2000" dirty="0" err="1"/>
                  <a:t>nG</a:t>
                </a:r>
                <a:endParaRPr lang="en-US" altLang="zh-CN" sz="2000" dirty="0"/>
              </a:p>
              <a:p>
                <a:pPr>
                  <a:lnSpc>
                    <a:spcPct val="110000"/>
                  </a:lnSpc>
                  <a:spcAft>
                    <a:spcPts val="600"/>
                  </a:spcAft>
                </a:pPr>
                <a14:m>
                  <m:oMath xmlns:m="http://schemas.openxmlformats.org/officeDocument/2006/math">
                    <m:r>
                      <a:rPr lang="en-US" altLang="zh-CN" sz="2000" b="0" i="1" smtClean="0">
                        <a:latin typeface="Cambria Math" panose="02040503050406030204" pitchFamily="18" charset="0"/>
                      </a:rPr>
                      <m:t>𝐾</m:t>
                    </m:r>
                    <m:r>
                      <a:rPr lang="en-US" altLang="zh-CN" sz="200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2</m:t>
                        </m:r>
                      </m:e>
                      <m:sup>
                        <m:r>
                          <a:rPr lang="en-US" altLang="zh-CN" sz="2000" b="0" i="1" smtClean="0">
                            <a:latin typeface="Cambria Math" panose="02040503050406030204" pitchFamily="18" charset="0"/>
                            <a:ea typeface="Cambria Math" panose="02040503050406030204" pitchFamily="18" charset="0"/>
                          </a:rPr>
                          <m:t>𝑟</m:t>
                        </m:r>
                      </m:sup>
                    </m:sSup>
                  </m:oMath>
                </a14:m>
                <a:r>
                  <a:rPr lang="en-US" altLang="zh-CN" sz="2000" dirty="0"/>
                  <a:t> = </a:t>
                </a:r>
                <a:r>
                  <a:rPr lang="en-US" altLang="zh-CN" sz="2000" dirty="0" err="1"/>
                  <a:t>nG</a:t>
                </a:r>
                <a:r>
                  <a:rPr lang="en-US" altLang="zh-CN" sz="2000" dirty="0"/>
                  <a:t> XOR R</a:t>
                </a:r>
              </a:p>
              <a:p>
                <a:pPr marL="342900" indent="-342900">
                  <a:lnSpc>
                    <a:spcPct val="110000"/>
                  </a:lnSpc>
                  <a:spcAft>
                    <a:spcPts val="600"/>
                  </a:spcAft>
                  <a:buFont typeface="Arial" panose="020B0604020202020204" pitchFamily="34" charset="0"/>
                  <a:buChar char="•"/>
                </a:pPr>
                <a:r>
                  <a:rPr lang="en-US" altLang="zh-CN" sz="2000" dirty="0"/>
                  <a:t>R = </a:t>
                </a:r>
                <a14:m>
                  <m:oMath xmlns:m="http://schemas.openxmlformats.org/officeDocument/2006/math">
                    <m:r>
                      <a:rPr lang="en-US" altLang="zh-CN" sz="2000" b="0" i="1" smtClean="0">
                        <a:latin typeface="Cambria Math" panose="02040503050406030204" pitchFamily="18" charset="0"/>
                      </a:rPr>
                      <m:t>𝐾</m:t>
                    </m:r>
                    <m:r>
                      <a:rPr lang="en-US" altLang="zh-CN" sz="200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2</m:t>
                        </m:r>
                      </m:e>
                      <m:sup>
                        <m:r>
                          <a:rPr lang="en-US" altLang="zh-CN" sz="2000" b="0" i="1" smtClean="0">
                            <a:latin typeface="Cambria Math" panose="02040503050406030204" pitchFamily="18" charset="0"/>
                            <a:ea typeface="Cambria Math" panose="02040503050406030204" pitchFamily="18" charset="0"/>
                          </a:rPr>
                          <m:t>𝑟</m:t>
                        </m:r>
                      </m:sup>
                    </m:sSup>
                    <m:r>
                      <a:rPr lang="zh-CN" altLang="en-US" sz="2000" i="1">
                        <a:latin typeface="Cambria Math" panose="02040503050406030204" pitchFamily="18" charset="0"/>
                        <a:ea typeface="Cambria Math" panose="02040503050406030204" pitchFamily="18" charset="0"/>
                      </a:rPr>
                      <m:t>除以</m:t>
                    </m:r>
                  </m:oMath>
                </a14:m>
                <a:r>
                  <a:rPr lang="en-US" altLang="zh-CN" sz="2000" dirty="0"/>
                  <a:t>G</a:t>
                </a:r>
                <a:r>
                  <a:rPr lang="zh-CN" altLang="en-US" sz="2000" dirty="0"/>
                  <a:t>的余数</a:t>
                </a:r>
                <a:r>
                  <a:rPr lang="en-US" altLang="zh-CN" sz="2000" dirty="0"/>
                  <a:t>   </a:t>
                </a:r>
              </a:p>
            </p:txBody>
          </p:sp>
        </mc:Choice>
        <mc:Fallback xmlns="">
          <p:sp>
            <p:nvSpPr>
              <p:cNvPr id="33" name="矩形 32">
                <a:extLst>
                  <a:ext uri="{FF2B5EF4-FFF2-40B4-BE49-F238E27FC236}">
                    <a16:creationId xmlns:a16="http://schemas.microsoft.com/office/drawing/2014/main" id="{8816FEB1-B071-ACD8-84F7-A6055D94B1A1}"/>
                  </a:ext>
                </a:extLst>
              </p:cNvPr>
              <p:cNvSpPr>
                <a:spLocks noRot="1" noChangeAspect="1" noMove="1" noResize="1" noEditPoints="1" noAdjustHandles="1" noChangeArrowheads="1" noChangeShapeType="1" noTextEdit="1"/>
              </p:cNvSpPr>
              <p:nvPr/>
            </p:nvSpPr>
            <p:spPr>
              <a:xfrm>
                <a:off x="7960229" y="2571656"/>
                <a:ext cx="3544091" cy="2075953"/>
              </a:xfrm>
              <a:prstGeom prst="rect">
                <a:avLst/>
              </a:prstGeom>
              <a:blipFill>
                <a:blip r:embed="rId3"/>
                <a:stretch>
                  <a:fillRect l="-1893" t="-1176" b="-44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2521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57699B-3295-1E0E-74C0-7AB20B567CD9}"/>
              </a:ext>
            </a:extLst>
          </p:cNvPr>
          <p:cNvSpPr>
            <a:spLocks noGrp="1"/>
          </p:cNvSpPr>
          <p:nvPr>
            <p:ph type="title"/>
          </p:nvPr>
        </p:nvSpPr>
        <p:spPr/>
        <p:txBody>
          <a:bodyPr/>
          <a:lstStyle/>
          <a:p>
            <a:r>
              <a:rPr lang="zh-CN" altLang="en-US" dirty="0"/>
              <a:t>循环冗余码</a:t>
            </a:r>
            <a:r>
              <a:rPr lang="en-US" altLang="zh-CN" dirty="0"/>
              <a:t>CRC</a:t>
            </a:r>
            <a:endParaRPr lang="zh-CN" altLang="en-US" dirty="0"/>
          </a:p>
        </p:txBody>
      </p:sp>
      <p:sp>
        <p:nvSpPr>
          <p:cNvPr id="3" name="内容占位符 2">
            <a:extLst>
              <a:ext uri="{FF2B5EF4-FFF2-40B4-BE49-F238E27FC236}">
                <a16:creationId xmlns:a16="http://schemas.microsoft.com/office/drawing/2014/main" id="{319F6C51-DA3E-B8D2-EFF6-3A38D1D3EC4E}"/>
              </a:ext>
            </a:extLst>
          </p:cNvPr>
          <p:cNvSpPr>
            <a:spLocks noGrp="1"/>
          </p:cNvSpPr>
          <p:nvPr>
            <p:ph idx="1"/>
          </p:nvPr>
        </p:nvSpPr>
        <p:spPr>
          <a:xfrm>
            <a:off x="442913" y="728663"/>
            <a:ext cx="11289710" cy="2536780"/>
          </a:xfrm>
        </p:spPr>
        <p:txBody>
          <a:bodyPr>
            <a:normAutofit/>
          </a:bodyPr>
          <a:lstStyle/>
          <a:p>
            <a:pPr marL="0" indent="0">
              <a:buNone/>
            </a:pPr>
            <a:r>
              <a:rPr lang="zh-CN" altLang="en-US" b="1" u="sng" dirty="0">
                <a:solidFill>
                  <a:srgbClr val="002060"/>
                </a:solidFill>
              </a:rPr>
              <a:t>模</a:t>
            </a:r>
            <a:r>
              <a:rPr lang="en-US" altLang="zh-CN" b="1" u="sng" dirty="0">
                <a:solidFill>
                  <a:srgbClr val="002060"/>
                </a:solidFill>
              </a:rPr>
              <a:t>2</a:t>
            </a:r>
            <a:r>
              <a:rPr lang="zh-CN" altLang="en-US" b="1" u="sng" dirty="0">
                <a:solidFill>
                  <a:srgbClr val="002060"/>
                </a:solidFill>
              </a:rPr>
              <a:t>运算（不带进位</a:t>
            </a:r>
            <a:r>
              <a:rPr lang="en-US" altLang="zh-CN" b="1" u="sng" dirty="0">
                <a:solidFill>
                  <a:srgbClr val="002060"/>
                </a:solidFill>
              </a:rPr>
              <a:t>)</a:t>
            </a:r>
            <a:r>
              <a:rPr lang="zh-CN" altLang="en-US" b="1" u="sng" dirty="0">
                <a:solidFill>
                  <a:srgbClr val="002060"/>
                </a:solidFill>
              </a:rPr>
              <a:t>： 异或运算</a:t>
            </a:r>
          </a:p>
          <a:p>
            <a:r>
              <a:rPr lang="zh-CN" altLang="en-US" dirty="0"/>
              <a:t>加法和减法相同</a:t>
            </a:r>
            <a:endParaRPr lang="en-US" altLang="zh-CN" dirty="0"/>
          </a:p>
          <a:p>
            <a:pPr marL="0" indent="0">
              <a:buNone/>
            </a:pPr>
            <a:r>
              <a:rPr lang="zh-CN" altLang="en-US" dirty="0"/>
              <a:t>循环冗余码的构造和验证：</a:t>
            </a:r>
            <a:endParaRPr lang="en-US" altLang="zh-CN" dirty="0"/>
          </a:p>
          <a:p>
            <a:r>
              <a:rPr lang="zh-CN" altLang="en-US" dirty="0"/>
              <a:t>编码：附加</a:t>
            </a:r>
            <a:r>
              <a:rPr lang="en-US" altLang="zh-CN" dirty="0"/>
              <a:t>r</a:t>
            </a:r>
            <a:r>
              <a:rPr lang="zh-CN" altLang="en-US" dirty="0"/>
              <a:t>个</a:t>
            </a:r>
            <a:r>
              <a:rPr lang="en-US" altLang="zh-CN" dirty="0"/>
              <a:t>0</a:t>
            </a:r>
            <a:r>
              <a:rPr lang="zh-CN" altLang="en-US" dirty="0"/>
              <a:t>后除以</a:t>
            </a:r>
            <a:r>
              <a:rPr lang="en-US" altLang="zh-CN" dirty="0"/>
              <a:t>G</a:t>
            </a:r>
            <a:r>
              <a:rPr lang="zh-CN" altLang="en-US" dirty="0"/>
              <a:t>的余数</a:t>
            </a:r>
            <a:r>
              <a:rPr lang="en-US" altLang="zh-CN" dirty="0"/>
              <a:t>(r</a:t>
            </a:r>
            <a:r>
              <a:rPr lang="zh-CN" altLang="en-US" dirty="0"/>
              <a:t>位</a:t>
            </a:r>
            <a:r>
              <a:rPr lang="en-US" altLang="zh-CN" dirty="0"/>
              <a:t>)</a:t>
            </a:r>
          </a:p>
          <a:p>
            <a:r>
              <a:rPr lang="zh-CN" altLang="en-US" dirty="0"/>
              <a:t>解码：收到的码字除以</a:t>
            </a:r>
            <a:r>
              <a:rPr lang="en-US" altLang="zh-CN" dirty="0"/>
              <a:t>G</a:t>
            </a:r>
            <a:r>
              <a:rPr lang="zh-CN" altLang="en-US" dirty="0"/>
              <a:t>的余数是否为</a:t>
            </a:r>
            <a:r>
              <a:rPr lang="en-US" altLang="zh-CN" dirty="0"/>
              <a:t>0</a:t>
            </a:r>
            <a:endParaRPr lang="zh-CN" altLang="en-US" dirty="0"/>
          </a:p>
        </p:txBody>
      </p:sp>
      <p:sp>
        <p:nvSpPr>
          <p:cNvPr id="11" name="文本框 10">
            <a:extLst>
              <a:ext uri="{FF2B5EF4-FFF2-40B4-BE49-F238E27FC236}">
                <a16:creationId xmlns:a16="http://schemas.microsoft.com/office/drawing/2014/main" id="{375A7D13-2E8C-8256-0122-8F0850B520E3}"/>
              </a:ext>
            </a:extLst>
          </p:cNvPr>
          <p:cNvSpPr txBox="1"/>
          <p:nvPr/>
        </p:nvSpPr>
        <p:spPr>
          <a:xfrm>
            <a:off x="4273151" y="380637"/>
            <a:ext cx="3526971" cy="369332"/>
          </a:xfrm>
          <a:prstGeom prst="rect">
            <a:avLst/>
          </a:prstGeom>
          <a:noFill/>
        </p:spPr>
        <p:txBody>
          <a:bodyPr wrap="square" rtlCol="0">
            <a:spAutoFit/>
          </a:bodyPr>
          <a:lstStyle/>
          <a:p>
            <a:endParaRPr lang="zh-CN" altLang="en-US" b="1" u="sng" dirty="0">
              <a:solidFill>
                <a:srgbClr val="002060"/>
              </a:solidFill>
            </a:endParaRPr>
          </a:p>
        </p:txBody>
      </p:sp>
      <p:grpSp>
        <p:nvGrpSpPr>
          <p:cNvPr id="18" name="组合 17">
            <a:extLst>
              <a:ext uri="{FF2B5EF4-FFF2-40B4-BE49-F238E27FC236}">
                <a16:creationId xmlns:a16="http://schemas.microsoft.com/office/drawing/2014/main" id="{D4D7BD93-AB64-BEBF-27E3-1A67632094F6}"/>
              </a:ext>
            </a:extLst>
          </p:cNvPr>
          <p:cNvGrpSpPr/>
          <p:nvPr/>
        </p:nvGrpSpPr>
        <p:grpSpPr>
          <a:xfrm>
            <a:off x="5707351" y="1156281"/>
            <a:ext cx="6139573" cy="4359171"/>
            <a:chOff x="2982459" y="1788038"/>
            <a:chExt cx="6139573" cy="4359171"/>
          </a:xfrm>
        </p:grpSpPr>
        <p:graphicFrame>
          <p:nvGraphicFramePr>
            <p:cNvPr id="5" name="内容占位符 3">
              <a:extLst>
                <a:ext uri="{FF2B5EF4-FFF2-40B4-BE49-F238E27FC236}">
                  <a16:creationId xmlns:a16="http://schemas.microsoft.com/office/drawing/2014/main" id="{57B42D6F-48C0-064F-57DD-25096C7A69B4}"/>
                </a:ext>
              </a:extLst>
            </p:cNvPr>
            <p:cNvGraphicFramePr>
              <a:graphicFrameLocks/>
            </p:cNvGraphicFramePr>
            <p:nvPr>
              <p:extLst>
                <p:ext uri="{D42A27DB-BD31-4B8C-83A1-F6EECF244321}">
                  <p14:modId xmlns:p14="http://schemas.microsoft.com/office/powerpoint/2010/main" val="3803170563"/>
                </p:ext>
              </p:extLst>
            </p:nvPr>
          </p:nvGraphicFramePr>
          <p:xfrm>
            <a:off x="3401330" y="1821893"/>
            <a:ext cx="3006480" cy="3708400"/>
          </p:xfrm>
          <a:graphic>
            <a:graphicData uri="http://schemas.openxmlformats.org/drawingml/2006/table">
              <a:tbl>
                <a:tblPr firstRow="1" bandRow="1">
                  <a:tableStyleId>{2D5ABB26-0587-4C30-8999-92F81FD0307C}</a:tableStyleId>
                </a:tblPr>
                <a:tblGrid>
                  <a:gridCol w="300648">
                    <a:extLst>
                      <a:ext uri="{9D8B030D-6E8A-4147-A177-3AD203B41FA5}">
                        <a16:colId xmlns:a16="http://schemas.microsoft.com/office/drawing/2014/main" val="345842875"/>
                      </a:ext>
                    </a:extLst>
                  </a:gridCol>
                  <a:gridCol w="300648">
                    <a:extLst>
                      <a:ext uri="{9D8B030D-6E8A-4147-A177-3AD203B41FA5}">
                        <a16:colId xmlns:a16="http://schemas.microsoft.com/office/drawing/2014/main" val="1355873745"/>
                      </a:ext>
                    </a:extLst>
                  </a:gridCol>
                  <a:gridCol w="300648">
                    <a:extLst>
                      <a:ext uri="{9D8B030D-6E8A-4147-A177-3AD203B41FA5}">
                        <a16:colId xmlns:a16="http://schemas.microsoft.com/office/drawing/2014/main" val="2700023275"/>
                      </a:ext>
                    </a:extLst>
                  </a:gridCol>
                  <a:gridCol w="300648">
                    <a:extLst>
                      <a:ext uri="{9D8B030D-6E8A-4147-A177-3AD203B41FA5}">
                        <a16:colId xmlns:a16="http://schemas.microsoft.com/office/drawing/2014/main" val="4117300092"/>
                      </a:ext>
                    </a:extLst>
                  </a:gridCol>
                  <a:gridCol w="300648">
                    <a:extLst>
                      <a:ext uri="{9D8B030D-6E8A-4147-A177-3AD203B41FA5}">
                        <a16:colId xmlns:a16="http://schemas.microsoft.com/office/drawing/2014/main" val="577727585"/>
                      </a:ext>
                    </a:extLst>
                  </a:gridCol>
                  <a:gridCol w="300648">
                    <a:extLst>
                      <a:ext uri="{9D8B030D-6E8A-4147-A177-3AD203B41FA5}">
                        <a16:colId xmlns:a16="http://schemas.microsoft.com/office/drawing/2014/main" val="1750958730"/>
                      </a:ext>
                    </a:extLst>
                  </a:gridCol>
                  <a:gridCol w="300648">
                    <a:extLst>
                      <a:ext uri="{9D8B030D-6E8A-4147-A177-3AD203B41FA5}">
                        <a16:colId xmlns:a16="http://schemas.microsoft.com/office/drawing/2014/main" val="3043326417"/>
                      </a:ext>
                    </a:extLst>
                  </a:gridCol>
                  <a:gridCol w="300648">
                    <a:extLst>
                      <a:ext uri="{9D8B030D-6E8A-4147-A177-3AD203B41FA5}">
                        <a16:colId xmlns:a16="http://schemas.microsoft.com/office/drawing/2014/main" val="3414624421"/>
                      </a:ext>
                    </a:extLst>
                  </a:gridCol>
                  <a:gridCol w="300648">
                    <a:extLst>
                      <a:ext uri="{9D8B030D-6E8A-4147-A177-3AD203B41FA5}">
                        <a16:colId xmlns:a16="http://schemas.microsoft.com/office/drawing/2014/main" val="3910527760"/>
                      </a:ext>
                    </a:extLst>
                  </a:gridCol>
                  <a:gridCol w="300648">
                    <a:extLst>
                      <a:ext uri="{9D8B030D-6E8A-4147-A177-3AD203B41FA5}">
                        <a16:colId xmlns:a16="http://schemas.microsoft.com/office/drawing/2014/main" val="3236714976"/>
                      </a:ext>
                    </a:extLst>
                  </a:gridCol>
                </a:tblGrid>
                <a:tr h="370840">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0006540"/>
                    </a:ext>
                  </a:extLst>
                </a:tr>
                <a:tr h="370840">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1</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0</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1</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1</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1</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0</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2037374"/>
                    </a:ext>
                  </a:extLst>
                </a:tr>
                <a:tr h="370840">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1578802"/>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6385498"/>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0279521"/>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6985613"/>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9625805"/>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5928501"/>
                    </a:ext>
                  </a:extLst>
                </a:tr>
                <a:tr h="370840">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0</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1074393"/>
                    </a:ext>
                  </a:extLst>
                </a:tr>
                <a:tr h="370840">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0</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1</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b="1" dirty="0">
                            <a:solidFill>
                              <a:schemeClr val="accent4"/>
                            </a:solidFill>
                          </a:rPr>
                          <a:t>1</a:t>
                        </a:r>
                        <a:endParaRPr lang="zh-CN" altLang="en-US" b="1" dirty="0">
                          <a:solidFill>
                            <a:schemeClr val="accent4"/>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3068513"/>
                    </a:ext>
                  </a:extLst>
                </a:tr>
              </a:tbl>
            </a:graphicData>
          </a:graphic>
        </p:graphicFrame>
        <p:sp>
          <p:nvSpPr>
            <p:cNvPr id="6" name="文本框 5">
              <a:extLst>
                <a:ext uri="{FF2B5EF4-FFF2-40B4-BE49-F238E27FC236}">
                  <a16:creationId xmlns:a16="http://schemas.microsoft.com/office/drawing/2014/main" id="{4B9590A5-D4CF-A4A4-E2F0-DCA74A60567E}"/>
                </a:ext>
              </a:extLst>
            </p:cNvPr>
            <p:cNvSpPr txBox="1"/>
            <p:nvPr/>
          </p:nvSpPr>
          <p:spPr>
            <a:xfrm>
              <a:off x="3049358" y="2182162"/>
              <a:ext cx="957943" cy="369332"/>
            </a:xfrm>
            <a:prstGeom prst="rect">
              <a:avLst/>
            </a:prstGeom>
            <a:noFill/>
          </p:spPr>
          <p:txBody>
            <a:bodyPr wrap="square" rtlCol="0">
              <a:spAutoFit/>
            </a:bodyPr>
            <a:lstStyle/>
            <a:p>
              <a:r>
                <a:rPr lang="en-US" altLang="zh-CN" b="1" u="sng" dirty="0">
                  <a:solidFill>
                    <a:srgbClr val="FF0000"/>
                  </a:solidFill>
                </a:rPr>
                <a:t>1001</a:t>
              </a:r>
              <a:endParaRPr lang="zh-CN" altLang="en-US" b="1" u="sng" dirty="0">
                <a:solidFill>
                  <a:srgbClr val="FF0000"/>
                </a:solidFill>
              </a:endParaRPr>
            </a:p>
          </p:txBody>
        </p:sp>
        <p:sp>
          <p:nvSpPr>
            <p:cNvPr id="7" name="任意多边形 6">
              <a:extLst>
                <a:ext uri="{FF2B5EF4-FFF2-40B4-BE49-F238E27FC236}">
                  <a16:creationId xmlns:a16="http://schemas.microsoft.com/office/drawing/2014/main" id="{74C8CA1A-80EE-B5B6-14CB-11AE04F2640B}"/>
                </a:ext>
              </a:extLst>
            </p:cNvPr>
            <p:cNvSpPr/>
            <p:nvPr/>
          </p:nvSpPr>
          <p:spPr>
            <a:xfrm>
              <a:off x="3433986" y="2182162"/>
              <a:ext cx="275771" cy="525944"/>
            </a:xfrm>
            <a:custGeom>
              <a:avLst/>
              <a:gdLst>
                <a:gd name="connsiteX0" fmla="*/ 261258 w 275771"/>
                <a:gd name="connsiteY0" fmla="*/ 0 h 525944"/>
                <a:gd name="connsiteX1" fmla="*/ 246743 w 275771"/>
                <a:gd name="connsiteY1" fmla="*/ 478972 h 525944"/>
                <a:gd name="connsiteX2" fmla="*/ 0 w 275771"/>
                <a:gd name="connsiteY2" fmla="*/ 508000 h 525944"/>
                <a:gd name="connsiteX3" fmla="*/ 0 w 275771"/>
                <a:gd name="connsiteY3" fmla="*/ 508000 h 525944"/>
              </a:gdLst>
              <a:ahLst/>
              <a:cxnLst>
                <a:cxn ang="0">
                  <a:pos x="connsiteX0" y="connsiteY0"/>
                </a:cxn>
                <a:cxn ang="0">
                  <a:pos x="connsiteX1" y="connsiteY1"/>
                </a:cxn>
                <a:cxn ang="0">
                  <a:pos x="connsiteX2" y="connsiteY2"/>
                </a:cxn>
                <a:cxn ang="0">
                  <a:pos x="connsiteX3" y="connsiteY3"/>
                </a:cxn>
              </a:cxnLst>
              <a:rect l="l" t="t" r="r" b="b"/>
              <a:pathLst>
                <a:path w="275771" h="525944">
                  <a:moveTo>
                    <a:pt x="261258" y="0"/>
                  </a:moveTo>
                  <a:cubicBezTo>
                    <a:pt x="275772" y="197152"/>
                    <a:pt x="290286" y="394305"/>
                    <a:pt x="246743" y="478972"/>
                  </a:cubicBezTo>
                  <a:cubicBezTo>
                    <a:pt x="203200" y="563639"/>
                    <a:pt x="0" y="508000"/>
                    <a:pt x="0" y="508000"/>
                  </a:cubicBezTo>
                  <a:lnTo>
                    <a:pt x="0" y="5080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3052EC5-DC41-F114-388F-43E0E3157B3D}"/>
                </a:ext>
              </a:extLst>
            </p:cNvPr>
            <p:cNvSpPr txBox="1"/>
            <p:nvPr/>
          </p:nvSpPr>
          <p:spPr>
            <a:xfrm>
              <a:off x="5520266" y="5500878"/>
              <a:ext cx="1020840" cy="646331"/>
            </a:xfrm>
            <a:prstGeom prst="rect">
              <a:avLst/>
            </a:prstGeom>
            <a:noFill/>
          </p:spPr>
          <p:txBody>
            <a:bodyPr wrap="square" rtlCol="0">
              <a:spAutoFit/>
            </a:bodyPr>
            <a:lstStyle/>
            <a:p>
              <a:r>
                <a:rPr lang="zh-CN" altLang="en-US" b="1" u="sng" dirty="0">
                  <a:solidFill>
                    <a:srgbClr val="FF0000"/>
                  </a:solidFill>
                </a:rPr>
                <a:t>冗余码</a:t>
              </a:r>
              <a:r>
                <a:rPr lang="en-US" altLang="zh-CN" b="1" u="sng" dirty="0">
                  <a:solidFill>
                    <a:srgbClr val="FF0000"/>
                  </a:solidFill>
                </a:rPr>
                <a:t>(r</a:t>
              </a:r>
              <a:r>
                <a:rPr lang="zh-CN" altLang="en-US" b="1" u="sng" dirty="0">
                  <a:solidFill>
                    <a:srgbClr val="FF0000"/>
                  </a:solidFill>
                </a:rPr>
                <a:t>位</a:t>
              </a:r>
              <a:r>
                <a:rPr lang="en-US" altLang="zh-CN" b="1" u="sng" dirty="0">
                  <a:solidFill>
                    <a:srgbClr val="FF0000"/>
                  </a:solidFill>
                </a:rPr>
                <a:t>)</a:t>
              </a:r>
              <a:endParaRPr lang="zh-CN" altLang="en-US" b="1" u="sng" dirty="0">
                <a:solidFill>
                  <a:srgbClr val="FF0000"/>
                </a:solidFill>
              </a:endParaRPr>
            </a:p>
          </p:txBody>
        </p:sp>
        <p:sp>
          <p:nvSpPr>
            <p:cNvPr id="9" name="矩形 8">
              <a:extLst>
                <a:ext uri="{FF2B5EF4-FFF2-40B4-BE49-F238E27FC236}">
                  <a16:creationId xmlns:a16="http://schemas.microsoft.com/office/drawing/2014/main" id="{72A1BE71-6654-41DA-4AC8-3990F12C80EC}"/>
                </a:ext>
              </a:extLst>
            </p:cNvPr>
            <p:cNvSpPr/>
            <p:nvPr/>
          </p:nvSpPr>
          <p:spPr>
            <a:xfrm>
              <a:off x="4444942" y="1838827"/>
              <a:ext cx="1971336" cy="2937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F679A29-ED70-59F0-A706-2CEA4911AF93}"/>
                </a:ext>
              </a:extLst>
            </p:cNvPr>
            <p:cNvSpPr txBox="1"/>
            <p:nvPr/>
          </p:nvSpPr>
          <p:spPr>
            <a:xfrm>
              <a:off x="6407810" y="1788038"/>
              <a:ext cx="664031" cy="369332"/>
            </a:xfrm>
            <a:prstGeom prst="rect">
              <a:avLst/>
            </a:prstGeom>
            <a:noFill/>
          </p:spPr>
          <p:txBody>
            <a:bodyPr wrap="square" rtlCol="0">
              <a:spAutoFit/>
            </a:bodyPr>
            <a:lstStyle/>
            <a:p>
              <a:r>
                <a:rPr lang="zh-CN" altLang="en-US" b="1" dirty="0"/>
                <a:t>丢弃</a:t>
              </a:r>
            </a:p>
          </p:txBody>
        </p:sp>
        <p:sp>
          <p:nvSpPr>
            <p:cNvPr id="13" name="矩形 12">
              <a:extLst>
                <a:ext uri="{FF2B5EF4-FFF2-40B4-BE49-F238E27FC236}">
                  <a16:creationId xmlns:a16="http://schemas.microsoft.com/office/drawing/2014/main" id="{D83463F0-1707-379B-67F3-370632926479}"/>
                </a:ext>
              </a:extLst>
            </p:cNvPr>
            <p:cNvSpPr/>
            <p:nvPr/>
          </p:nvSpPr>
          <p:spPr>
            <a:xfrm>
              <a:off x="5512034" y="2257743"/>
              <a:ext cx="895776" cy="293751"/>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452064D5-ABC7-A794-5EE6-E734719F27E3}"/>
                </a:ext>
              </a:extLst>
            </p:cNvPr>
            <p:cNvSpPr txBox="1"/>
            <p:nvPr/>
          </p:nvSpPr>
          <p:spPr>
            <a:xfrm>
              <a:off x="5635904" y="2551494"/>
              <a:ext cx="1190777" cy="369332"/>
            </a:xfrm>
            <a:prstGeom prst="rect">
              <a:avLst/>
            </a:prstGeom>
            <a:noFill/>
          </p:spPr>
          <p:txBody>
            <a:bodyPr wrap="square" rtlCol="0">
              <a:spAutoFit/>
            </a:bodyPr>
            <a:lstStyle/>
            <a:p>
              <a:r>
                <a:rPr lang="zh-CN" altLang="en-US" b="1" dirty="0"/>
                <a:t>附加</a:t>
              </a:r>
              <a:r>
                <a:rPr lang="en-US" altLang="zh-CN" b="1" dirty="0"/>
                <a:t>r</a:t>
              </a:r>
              <a:r>
                <a:rPr lang="zh-CN" altLang="en-US" b="1" dirty="0"/>
                <a:t>个</a:t>
              </a:r>
              <a:r>
                <a:rPr lang="en-US" altLang="zh-CN" b="1" dirty="0"/>
                <a:t>0</a:t>
              </a:r>
              <a:endParaRPr lang="zh-CN" altLang="en-US" b="1" dirty="0"/>
            </a:p>
          </p:txBody>
        </p:sp>
        <p:sp>
          <p:nvSpPr>
            <p:cNvPr id="15" name="文本框 14">
              <a:extLst>
                <a:ext uri="{FF2B5EF4-FFF2-40B4-BE49-F238E27FC236}">
                  <a16:creationId xmlns:a16="http://schemas.microsoft.com/office/drawing/2014/main" id="{5EA484E7-F322-51E3-1FE3-848DECF77D4E}"/>
                </a:ext>
              </a:extLst>
            </p:cNvPr>
            <p:cNvSpPr txBox="1"/>
            <p:nvPr/>
          </p:nvSpPr>
          <p:spPr>
            <a:xfrm>
              <a:off x="2982459" y="1799443"/>
              <a:ext cx="727298" cy="369332"/>
            </a:xfrm>
            <a:prstGeom prst="rect">
              <a:avLst/>
            </a:prstGeom>
            <a:noFill/>
          </p:spPr>
          <p:txBody>
            <a:bodyPr wrap="square" rtlCol="0">
              <a:spAutoFit/>
            </a:bodyPr>
            <a:lstStyle/>
            <a:p>
              <a:r>
                <a:rPr lang="en-US" altLang="zh-CN" b="1" dirty="0"/>
                <a:t>r+1</a:t>
              </a:r>
              <a:r>
                <a:rPr lang="zh-CN" altLang="en-US" b="1" dirty="0"/>
                <a:t>位</a:t>
              </a:r>
            </a:p>
          </p:txBody>
        </p:sp>
        <p:sp>
          <p:nvSpPr>
            <p:cNvPr id="16" name="文本框 15">
              <a:extLst>
                <a:ext uri="{FF2B5EF4-FFF2-40B4-BE49-F238E27FC236}">
                  <a16:creationId xmlns:a16="http://schemas.microsoft.com/office/drawing/2014/main" id="{F8EAC133-FE68-CF5A-90F6-0B5A6F286615}"/>
                </a:ext>
              </a:extLst>
            </p:cNvPr>
            <p:cNvSpPr txBox="1"/>
            <p:nvPr/>
          </p:nvSpPr>
          <p:spPr>
            <a:xfrm>
              <a:off x="6497363" y="5639377"/>
              <a:ext cx="2624669" cy="461665"/>
            </a:xfrm>
            <a:prstGeom prst="rect">
              <a:avLst/>
            </a:prstGeom>
            <a:noFill/>
          </p:spPr>
          <p:txBody>
            <a:bodyPr wrap="square" rtlCol="0">
              <a:spAutoFit/>
            </a:bodyPr>
            <a:lstStyle/>
            <a:p>
              <a:r>
                <a:rPr lang="zh-CN" altLang="en-US" sz="2400" dirty="0"/>
                <a:t>码字： </a:t>
              </a:r>
              <a:r>
                <a:rPr lang="en-US" altLang="zh-CN" sz="2400" dirty="0">
                  <a:solidFill>
                    <a:srgbClr val="0070C0"/>
                  </a:solidFill>
                </a:rPr>
                <a:t>101110</a:t>
              </a:r>
              <a:r>
                <a:rPr lang="en-US" altLang="zh-CN" sz="2400" u="sng" dirty="0">
                  <a:solidFill>
                    <a:srgbClr val="FF0000"/>
                  </a:solidFill>
                </a:rPr>
                <a:t>011</a:t>
              </a:r>
              <a:endParaRPr lang="zh-CN" altLang="en-US" sz="2400" u="sng" dirty="0">
                <a:solidFill>
                  <a:srgbClr val="FF0000"/>
                </a:solidFill>
              </a:endParaRPr>
            </a:p>
          </p:txBody>
        </p:sp>
      </p:grpSp>
    </p:spTree>
    <p:extLst>
      <p:ext uri="{BB962C8B-B14F-4D97-AF65-F5344CB8AC3E}">
        <p14:creationId xmlns:p14="http://schemas.microsoft.com/office/powerpoint/2010/main" val="3118061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1FD1D3-81DB-4C60-A0E8-77AE949E01DD}"/>
              </a:ext>
            </a:extLst>
          </p:cNvPr>
          <p:cNvSpPr>
            <a:spLocks noGrp="1"/>
          </p:cNvSpPr>
          <p:nvPr>
            <p:ph type="title"/>
          </p:nvPr>
        </p:nvSpPr>
        <p:spPr/>
        <p:txBody>
          <a:bodyPr/>
          <a:lstStyle/>
          <a:p>
            <a:r>
              <a:rPr lang="zh-CN" altLang="en-US" dirty="0"/>
              <a:t>循环冗余码</a:t>
            </a:r>
            <a:r>
              <a:rPr lang="en-US" altLang="zh-CN" dirty="0"/>
              <a:t>CRC</a:t>
            </a:r>
            <a:r>
              <a:rPr lang="zh-CN" altLang="en-US" dirty="0"/>
              <a:t>：多项式码</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31E8BDE-DD0F-49CB-BDD6-C8306043D4EE}"/>
                  </a:ext>
                </a:extLst>
              </p:cNvPr>
              <p:cNvSpPr>
                <a:spLocks noGrp="1"/>
              </p:cNvSpPr>
              <p:nvPr>
                <p:ph idx="1"/>
              </p:nvPr>
            </p:nvSpPr>
            <p:spPr>
              <a:xfrm>
                <a:off x="442913" y="728663"/>
                <a:ext cx="11289710" cy="5617710"/>
              </a:xfrm>
            </p:spPr>
            <p:txBody>
              <a:bodyPr/>
              <a:lstStyle/>
              <a:p>
                <a:r>
                  <a:rPr lang="zh-CN" altLang="en-US" sz="2200" dirty="0"/>
                  <a:t>二进制比特串与一个系数只能取值为</a:t>
                </a:r>
                <a:r>
                  <a:rPr lang="en-US" altLang="zh-CN" sz="2200" dirty="0"/>
                  <a:t>0</a:t>
                </a:r>
                <a:r>
                  <a:rPr lang="zh-CN" altLang="en-US" sz="2200" dirty="0"/>
                  <a:t>或</a:t>
                </a:r>
                <a:r>
                  <a:rPr lang="en-US" altLang="zh-CN" sz="2200" dirty="0"/>
                  <a:t>1</a:t>
                </a:r>
                <a:r>
                  <a:rPr lang="zh-CN" altLang="en-US" sz="2200" dirty="0"/>
                  <a:t>的多项式一一对应</a:t>
                </a:r>
              </a:p>
              <a:p>
                <a:pPr lvl="1"/>
                <a:r>
                  <a:rPr lang="en-US" altLang="zh-CN" sz="2200" dirty="0"/>
                  <a:t>k</a:t>
                </a:r>
                <a:r>
                  <a:rPr lang="zh-CN" altLang="en-US" sz="2200" dirty="0"/>
                  <a:t>位信息位对应于一个</a:t>
                </a:r>
                <a:r>
                  <a:rPr lang="en-US" altLang="zh-CN" sz="2200" dirty="0"/>
                  <a:t>(&lt;=k-1)</a:t>
                </a:r>
                <a:r>
                  <a:rPr lang="zh-CN" altLang="en-US" sz="2200" dirty="0"/>
                  <a:t>次多项式</a:t>
                </a:r>
                <a:r>
                  <a:rPr lang="en-US" altLang="zh-CN" sz="2200" dirty="0"/>
                  <a:t>K(x) : 1010001 </a:t>
                </a:r>
                <a:r>
                  <a:rPr lang="en-US" altLang="zh-CN" sz="2200" dirty="0">
                    <a:sym typeface="Wingdings" panose="05000000000000000000" pitchFamily="2" charset="2"/>
                  </a:rPr>
                  <a:t> </a:t>
                </a:r>
                <a14:m>
                  <m:oMath xmlns:m="http://schemas.openxmlformats.org/officeDocument/2006/math">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6</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4</m:t>
                        </m:r>
                      </m:sup>
                    </m:sSup>
                    <m:r>
                      <a:rPr lang="en-US" altLang="zh-CN" sz="2200" i="1">
                        <a:latin typeface="Cambria Math" panose="02040503050406030204" pitchFamily="18" charset="0"/>
                        <a:sym typeface="Wingdings" panose="05000000000000000000" pitchFamily="2" charset="2"/>
                      </a:rPr>
                      <m:t>+1</m:t>
                    </m:r>
                  </m:oMath>
                </a14:m>
                <a:endParaRPr lang="en-US" altLang="zh-CN" sz="2200" dirty="0"/>
              </a:p>
              <a:p>
                <a:pPr lvl="1"/>
                <a:r>
                  <a:rPr lang="en-US" altLang="zh-CN" sz="2200" dirty="0"/>
                  <a:t>r</a:t>
                </a:r>
                <a:r>
                  <a:rPr lang="zh-CN" altLang="en-US" sz="2200" dirty="0"/>
                  <a:t>位冗余位对应于一个</a:t>
                </a:r>
                <a:r>
                  <a:rPr lang="en-US" altLang="zh-CN" sz="2200" dirty="0"/>
                  <a:t>(&lt;=r-1)</a:t>
                </a:r>
                <a:r>
                  <a:rPr lang="zh-CN" altLang="en-US" sz="2200" dirty="0"/>
                  <a:t>次多项式</a:t>
                </a:r>
                <a:r>
                  <a:rPr lang="en-US" altLang="zh-CN" sz="2200" dirty="0"/>
                  <a:t>R(x):   1101 </a:t>
                </a:r>
                <a:r>
                  <a:rPr lang="en-US" altLang="zh-CN" sz="2200" dirty="0">
                    <a:sym typeface="Wingdings" panose="05000000000000000000" pitchFamily="2" charset="2"/>
                  </a:rPr>
                  <a:t> </a:t>
                </a:r>
                <a14:m>
                  <m:oMath xmlns:m="http://schemas.openxmlformats.org/officeDocument/2006/math">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3</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2</m:t>
                        </m:r>
                      </m:sup>
                    </m:sSup>
                    <m:r>
                      <a:rPr lang="en-US" altLang="zh-CN" sz="2200" i="1">
                        <a:latin typeface="Cambria Math" panose="02040503050406030204" pitchFamily="18" charset="0"/>
                        <a:sym typeface="Wingdings" panose="05000000000000000000" pitchFamily="2" charset="2"/>
                      </a:rPr>
                      <m:t>+1</m:t>
                    </m:r>
                  </m:oMath>
                </a14:m>
                <a:endParaRPr lang="en-US" altLang="zh-CN" sz="2200" dirty="0"/>
              </a:p>
              <a:p>
                <a:pPr lvl="1"/>
                <a:r>
                  <a:rPr lang="zh-CN" altLang="en-US" sz="2200" dirty="0"/>
                  <a:t>生成多项式</a:t>
                </a:r>
                <a:r>
                  <a:rPr lang="en-US" altLang="zh-CN" sz="2200" dirty="0"/>
                  <a:t>G(x)</a:t>
                </a:r>
                <a:r>
                  <a:rPr lang="zh-CN" altLang="en-US" sz="2200" dirty="0"/>
                  <a:t>（</a:t>
                </a:r>
                <a:r>
                  <a:rPr lang="en-US" altLang="zh-CN" sz="2200" dirty="0"/>
                  <a:t>r=n-k </a:t>
                </a:r>
                <a:r>
                  <a:rPr lang="zh-CN" altLang="en-US" sz="2200" dirty="0"/>
                  <a:t>次多项式，最高位的系数为</a:t>
                </a:r>
                <a:r>
                  <a:rPr lang="en-US" altLang="zh-CN" sz="2200" dirty="0"/>
                  <a:t>1</a:t>
                </a:r>
                <a:r>
                  <a:rPr lang="zh-CN" altLang="en-US" sz="2200" dirty="0"/>
                  <a:t>）：</a:t>
                </a:r>
                <a:r>
                  <a:rPr lang="en-US" altLang="zh-CN" sz="2200" dirty="0"/>
                  <a:t>10111</a:t>
                </a:r>
                <a:r>
                  <a:rPr lang="en-US" altLang="zh-CN" sz="2200" dirty="0">
                    <a:sym typeface="Wingdings" panose="05000000000000000000" pitchFamily="2" charset="2"/>
                  </a:rPr>
                  <a:t> </a:t>
                </a:r>
                <a14:m>
                  <m:oMath xmlns:m="http://schemas.openxmlformats.org/officeDocument/2006/math">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4</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2</m:t>
                        </m:r>
                      </m:sup>
                    </m:sSup>
                    <m:r>
                      <a:rPr lang="en-US" altLang="zh-CN" sz="2200" i="1">
                        <a:latin typeface="Cambria Math" panose="02040503050406030204" pitchFamily="18" charset="0"/>
                        <a:sym typeface="Wingdings" panose="05000000000000000000" pitchFamily="2" charset="2"/>
                      </a:rPr>
                      <m:t>+</m:t>
                    </m:r>
                    <m:r>
                      <a:rPr lang="en-US" altLang="zh-CN" sz="2200" i="1">
                        <a:latin typeface="Cambria Math" panose="02040503050406030204" pitchFamily="18" charset="0"/>
                        <a:sym typeface="Wingdings" panose="05000000000000000000" pitchFamily="2" charset="2"/>
                      </a:rPr>
                      <m:t>𝑥</m:t>
                    </m:r>
                    <m:r>
                      <a:rPr lang="en-US" altLang="zh-CN" sz="2200" i="1">
                        <a:latin typeface="Cambria Math" panose="02040503050406030204" pitchFamily="18" charset="0"/>
                        <a:sym typeface="Wingdings" panose="05000000000000000000" pitchFamily="2" charset="2"/>
                      </a:rPr>
                      <m:t>+1</m:t>
                    </m:r>
                  </m:oMath>
                </a14:m>
                <a:endParaRPr lang="en-US" altLang="zh-CN" sz="2200" dirty="0"/>
              </a:p>
              <a:p>
                <a:r>
                  <a:rPr lang="zh-CN" altLang="en-US" sz="2200" dirty="0"/>
                  <a:t>信息位＋冗余位（</a:t>
                </a:r>
                <a:r>
                  <a:rPr lang="en-US" altLang="zh-CN" sz="2200" dirty="0"/>
                  <a:t>n=</a:t>
                </a:r>
                <a:r>
                  <a:rPr lang="en-US" altLang="zh-CN" sz="2200" dirty="0" err="1"/>
                  <a:t>k+r</a:t>
                </a:r>
                <a:r>
                  <a:rPr lang="zh-CN" altLang="en-US" sz="2200" dirty="0"/>
                  <a:t>）对应于一个</a:t>
                </a:r>
                <a:r>
                  <a:rPr lang="en-US" altLang="zh-CN" sz="2200" dirty="0"/>
                  <a:t>(&lt;=n-1)</a:t>
                </a:r>
                <a:r>
                  <a:rPr lang="zh-CN" altLang="en-US" sz="2200" dirty="0"/>
                  <a:t>次多项式</a:t>
                </a:r>
              </a:p>
              <a:p>
                <a:pPr lvl="1"/>
                <a:r>
                  <a:rPr lang="en-US" altLang="zh-CN" sz="2200" dirty="0"/>
                  <a:t>T(x)=x</a:t>
                </a:r>
                <a:r>
                  <a:rPr lang="en-US" altLang="zh-CN" sz="2200" baseline="30000" dirty="0"/>
                  <a:t>r</a:t>
                </a:r>
                <a:r>
                  <a:rPr lang="en-US" altLang="zh-CN" sz="2200" dirty="0"/>
                  <a:t>K(x)+R(x)  </a:t>
                </a:r>
                <a:r>
                  <a:rPr lang="en-US" altLang="zh-CN" sz="2200" dirty="0">
                    <a:solidFill>
                      <a:srgbClr val="0070C0"/>
                    </a:solidFill>
                  </a:rPr>
                  <a:t>1010001</a:t>
                </a:r>
                <a:r>
                  <a:rPr lang="en-US" altLang="zh-CN" sz="2200" u="sng" dirty="0">
                    <a:solidFill>
                      <a:srgbClr val="FF0000"/>
                    </a:solidFill>
                  </a:rPr>
                  <a:t>1101</a:t>
                </a:r>
                <a:r>
                  <a:rPr lang="en-US" altLang="zh-CN" sz="2200" dirty="0"/>
                  <a:t> </a:t>
                </a:r>
                <a:r>
                  <a:rPr lang="en-US" altLang="zh-CN" sz="2200" dirty="0">
                    <a:sym typeface="Wingdings" panose="05000000000000000000" pitchFamily="2" charset="2"/>
                  </a:rPr>
                  <a:t> </a:t>
                </a:r>
                <a14:m>
                  <m:oMath xmlns:m="http://schemas.openxmlformats.org/officeDocument/2006/math">
                    <m:r>
                      <m:rPr>
                        <m:sty m:val="p"/>
                      </m:rPr>
                      <a:rPr lang="en-US" altLang="zh-CN" sz="2200" i="1" dirty="0">
                        <a:latin typeface="Cambria Math" panose="02040503050406030204" pitchFamily="18" charset="0"/>
                        <a:sym typeface="Wingdings" panose="05000000000000000000" pitchFamily="2" charset="2"/>
                      </a:rPr>
                      <m:t>T</m:t>
                    </m:r>
                    <m:d>
                      <m:dPr>
                        <m:ctrlPr>
                          <a:rPr lang="en-US" altLang="zh-CN" sz="2200" i="1" dirty="0">
                            <a:latin typeface="Cambria Math" panose="02040503050406030204" pitchFamily="18" charset="0"/>
                            <a:sym typeface="Wingdings" panose="05000000000000000000" pitchFamily="2" charset="2"/>
                          </a:rPr>
                        </m:ctrlPr>
                      </m:dPr>
                      <m:e>
                        <m:r>
                          <a:rPr lang="en-US" altLang="zh-CN" sz="2200" i="1" dirty="0">
                            <a:latin typeface="Cambria Math" panose="02040503050406030204" pitchFamily="18" charset="0"/>
                            <a:sym typeface="Wingdings" panose="05000000000000000000" pitchFamily="2" charset="2"/>
                          </a:rPr>
                          <m:t>𝑥</m:t>
                        </m:r>
                      </m:e>
                    </m:d>
                    <m:r>
                      <a:rPr lang="en-US" altLang="zh-CN" sz="2200" i="1" dirty="0">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4</m:t>
                        </m:r>
                      </m:sup>
                    </m:sSup>
                    <m:r>
                      <a:rPr lang="en-US" altLang="zh-CN" sz="2200" i="1">
                        <a:latin typeface="Cambria Math" panose="02040503050406030204" pitchFamily="18" charset="0"/>
                        <a:sym typeface="Wingdings" panose="05000000000000000000" pitchFamily="2" charset="2"/>
                      </a:rPr>
                      <m:t>𝐾</m:t>
                    </m:r>
                    <m:d>
                      <m:dPr>
                        <m:ctrlPr>
                          <a:rPr lang="en-US" altLang="zh-CN" sz="2200" i="1">
                            <a:latin typeface="Cambria Math" panose="02040503050406030204" pitchFamily="18" charset="0"/>
                            <a:sym typeface="Wingdings" panose="05000000000000000000" pitchFamily="2" charset="2"/>
                          </a:rPr>
                        </m:ctrlPr>
                      </m:dPr>
                      <m:e>
                        <m:r>
                          <a:rPr lang="en-US" altLang="zh-CN" sz="2200" i="1">
                            <a:latin typeface="Cambria Math" panose="02040503050406030204" pitchFamily="18" charset="0"/>
                            <a:sym typeface="Wingdings" panose="05000000000000000000" pitchFamily="2" charset="2"/>
                          </a:rPr>
                          <m:t>𝑥</m:t>
                        </m:r>
                      </m:e>
                    </m:d>
                    <m:r>
                      <a:rPr lang="en-US" altLang="zh-CN" sz="2200" i="1">
                        <a:latin typeface="Cambria Math" panose="02040503050406030204" pitchFamily="18" charset="0"/>
                        <a:sym typeface="Wingdings" panose="05000000000000000000" pitchFamily="2" charset="2"/>
                      </a:rPr>
                      <m:t>+</m:t>
                    </m:r>
                    <m:r>
                      <a:rPr lang="en-US" altLang="zh-CN" sz="2200" i="1">
                        <a:latin typeface="Cambria Math" panose="02040503050406030204" pitchFamily="18" charset="0"/>
                        <a:sym typeface="Wingdings" panose="05000000000000000000" pitchFamily="2" charset="2"/>
                      </a:rPr>
                      <m:t>𝑅</m:t>
                    </m:r>
                    <m:d>
                      <m:dPr>
                        <m:ctrlPr>
                          <a:rPr lang="en-US" altLang="zh-CN" sz="2200" i="1">
                            <a:latin typeface="Cambria Math" panose="02040503050406030204" pitchFamily="18" charset="0"/>
                            <a:sym typeface="Wingdings" panose="05000000000000000000" pitchFamily="2" charset="2"/>
                          </a:rPr>
                        </m:ctrlPr>
                      </m:dPr>
                      <m:e>
                        <m:r>
                          <a:rPr lang="en-US" altLang="zh-CN" sz="2200" i="1">
                            <a:latin typeface="Cambria Math" panose="02040503050406030204" pitchFamily="18" charset="0"/>
                            <a:sym typeface="Wingdings" panose="05000000000000000000" pitchFamily="2" charset="2"/>
                          </a:rPr>
                          <m:t>𝑥</m:t>
                        </m:r>
                      </m:e>
                    </m:d>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10</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8</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4</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3</m:t>
                        </m:r>
                      </m:sup>
                    </m:sSup>
                    <m:r>
                      <a:rPr lang="en-US" altLang="zh-CN" sz="2200" i="1">
                        <a:latin typeface="Cambria Math" panose="02040503050406030204" pitchFamily="18" charset="0"/>
                        <a:sym typeface="Wingdings" panose="05000000000000000000" pitchFamily="2" charset="2"/>
                      </a:rPr>
                      <m:t>+</m:t>
                    </m:r>
                    <m:sSup>
                      <m:sSupPr>
                        <m:ctrlPr>
                          <a:rPr lang="en-US" altLang="zh-CN" sz="2200" i="1">
                            <a:latin typeface="Cambria Math" panose="02040503050406030204" pitchFamily="18" charset="0"/>
                            <a:sym typeface="Wingdings" panose="05000000000000000000" pitchFamily="2" charset="2"/>
                          </a:rPr>
                        </m:ctrlPr>
                      </m:sSupPr>
                      <m:e>
                        <m:r>
                          <a:rPr lang="en-US" altLang="zh-CN" sz="2200" i="1">
                            <a:latin typeface="Cambria Math" panose="02040503050406030204" pitchFamily="18" charset="0"/>
                            <a:sym typeface="Wingdings" panose="05000000000000000000" pitchFamily="2" charset="2"/>
                          </a:rPr>
                          <m:t>𝑥</m:t>
                        </m:r>
                      </m:e>
                      <m:sup>
                        <m:r>
                          <a:rPr lang="en-US" altLang="zh-CN" sz="2200" i="1">
                            <a:latin typeface="Cambria Math" panose="02040503050406030204" pitchFamily="18" charset="0"/>
                            <a:sym typeface="Wingdings" panose="05000000000000000000" pitchFamily="2" charset="2"/>
                          </a:rPr>
                          <m:t>2</m:t>
                        </m:r>
                      </m:sup>
                    </m:sSup>
                    <m:r>
                      <a:rPr lang="en-US" altLang="zh-CN" sz="2200" i="1">
                        <a:latin typeface="Cambria Math" panose="02040503050406030204" pitchFamily="18" charset="0"/>
                        <a:sym typeface="Wingdings" panose="05000000000000000000" pitchFamily="2" charset="2"/>
                      </a:rPr>
                      <m:t>+1</m:t>
                    </m:r>
                  </m:oMath>
                </a14:m>
                <a:endParaRPr lang="en-US" altLang="zh-CN" sz="2200" dirty="0"/>
              </a:p>
              <a:p>
                <a:r>
                  <a:rPr lang="zh-CN" altLang="en-US" sz="2200" dirty="0"/>
                  <a:t>编码：</a:t>
                </a:r>
                <a:r>
                  <a:rPr lang="en-US" altLang="zh-CN" sz="2200" dirty="0"/>
                  <a:t>x</a:t>
                </a:r>
                <a:r>
                  <a:rPr lang="en-US" altLang="zh-CN" sz="2200" baseline="30000" dirty="0"/>
                  <a:t>r</a:t>
                </a:r>
                <a:r>
                  <a:rPr lang="en-US" altLang="zh-CN" sz="2200" dirty="0"/>
                  <a:t>K(x)</a:t>
                </a:r>
                <a:r>
                  <a:rPr lang="zh-CN" altLang="en-US" sz="2200" dirty="0"/>
                  <a:t>（添加</a:t>
                </a:r>
                <a:r>
                  <a:rPr lang="en-US" altLang="zh-CN" sz="2200" dirty="0"/>
                  <a:t>r</a:t>
                </a:r>
                <a:r>
                  <a:rPr lang="zh-CN" altLang="en-US" sz="2200" dirty="0"/>
                  <a:t>个</a:t>
                </a:r>
                <a:r>
                  <a:rPr lang="en-US" altLang="zh-CN" sz="2200" dirty="0"/>
                  <a:t>0</a:t>
                </a:r>
                <a:r>
                  <a:rPr lang="zh-CN" altLang="en-US" sz="2200" dirty="0"/>
                  <a:t>）除以</a:t>
                </a:r>
                <a:r>
                  <a:rPr lang="en-US" altLang="zh-CN" sz="2200" dirty="0"/>
                  <a:t>G(x)</a:t>
                </a:r>
                <a:r>
                  <a:rPr lang="zh-CN" altLang="en-US" sz="2200" dirty="0"/>
                  <a:t>得到的余式为冗余位</a:t>
                </a:r>
                <a:r>
                  <a:rPr lang="en-US" altLang="zh-CN" sz="2200" dirty="0"/>
                  <a:t>R(x)</a:t>
                </a:r>
                <a:r>
                  <a:rPr lang="zh-CN" altLang="en-US" sz="2200" dirty="0"/>
                  <a:t>，可以证明</a:t>
                </a:r>
                <a:r>
                  <a:rPr lang="en-US" altLang="zh-CN" sz="2200" dirty="0"/>
                  <a:t>T(x)/G(x)</a:t>
                </a:r>
                <a:r>
                  <a:rPr lang="zh-CN" altLang="en-US" sz="2200" dirty="0"/>
                  <a:t>的余式为</a:t>
                </a:r>
                <a:r>
                  <a:rPr lang="en-US" altLang="zh-CN" sz="2200" dirty="0"/>
                  <a:t>0</a:t>
                </a:r>
              </a:p>
              <a:p>
                <a:r>
                  <a:rPr lang="zh-CN" altLang="en-US" sz="2200" dirty="0"/>
                  <a:t>解码：接收方的码字除以</a:t>
                </a:r>
                <a:r>
                  <a:rPr lang="en-US" altLang="zh-CN" sz="2200" dirty="0"/>
                  <a:t>G(x)</a:t>
                </a:r>
                <a:r>
                  <a:rPr lang="zh-CN" altLang="en-US" sz="2200" dirty="0"/>
                  <a:t>，如余式为</a:t>
                </a:r>
                <a:r>
                  <a:rPr lang="en-US" altLang="zh-CN" sz="2200" dirty="0"/>
                  <a:t>0</a:t>
                </a:r>
                <a:r>
                  <a:rPr lang="zh-CN" altLang="en-US" sz="2200" dirty="0"/>
                  <a:t>表示无错</a:t>
                </a:r>
              </a:p>
              <a:p>
                <a:endParaRPr lang="zh-CN" altLang="en-US" dirty="0"/>
              </a:p>
            </p:txBody>
          </p:sp>
        </mc:Choice>
        <mc:Fallback xmlns="">
          <p:sp>
            <p:nvSpPr>
              <p:cNvPr id="3" name="内容占位符 2">
                <a:extLst>
                  <a:ext uri="{FF2B5EF4-FFF2-40B4-BE49-F238E27FC236}">
                    <a16:creationId xmlns:a16="http://schemas.microsoft.com/office/drawing/2014/main" id="{B31E8BDE-DD0F-49CB-BDD6-C8306043D4EE}"/>
                  </a:ext>
                </a:extLst>
              </p:cNvPr>
              <p:cNvSpPr>
                <a:spLocks noGrp="1" noRot="1" noChangeAspect="1" noMove="1" noResize="1" noEditPoints="1" noAdjustHandles="1" noChangeArrowheads="1" noChangeShapeType="1" noTextEdit="1"/>
              </p:cNvSpPr>
              <p:nvPr>
                <p:ph idx="1"/>
              </p:nvPr>
            </p:nvSpPr>
            <p:spPr>
              <a:xfrm>
                <a:off x="442913" y="728663"/>
                <a:ext cx="11289710" cy="5617710"/>
              </a:xfrm>
              <a:blipFill>
                <a:blip r:embed="rId4"/>
                <a:stretch>
                  <a:fillRect l="-648" t="-651"/>
                </a:stretch>
              </a:blipFill>
            </p:spPr>
            <p:txBody>
              <a:bodyPr/>
              <a:lstStyle/>
              <a:p>
                <a:r>
                  <a:rPr lang="zh-CN" altLang="en-US">
                    <a:noFill/>
                  </a:rPr>
                  <a:t> </a:t>
                </a:r>
              </a:p>
            </p:txBody>
          </p:sp>
        </mc:Fallback>
      </mc:AlternateContent>
      <p:graphicFrame>
        <p:nvGraphicFramePr>
          <p:cNvPr id="4" name="Object 5">
            <a:extLst>
              <a:ext uri="{FF2B5EF4-FFF2-40B4-BE49-F238E27FC236}">
                <a16:creationId xmlns:a16="http://schemas.microsoft.com/office/drawing/2014/main" id="{00581AD5-3E93-4020-8C1B-33B2B9D86164}"/>
              </a:ext>
            </a:extLst>
          </p:cNvPr>
          <p:cNvGraphicFramePr>
            <a:graphicFrameLocks noChangeAspect="1"/>
          </p:cNvGraphicFramePr>
          <p:nvPr/>
        </p:nvGraphicFramePr>
        <p:xfrm>
          <a:off x="3568546" y="4571536"/>
          <a:ext cx="8494432" cy="1841329"/>
        </p:xfrm>
        <a:graphic>
          <a:graphicData uri="http://schemas.openxmlformats.org/presentationml/2006/ole">
            <mc:AlternateContent xmlns:mc="http://schemas.openxmlformats.org/markup-compatibility/2006">
              <mc:Choice xmlns:v="urn:schemas-microsoft-com:vml" Requires="v">
                <p:oleObj r:id="rId5" imgW="5448300" imgH="1181100" progId="Equation.3">
                  <p:embed/>
                </p:oleObj>
              </mc:Choice>
              <mc:Fallback>
                <p:oleObj r:id="rId5" imgW="5448300" imgH="1181100" progId="Equation.3">
                  <p:embed/>
                  <p:pic>
                    <p:nvPicPr>
                      <p:cNvPr id="4" name="Object 5">
                        <a:extLst>
                          <a:ext uri="{FF2B5EF4-FFF2-40B4-BE49-F238E27FC236}">
                            <a16:creationId xmlns:a16="http://schemas.microsoft.com/office/drawing/2014/main" id="{00581AD5-3E93-4020-8C1B-33B2B9D861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8546" y="4571536"/>
                        <a:ext cx="8494432" cy="1841329"/>
                      </a:xfrm>
                      <a:prstGeom prst="rect">
                        <a:avLst/>
                      </a:prstGeom>
                      <a:solidFill>
                        <a:srgbClr val="FFFFCC"/>
                      </a:solidFill>
                      <a:ln w="28575">
                        <a:solidFill>
                          <a:srgbClr val="FF3300"/>
                        </a:solidFill>
                        <a:miter lim="800000"/>
                        <a:headEnd/>
                        <a:tailEnd/>
                      </a:ln>
                    </p:spPr>
                  </p:pic>
                </p:oleObj>
              </mc:Fallback>
            </mc:AlternateContent>
          </a:graphicData>
        </a:graphic>
      </p:graphicFrame>
      <p:sp>
        <p:nvSpPr>
          <p:cNvPr id="5" name="矩形 4">
            <a:extLst>
              <a:ext uri="{FF2B5EF4-FFF2-40B4-BE49-F238E27FC236}">
                <a16:creationId xmlns:a16="http://schemas.microsoft.com/office/drawing/2014/main" id="{805DEA6F-815D-4DDC-868D-383D7E773ADE}"/>
              </a:ext>
            </a:extLst>
          </p:cNvPr>
          <p:cNvSpPr/>
          <p:nvPr/>
        </p:nvSpPr>
        <p:spPr>
          <a:xfrm>
            <a:off x="137959" y="4498031"/>
            <a:ext cx="3321424" cy="1938992"/>
          </a:xfrm>
          <a:prstGeom prst="rect">
            <a:avLst/>
          </a:prstGeom>
        </p:spPr>
        <p:txBody>
          <a:bodyPr wrap="square">
            <a:spAutoFit/>
          </a:bodyPr>
          <a:lstStyle/>
          <a:p>
            <a:r>
              <a:rPr lang="zh-CN" altLang="en-US" sz="2000" u="sng" dirty="0">
                <a:solidFill>
                  <a:srgbClr val="FF0000"/>
                </a:solidFill>
              </a:rPr>
              <a:t>差错模式E(x)</a:t>
            </a:r>
            <a:r>
              <a:rPr lang="zh-CN" altLang="en-US" sz="2000" dirty="0"/>
              <a:t>＝发送码字和接收码字的半加，其中1的位置对应变化了的相应比特的位置</a:t>
            </a:r>
          </a:p>
          <a:p>
            <a:r>
              <a:rPr lang="zh-CN" altLang="en-US" sz="2000" dirty="0"/>
              <a:t>若E(x)能被G(x)整除，则不能检测这样的错误</a:t>
            </a:r>
          </a:p>
        </p:txBody>
      </p:sp>
    </p:spTree>
    <p:extLst>
      <p:ext uri="{BB962C8B-B14F-4D97-AF65-F5344CB8AC3E}">
        <p14:creationId xmlns:p14="http://schemas.microsoft.com/office/powerpoint/2010/main" val="3795689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8F304-671E-B461-B9F1-B045B1FFA1C8}"/>
              </a:ext>
            </a:extLst>
          </p:cNvPr>
          <p:cNvSpPr>
            <a:spLocks noGrp="1"/>
          </p:cNvSpPr>
          <p:nvPr>
            <p:ph type="title"/>
          </p:nvPr>
        </p:nvSpPr>
        <p:spPr/>
        <p:txBody>
          <a:bodyPr/>
          <a:lstStyle/>
          <a:p>
            <a:r>
              <a:rPr lang="zh-CN" altLang="en-US" dirty="0"/>
              <a:t>循环冗余码</a:t>
            </a:r>
            <a:r>
              <a:rPr lang="en-US" altLang="zh-CN" dirty="0"/>
              <a:t>CRC</a:t>
            </a:r>
            <a:r>
              <a:rPr lang="zh-CN" altLang="en-US" dirty="0"/>
              <a:t>：生成多项式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3E3068D-248F-FE91-D3F5-02D063FA35EB}"/>
                  </a:ext>
                </a:extLst>
              </p:cNvPr>
              <p:cNvSpPr>
                <a:spLocks noGrp="1"/>
              </p:cNvSpPr>
              <p:nvPr>
                <p:ph idx="1"/>
              </p:nvPr>
            </p:nvSpPr>
            <p:spPr/>
            <p:txBody>
              <a:bodyPr/>
              <a:lstStyle/>
              <a:p>
                <a:r>
                  <a:rPr lang="zh-CN" altLang="en-US" dirty="0"/>
                  <a:t>选取</a:t>
                </a:r>
                <a:r>
                  <a:rPr lang="en-US" altLang="zh-CN" dirty="0"/>
                  <a:t>r</a:t>
                </a:r>
                <a:r>
                  <a:rPr lang="zh-CN" altLang="en-US" dirty="0"/>
                  <a:t>次多项式</a:t>
                </a:r>
                <a:r>
                  <a:rPr lang="en-US" altLang="zh-CN" dirty="0"/>
                  <a:t>G(x)</a:t>
                </a:r>
                <a:r>
                  <a:rPr lang="zh-CN" altLang="en-US" dirty="0"/>
                  <a:t>，</a:t>
                </a:r>
                <a:r>
                  <a:rPr lang="en-US" altLang="zh-CN" dirty="0"/>
                  <a:t> </a:t>
                </a:r>
                <a:r>
                  <a:rPr lang="zh-CN" altLang="en-US" dirty="0"/>
                  <a:t>满足：</a:t>
                </a:r>
                <a:endParaRPr lang="en-US" altLang="zh-CN" dirty="0"/>
              </a:p>
              <a:p>
                <a:pPr lvl="1"/>
                <a:r>
                  <a:rPr lang="zh-CN" altLang="en-US" sz="2000" dirty="0"/>
                  <a:t>含有</a:t>
                </a:r>
                <a:r>
                  <a:rPr lang="en-US" altLang="zh-CN" sz="2000" dirty="0"/>
                  <a:t>x+1</a:t>
                </a:r>
                <a:r>
                  <a:rPr lang="zh-CN" altLang="en-US" sz="2000" dirty="0"/>
                  <a:t>因子</a:t>
                </a:r>
              </a:p>
              <a:p>
                <a:pPr lvl="1"/>
                <a:r>
                  <a:rPr lang="zh-CN" altLang="en-US" sz="2000" dirty="0"/>
                  <a:t>常数项不为</a:t>
                </a:r>
                <a:r>
                  <a:rPr lang="en-US" altLang="zh-CN" sz="2000" dirty="0"/>
                  <a:t>0</a:t>
                </a:r>
                <a:r>
                  <a:rPr lang="zh-CN" altLang="en-US" sz="2000" dirty="0"/>
                  <a:t>：不含</a:t>
                </a:r>
                <a:r>
                  <a:rPr lang="en-US" altLang="zh-CN" sz="2000" dirty="0"/>
                  <a:t>x</a:t>
                </a:r>
                <a:r>
                  <a:rPr lang="zh-CN" altLang="en-US" sz="2000" dirty="0"/>
                  <a:t>的因子</a:t>
                </a:r>
              </a:p>
              <a:p>
                <a:pPr lvl="1"/>
                <a:r>
                  <a:rPr lang="zh-CN" altLang="en-US" sz="2000" dirty="0"/>
                  <a:t>对任何</a:t>
                </a:r>
                <a:r>
                  <a:rPr lang="en-US" altLang="zh-CN" sz="2000" dirty="0"/>
                  <a:t>0&lt;e≤n-1</a:t>
                </a:r>
                <a:r>
                  <a:rPr lang="zh-CN" altLang="en-US" sz="2000" dirty="0"/>
                  <a:t>，</a:t>
                </a:r>
                <a:r>
                  <a:rPr lang="en-US" altLang="zh-CN" sz="2000" dirty="0"/>
                  <a:t>(</a:t>
                </a:r>
                <a:r>
                  <a:rPr lang="en-US" altLang="zh-CN" sz="2000" dirty="0">
                    <a:latin typeface="+mn-ea"/>
                    <a:cs typeface="Calibri Light" panose="020F0302020204030204" pitchFamily="34" charset="0"/>
                  </a:rPr>
                  <a:t>x</a:t>
                </a:r>
                <a:r>
                  <a:rPr lang="en-US" altLang="zh-CN" sz="2000" baseline="30000" dirty="0">
                    <a:latin typeface="+mn-ea"/>
                    <a:cs typeface="Calibri Light" panose="020F0302020204030204" pitchFamily="34" charset="0"/>
                  </a:rPr>
                  <a:t>e</a:t>
                </a:r>
                <a:r>
                  <a:rPr lang="en-US" altLang="zh-CN" sz="2000" dirty="0">
                    <a:latin typeface="+mn-ea"/>
                    <a:cs typeface="Calibri Light" panose="020F0302020204030204" pitchFamily="34" charset="0"/>
                  </a:rPr>
                  <a:t>+1)</a:t>
                </a:r>
                <a:r>
                  <a:rPr lang="zh-CN" altLang="en-US" sz="2000" dirty="0">
                    <a:latin typeface="+mn-ea"/>
                    <a:cs typeface="Calibri Light" panose="020F0302020204030204" pitchFamily="34" charset="0"/>
                  </a:rPr>
                  <a:t>除以</a:t>
                </a:r>
                <a:r>
                  <a:rPr lang="en-US" altLang="zh-CN" sz="2000" dirty="0">
                    <a:latin typeface="+mn-ea"/>
                    <a:cs typeface="Calibri Light" panose="020F0302020204030204" pitchFamily="34" charset="0"/>
                  </a:rPr>
                  <a:t>G(x)</a:t>
                </a:r>
                <a:r>
                  <a:rPr lang="zh-CN" altLang="en-US" sz="2000" dirty="0">
                    <a:latin typeface="+mn-ea"/>
                    <a:cs typeface="Calibri Light" panose="020F0302020204030204" pitchFamily="34" charset="0"/>
                  </a:rPr>
                  <a:t>除不尽</a:t>
                </a:r>
                <a:endParaRPr lang="en-US" altLang="zh-CN" sz="2000" dirty="0"/>
              </a:p>
              <a:p>
                <a:r>
                  <a:rPr lang="zh-CN" altLang="en-US" dirty="0"/>
                  <a:t>检测出双错、奇数位错、</a:t>
                </a:r>
                <a:r>
                  <a:rPr lang="zh-CN" altLang="en-US" b="1" dirty="0">
                    <a:solidFill>
                      <a:srgbClr val="FF0000"/>
                    </a:solidFill>
                  </a:rPr>
                  <a:t>突发长度小于等于</a:t>
                </a:r>
                <a:r>
                  <a:rPr lang="en-US" altLang="zh-CN" b="1" dirty="0">
                    <a:solidFill>
                      <a:srgbClr val="FF0000"/>
                    </a:solidFill>
                  </a:rPr>
                  <a:t>r</a:t>
                </a:r>
                <a:r>
                  <a:rPr lang="zh-CN" altLang="en-US" b="1" dirty="0">
                    <a:solidFill>
                      <a:srgbClr val="FF0000"/>
                    </a:solidFill>
                  </a:rPr>
                  <a:t>的突发错</a:t>
                </a:r>
              </a:p>
              <a:p>
                <a:r>
                  <a:rPr lang="zh-CN" altLang="en-US" b="1" dirty="0">
                    <a:solidFill>
                      <a:srgbClr val="FF0000"/>
                    </a:solidFill>
                  </a:rPr>
                  <a:t>突发长度为</a:t>
                </a:r>
                <a:r>
                  <a:rPr lang="en-US" altLang="zh-CN" b="1" dirty="0">
                    <a:solidFill>
                      <a:srgbClr val="FF0000"/>
                    </a:solidFill>
                  </a:rPr>
                  <a:t>r+1</a:t>
                </a:r>
                <a:r>
                  <a:rPr lang="zh-CN" altLang="en-US" b="1" dirty="0">
                    <a:solidFill>
                      <a:srgbClr val="FF0000"/>
                    </a:solidFill>
                  </a:rPr>
                  <a:t>的突发错误的漏检率为</a:t>
                </a:r>
                <a:r>
                  <a:rPr lang="en-US" altLang="zh-CN" b="1" dirty="0">
                    <a:solidFill>
                      <a:srgbClr val="FF0000"/>
                    </a:solidFill>
                  </a:rPr>
                  <a:t>2</a:t>
                </a:r>
                <a:r>
                  <a:rPr lang="en-US" altLang="zh-CN" b="1" baseline="30000" dirty="0">
                    <a:solidFill>
                      <a:srgbClr val="FF0000"/>
                    </a:solidFill>
                  </a:rPr>
                  <a:t>-(r-1) </a:t>
                </a:r>
                <a:r>
                  <a:rPr lang="zh-CN" altLang="en-US" dirty="0"/>
                  <a:t>，对</a:t>
                </a:r>
                <a:r>
                  <a:rPr lang="zh-CN" altLang="en-US" b="1" dirty="0">
                    <a:solidFill>
                      <a:srgbClr val="FF0000"/>
                    </a:solidFill>
                  </a:rPr>
                  <a:t>突发长度</a:t>
                </a:r>
                <a:r>
                  <a:rPr lang="en-US" altLang="zh-CN" b="1" dirty="0">
                    <a:solidFill>
                      <a:srgbClr val="FF0000"/>
                    </a:solidFill>
                  </a:rPr>
                  <a:t>b(b&gt;r+1)</a:t>
                </a:r>
                <a:r>
                  <a:rPr lang="zh-CN" altLang="en-US" b="1" dirty="0">
                    <a:solidFill>
                      <a:srgbClr val="FF0000"/>
                    </a:solidFill>
                  </a:rPr>
                  <a:t>的突发错误的漏检率为</a:t>
                </a:r>
                <a:r>
                  <a:rPr lang="en-US" altLang="zh-CN" b="1" dirty="0">
                    <a:solidFill>
                      <a:srgbClr val="FF0000"/>
                    </a:solidFill>
                  </a:rPr>
                  <a:t>2</a:t>
                </a:r>
                <a:r>
                  <a:rPr lang="en-US" altLang="zh-CN" b="1" baseline="30000" dirty="0">
                    <a:solidFill>
                      <a:srgbClr val="FF0000"/>
                    </a:solidFill>
                  </a:rPr>
                  <a:t>-r</a:t>
                </a:r>
                <a:endParaRPr lang="en-US" altLang="zh-CN" b="1" baseline="30000" dirty="0">
                  <a:solidFill>
                    <a:srgbClr val="FF0000"/>
                  </a:solidFill>
                  <a:sym typeface="Symbol" pitchFamily="18" charset="2"/>
                </a:endParaRPr>
              </a:p>
              <a:p>
                <a:r>
                  <a:rPr lang="zh-CN" altLang="en-US" dirty="0"/>
                  <a:t>常用的</a:t>
                </a:r>
                <a:r>
                  <a:rPr lang="en-US" altLang="zh-CN" dirty="0"/>
                  <a:t>CRC</a:t>
                </a:r>
                <a:r>
                  <a:rPr lang="zh-CN" altLang="en-US" dirty="0"/>
                  <a:t>多项式：</a:t>
                </a:r>
                <a:endParaRPr lang="en-US" altLang="zh-CN" dirty="0"/>
              </a:p>
              <a:p>
                <a:pPr lvl="1"/>
                <a14:m>
                  <m:oMath xmlns:m="http://schemas.openxmlformats.org/officeDocument/2006/math">
                    <m:r>
                      <a:rPr lang="zh-CN" altLang="en-US" i="1" smtClean="0">
                        <a:solidFill>
                          <a:srgbClr val="000000"/>
                        </a:solidFill>
                        <a:latin typeface="Cambria Math" panose="02040503050406030204" pitchFamily="18" charset="0"/>
                      </a:rPr>
                      <m:t>𝐶𝑅𝐶</m:t>
                    </m:r>
                    <m:r>
                      <a:rPr lang="zh-CN" altLang="en-US" i="1" smtClean="0">
                        <a:solidFill>
                          <a:srgbClr val="000000"/>
                        </a:solidFill>
                        <a:latin typeface="Cambria Math" panose="02040503050406030204" pitchFamily="18" charset="0"/>
                      </a:rPr>
                      <m:t>−16=</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16</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15</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+1</m:t>
                    </m:r>
                  </m:oMath>
                </a14:m>
                <a:endParaRPr lang="en-US" altLang="zh-CN" i="1" dirty="0">
                  <a:solidFill>
                    <a:srgbClr val="000000"/>
                  </a:solidFill>
                  <a:latin typeface="Cambria Math" panose="02040503050406030204" pitchFamily="18" charset="0"/>
                </a:endParaRPr>
              </a:p>
              <a:p>
                <a:pPr lvl="1"/>
                <a14:m>
                  <m:oMath xmlns:m="http://schemas.openxmlformats.org/officeDocument/2006/math">
                    <m:r>
                      <a:rPr lang="zh-CN" altLang="en-US" i="1">
                        <a:solidFill>
                          <a:srgbClr val="000000"/>
                        </a:solidFill>
                        <a:latin typeface="Cambria Math" panose="02040503050406030204" pitchFamily="18" charset="0"/>
                      </a:rPr>
                      <m:t>𝐶𝑅𝐶</m:t>
                    </m:r>
                    <m:r>
                      <a:rPr lang="zh-CN" altLang="en-US" i="1">
                        <a:solidFill>
                          <a:srgbClr val="000000"/>
                        </a:solidFill>
                        <a:latin typeface="Cambria Math" panose="02040503050406030204" pitchFamily="18" charset="0"/>
                      </a:rPr>
                      <m:t>−32−</m:t>
                    </m:r>
                    <m:r>
                      <a:rPr lang="zh-CN" altLang="en-US" i="1">
                        <a:solidFill>
                          <a:srgbClr val="000000"/>
                        </a:solidFill>
                        <a:latin typeface="Cambria Math" panose="02040503050406030204" pitchFamily="18" charset="0"/>
                      </a:rPr>
                      <m:t>𝐼𝐸𝐸𝐸</m:t>
                    </m:r>
                    <m:r>
                      <a:rPr lang="zh-CN" altLang="en-US" i="1">
                        <a:solidFill>
                          <a:srgbClr val="000000"/>
                        </a:solidFill>
                        <a:latin typeface="Cambria Math" panose="02040503050406030204" pitchFamily="18" charset="0"/>
                      </a:rPr>
                      <m:t>802.3=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32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26</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23</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16</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10</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8</m:t>
                        </m:r>
                      </m:sup>
                    </m:sSup>
                  </m:oMath>
                </a14:m>
                <a:br>
                  <a:rPr lang="zh-CN" altLang="en-US" i="1" dirty="0">
                    <a:solidFill>
                      <a:srgbClr val="000000"/>
                    </a:solidFill>
                    <a:latin typeface="Cambria Math" panose="02040503050406030204" pitchFamily="18" charset="0"/>
                  </a:rPr>
                </a:br>
                <a14:m>
                  <m:oMath xmlns:m="http://schemas.openxmlformats.org/officeDocument/2006/math">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7</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5</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4</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m:t>
                    </m:r>
                  </m:oMath>
                </a14:m>
                <a:endParaRPr lang="en-US" altLang="zh-CN" dirty="0"/>
              </a:p>
              <a:p>
                <a:endParaRPr lang="zh-CN" altLang="en-US" dirty="0"/>
              </a:p>
              <a:p>
                <a:endParaRPr lang="zh-CN" altLang="en-US" dirty="0"/>
              </a:p>
            </p:txBody>
          </p:sp>
        </mc:Choice>
        <mc:Fallback xmlns="">
          <p:sp>
            <p:nvSpPr>
              <p:cNvPr id="3" name="内容占位符 2">
                <a:extLst>
                  <a:ext uri="{FF2B5EF4-FFF2-40B4-BE49-F238E27FC236}">
                    <a16:creationId xmlns:a16="http://schemas.microsoft.com/office/drawing/2014/main" id="{13E3068D-248F-FE91-D3F5-02D063FA35EB}"/>
                  </a:ext>
                </a:extLst>
              </p:cNvPr>
              <p:cNvSpPr>
                <a:spLocks noGrp="1" noRot="1" noChangeAspect="1" noMove="1" noResize="1" noEditPoints="1" noAdjustHandles="1" noChangeArrowheads="1" noChangeShapeType="1" noTextEdit="1"/>
              </p:cNvSpPr>
              <p:nvPr>
                <p:ph idx="1"/>
              </p:nvPr>
            </p:nvSpPr>
            <p:spPr>
              <a:blipFill>
                <a:blip r:embed="rId3"/>
                <a:stretch>
                  <a:fillRect l="-486" t="-543"/>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B034A57D-761F-8F27-CE74-DC7B67792C4C}"/>
              </a:ext>
            </a:extLst>
          </p:cNvPr>
          <p:cNvGrpSpPr/>
          <p:nvPr/>
        </p:nvGrpSpPr>
        <p:grpSpPr>
          <a:xfrm>
            <a:off x="6087768" y="3352852"/>
            <a:ext cx="5066811" cy="369332"/>
            <a:chOff x="5377300" y="3352852"/>
            <a:chExt cx="5066811" cy="369332"/>
          </a:xfrm>
        </p:grpSpPr>
        <p:sp>
          <p:nvSpPr>
            <p:cNvPr id="5" name="文本框 4">
              <a:extLst>
                <a:ext uri="{FF2B5EF4-FFF2-40B4-BE49-F238E27FC236}">
                  <a16:creationId xmlns:a16="http://schemas.microsoft.com/office/drawing/2014/main" id="{12F092F6-53B1-4484-A02A-9E591B2C9EA1}"/>
                </a:ext>
              </a:extLst>
            </p:cNvPr>
            <p:cNvSpPr txBox="1"/>
            <p:nvPr/>
          </p:nvSpPr>
          <p:spPr>
            <a:xfrm>
              <a:off x="5377300" y="3352852"/>
              <a:ext cx="1507067" cy="369332"/>
            </a:xfrm>
            <a:prstGeom prst="rect">
              <a:avLst/>
            </a:prstGeom>
            <a:noFill/>
          </p:spPr>
          <p:txBody>
            <a:bodyPr wrap="square" rtlCol="0">
              <a:spAutoFit/>
            </a:bodyPr>
            <a:lstStyle/>
            <a:p>
              <a:r>
                <a:rPr lang="en-US" altLang="zh-CN" dirty="0"/>
                <a:t>r=16</a:t>
              </a:r>
              <a:r>
                <a:rPr lang="zh-CN" altLang="en-US" dirty="0"/>
                <a:t>时，</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E749ADF-B274-8084-E583-E9A3D5F66416}"/>
                    </a:ext>
                  </a:extLst>
                </p:cNvPr>
                <p:cNvSpPr txBox="1"/>
                <p:nvPr/>
              </p:nvSpPr>
              <p:spPr>
                <a:xfrm>
                  <a:off x="8661635" y="3399018"/>
                  <a:ext cx="1782476" cy="276999"/>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−16</m:t>
                          </m:r>
                        </m:sup>
                      </m:sSup>
                    </m:oMath>
                  </a14:m>
                  <a:r>
                    <a:rPr lang="en-US" altLang="zh-CN" dirty="0"/>
                    <a:t>=99.998%</a:t>
                  </a:r>
                  <a:endParaRPr lang="zh-CN" altLang="en-US" dirty="0"/>
                </a:p>
              </p:txBody>
            </p:sp>
          </mc:Choice>
          <mc:Fallback xmlns="">
            <p:sp>
              <p:nvSpPr>
                <p:cNvPr id="7" name="文本框 6">
                  <a:extLst>
                    <a:ext uri="{FF2B5EF4-FFF2-40B4-BE49-F238E27FC236}">
                      <a16:creationId xmlns:a16="http://schemas.microsoft.com/office/drawing/2014/main" id="{7874EF59-6BCF-4C4C-AC65-C53506CA18C4}"/>
                    </a:ext>
                  </a:extLst>
                </p:cNvPr>
                <p:cNvSpPr txBox="1">
                  <a:spLocks noRot="1" noChangeAspect="1" noMove="1" noResize="1" noEditPoints="1" noAdjustHandles="1" noChangeArrowheads="1" noChangeShapeType="1" noTextEdit="1"/>
                </p:cNvSpPr>
                <p:nvPr/>
              </p:nvSpPr>
              <p:spPr>
                <a:xfrm>
                  <a:off x="8661635" y="3399018"/>
                  <a:ext cx="1782476" cy="276999"/>
                </a:xfrm>
                <a:prstGeom prst="rect">
                  <a:avLst/>
                </a:prstGeom>
                <a:blipFill>
                  <a:blip r:embed="rId6"/>
                  <a:stretch>
                    <a:fillRect l="-4795" t="-28889" r="-7534" b="-5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0E29ED3-8A6A-511C-67E2-D1E8582E0CC2}"/>
                    </a:ext>
                  </a:extLst>
                </p:cNvPr>
                <p:cNvSpPr txBox="1"/>
                <p:nvPr/>
              </p:nvSpPr>
              <p:spPr>
                <a:xfrm>
                  <a:off x="6519568" y="3378252"/>
                  <a:ext cx="1782476" cy="280077"/>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−15</m:t>
                          </m:r>
                        </m:sup>
                      </m:sSup>
                    </m:oMath>
                  </a14:m>
                  <a:r>
                    <a:rPr lang="en-US" altLang="zh-CN" dirty="0"/>
                    <a:t>=99.997%</a:t>
                  </a:r>
                  <a:endParaRPr lang="zh-CN" altLang="en-US" dirty="0"/>
                </a:p>
              </p:txBody>
            </p:sp>
          </mc:Choice>
          <mc:Fallback xmlns="">
            <p:sp>
              <p:nvSpPr>
                <p:cNvPr id="8" name="文本框 7">
                  <a:extLst>
                    <a:ext uri="{FF2B5EF4-FFF2-40B4-BE49-F238E27FC236}">
                      <a16:creationId xmlns:a16="http://schemas.microsoft.com/office/drawing/2014/main" id="{EB4FE592-70F0-49FB-9A4D-B14E1BCB81F7}"/>
                    </a:ext>
                  </a:extLst>
                </p:cNvPr>
                <p:cNvSpPr txBox="1">
                  <a:spLocks noRot="1" noChangeAspect="1" noMove="1" noResize="1" noEditPoints="1" noAdjustHandles="1" noChangeArrowheads="1" noChangeShapeType="1" noTextEdit="1"/>
                </p:cNvSpPr>
                <p:nvPr/>
              </p:nvSpPr>
              <p:spPr>
                <a:xfrm>
                  <a:off x="6519568" y="3378252"/>
                  <a:ext cx="1782476" cy="280077"/>
                </a:xfrm>
                <a:prstGeom prst="rect">
                  <a:avLst/>
                </a:prstGeom>
                <a:blipFill>
                  <a:blip r:embed="rId7"/>
                  <a:stretch>
                    <a:fillRect l="-4437" t="-26087" r="-7509" b="-52174"/>
                  </a:stretch>
                </a:blipFill>
              </p:spPr>
              <p:txBody>
                <a:bodyPr/>
                <a:lstStyle/>
                <a:p>
                  <a:r>
                    <a:rPr lang="zh-CN" altLang="en-US">
                      <a:noFill/>
                    </a:rPr>
                    <a:t> </a:t>
                  </a:r>
                </a:p>
              </p:txBody>
            </p:sp>
          </mc:Fallback>
        </mc:AlternateContent>
      </p:grpSp>
      <p:sp>
        <p:nvSpPr>
          <p:cNvPr id="8" name="文本框 7">
            <a:extLst>
              <a:ext uri="{FF2B5EF4-FFF2-40B4-BE49-F238E27FC236}">
                <a16:creationId xmlns:a16="http://schemas.microsoft.com/office/drawing/2014/main" id="{D875C136-E3E1-AF54-77A6-DC31827FC063}"/>
              </a:ext>
            </a:extLst>
          </p:cNvPr>
          <p:cNvSpPr txBox="1"/>
          <p:nvPr/>
        </p:nvSpPr>
        <p:spPr>
          <a:xfrm>
            <a:off x="8709103" y="5570034"/>
            <a:ext cx="2626112" cy="369332"/>
          </a:xfrm>
          <a:prstGeom prst="rect">
            <a:avLst/>
          </a:prstGeom>
          <a:noFill/>
        </p:spPr>
        <p:txBody>
          <a:bodyPr wrap="square" rtlCol="0">
            <a:spAutoFit/>
          </a:bodyPr>
          <a:lstStyle/>
          <a:p>
            <a:r>
              <a:rPr lang="zh-CN" altLang="en-US" dirty="0">
                <a:hlinkClick r:id="rId8" action="ppaction://hlinksldjump"/>
              </a:rPr>
              <a:t>什么是好的生成多项式？</a:t>
            </a:r>
            <a:endParaRPr lang="zh-CN" altLang="en-US" dirty="0"/>
          </a:p>
        </p:txBody>
      </p:sp>
    </p:spTree>
    <p:extLst>
      <p:ext uri="{BB962C8B-B14F-4D97-AF65-F5344CB8AC3E}">
        <p14:creationId xmlns:p14="http://schemas.microsoft.com/office/powerpoint/2010/main" val="1366925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b="1" dirty="0">
                <a:solidFill>
                  <a:srgbClr val="FF0000"/>
                </a:solidFill>
              </a:rPr>
              <a:t>6.3 </a:t>
            </a:r>
            <a:r>
              <a:rPr lang="zh-CN" altLang="en-US" sz="2400" b="1" dirty="0">
                <a:solidFill>
                  <a:srgbClr val="FF0000"/>
                </a:solidFill>
              </a:rPr>
              <a:t>多路访问链路和协议</a:t>
            </a:r>
            <a:endParaRPr lang="en-US" altLang="zh-CN" sz="2400" b="1" dirty="0">
              <a:solidFill>
                <a:srgbClr val="FF0000"/>
              </a:solidFill>
            </a:endParaRPr>
          </a:p>
          <a:p>
            <a:pPr marL="0" indent="0">
              <a:buNone/>
            </a:pPr>
            <a:r>
              <a:rPr lang="en-US" altLang="zh-CN" sz="2400" dirty="0"/>
              <a:t>6.4 </a:t>
            </a:r>
            <a:r>
              <a:rPr lang="zh-CN" altLang="en-US" sz="2400" dirty="0"/>
              <a:t>交换局域网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282918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A7FE6-2095-D63B-49B8-3BC991E3E149}"/>
              </a:ext>
            </a:extLst>
          </p:cNvPr>
          <p:cNvSpPr>
            <a:spLocks noGrp="1"/>
          </p:cNvSpPr>
          <p:nvPr>
            <p:ph type="title"/>
          </p:nvPr>
        </p:nvSpPr>
        <p:spPr/>
        <p:txBody>
          <a:bodyPr/>
          <a:lstStyle/>
          <a:p>
            <a:r>
              <a:rPr lang="zh-CN" altLang="en-US" dirty="0"/>
              <a:t>多路访问链路和协议</a:t>
            </a:r>
          </a:p>
        </p:txBody>
      </p:sp>
      <p:sp>
        <p:nvSpPr>
          <p:cNvPr id="3" name="内容占位符 2">
            <a:extLst>
              <a:ext uri="{FF2B5EF4-FFF2-40B4-BE49-F238E27FC236}">
                <a16:creationId xmlns:a16="http://schemas.microsoft.com/office/drawing/2014/main" id="{63EEDBE9-A5E4-7B00-C266-7092DBEBE49D}"/>
              </a:ext>
            </a:extLst>
          </p:cNvPr>
          <p:cNvSpPr>
            <a:spLocks noGrp="1"/>
          </p:cNvSpPr>
          <p:nvPr>
            <p:ph idx="1"/>
          </p:nvPr>
        </p:nvSpPr>
        <p:spPr>
          <a:xfrm>
            <a:off x="442913" y="728663"/>
            <a:ext cx="11289710" cy="4081460"/>
          </a:xfrm>
        </p:spPr>
        <p:txBody>
          <a:bodyPr>
            <a:noAutofit/>
          </a:bodyPr>
          <a:lstStyle/>
          <a:p>
            <a:r>
              <a:rPr lang="zh-CN" altLang="en-US" dirty="0"/>
              <a:t>点到点链路：</a:t>
            </a:r>
            <a:endParaRPr lang="en-US" altLang="zh-CN" dirty="0"/>
          </a:p>
          <a:p>
            <a:pPr lvl="1"/>
            <a:r>
              <a:rPr lang="zh-CN" altLang="en-US" sz="2000" dirty="0"/>
              <a:t>拨号上网、专线等：</a:t>
            </a:r>
            <a:r>
              <a:rPr lang="en-US" altLang="zh-CN" sz="2000" dirty="0"/>
              <a:t>PPP</a:t>
            </a:r>
            <a:r>
              <a:rPr lang="zh-CN" altLang="en-US" sz="2000" dirty="0"/>
              <a:t>协议</a:t>
            </a:r>
            <a:endParaRPr lang="en-US" altLang="zh-CN" sz="2000" dirty="0"/>
          </a:p>
          <a:p>
            <a:pPr lvl="1"/>
            <a:r>
              <a:rPr lang="zh-CN" altLang="en-US" sz="2000" dirty="0"/>
              <a:t>主机与以太网交换机之间的点到点链路：全双工以太网</a:t>
            </a:r>
            <a:endParaRPr lang="en-US" altLang="zh-CN" sz="2000" dirty="0"/>
          </a:p>
          <a:p>
            <a:r>
              <a:rPr lang="zh-CN" altLang="en-US" dirty="0"/>
              <a:t>广播链路：多个节点连接到相同的、单一的、共享的广播信道</a:t>
            </a:r>
            <a:endParaRPr lang="en-US" altLang="zh-CN" dirty="0"/>
          </a:p>
          <a:p>
            <a:pPr lvl="1"/>
            <a:r>
              <a:rPr lang="zh-CN" altLang="en-US" sz="2000" dirty="0"/>
              <a:t>传统以太网：半双工以太网</a:t>
            </a:r>
            <a:endParaRPr lang="en-US" altLang="zh-CN" sz="2000" dirty="0"/>
          </a:p>
          <a:p>
            <a:pPr lvl="1"/>
            <a:r>
              <a:rPr lang="zh-CN" altLang="en-US" sz="2000" dirty="0"/>
              <a:t>电缆接入网络中的上行链路：多个用户通过共享链路发送给</a:t>
            </a:r>
            <a:r>
              <a:rPr lang="en-US" altLang="zh-CN" sz="2000" dirty="0"/>
              <a:t>CMTS</a:t>
            </a:r>
          </a:p>
          <a:p>
            <a:pPr lvl="1"/>
            <a:r>
              <a:rPr lang="en-US" altLang="zh-CN" sz="2000" dirty="0"/>
              <a:t>802.11 </a:t>
            </a:r>
            <a:r>
              <a:rPr lang="en-US" altLang="zh-CN" sz="2000" dirty="0" err="1"/>
              <a:t>WiFi</a:t>
            </a:r>
            <a:r>
              <a:rPr lang="zh-CN" altLang="en-US" sz="2000" dirty="0"/>
              <a:t>、</a:t>
            </a:r>
            <a:r>
              <a:rPr lang="en-US" altLang="zh-CN" sz="2000" dirty="0"/>
              <a:t>4G/5G</a:t>
            </a:r>
            <a:r>
              <a:rPr lang="zh-CN" altLang="en-US" sz="2000" dirty="0"/>
              <a:t>、卫星等</a:t>
            </a:r>
            <a:endParaRPr lang="en-US" altLang="zh-CN" sz="2000" dirty="0"/>
          </a:p>
          <a:p>
            <a:pPr lvl="1"/>
            <a:r>
              <a:rPr lang="zh-CN" altLang="en-US" sz="2000" dirty="0"/>
              <a:t>多个节点连接到共享广播信道，会有</a:t>
            </a:r>
            <a:r>
              <a:rPr lang="zh-CN" altLang="en-US" sz="2000" b="1" dirty="0">
                <a:solidFill>
                  <a:srgbClr val="FF0000"/>
                </a:solidFill>
              </a:rPr>
              <a:t>多个发送者</a:t>
            </a:r>
            <a:endParaRPr lang="en-US" altLang="zh-CN" sz="2000" b="1" dirty="0">
              <a:solidFill>
                <a:srgbClr val="FF0000"/>
              </a:solidFill>
            </a:endParaRPr>
          </a:p>
          <a:p>
            <a:pPr lvl="1"/>
            <a:r>
              <a:rPr lang="zh-CN" altLang="en-US" sz="2000" dirty="0"/>
              <a:t>同一时刻两个或多个节点发送会带来干扰：节点同时收到多个信号，遇到</a:t>
            </a:r>
            <a:r>
              <a:rPr lang="en-US" altLang="zh-CN" sz="2000" dirty="0"/>
              <a:t>collision(</a:t>
            </a:r>
            <a:r>
              <a:rPr lang="zh-CN" altLang="en-US" sz="2000" b="1" dirty="0">
                <a:solidFill>
                  <a:srgbClr val="FF0000"/>
                </a:solidFill>
              </a:rPr>
              <a:t>冲突</a:t>
            </a:r>
            <a:r>
              <a:rPr lang="en-US" altLang="zh-CN" sz="2000" b="1" dirty="0">
                <a:solidFill>
                  <a:srgbClr val="FF0000"/>
                </a:solidFill>
              </a:rPr>
              <a:t>/</a:t>
            </a:r>
            <a:r>
              <a:rPr lang="zh-CN" altLang="en-US" sz="2000" b="1" dirty="0">
                <a:solidFill>
                  <a:srgbClr val="FF0000"/>
                </a:solidFill>
              </a:rPr>
              <a:t>碰撞</a:t>
            </a:r>
            <a:r>
              <a:rPr lang="en-US" altLang="zh-CN" sz="2000" b="1" dirty="0">
                <a:solidFill>
                  <a:srgbClr val="FF0000"/>
                </a:solidFill>
              </a:rPr>
              <a:t>)</a:t>
            </a:r>
          </a:p>
          <a:p>
            <a:pPr lvl="1"/>
            <a:r>
              <a:rPr lang="zh-CN" altLang="en-US" sz="2000" b="1" dirty="0">
                <a:solidFill>
                  <a:srgbClr val="FF0000"/>
                </a:solidFill>
              </a:rPr>
              <a:t>多路访问协议</a:t>
            </a:r>
            <a:r>
              <a:rPr lang="zh-CN" altLang="en-US" sz="2000" dirty="0">
                <a:solidFill>
                  <a:srgbClr val="FF0000"/>
                </a:solidFill>
              </a:rPr>
              <a:t>（</a:t>
            </a:r>
            <a:r>
              <a:rPr lang="en-US" altLang="zh-CN" sz="2000" dirty="0"/>
              <a:t>Multiple Access Protocol</a:t>
            </a:r>
            <a:r>
              <a:rPr lang="zh-CN" altLang="en-US" sz="2000" dirty="0"/>
              <a:t>）：控制信道资源的分配方式</a:t>
            </a:r>
            <a:endParaRPr lang="en-US" altLang="zh-CN" sz="2000" dirty="0"/>
          </a:p>
        </p:txBody>
      </p:sp>
      <p:sp>
        <p:nvSpPr>
          <p:cNvPr id="4" name="Text Box 5">
            <a:extLst>
              <a:ext uri="{FF2B5EF4-FFF2-40B4-BE49-F238E27FC236}">
                <a16:creationId xmlns:a16="http://schemas.microsoft.com/office/drawing/2014/main" id="{6F9DC7BA-E0E2-4B86-1675-D2FD45B6EFCE}"/>
              </a:ext>
            </a:extLst>
          </p:cNvPr>
          <p:cNvSpPr txBox="1">
            <a:spLocks noChangeArrowheads="1"/>
          </p:cNvSpPr>
          <p:nvPr/>
        </p:nvSpPr>
        <p:spPr bwMode="auto">
          <a:xfrm>
            <a:off x="781260" y="6149445"/>
            <a:ext cx="1601788"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lnSpc>
                <a:spcPct val="85000"/>
              </a:lnSpc>
              <a:spcBef>
                <a:spcPct val="0"/>
              </a:spcBef>
              <a:spcAft>
                <a:spcPct val="0"/>
              </a:spcAft>
              <a:defRPr/>
            </a:pPr>
            <a:r>
              <a:rPr lang="en-US" sz="1400" i="0" dirty="0">
                <a:solidFill>
                  <a:srgbClr val="000000"/>
                </a:solidFill>
                <a:latin typeface="Arial" charset="0"/>
              </a:rPr>
              <a:t>shared wire (e.g., </a:t>
            </a:r>
          </a:p>
          <a:p>
            <a:pPr algn="ctr" eaLnBrk="0" fontAlgn="base" hangingPunct="0">
              <a:lnSpc>
                <a:spcPct val="85000"/>
              </a:lnSpc>
              <a:spcBef>
                <a:spcPct val="0"/>
              </a:spcBef>
              <a:spcAft>
                <a:spcPct val="0"/>
              </a:spcAft>
              <a:defRPr/>
            </a:pPr>
            <a:r>
              <a:rPr lang="en-US" sz="1400" i="0" dirty="0">
                <a:solidFill>
                  <a:srgbClr val="000000"/>
                </a:solidFill>
                <a:latin typeface="Arial" charset="0"/>
              </a:rPr>
              <a:t>cabled Ethernet)</a:t>
            </a:r>
          </a:p>
        </p:txBody>
      </p:sp>
      <p:sp>
        <p:nvSpPr>
          <p:cNvPr id="5" name="Text Box 6">
            <a:extLst>
              <a:ext uri="{FF2B5EF4-FFF2-40B4-BE49-F238E27FC236}">
                <a16:creationId xmlns:a16="http://schemas.microsoft.com/office/drawing/2014/main" id="{A74DB271-FA86-ADA4-290B-2490BCF1E1CB}"/>
              </a:ext>
            </a:extLst>
          </p:cNvPr>
          <p:cNvSpPr txBox="1">
            <a:spLocks noChangeArrowheads="1"/>
          </p:cNvSpPr>
          <p:nvPr/>
        </p:nvSpPr>
        <p:spPr bwMode="auto">
          <a:xfrm>
            <a:off x="4706896" y="6244349"/>
            <a:ext cx="1696298" cy="2754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lnSpc>
                <a:spcPct val="85000"/>
              </a:lnSpc>
              <a:spcBef>
                <a:spcPct val="0"/>
              </a:spcBef>
              <a:spcAft>
                <a:spcPct val="0"/>
              </a:spcAft>
              <a:defRPr/>
            </a:pPr>
            <a:r>
              <a:rPr lang="en-US" sz="1400" i="0" dirty="0">
                <a:solidFill>
                  <a:srgbClr val="000000"/>
                </a:solidFill>
                <a:latin typeface="Arial" charset="0"/>
              </a:rPr>
              <a:t>shared radio: </a:t>
            </a:r>
            <a:r>
              <a:rPr lang="en-US" sz="1400" i="0" dirty="0" err="1">
                <a:solidFill>
                  <a:srgbClr val="000000"/>
                </a:solidFill>
                <a:latin typeface="Arial" charset="0"/>
              </a:rPr>
              <a:t>WiFi</a:t>
            </a:r>
            <a:endParaRPr lang="en-US" sz="1400" i="0" dirty="0">
              <a:solidFill>
                <a:srgbClr val="000000"/>
              </a:solidFill>
              <a:latin typeface="Arial" charset="0"/>
            </a:endParaRPr>
          </a:p>
        </p:txBody>
      </p:sp>
      <p:sp>
        <p:nvSpPr>
          <p:cNvPr id="6" name="Text Box 7">
            <a:extLst>
              <a:ext uri="{FF2B5EF4-FFF2-40B4-BE49-F238E27FC236}">
                <a16:creationId xmlns:a16="http://schemas.microsoft.com/office/drawing/2014/main" id="{DB60C770-90D5-6E99-80B1-BF3069DF54B6}"/>
              </a:ext>
            </a:extLst>
          </p:cNvPr>
          <p:cNvSpPr txBox="1">
            <a:spLocks noChangeArrowheads="1"/>
          </p:cNvSpPr>
          <p:nvPr/>
        </p:nvSpPr>
        <p:spPr bwMode="auto">
          <a:xfrm>
            <a:off x="6497167" y="6249118"/>
            <a:ext cx="1935146" cy="2754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lnSpc>
                <a:spcPct val="85000"/>
              </a:lnSpc>
              <a:spcBef>
                <a:spcPct val="0"/>
              </a:spcBef>
              <a:spcAft>
                <a:spcPct val="0"/>
              </a:spcAft>
              <a:defRPr/>
            </a:pPr>
            <a:r>
              <a:rPr lang="en-US" sz="1400" i="0" dirty="0">
                <a:solidFill>
                  <a:srgbClr val="000000"/>
                </a:solidFill>
                <a:latin typeface="Arial" charset="0"/>
              </a:rPr>
              <a:t>shared radio: satellite </a:t>
            </a:r>
          </a:p>
        </p:txBody>
      </p:sp>
      <p:sp>
        <p:nvSpPr>
          <p:cNvPr id="7" name="Line 173">
            <a:extLst>
              <a:ext uri="{FF2B5EF4-FFF2-40B4-BE49-F238E27FC236}">
                <a16:creationId xmlns:a16="http://schemas.microsoft.com/office/drawing/2014/main" id="{47209831-51F9-25D6-D80E-7E3896974C50}"/>
              </a:ext>
            </a:extLst>
          </p:cNvPr>
          <p:cNvSpPr>
            <a:spLocks noChangeShapeType="1"/>
          </p:cNvSpPr>
          <p:nvPr/>
        </p:nvSpPr>
        <p:spPr bwMode="auto">
          <a:xfrm flipH="1">
            <a:off x="1392448" y="4977870"/>
            <a:ext cx="466725" cy="8905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 name="Line 174">
            <a:extLst>
              <a:ext uri="{FF2B5EF4-FFF2-40B4-BE49-F238E27FC236}">
                <a16:creationId xmlns:a16="http://schemas.microsoft.com/office/drawing/2014/main" id="{2D94C299-FBA2-8D77-DA08-A6C4251BD493}"/>
              </a:ext>
            </a:extLst>
          </p:cNvPr>
          <p:cNvSpPr>
            <a:spLocks noChangeShapeType="1"/>
          </p:cNvSpPr>
          <p:nvPr/>
        </p:nvSpPr>
        <p:spPr bwMode="auto">
          <a:xfrm>
            <a:off x="1374985" y="5449357"/>
            <a:ext cx="242888" cy="15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175">
            <a:extLst>
              <a:ext uri="{FF2B5EF4-FFF2-40B4-BE49-F238E27FC236}">
                <a16:creationId xmlns:a16="http://schemas.microsoft.com/office/drawing/2014/main" id="{8CC589CE-2718-7537-DEF9-011FF64D396A}"/>
              </a:ext>
            </a:extLst>
          </p:cNvPr>
          <p:cNvSpPr>
            <a:spLocks noChangeShapeType="1"/>
          </p:cNvSpPr>
          <p:nvPr/>
        </p:nvSpPr>
        <p:spPr bwMode="auto">
          <a:xfrm>
            <a:off x="1240048" y="5785907"/>
            <a:ext cx="190500" cy="15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Line 176">
            <a:extLst>
              <a:ext uri="{FF2B5EF4-FFF2-40B4-BE49-F238E27FC236}">
                <a16:creationId xmlns:a16="http://schemas.microsoft.com/office/drawing/2014/main" id="{72489F80-3405-DE9E-CEB0-19A09F41DA88}"/>
              </a:ext>
            </a:extLst>
          </p:cNvPr>
          <p:cNvSpPr>
            <a:spLocks noChangeShapeType="1"/>
          </p:cNvSpPr>
          <p:nvPr/>
        </p:nvSpPr>
        <p:spPr bwMode="auto">
          <a:xfrm flipV="1">
            <a:off x="1684548" y="5309657"/>
            <a:ext cx="177800" cy="793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1" name="Group 382">
            <a:extLst>
              <a:ext uri="{FF2B5EF4-FFF2-40B4-BE49-F238E27FC236}">
                <a16:creationId xmlns:a16="http://schemas.microsoft.com/office/drawing/2014/main" id="{EDB6C074-6BE1-6E78-6AEB-6E72137F43CE}"/>
              </a:ext>
            </a:extLst>
          </p:cNvPr>
          <p:cNvGrpSpPr>
            <a:grpSpLocks/>
          </p:cNvGrpSpPr>
          <p:nvPr/>
        </p:nvGrpSpPr>
        <p:grpSpPr bwMode="auto">
          <a:xfrm>
            <a:off x="6697183" y="5857414"/>
            <a:ext cx="288925" cy="220663"/>
            <a:chOff x="2274" y="2821"/>
            <a:chExt cx="215" cy="238"/>
          </a:xfrm>
        </p:grpSpPr>
        <p:sp>
          <p:nvSpPr>
            <p:cNvPr id="12" name="Freeform 383">
              <a:extLst>
                <a:ext uri="{FF2B5EF4-FFF2-40B4-BE49-F238E27FC236}">
                  <a16:creationId xmlns:a16="http://schemas.microsoft.com/office/drawing/2014/main" id="{71E64FE3-51A0-FE3A-27B0-2F031F90D83C}"/>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3" name="Line 384">
              <a:extLst>
                <a:ext uri="{FF2B5EF4-FFF2-40B4-BE49-F238E27FC236}">
                  <a16:creationId xmlns:a16="http://schemas.microsoft.com/office/drawing/2014/main" id="{EC377E21-AD2A-D603-DB22-3533DA2CD76A}"/>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4" name="Freeform 385">
              <a:extLst>
                <a:ext uri="{FF2B5EF4-FFF2-40B4-BE49-F238E27FC236}">
                  <a16:creationId xmlns:a16="http://schemas.microsoft.com/office/drawing/2014/main" id="{6142A122-E20A-C3F3-7B19-D65E22B59411}"/>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 name="Line 386">
              <a:extLst>
                <a:ext uri="{FF2B5EF4-FFF2-40B4-BE49-F238E27FC236}">
                  <a16:creationId xmlns:a16="http://schemas.microsoft.com/office/drawing/2014/main" id="{C0A788C3-A149-EA5B-F1F3-DFD3F6250D41}"/>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6" name="Freeform 387">
              <a:extLst>
                <a:ext uri="{FF2B5EF4-FFF2-40B4-BE49-F238E27FC236}">
                  <a16:creationId xmlns:a16="http://schemas.microsoft.com/office/drawing/2014/main" id="{A25A1CE1-FB50-28C1-6547-7D289CE4E9AB}"/>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7" name="Line 388">
              <a:extLst>
                <a:ext uri="{FF2B5EF4-FFF2-40B4-BE49-F238E27FC236}">
                  <a16:creationId xmlns:a16="http://schemas.microsoft.com/office/drawing/2014/main" id="{A6EF5C68-5D4D-4DCA-5E71-6898D999A012}"/>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8" name="Freeform 389">
              <a:extLst>
                <a:ext uri="{FF2B5EF4-FFF2-40B4-BE49-F238E27FC236}">
                  <a16:creationId xmlns:a16="http://schemas.microsoft.com/office/drawing/2014/main" id="{7C859D70-AEB2-730E-9450-46946FC2081F}"/>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9" name="Freeform 390">
              <a:extLst>
                <a:ext uri="{FF2B5EF4-FFF2-40B4-BE49-F238E27FC236}">
                  <a16:creationId xmlns:a16="http://schemas.microsoft.com/office/drawing/2014/main" id="{042008A9-66AC-D91B-F7A7-4B608322EF71}"/>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0" name="Rectangle 391">
              <a:extLst>
                <a:ext uri="{FF2B5EF4-FFF2-40B4-BE49-F238E27FC236}">
                  <a16:creationId xmlns:a16="http://schemas.microsoft.com/office/drawing/2014/main" id="{EAD69263-B283-D267-48CF-0610A3AE6349}"/>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1" name="Freeform 392">
              <a:extLst>
                <a:ext uri="{FF2B5EF4-FFF2-40B4-BE49-F238E27FC236}">
                  <a16:creationId xmlns:a16="http://schemas.microsoft.com/office/drawing/2014/main" id="{CC0F4F58-B2B1-07B8-6D30-46417A5264D3}"/>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2" name="Line 393">
              <a:extLst>
                <a:ext uri="{FF2B5EF4-FFF2-40B4-BE49-F238E27FC236}">
                  <a16:creationId xmlns:a16="http://schemas.microsoft.com/office/drawing/2014/main" id="{28A0784E-CDCF-56AC-6D6B-99A201E7B705}"/>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3" name="Line 394">
              <a:extLst>
                <a:ext uri="{FF2B5EF4-FFF2-40B4-BE49-F238E27FC236}">
                  <a16:creationId xmlns:a16="http://schemas.microsoft.com/office/drawing/2014/main" id="{0FF1957A-EBF3-0D4F-B8B9-9606680C933F}"/>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4" name="Line 395">
              <a:extLst>
                <a:ext uri="{FF2B5EF4-FFF2-40B4-BE49-F238E27FC236}">
                  <a16:creationId xmlns:a16="http://schemas.microsoft.com/office/drawing/2014/main" id="{5F2BDC8B-8E8E-7B37-23D5-DB8E55F24E40}"/>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5" name="Freeform 396">
              <a:extLst>
                <a:ext uri="{FF2B5EF4-FFF2-40B4-BE49-F238E27FC236}">
                  <a16:creationId xmlns:a16="http://schemas.microsoft.com/office/drawing/2014/main" id="{E4EC3C66-57F5-F0F6-6135-AE35CBC5AE16}"/>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6" name="Group 398">
            <a:extLst>
              <a:ext uri="{FF2B5EF4-FFF2-40B4-BE49-F238E27FC236}">
                <a16:creationId xmlns:a16="http://schemas.microsoft.com/office/drawing/2014/main" id="{8432E95B-3852-F756-9146-E28380AE4938}"/>
              </a:ext>
            </a:extLst>
          </p:cNvPr>
          <p:cNvGrpSpPr>
            <a:grpSpLocks/>
          </p:cNvGrpSpPr>
          <p:nvPr/>
        </p:nvGrpSpPr>
        <p:grpSpPr bwMode="auto">
          <a:xfrm>
            <a:off x="7203595" y="5838364"/>
            <a:ext cx="223838" cy="254000"/>
            <a:chOff x="2274" y="2821"/>
            <a:chExt cx="215" cy="238"/>
          </a:xfrm>
        </p:grpSpPr>
        <p:sp>
          <p:nvSpPr>
            <p:cNvPr id="27" name="Freeform 399">
              <a:extLst>
                <a:ext uri="{FF2B5EF4-FFF2-40B4-BE49-F238E27FC236}">
                  <a16:creationId xmlns:a16="http://schemas.microsoft.com/office/drawing/2014/main" id="{ADF2C6CC-7BA5-61D5-B60D-466D19EA1179}"/>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8" name="Line 400">
              <a:extLst>
                <a:ext uri="{FF2B5EF4-FFF2-40B4-BE49-F238E27FC236}">
                  <a16:creationId xmlns:a16="http://schemas.microsoft.com/office/drawing/2014/main" id="{0B83788E-7701-5C28-AC5E-F034F537A0AC}"/>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9" name="Freeform 401">
              <a:extLst>
                <a:ext uri="{FF2B5EF4-FFF2-40B4-BE49-F238E27FC236}">
                  <a16:creationId xmlns:a16="http://schemas.microsoft.com/office/drawing/2014/main" id="{DCDF861F-0235-4690-5630-514AFCF3F5E5}"/>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 name="Line 402">
              <a:extLst>
                <a:ext uri="{FF2B5EF4-FFF2-40B4-BE49-F238E27FC236}">
                  <a16:creationId xmlns:a16="http://schemas.microsoft.com/office/drawing/2014/main" id="{D7B81313-F1B2-48C3-6B9F-206A0CD28375}"/>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1" name="Freeform 403">
              <a:extLst>
                <a:ext uri="{FF2B5EF4-FFF2-40B4-BE49-F238E27FC236}">
                  <a16:creationId xmlns:a16="http://schemas.microsoft.com/office/drawing/2014/main" id="{4FB9C674-07D5-CCE2-9C4A-2035830E69A6}"/>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 name="Line 404">
              <a:extLst>
                <a:ext uri="{FF2B5EF4-FFF2-40B4-BE49-F238E27FC236}">
                  <a16:creationId xmlns:a16="http://schemas.microsoft.com/office/drawing/2014/main" id="{99EF8F88-4F31-CD24-8DFE-DD9CD24CAB74}"/>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 name="Freeform 405">
              <a:extLst>
                <a:ext uri="{FF2B5EF4-FFF2-40B4-BE49-F238E27FC236}">
                  <a16:creationId xmlns:a16="http://schemas.microsoft.com/office/drawing/2014/main" id="{73F3411A-CB10-CE8D-1976-908DEA7C74E4}"/>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4" name="Freeform 406">
              <a:extLst>
                <a:ext uri="{FF2B5EF4-FFF2-40B4-BE49-F238E27FC236}">
                  <a16:creationId xmlns:a16="http://schemas.microsoft.com/office/drawing/2014/main" id="{D23C36E8-97F9-C57E-55DE-696A402F2CE5}"/>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5" name="Rectangle 407">
              <a:extLst>
                <a:ext uri="{FF2B5EF4-FFF2-40B4-BE49-F238E27FC236}">
                  <a16:creationId xmlns:a16="http://schemas.microsoft.com/office/drawing/2014/main" id="{F7FB7961-6259-510B-8A79-B9A85FE6133A}"/>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6" name="Freeform 408">
              <a:extLst>
                <a:ext uri="{FF2B5EF4-FFF2-40B4-BE49-F238E27FC236}">
                  <a16:creationId xmlns:a16="http://schemas.microsoft.com/office/drawing/2014/main" id="{04CBD0A3-CC99-EEF4-9451-CC2726668E92}"/>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7" name="Line 409">
              <a:extLst>
                <a:ext uri="{FF2B5EF4-FFF2-40B4-BE49-F238E27FC236}">
                  <a16:creationId xmlns:a16="http://schemas.microsoft.com/office/drawing/2014/main" id="{4AADED56-6B4B-3484-6AEC-4A612E1B1DAB}"/>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8" name="Line 410">
              <a:extLst>
                <a:ext uri="{FF2B5EF4-FFF2-40B4-BE49-F238E27FC236}">
                  <a16:creationId xmlns:a16="http://schemas.microsoft.com/office/drawing/2014/main" id="{E26FC53B-6645-25CA-E02F-01F4A03FDFAB}"/>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9" name="Line 411">
              <a:extLst>
                <a:ext uri="{FF2B5EF4-FFF2-40B4-BE49-F238E27FC236}">
                  <a16:creationId xmlns:a16="http://schemas.microsoft.com/office/drawing/2014/main" id="{86C3DF3E-D3BC-24DD-8CD7-4DE9A60B7D60}"/>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0" name="Freeform 412">
              <a:extLst>
                <a:ext uri="{FF2B5EF4-FFF2-40B4-BE49-F238E27FC236}">
                  <a16:creationId xmlns:a16="http://schemas.microsoft.com/office/drawing/2014/main" id="{6FB1207D-B20A-EBDC-E446-55037F8DF3AC}"/>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1" name="Group 413">
            <a:extLst>
              <a:ext uri="{FF2B5EF4-FFF2-40B4-BE49-F238E27FC236}">
                <a16:creationId xmlns:a16="http://schemas.microsoft.com/office/drawing/2014/main" id="{ECDC7C9D-4DFB-7474-02CE-C1E542F1B1A5}"/>
              </a:ext>
            </a:extLst>
          </p:cNvPr>
          <p:cNvGrpSpPr>
            <a:grpSpLocks/>
          </p:cNvGrpSpPr>
          <p:nvPr/>
        </p:nvGrpSpPr>
        <p:grpSpPr bwMode="auto">
          <a:xfrm flipH="1">
            <a:off x="7583008" y="5866939"/>
            <a:ext cx="298450" cy="211138"/>
            <a:chOff x="2274" y="2821"/>
            <a:chExt cx="215" cy="238"/>
          </a:xfrm>
        </p:grpSpPr>
        <p:sp>
          <p:nvSpPr>
            <p:cNvPr id="42" name="Freeform 414">
              <a:extLst>
                <a:ext uri="{FF2B5EF4-FFF2-40B4-BE49-F238E27FC236}">
                  <a16:creationId xmlns:a16="http://schemas.microsoft.com/office/drawing/2014/main" id="{C1B48B8A-37D4-E1A3-0A45-D1E16680B3B6}"/>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3" name="Line 415">
              <a:extLst>
                <a:ext uri="{FF2B5EF4-FFF2-40B4-BE49-F238E27FC236}">
                  <a16:creationId xmlns:a16="http://schemas.microsoft.com/office/drawing/2014/main" id="{DC317C0B-B691-E18E-E2C0-95B92C8CACBC}"/>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4" name="Freeform 416">
              <a:extLst>
                <a:ext uri="{FF2B5EF4-FFF2-40B4-BE49-F238E27FC236}">
                  <a16:creationId xmlns:a16="http://schemas.microsoft.com/office/drawing/2014/main" id="{F8110B8F-26AE-F2EB-CA39-FA03876FC539}"/>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5" name="Line 417">
              <a:extLst>
                <a:ext uri="{FF2B5EF4-FFF2-40B4-BE49-F238E27FC236}">
                  <a16:creationId xmlns:a16="http://schemas.microsoft.com/office/drawing/2014/main" id="{820C9D0A-FDE3-E53E-2BEC-F8764A96EE4F}"/>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6" name="Freeform 418">
              <a:extLst>
                <a:ext uri="{FF2B5EF4-FFF2-40B4-BE49-F238E27FC236}">
                  <a16:creationId xmlns:a16="http://schemas.microsoft.com/office/drawing/2014/main" id="{A43AA732-174E-42CD-E282-C8A3A6E063F6}"/>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7" name="Line 419">
              <a:extLst>
                <a:ext uri="{FF2B5EF4-FFF2-40B4-BE49-F238E27FC236}">
                  <a16:creationId xmlns:a16="http://schemas.microsoft.com/office/drawing/2014/main" id="{F861AD7F-AF47-858C-4F36-7797F717ED95}"/>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8" name="Freeform 420">
              <a:extLst>
                <a:ext uri="{FF2B5EF4-FFF2-40B4-BE49-F238E27FC236}">
                  <a16:creationId xmlns:a16="http://schemas.microsoft.com/office/drawing/2014/main" id="{ACE2C336-F77B-D0AB-8FC0-F49AB5DA4821}"/>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9" name="Freeform 421">
              <a:extLst>
                <a:ext uri="{FF2B5EF4-FFF2-40B4-BE49-F238E27FC236}">
                  <a16:creationId xmlns:a16="http://schemas.microsoft.com/office/drawing/2014/main" id="{27D4B3EA-E1C4-4C83-240C-F4EEEF89C494}"/>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0" name="Rectangle 422">
              <a:extLst>
                <a:ext uri="{FF2B5EF4-FFF2-40B4-BE49-F238E27FC236}">
                  <a16:creationId xmlns:a16="http://schemas.microsoft.com/office/drawing/2014/main" id="{51A39E07-4D5A-1D5D-89F8-217954A3DD3B}"/>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1" name="Freeform 423">
              <a:extLst>
                <a:ext uri="{FF2B5EF4-FFF2-40B4-BE49-F238E27FC236}">
                  <a16:creationId xmlns:a16="http://schemas.microsoft.com/office/drawing/2014/main" id="{20432233-8464-31E1-3F8A-AB2E81EE7134}"/>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2" name="Line 424">
              <a:extLst>
                <a:ext uri="{FF2B5EF4-FFF2-40B4-BE49-F238E27FC236}">
                  <a16:creationId xmlns:a16="http://schemas.microsoft.com/office/drawing/2014/main" id="{AC16BC99-8C88-A668-BF92-B74F62A0E2A8}"/>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3" name="Line 425">
              <a:extLst>
                <a:ext uri="{FF2B5EF4-FFF2-40B4-BE49-F238E27FC236}">
                  <a16:creationId xmlns:a16="http://schemas.microsoft.com/office/drawing/2014/main" id="{F63B0251-26AE-8822-9EB9-C1928C34A702}"/>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4" name="Line 426">
              <a:extLst>
                <a:ext uri="{FF2B5EF4-FFF2-40B4-BE49-F238E27FC236}">
                  <a16:creationId xmlns:a16="http://schemas.microsoft.com/office/drawing/2014/main" id="{C9AD2C21-E595-D8FD-9CFD-9A41018D825B}"/>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5" name="Freeform 427">
              <a:extLst>
                <a:ext uri="{FF2B5EF4-FFF2-40B4-BE49-F238E27FC236}">
                  <a16:creationId xmlns:a16="http://schemas.microsoft.com/office/drawing/2014/main" id="{86BAC0B4-C65C-54FF-3EB1-5869693FA713}"/>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pic>
        <p:nvPicPr>
          <p:cNvPr id="56" name="Picture 429" descr="MMj03957750000[1]">
            <a:extLst>
              <a:ext uri="{FF2B5EF4-FFF2-40B4-BE49-F238E27FC236}">
                <a16:creationId xmlns:a16="http://schemas.microsoft.com/office/drawing/2014/main" id="{15C2BD8D-7071-1B49-14A0-EAAB9CC96E3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970233" y="5144627"/>
            <a:ext cx="561975" cy="479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7" name="Picture 432" descr="cocktail">
            <a:extLst>
              <a:ext uri="{FF2B5EF4-FFF2-40B4-BE49-F238E27FC236}">
                <a16:creationId xmlns:a16="http://schemas.microsoft.com/office/drawing/2014/main" id="{248ECC13-7393-DBFF-D418-2C27702A5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515" y="5063664"/>
            <a:ext cx="2030412" cy="1041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8" name="Line 434">
            <a:extLst>
              <a:ext uri="{FF2B5EF4-FFF2-40B4-BE49-F238E27FC236}">
                <a16:creationId xmlns:a16="http://schemas.microsoft.com/office/drawing/2014/main" id="{3671796F-4C49-9EC7-89F8-0013BFF47A4C}"/>
              </a:ext>
            </a:extLst>
          </p:cNvPr>
          <p:cNvSpPr>
            <a:spLocks noChangeShapeType="1"/>
          </p:cNvSpPr>
          <p:nvPr/>
        </p:nvSpPr>
        <p:spPr bwMode="auto">
          <a:xfrm>
            <a:off x="1555960" y="5082645"/>
            <a:ext cx="242888" cy="15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9" name="Line 435">
            <a:extLst>
              <a:ext uri="{FF2B5EF4-FFF2-40B4-BE49-F238E27FC236}">
                <a16:creationId xmlns:a16="http://schemas.microsoft.com/office/drawing/2014/main" id="{3C3059F7-0526-85AA-C1FB-F9727104441D}"/>
              </a:ext>
            </a:extLst>
          </p:cNvPr>
          <p:cNvSpPr>
            <a:spLocks noChangeShapeType="1"/>
          </p:cNvSpPr>
          <p:nvPr/>
        </p:nvSpPr>
        <p:spPr bwMode="auto">
          <a:xfrm>
            <a:off x="1555960" y="5082645"/>
            <a:ext cx="242888" cy="15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0" name="Line 436">
            <a:extLst>
              <a:ext uri="{FF2B5EF4-FFF2-40B4-BE49-F238E27FC236}">
                <a16:creationId xmlns:a16="http://schemas.microsoft.com/office/drawing/2014/main" id="{68255457-0046-5EB3-E0C9-876073895DF8}"/>
              </a:ext>
            </a:extLst>
          </p:cNvPr>
          <p:cNvSpPr>
            <a:spLocks noChangeShapeType="1"/>
          </p:cNvSpPr>
          <p:nvPr/>
        </p:nvSpPr>
        <p:spPr bwMode="auto">
          <a:xfrm>
            <a:off x="1487698" y="5719232"/>
            <a:ext cx="190500" cy="15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1" name="Group 506">
            <a:extLst>
              <a:ext uri="{FF2B5EF4-FFF2-40B4-BE49-F238E27FC236}">
                <a16:creationId xmlns:a16="http://schemas.microsoft.com/office/drawing/2014/main" id="{1D8E1603-CC33-FBEA-8FB3-273D408FF196}"/>
              </a:ext>
            </a:extLst>
          </p:cNvPr>
          <p:cNvGrpSpPr>
            <a:grpSpLocks/>
          </p:cNvGrpSpPr>
          <p:nvPr/>
        </p:nvGrpSpPr>
        <p:grpSpPr bwMode="auto">
          <a:xfrm flipH="1">
            <a:off x="825710" y="5595407"/>
            <a:ext cx="501650" cy="512763"/>
            <a:chOff x="2839" y="3501"/>
            <a:chExt cx="755" cy="803"/>
          </a:xfrm>
        </p:grpSpPr>
        <p:pic>
          <p:nvPicPr>
            <p:cNvPr id="62" name="Picture 507" descr="desktop_computer_stylized_medium">
              <a:extLst>
                <a:ext uri="{FF2B5EF4-FFF2-40B4-BE49-F238E27FC236}">
                  <a16:creationId xmlns:a16="http://schemas.microsoft.com/office/drawing/2014/main" id="{2D0F1B88-DCA2-7F31-35AA-647047026F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3" name="Freeform 508">
              <a:extLst>
                <a:ext uri="{FF2B5EF4-FFF2-40B4-BE49-F238E27FC236}">
                  <a16:creationId xmlns:a16="http://schemas.microsoft.com/office/drawing/2014/main" id="{60432A17-6ECF-BECC-A10C-639448DAC52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4" name="Group 621">
            <a:extLst>
              <a:ext uri="{FF2B5EF4-FFF2-40B4-BE49-F238E27FC236}">
                <a16:creationId xmlns:a16="http://schemas.microsoft.com/office/drawing/2014/main" id="{3972FC5B-0BF6-5593-B748-258161E9722E}"/>
              </a:ext>
            </a:extLst>
          </p:cNvPr>
          <p:cNvGrpSpPr>
            <a:grpSpLocks/>
          </p:cNvGrpSpPr>
          <p:nvPr/>
        </p:nvGrpSpPr>
        <p:grpSpPr bwMode="auto">
          <a:xfrm>
            <a:off x="4940372" y="4787093"/>
            <a:ext cx="635000" cy="485775"/>
            <a:chOff x="3061" y="2530"/>
            <a:chExt cx="400" cy="306"/>
          </a:xfrm>
        </p:grpSpPr>
        <p:grpSp>
          <p:nvGrpSpPr>
            <p:cNvPr id="65" name="Group 494">
              <a:extLst>
                <a:ext uri="{FF2B5EF4-FFF2-40B4-BE49-F238E27FC236}">
                  <a16:creationId xmlns:a16="http://schemas.microsoft.com/office/drawing/2014/main" id="{1090C72A-74C8-54E3-48D4-E900A318E02F}"/>
                </a:ext>
              </a:extLst>
            </p:cNvPr>
            <p:cNvGrpSpPr>
              <a:grpSpLocks/>
            </p:cNvGrpSpPr>
            <p:nvPr/>
          </p:nvGrpSpPr>
          <p:grpSpPr bwMode="auto">
            <a:xfrm>
              <a:off x="3061" y="2530"/>
              <a:ext cx="327" cy="81"/>
              <a:chOff x="2199" y="955"/>
              <a:chExt cx="2547" cy="506"/>
            </a:xfrm>
          </p:grpSpPr>
          <p:sp>
            <p:nvSpPr>
              <p:cNvPr id="90" name="Freeform 495">
                <a:extLst>
                  <a:ext uri="{FF2B5EF4-FFF2-40B4-BE49-F238E27FC236}">
                    <a16:creationId xmlns:a16="http://schemas.microsoft.com/office/drawing/2014/main" id="{FA2C50C2-E488-D13A-33D0-B83FD43FA96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1" name="Freeform 496">
                <a:extLst>
                  <a:ext uri="{FF2B5EF4-FFF2-40B4-BE49-F238E27FC236}">
                    <a16:creationId xmlns:a16="http://schemas.microsoft.com/office/drawing/2014/main" id="{314FA031-7501-D40B-1DC8-AADEAA2EE49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 name="Freeform 497">
                <a:extLst>
                  <a:ext uri="{FF2B5EF4-FFF2-40B4-BE49-F238E27FC236}">
                    <a16:creationId xmlns:a16="http://schemas.microsoft.com/office/drawing/2014/main" id="{6319BFAF-0687-1712-BCF8-3148D6F3530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3" name="Freeform 498">
                <a:extLst>
                  <a:ext uri="{FF2B5EF4-FFF2-40B4-BE49-F238E27FC236}">
                    <a16:creationId xmlns:a16="http://schemas.microsoft.com/office/drawing/2014/main" id="{267D850C-C598-DB5F-1B44-109EDA52BE36}"/>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4" name="Freeform 499">
                <a:extLst>
                  <a:ext uri="{FF2B5EF4-FFF2-40B4-BE49-F238E27FC236}">
                    <a16:creationId xmlns:a16="http://schemas.microsoft.com/office/drawing/2014/main" id="{A0B44996-E7AE-C994-DC5E-A0A1BEE3446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5" name="Freeform 500">
                <a:extLst>
                  <a:ext uri="{FF2B5EF4-FFF2-40B4-BE49-F238E27FC236}">
                    <a16:creationId xmlns:a16="http://schemas.microsoft.com/office/drawing/2014/main" id="{40775A7B-5A19-23F1-A535-995FF82BC95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pic>
          <p:nvPicPr>
            <p:cNvPr id="66" name="Picture 549" descr="laptop_keyboard">
              <a:extLst>
                <a:ext uri="{FF2B5EF4-FFF2-40B4-BE49-F238E27FC236}">
                  <a16:creationId xmlns:a16="http://schemas.microsoft.com/office/drawing/2014/main" id="{871FF411-3DF5-2239-4A56-10266D186E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7" name="Freeform 550">
              <a:extLst>
                <a:ext uri="{FF2B5EF4-FFF2-40B4-BE49-F238E27FC236}">
                  <a16:creationId xmlns:a16="http://schemas.microsoft.com/office/drawing/2014/main" id="{66C35171-4F63-B9FF-A578-02F220D50FD7}"/>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68" name="Picture 551" descr="screen">
              <a:extLst>
                <a:ext uri="{FF2B5EF4-FFF2-40B4-BE49-F238E27FC236}">
                  <a16:creationId xmlns:a16="http://schemas.microsoft.com/office/drawing/2014/main" id="{F55AEF44-D731-83E9-41E5-AE8B9EC01E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9" name="Freeform 552">
              <a:extLst>
                <a:ext uri="{FF2B5EF4-FFF2-40B4-BE49-F238E27FC236}">
                  <a16:creationId xmlns:a16="http://schemas.microsoft.com/office/drawing/2014/main" id="{3EB04D83-605C-758A-7B3A-78BE7859530D}"/>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0" name="Freeform 553">
              <a:extLst>
                <a:ext uri="{FF2B5EF4-FFF2-40B4-BE49-F238E27FC236}">
                  <a16:creationId xmlns:a16="http://schemas.microsoft.com/office/drawing/2014/main" id="{52D1B8AF-CFA6-30CE-8C04-A419133D6FC1}"/>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 name="Freeform 554">
              <a:extLst>
                <a:ext uri="{FF2B5EF4-FFF2-40B4-BE49-F238E27FC236}">
                  <a16:creationId xmlns:a16="http://schemas.microsoft.com/office/drawing/2014/main" id="{36C26F9F-59EA-9ECF-EFA5-F9419223FFE7}"/>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 name="Freeform 555">
              <a:extLst>
                <a:ext uri="{FF2B5EF4-FFF2-40B4-BE49-F238E27FC236}">
                  <a16:creationId xmlns:a16="http://schemas.microsoft.com/office/drawing/2014/main" id="{A66E56E8-5AF1-8433-B708-86839BA247E0}"/>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 name="Freeform 556">
              <a:extLst>
                <a:ext uri="{FF2B5EF4-FFF2-40B4-BE49-F238E27FC236}">
                  <a16:creationId xmlns:a16="http://schemas.microsoft.com/office/drawing/2014/main" id="{9CE2F586-1DD3-2CA1-6141-4811F1A502FB}"/>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 name="Freeform 557">
              <a:extLst>
                <a:ext uri="{FF2B5EF4-FFF2-40B4-BE49-F238E27FC236}">
                  <a16:creationId xmlns:a16="http://schemas.microsoft.com/office/drawing/2014/main" id="{4E7F6ECF-5BE6-CE1E-156C-13B6A9BC0C2B}"/>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5" name="Group 558">
              <a:extLst>
                <a:ext uri="{FF2B5EF4-FFF2-40B4-BE49-F238E27FC236}">
                  <a16:creationId xmlns:a16="http://schemas.microsoft.com/office/drawing/2014/main" id="{C680CE5F-C5D3-DA34-108C-567D0840CB8E}"/>
                </a:ext>
              </a:extLst>
            </p:cNvPr>
            <p:cNvGrpSpPr>
              <a:grpSpLocks/>
            </p:cNvGrpSpPr>
            <p:nvPr/>
          </p:nvGrpSpPr>
          <p:grpSpPr bwMode="auto">
            <a:xfrm>
              <a:off x="3186" y="2777"/>
              <a:ext cx="55" cy="24"/>
              <a:chOff x="1740" y="2642"/>
              <a:chExt cx="752" cy="327"/>
            </a:xfrm>
          </p:grpSpPr>
          <p:sp>
            <p:nvSpPr>
              <p:cNvPr id="84" name="Freeform 559">
                <a:extLst>
                  <a:ext uri="{FF2B5EF4-FFF2-40B4-BE49-F238E27FC236}">
                    <a16:creationId xmlns:a16="http://schemas.microsoft.com/office/drawing/2014/main" id="{866789F2-0C5F-1B83-24C7-52C3202D07D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5" name="Freeform 560">
                <a:extLst>
                  <a:ext uri="{FF2B5EF4-FFF2-40B4-BE49-F238E27FC236}">
                    <a16:creationId xmlns:a16="http://schemas.microsoft.com/office/drawing/2014/main" id="{27AB509B-E02B-634E-AD7F-DD86F5A26CE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6" name="Freeform 561">
                <a:extLst>
                  <a:ext uri="{FF2B5EF4-FFF2-40B4-BE49-F238E27FC236}">
                    <a16:creationId xmlns:a16="http://schemas.microsoft.com/office/drawing/2014/main" id="{99D5D98A-DA9E-51F1-4D0D-018340C4FD4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7" name="Freeform 562">
                <a:extLst>
                  <a:ext uri="{FF2B5EF4-FFF2-40B4-BE49-F238E27FC236}">
                    <a16:creationId xmlns:a16="http://schemas.microsoft.com/office/drawing/2014/main" id="{C54F0B83-0744-79F0-2CB5-0EF35AAC1A7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8" name="Freeform 563">
                <a:extLst>
                  <a:ext uri="{FF2B5EF4-FFF2-40B4-BE49-F238E27FC236}">
                    <a16:creationId xmlns:a16="http://schemas.microsoft.com/office/drawing/2014/main" id="{E848ABED-F2B6-B549-D11E-13F5288371B3}"/>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9" name="Freeform 564">
                <a:extLst>
                  <a:ext uri="{FF2B5EF4-FFF2-40B4-BE49-F238E27FC236}">
                    <a16:creationId xmlns:a16="http://schemas.microsoft.com/office/drawing/2014/main" id="{ADAA1B9B-B93B-8F9B-5113-6592286304E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6" name="Freeform 565">
              <a:extLst>
                <a:ext uri="{FF2B5EF4-FFF2-40B4-BE49-F238E27FC236}">
                  <a16:creationId xmlns:a16="http://schemas.microsoft.com/office/drawing/2014/main" id="{0D427E2A-F238-DB50-E8EA-EEBB3C1EEBF0}"/>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 name="Freeform 566">
              <a:extLst>
                <a:ext uri="{FF2B5EF4-FFF2-40B4-BE49-F238E27FC236}">
                  <a16:creationId xmlns:a16="http://schemas.microsoft.com/office/drawing/2014/main" id="{330E22C9-D0E1-8199-C985-8D9E48E2697D}"/>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 name="Freeform 567">
              <a:extLst>
                <a:ext uri="{FF2B5EF4-FFF2-40B4-BE49-F238E27FC236}">
                  <a16:creationId xmlns:a16="http://schemas.microsoft.com/office/drawing/2014/main" id="{0F8E7E4E-70E6-39F4-09F4-2F7F8FE44379}"/>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 name="Freeform 568">
              <a:extLst>
                <a:ext uri="{FF2B5EF4-FFF2-40B4-BE49-F238E27FC236}">
                  <a16:creationId xmlns:a16="http://schemas.microsoft.com/office/drawing/2014/main" id="{2DB5BB68-AF7A-30A1-DBF3-C6B000435099}"/>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 name="Freeform 569">
              <a:extLst>
                <a:ext uri="{FF2B5EF4-FFF2-40B4-BE49-F238E27FC236}">
                  <a16:creationId xmlns:a16="http://schemas.microsoft.com/office/drawing/2014/main" id="{BCC4702A-BD38-6FDD-5AC6-930D7F061A0D}"/>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 name="Freeform 570">
              <a:extLst>
                <a:ext uri="{FF2B5EF4-FFF2-40B4-BE49-F238E27FC236}">
                  <a16:creationId xmlns:a16="http://schemas.microsoft.com/office/drawing/2014/main" id="{709A53EB-E87E-3397-4D9D-071377F78560}"/>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 name="Freeform 589">
              <a:extLst>
                <a:ext uri="{FF2B5EF4-FFF2-40B4-BE49-F238E27FC236}">
                  <a16:creationId xmlns:a16="http://schemas.microsoft.com/office/drawing/2014/main" id="{79E655A9-0623-F6AF-98DA-B4E9662728DC}"/>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 name="Freeform 590">
              <a:extLst>
                <a:ext uri="{FF2B5EF4-FFF2-40B4-BE49-F238E27FC236}">
                  <a16:creationId xmlns:a16="http://schemas.microsoft.com/office/drawing/2014/main" id="{754774FF-4CCF-133F-9B21-43CA68FB1CF5}"/>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6" name="Group 632">
            <a:extLst>
              <a:ext uri="{FF2B5EF4-FFF2-40B4-BE49-F238E27FC236}">
                <a16:creationId xmlns:a16="http://schemas.microsoft.com/office/drawing/2014/main" id="{1DDF0FD7-3C74-D421-2267-26A0980E318A}"/>
              </a:ext>
            </a:extLst>
          </p:cNvPr>
          <p:cNvGrpSpPr>
            <a:grpSpLocks/>
          </p:cNvGrpSpPr>
          <p:nvPr/>
        </p:nvGrpSpPr>
        <p:grpSpPr bwMode="auto">
          <a:xfrm>
            <a:off x="5827785" y="4955368"/>
            <a:ext cx="536575" cy="401637"/>
            <a:chOff x="3328" y="2543"/>
            <a:chExt cx="338" cy="253"/>
          </a:xfrm>
        </p:grpSpPr>
        <p:grpSp>
          <p:nvGrpSpPr>
            <p:cNvPr id="97" name="Group 487">
              <a:extLst>
                <a:ext uri="{FF2B5EF4-FFF2-40B4-BE49-F238E27FC236}">
                  <a16:creationId xmlns:a16="http://schemas.microsoft.com/office/drawing/2014/main" id="{FD9719CA-0E2D-CAC0-19EE-0C6E475ECC5B}"/>
                </a:ext>
              </a:extLst>
            </p:cNvPr>
            <p:cNvGrpSpPr>
              <a:grpSpLocks/>
            </p:cNvGrpSpPr>
            <p:nvPr/>
          </p:nvGrpSpPr>
          <p:grpSpPr bwMode="auto">
            <a:xfrm>
              <a:off x="3328" y="2543"/>
              <a:ext cx="327" cy="81"/>
              <a:chOff x="2199" y="955"/>
              <a:chExt cx="2547" cy="506"/>
            </a:xfrm>
          </p:grpSpPr>
          <p:sp>
            <p:nvSpPr>
              <p:cNvPr id="118" name="Freeform 488">
                <a:extLst>
                  <a:ext uri="{FF2B5EF4-FFF2-40B4-BE49-F238E27FC236}">
                    <a16:creationId xmlns:a16="http://schemas.microsoft.com/office/drawing/2014/main" id="{2BA8FFC3-2943-DF3A-EB33-7E452FDAACB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9" name="Freeform 489">
                <a:extLst>
                  <a:ext uri="{FF2B5EF4-FFF2-40B4-BE49-F238E27FC236}">
                    <a16:creationId xmlns:a16="http://schemas.microsoft.com/office/drawing/2014/main" id="{B7B15C30-3574-D48C-C8F4-0887C587D67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0" name="Freeform 490">
                <a:extLst>
                  <a:ext uri="{FF2B5EF4-FFF2-40B4-BE49-F238E27FC236}">
                    <a16:creationId xmlns:a16="http://schemas.microsoft.com/office/drawing/2014/main" id="{1F03EF7A-2CD9-01ED-B5BA-C55E7532714E}"/>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1" name="Freeform 491">
                <a:extLst>
                  <a:ext uri="{FF2B5EF4-FFF2-40B4-BE49-F238E27FC236}">
                    <a16:creationId xmlns:a16="http://schemas.microsoft.com/office/drawing/2014/main" id="{0315CBFF-024C-664A-60EC-54018158BFF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2" name="Freeform 492">
                <a:extLst>
                  <a:ext uri="{FF2B5EF4-FFF2-40B4-BE49-F238E27FC236}">
                    <a16:creationId xmlns:a16="http://schemas.microsoft.com/office/drawing/2014/main" id="{B13633B6-793A-D4CC-01CE-8088FD1FF2A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3" name="Freeform 493">
                <a:extLst>
                  <a:ext uri="{FF2B5EF4-FFF2-40B4-BE49-F238E27FC236}">
                    <a16:creationId xmlns:a16="http://schemas.microsoft.com/office/drawing/2014/main" id="{FE590A3E-E319-07C3-77C4-651E5290FF3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pic>
          <p:nvPicPr>
            <p:cNvPr id="98" name="Picture 571" descr="laptop_keyboard">
              <a:extLst>
                <a:ext uri="{FF2B5EF4-FFF2-40B4-BE49-F238E27FC236}">
                  <a16:creationId xmlns:a16="http://schemas.microsoft.com/office/drawing/2014/main" id="{5EF631A7-1C0D-1FFA-4E56-A993F22BAC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381" y="2696"/>
              <a:ext cx="245" cy="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9" name="Freeform 572">
              <a:extLst>
                <a:ext uri="{FF2B5EF4-FFF2-40B4-BE49-F238E27FC236}">
                  <a16:creationId xmlns:a16="http://schemas.microsoft.com/office/drawing/2014/main" id="{1E56029A-7E86-1989-1928-EC2CF39FF42F}"/>
                </a:ext>
              </a:extLst>
            </p:cNvPr>
            <p:cNvSpPr>
              <a:spLocks/>
            </p:cNvSpPr>
            <p:nvPr/>
          </p:nvSpPr>
          <p:spPr bwMode="auto">
            <a:xfrm>
              <a:off x="3462" y="259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100" name="Picture 573" descr="screen">
              <a:extLst>
                <a:ext uri="{FF2B5EF4-FFF2-40B4-BE49-F238E27FC236}">
                  <a16:creationId xmlns:a16="http://schemas.microsoft.com/office/drawing/2014/main" id="{62CFABF3-8AF9-4686-CE34-630A6B4CB9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2" y="2601"/>
              <a:ext cx="179" cy="1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1" name="Freeform 574">
              <a:extLst>
                <a:ext uri="{FF2B5EF4-FFF2-40B4-BE49-F238E27FC236}">
                  <a16:creationId xmlns:a16="http://schemas.microsoft.com/office/drawing/2014/main" id="{76326047-49A7-D0B0-EAD7-245DFA57E696}"/>
                </a:ext>
              </a:extLst>
            </p:cNvPr>
            <p:cNvSpPr>
              <a:spLocks/>
            </p:cNvSpPr>
            <p:nvPr/>
          </p:nvSpPr>
          <p:spPr bwMode="auto">
            <a:xfrm>
              <a:off x="3498" y="259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2" name="Freeform 575">
              <a:extLst>
                <a:ext uri="{FF2B5EF4-FFF2-40B4-BE49-F238E27FC236}">
                  <a16:creationId xmlns:a16="http://schemas.microsoft.com/office/drawing/2014/main" id="{1A18B36A-B6B1-6F5B-BB0B-2343647CEF92}"/>
                </a:ext>
              </a:extLst>
            </p:cNvPr>
            <p:cNvSpPr>
              <a:spLocks/>
            </p:cNvSpPr>
            <p:nvPr/>
          </p:nvSpPr>
          <p:spPr bwMode="auto">
            <a:xfrm>
              <a:off x="3461" y="259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3" name="Freeform 576">
              <a:extLst>
                <a:ext uri="{FF2B5EF4-FFF2-40B4-BE49-F238E27FC236}">
                  <a16:creationId xmlns:a16="http://schemas.microsoft.com/office/drawing/2014/main" id="{FA8D05F7-F8D4-6EFF-8895-882305954778}"/>
                </a:ext>
              </a:extLst>
            </p:cNvPr>
            <p:cNvSpPr>
              <a:spLocks/>
            </p:cNvSpPr>
            <p:nvPr/>
          </p:nvSpPr>
          <p:spPr bwMode="auto">
            <a:xfrm>
              <a:off x="3614" y="261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4" name="Freeform 577">
              <a:extLst>
                <a:ext uri="{FF2B5EF4-FFF2-40B4-BE49-F238E27FC236}">
                  <a16:creationId xmlns:a16="http://schemas.microsoft.com/office/drawing/2014/main" id="{3D2703D8-5282-7D85-423C-B0D126165303}"/>
                </a:ext>
              </a:extLst>
            </p:cNvPr>
            <p:cNvSpPr>
              <a:spLocks/>
            </p:cNvSpPr>
            <p:nvPr/>
          </p:nvSpPr>
          <p:spPr bwMode="auto">
            <a:xfrm>
              <a:off x="3460" y="269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5" name="Freeform 578">
              <a:extLst>
                <a:ext uri="{FF2B5EF4-FFF2-40B4-BE49-F238E27FC236}">
                  <a16:creationId xmlns:a16="http://schemas.microsoft.com/office/drawing/2014/main" id="{5734AA01-66B0-74EC-55E6-6488821E675C}"/>
                </a:ext>
              </a:extLst>
            </p:cNvPr>
            <p:cNvSpPr>
              <a:spLocks/>
            </p:cNvSpPr>
            <p:nvPr/>
          </p:nvSpPr>
          <p:spPr bwMode="auto">
            <a:xfrm>
              <a:off x="3619" y="261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6" name="Freeform 579">
              <a:extLst>
                <a:ext uri="{FF2B5EF4-FFF2-40B4-BE49-F238E27FC236}">
                  <a16:creationId xmlns:a16="http://schemas.microsoft.com/office/drawing/2014/main" id="{7E89DD38-AA1D-01B5-7EBC-B0DFAC6016D6}"/>
                </a:ext>
              </a:extLst>
            </p:cNvPr>
            <p:cNvSpPr>
              <a:spLocks/>
            </p:cNvSpPr>
            <p:nvPr/>
          </p:nvSpPr>
          <p:spPr bwMode="auto">
            <a:xfrm>
              <a:off x="3460" y="269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07" name="Group 580">
              <a:extLst>
                <a:ext uri="{FF2B5EF4-FFF2-40B4-BE49-F238E27FC236}">
                  <a16:creationId xmlns:a16="http://schemas.microsoft.com/office/drawing/2014/main" id="{FB1DE52E-F46B-05D5-480D-22671B8B3172}"/>
                </a:ext>
              </a:extLst>
            </p:cNvPr>
            <p:cNvGrpSpPr>
              <a:grpSpLocks/>
            </p:cNvGrpSpPr>
            <p:nvPr/>
          </p:nvGrpSpPr>
          <p:grpSpPr bwMode="auto">
            <a:xfrm>
              <a:off x="3458" y="2737"/>
              <a:ext cx="55" cy="24"/>
              <a:chOff x="1740" y="2642"/>
              <a:chExt cx="752" cy="327"/>
            </a:xfrm>
          </p:grpSpPr>
          <p:sp>
            <p:nvSpPr>
              <p:cNvPr id="112" name="Freeform 581">
                <a:extLst>
                  <a:ext uri="{FF2B5EF4-FFF2-40B4-BE49-F238E27FC236}">
                    <a16:creationId xmlns:a16="http://schemas.microsoft.com/office/drawing/2014/main" id="{8C3EAF7A-DB15-3AD0-BAF7-6341B4CAF18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3" name="Freeform 582">
                <a:extLst>
                  <a:ext uri="{FF2B5EF4-FFF2-40B4-BE49-F238E27FC236}">
                    <a16:creationId xmlns:a16="http://schemas.microsoft.com/office/drawing/2014/main" id="{E6A18DD6-7D7E-310B-4E97-E348D3200EC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4" name="Freeform 583">
                <a:extLst>
                  <a:ext uri="{FF2B5EF4-FFF2-40B4-BE49-F238E27FC236}">
                    <a16:creationId xmlns:a16="http://schemas.microsoft.com/office/drawing/2014/main" id="{AD21F40E-B3EC-6632-EF8B-A19C58331993}"/>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5" name="Freeform 584">
                <a:extLst>
                  <a:ext uri="{FF2B5EF4-FFF2-40B4-BE49-F238E27FC236}">
                    <a16:creationId xmlns:a16="http://schemas.microsoft.com/office/drawing/2014/main" id="{7C163710-3D46-6DCD-9541-9744990F4C5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6" name="Freeform 585">
                <a:extLst>
                  <a:ext uri="{FF2B5EF4-FFF2-40B4-BE49-F238E27FC236}">
                    <a16:creationId xmlns:a16="http://schemas.microsoft.com/office/drawing/2014/main" id="{B9CAE301-0521-B5D5-788C-01337801A33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7" name="Freeform 586">
                <a:extLst>
                  <a:ext uri="{FF2B5EF4-FFF2-40B4-BE49-F238E27FC236}">
                    <a16:creationId xmlns:a16="http://schemas.microsoft.com/office/drawing/2014/main" id="{D02E727A-CA5D-4498-03A4-1630FDFBE8C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08" name="Freeform 587">
              <a:extLst>
                <a:ext uri="{FF2B5EF4-FFF2-40B4-BE49-F238E27FC236}">
                  <a16:creationId xmlns:a16="http://schemas.microsoft.com/office/drawing/2014/main" id="{1C6665CF-B5D6-0FBA-C148-916948614135}"/>
                </a:ext>
              </a:extLst>
            </p:cNvPr>
            <p:cNvSpPr>
              <a:spLocks/>
            </p:cNvSpPr>
            <p:nvPr/>
          </p:nvSpPr>
          <p:spPr bwMode="auto">
            <a:xfrm>
              <a:off x="3552" y="274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9" name="Freeform 588">
              <a:extLst>
                <a:ext uri="{FF2B5EF4-FFF2-40B4-BE49-F238E27FC236}">
                  <a16:creationId xmlns:a16="http://schemas.microsoft.com/office/drawing/2014/main" id="{B2488A3A-5AFB-53E7-5D73-01E0F02280E1}"/>
                </a:ext>
              </a:extLst>
            </p:cNvPr>
            <p:cNvSpPr>
              <a:spLocks/>
            </p:cNvSpPr>
            <p:nvPr/>
          </p:nvSpPr>
          <p:spPr bwMode="auto">
            <a:xfrm>
              <a:off x="3381" y="274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0" name="Freeform 591">
              <a:extLst>
                <a:ext uri="{FF2B5EF4-FFF2-40B4-BE49-F238E27FC236}">
                  <a16:creationId xmlns:a16="http://schemas.microsoft.com/office/drawing/2014/main" id="{157DD73C-1353-9830-73D4-4733D694079E}"/>
                </a:ext>
              </a:extLst>
            </p:cNvPr>
            <p:cNvSpPr>
              <a:spLocks/>
            </p:cNvSpPr>
            <p:nvPr/>
          </p:nvSpPr>
          <p:spPr bwMode="auto">
            <a:xfrm>
              <a:off x="3387" y="273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1" name="Freeform 592">
              <a:extLst>
                <a:ext uri="{FF2B5EF4-FFF2-40B4-BE49-F238E27FC236}">
                  <a16:creationId xmlns:a16="http://schemas.microsoft.com/office/drawing/2014/main" id="{1D0A17B4-3B9A-571A-994B-EA80295C11F6}"/>
                </a:ext>
              </a:extLst>
            </p:cNvPr>
            <p:cNvSpPr>
              <a:spLocks/>
            </p:cNvSpPr>
            <p:nvPr/>
          </p:nvSpPr>
          <p:spPr bwMode="auto">
            <a:xfrm flipV="1">
              <a:off x="3549" y="273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24" name="Group 631">
            <a:extLst>
              <a:ext uri="{FF2B5EF4-FFF2-40B4-BE49-F238E27FC236}">
                <a16:creationId xmlns:a16="http://schemas.microsoft.com/office/drawing/2014/main" id="{ADB9BBAB-0139-03F7-A8AD-152927607DA8}"/>
              </a:ext>
            </a:extLst>
          </p:cNvPr>
          <p:cNvGrpSpPr>
            <a:grpSpLocks/>
          </p:cNvGrpSpPr>
          <p:nvPr/>
        </p:nvGrpSpPr>
        <p:grpSpPr bwMode="auto">
          <a:xfrm>
            <a:off x="5210247" y="5215718"/>
            <a:ext cx="585788" cy="419100"/>
            <a:chOff x="5096" y="2218"/>
            <a:chExt cx="369" cy="264"/>
          </a:xfrm>
        </p:grpSpPr>
        <p:grpSp>
          <p:nvGrpSpPr>
            <p:cNvPr id="125" name="Group 622">
              <a:extLst>
                <a:ext uri="{FF2B5EF4-FFF2-40B4-BE49-F238E27FC236}">
                  <a16:creationId xmlns:a16="http://schemas.microsoft.com/office/drawing/2014/main" id="{F8C6F7AE-3F7B-6EEC-0685-18D88DBBF732}"/>
                </a:ext>
              </a:extLst>
            </p:cNvPr>
            <p:cNvGrpSpPr>
              <a:grpSpLocks/>
            </p:cNvGrpSpPr>
            <p:nvPr/>
          </p:nvGrpSpPr>
          <p:grpSpPr bwMode="auto">
            <a:xfrm>
              <a:off x="5096" y="2218"/>
              <a:ext cx="327" cy="81"/>
              <a:chOff x="2199" y="955"/>
              <a:chExt cx="2547" cy="506"/>
            </a:xfrm>
          </p:grpSpPr>
          <p:sp>
            <p:nvSpPr>
              <p:cNvPr id="128" name="Freeform 623">
                <a:extLst>
                  <a:ext uri="{FF2B5EF4-FFF2-40B4-BE49-F238E27FC236}">
                    <a16:creationId xmlns:a16="http://schemas.microsoft.com/office/drawing/2014/main" id="{3437A2F3-E200-105B-B733-947C40DE04C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29" name="Freeform 624">
                <a:extLst>
                  <a:ext uri="{FF2B5EF4-FFF2-40B4-BE49-F238E27FC236}">
                    <a16:creationId xmlns:a16="http://schemas.microsoft.com/office/drawing/2014/main" id="{AA473395-4407-DD87-9ABC-263FC94CF4DB}"/>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30" name="Freeform 625">
                <a:extLst>
                  <a:ext uri="{FF2B5EF4-FFF2-40B4-BE49-F238E27FC236}">
                    <a16:creationId xmlns:a16="http://schemas.microsoft.com/office/drawing/2014/main" id="{6B2DB287-C197-54DB-103A-B07632D2E4D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31" name="Freeform 626">
                <a:extLst>
                  <a:ext uri="{FF2B5EF4-FFF2-40B4-BE49-F238E27FC236}">
                    <a16:creationId xmlns:a16="http://schemas.microsoft.com/office/drawing/2014/main" id="{AD9DE2EC-D3AA-35FD-EA8B-88093C1E623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32" name="Freeform 627">
                <a:extLst>
                  <a:ext uri="{FF2B5EF4-FFF2-40B4-BE49-F238E27FC236}">
                    <a16:creationId xmlns:a16="http://schemas.microsoft.com/office/drawing/2014/main" id="{7DAA67FC-1B99-30E5-4BA3-C0951D83573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33" name="Freeform 628">
                <a:extLst>
                  <a:ext uri="{FF2B5EF4-FFF2-40B4-BE49-F238E27FC236}">
                    <a16:creationId xmlns:a16="http://schemas.microsoft.com/office/drawing/2014/main" id="{C93EFB9E-556A-3B3B-D1EC-BE0711F998F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pic>
          <p:nvPicPr>
            <p:cNvPr id="126" name="Picture 629" descr="access_point_stylized_small">
              <a:extLst>
                <a:ext uri="{FF2B5EF4-FFF2-40B4-BE49-F238E27FC236}">
                  <a16:creationId xmlns:a16="http://schemas.microsoft.com/office/drawing/2014/main" id="{12A4925F-161A-C695-8DE8-19D8149457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2" y="2250"/>
              <a:ext cx="273" cy="2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7" name="Picture 630" descr="access_point_stylized_small">
              <a:extLst>
                <a:ext uri="{FF2B5EF4-FFF2-40B4-BE49-F238E27FC236}">
                  <a16:creationId xmlns:a16="http://schemas.microsoft.com/office/drawing/2014/main" id="{A46C4853-3A4D-0837-4580-9AEAB6EF1C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5" y="2251"/>
              <a:ext cx="26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134" name="Group 633">
            <a:extLst>
              <a:ext uri="{FF2B5EF4-FFF2-40B4-BE49-F238E27FC236}">
                <a16:creationId xmlns:a16="http://schemas.microsoft.com/office/drawing/2014/main" id="{89812FE2-5FFF-272C-10C4-1999A1D85AD7}"/>
              </a:ext>
            </a:extLst>
          </p:cNvPr>
          <p:cNvGrpSpPr>
            <a:grpSpLocks/>
          </p:cNvGrpSpPr>
          <p:nvPr/>
        </p:nvGrpSpPr>
        <p:grpSpPr bwMode="auto">
          <a:xfrm>
            <a:off x="4911797" y="5641168"/>
            <a:ext cx="635000" cy="485775"/>
            <a:chOff x="3061" y="2530"/>
            <a:chExt cx="400" cy="306"/>
          </a:xfrm>
        </p:grpSpPr>
        <p:grpSp>
          <p:nvGrpSpPr>
            <p:cNvPr id="135" name="Group 634">
              <a:extLst>
                <a:ext uri="{FF2B5EF4-FFF2-40B4-BE49-F238E27FC236}">
                  <a16:creationId xmlns:a16="http://schemas.microsoft.com/office/drawing/2014/main" id="{C7467880-184F-2DF1-4A39-95A027C8D09E}"/>
                </a:ext>
              </a:extLst>
            </p:cNvPr>
            <p:cNvGrpSpPr>
              <a:grpSpLocks/>
            </p:cNvGrpSpPr>
            <p:nvPr/>
          </p:nvGrpSpPr>
          <p:grpSpPr bwMode="auto">
            <a:xfrm>
              <a:off x="3061" y="2530"/>
              <a:ext cx="327" cy="81"/>
              <a:chOff x="2199" y="955"/>
              <a:chExt cx="2547" cy="506"/>
            </a:xfrm>
          </p:grpSpPr>
          <p:sp>
            <p:nvSpPr>
              <p:cNvPr id="160" name="Freeform 635">
                <a:extLst>
                  <a:ext uri="{FF2B5EF4-FFF2-40B4-BE49-F238E27FC236}">
                    <a16:creationId xmlns:a16="http://schemas.microsoft.com/office/drawing/2014/main" id="{2E5A563F-98E6-B801-AB5A-A2DAD73068B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1" name="Freeform 636">
                <a:extLst>
                  <a:ext uri="{FF2B5EF4-FFF2-40B4-BE49-F238E27FC236}">
                    <a16:creationId xmlns:a16="http://schemas.microsoft.com/office/drawing/2014/main" id="{FA87099E-8FF0-513C-153D-9C8683216AB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2" name="Freeform 637">
                <a:extLst>
                  <a:ext uri="{FF2B5EF4-FFF2-40B4-BE49-F238E27FC236}">
                    <a16:creationId xmlns:a16="http://schemas.microsoft.com/office/drawing/2014/main" id="{C94586E1-B306-9DF0-4D3C-E77D256EB1CE}"/>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3" name="Freeform 638">
                <a:extLst>
                  <a:ext uri="{FF2B5EF4-FFF2-40B4-BE49-F238E27FC236}">
                    <a16:creationId xmlns:a16="http://schemas.microsoft.com/office/drawing/2014/main" id="{0340464E-8C10-61C3-2576-31D08A95D22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4" name="Freeform 639">
                <a:extLst>
                  <a:ext uri="{FF2B5EF4-FFF2-40B4-BE49-F238E27FC236}">
                    <a16:creationId xmlns:a16="http://schemas.microsoft.com/office/drawing/2014/main" id="{9DCBB580-5301-8CD7-B50E-1FF83D3CDB2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5" name="Freeform 640">
                <a:extLst>
                  <a:ext uri="{FF2B5EF4-FFF2-40B4-BE49-F238E27FC236}">
                    <a16:creationId xmlns:a16="http://schemas.microsoft.com/office/drawing/2014/main" id="{223076B2-691A-9483-9976-194CF079919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pic>
          <p:nvPicPr>
            <p:cNvPr id="136" name="Picture 641" descr="laptop_keyboard">
              <a:extLst>
                <a:ext uri="{FF2B5EF4-FFF2-40B4-BE49-F238E27FC236}">
                  <a16:creationId xmlns:a16="http://schemas.microsoft.com/office/drawing/2014/main" id="{F15E1313-DF8F-97FB-0F98-F8CE154395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7" name="Freeform 642">
              <a:extLst>
                <a:ext uri="{FF2B5EF4-FFF2-40B4-BE49-F238E27FC236}">
                  <a16:creationId xmlns:a16="http://schemas.microsoft.com/office/drawing/2014/main" id="{A9339AEA-E4ED-7C09-604A-8FD3809200A4}"/>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138" name="Picture 643" descr="screen">
              <a:extLst>
                <a:ext uri="{FF2B5EF4-FFF2-40B4-BE49-F238E27FC236}">
                  <a16:creationId xmlns:a16="http://schemas.microsoft.com/office/drawing/2014/main" id="{81886CC8-6D9A-9158-643C-DD2DF3D480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9" name="Freeform 644">
              <a:extLst>
                <a:ext uri="{FF2B5EF4-FFF2-40B4-BE49-F238E27FC236}">
                  <a16:creationId xmlns:a16="http://schemas.microsoft.com/office/drawing/2014/main" id="{09D0FC4E-6D9E-1F7F-30A0-BD75D3617E73}"/>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0" name="Freeform 645">
              <a:extLst>
                <a:ext uri="{FF2B5EF4-FFF2-40B4-BE49-F238E27FC236}">
                  <a16:creationId xmlns:a16="http://schemas.microsoft.com/office/drawing/2014/main" id="{80987B04-97A8-14D5-9211-6F37ECA66A50}"/>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1" name="Freeform 646">
              <a:extLst>
                <a:ext uri="{FF2B5EF4-FFF2-40B4-BE49-F238E27FC236}">
                  <a16:creationId xmlns:a16="http://schemas.microsoft.com/office/drawing/2014/main" id="{C7FEDBA4-6FF9-B047-023A-F6D03FF2971A}"/>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2" name="Freeform 647">
              <a:extLst>
                <a:ext uri="{FF2B5EF4-FFF2-40B4-BE49-F238E27FC236}">
                  <a16:creationId xmlns:a16="http://schemas.microsoft.com/office/drawing/2014/main" id="{A6E5A16F-DF9E-A703-F6DA-02BE8CD931C9}"/>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3" name="Freeform 648">
              <a:extLst>
                <a:ext uri="{FF2B5EF4-FFF2-40B4-BE49-F238E27FC236}">
                  <a16:creationId xmlns:a16="http://schemas.microsoft.com/office/drawing/2014/main" id="{A6DF7C9D-5904-E746-66EF-CA966BA192D0}"/>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4" name="Freeform 649">
              <a:extLst>
                <a:ext uri="{FF2B5EF4-FFF2-40B4-BE49-F238E27FC236}">
                  <a16:creationId xmlns:a16="http://schemas.microsoft.com/office/drawing/2014/main" id="{918E81A0-1E48-EC0A-7065-B89C1FDCA0C0}"/>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45" name="Group 650">
              <a:extLst>
                <a:ext uri="{FF2B5EF4-FFF2-40B4-BE49-F238E27FC236}">
                  <a16:creationId xmlns:a16="http://schemas.microsoft.com/office/drawing/2014/main" id="{CA7E110B-2ADE-16EB-0A6D-5A806999318D}"/>
                </a:ext>
              </a:extLst>
            </p:cNvPr>
            <p:cNvGrpSpPr>
              <a:grpSpLocks/>
            </p:cNvGrpSpPr>
            <p:nvPr/>
          </p:nvGrpSpPr>
          <p:grpSpPr bwMode="auto">
            <a:xfrm>
              <a:off x="3186" y="2777"/>
              <a:ext cx="55" cy="24"/>
              <a:chOff x="1740" y="2642"/>
              <a:chExt cx="752" cy="327"/>
            </a:xfrm>
          </p:grpSpPr>
          <p:sp>
            <p:nvSpPr>
              <p:cNvPr id="154" name="Freeform 651">
                <a:extLst>
                  <a:ext uri="{FF2B5EF4-FFF2-40B4-BE49-F238E27FC236}">
                    <a16:creationId xmlns:a16="http://schemas.microsoft.com/office/drawing/2014/main" id="{092FCB74-8D75-C92F-0133-8EFDA172318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5" name="Freeform 652">
                <a:extLst>
                  <a:ext uri="{FF2B5EF4-FFF2-40B4-BE49-F238E27FC236}">
                    <a16:creationId xmlns:a16="http://schemas.microsoft.com/office/drawing/2014/main" id="{679242C8-7501-1CE8-0A71-04F1EB56313C}"/>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6" name="Freeform 653">
                <a:extLst>
                  <a:ext uri="{FF2B5EF4-FFF2-40B4-BE49-F238E27FC236}">
                    <a16:creationId xmlns:a16="http://schemas.microsoft.com/office/drawing/2014/main" id="{1BD57206-480F-7253-80B8-587FC53F986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7" name="Freeform 654">
                <a:extLst>
                  <a:ext uri="{FF2B5EF4-FFF2-40B4-BE49-F238E27FC236}">
                    <a16:creationId xmlns:a16="http://schemas.microsoft.com/office/drawing/2014/main" id="{7EF78886-978E-D972-132C-997551B913AE}"/>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8" name="Freeform 655">
                <a:extLst>
                  <a:ext uri="{FF2B5EF4-FFF2-40B4-BE49-F238E27FC236}">
                    <a16:creationId xmlns:a16="http://schemas.microsoft.com/office/drawing/2014/main" id="{8FDD9D0B-38CF-954B-81CC-6926EAD923E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9" name="Freeform 656">
                <a:extLst>
                  <a:ext uri="{FF2B5EF4-FFF2-40B4-BE49-F238E27FC236}">
                    <a16:creationId xmlns:a16="http://schemas.microsoft.com/office/drawing/2014/main" id="{01D9769D-9A79-F895-66A3-36CB9E157AB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6" name="Freeform 657">
              <a:extLst>
                <a:ext uri="{FF2B5EF4-FFF2-40B4-BE49-F238E27FC236}">
                  <a16:creationId xmlns:a16="http://schemas.microsoft.com/office/drawing/2014/main" id="{D37DFF00-D1B6-6680-4E7B-A3EA5D945A1B}"/>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7" name="Freeform 658">
              <a:extLst>
                <a:ext uri="{FF2B5EF4-FFF2-40B4-BE49-F238E27FC236}">
                  <a16:creationId xmlns:a16="http://schemas.microsoft.com/office/drawing/2014/main" id="{E6DEDE8F-DE08-D89C-9176-A2BFC61EF5EE}"/>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8" name="Freeform 659">
              <a:extLst>
                <a:ext uri="{FF2B5EF4-FFF2-40B4-BE49-F238E27FC236}">
                  <a16:creationId xmlns:a16="http://schemas.microsoft.com/office/drawing/2014/main" id="{C8D3BDB7-0E0D-AD64-1154-3A67FAE255BE}"/>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9" name="Freeform 660">
              <a:extLst>
                <a:ext uri="{FF2B5EF4-FFF2-40B4-BE49-F238E27FC236}">
                  <a16:creationId xmlns:a16="http://schemas.microsoft.com/office/drawing/2014/main" id="{DDBA580E-2FCF-0AC5-687D-186CD5CB6BA8}"/>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0" name="Freeform 661">
              <a:extLst>
                <a:ext uri="{FF2B5EF4-FFF2-40B4-BE49-F238E27FC236}">
                  <a16:creationId xmlns:a16="http://schemas.microsoft.com/office/drawing/2014/main" id="{C10BE2D5-8311-23A1-9988-2047763B32B0}"/>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1" name="Freeform 662">
              <a:extLst>
                <a:ext uri="{FF2B5EF4-FFF2-40B4-BE49-F238E27FC236}">
                  <a16:creationId xmlns:a16="http://schemas.microsoft.com/office/drawing/2014/main" id="{EB34323D-2192-71AA-8857-EFC610FA79F6}"/>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2" name="Freeform 663">
              <a:extLst>
                <a:ext uri="{FF2B5EF4-FFF2-40B4-BE49-F238E27FC236}">
                  <a16:creationId xmlns:a16="http://schemas.microsoft.com/office/drawing/2014/main" id="{3FF71C80-3340-5C92-2D26-8FAFBC58C3E6}"/>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3" name="Freeform 664">
              <a:extLst>
                <a:ext uri="{FF2B5EF4-FFF2-40B4-BE49-F238E27FC236}">
                  <a16:creationId xmlns:a16="http://schemas.microsoft.com/office/drawing/2014/main" id="{CA9655FD-F2E7-8B52-5FAF-8FE4DA349798}"/>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66" name="Group 665">
            <a:extLst>
              <a:ext uri="{FF2B5EF4-FFF2-40B4-BE49-F238E27FC236}">
                <a16:creationId xmlns:a16="http://schemas.microsoft.com/office/drawing/2014/main" id="{2B0EDAF5-7D45-5948-5101-4D074B0AD4EA}"/>
              </a:ext>
            </a:extLst>
          </p:cNvPr>
          <p:cNvGrpSpPr>
            <a:grpSpLocks/>
          </p:cNvGrpSpPr>
          <p:nvPr/>
        </p:nvGrpSpPr>
        <p:grpSpPr bwMode="auto">
          <a:xfrm>
            <a:off x="5394397" y="5696730"/>
            <a:ext cx="635000" cy="485775"/>
            <a:chOff x="3061" y="2530"/>
            <a:chExt cx="400" cy="306"/>
          </a:xfrm>
        </p:grpSpPr>
        <p:grpSp>
          <p:nvGrpSpPr>
            <p:cNvPr id="167" name="Group 666">
              <a:extLst>
                <a:ext uri="{FF2B5EF4-FFF2-40B4-BE49-F238E27FC236}">
                  <a16:creationId xmlns:a16="http://schemas.microsoft.com/office/drawing/2014/main" id="{B2E5209D-E3D8-E416-05AC-BD58D3DDA54A}"/>
                </a:ext>
              </a:extLst>
            </p:cNvPr>
            <p:cNvGrpSpPr>
              <a:grpSpLocks/>
            </p:cNvGrpSpPr>
            <p:nvPr/>
          </p:nvGrpSpPr>
          <p:grpSpPr bwMode="auto">
            <a:xfrm>
              <a:off x="3061" y="2530"/>
              <a:ext cx="327" cy="81"/>
              <a:chOff x="2199" y="955"/>
              <a:chExt cx="2547" cy="506"/>
            </a:xfrm>
          </p:grpSpPr>
          <p:sp>
            <p:nvSpPr>
              <p:cNvPr id="192" name="Freeform 667">
                <a:extLst>
                  <a:ext uri="{FF2B5EF4-FFF2-40B4-BE49-F238E27FC236}">
                    <a16:creationId xmlns:a16="http://schemas.microsoft.com/office/drawing/2014/main" id="{F61B845D-844C-A0C2-E4E7-A515642F007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3" name="Freeform 668">
                <a:extLst>
                  <a:ext uri="{FF2B5EF4-FFF2-40B4-BE49-F238E27FC236}">
                    <a16:creationId xmlns:a16="http://schemas.microsoft.com/office/drawing/2014/main" id="{CE364DE7-0D3F-33D8-FDC9-1E30DBDBAD1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4" name="Freeform 669">
                <a:extLst>
                  <a:ext uri="{FF2B5EF4-FFF2-40B4-BE49-F238E27FC236}">
                    <a16:creationId xmlns:a16="http://schemas.microsoft.com/office/drawing/2014/main" id="{7323602C-9B4E-29FE-6AE7-028C58D29C6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5" name="Freeform 670">
                <a:extLst>
                  <a:ext uri="{FF2B5EF4-FFF2-40B4-BE49-F238E27FC236}">
                    <a16:creationId xmlns:a16="http://schemas.microsoft.com/office/drawing/2014/main" id="{A94A3299-0311-5AAC-9496-545268465C2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6" name="Freeform 671">
                <a:extLst>
                  <a:ext uri="{FF2B5EF4-FFF2-40B4-BE49-F238E27FC236}">
                    <a16:creationId xmlns:a16="http://schemas.microsoft.com/office/drawing/2014/main" id="{767109FB-637B-C2E7-2945-FED0B991A7C5}"/>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7" name="Freeform 672">
                <a:extLst>
                  <a:ext uri="{FF2B5EF4-FFF2-40B4-BE49-F238E27FC236}">
                    <a16:creationId xmlns:a16="http://schemas.microsoft.com/office/drawing/2014/main" id="{D14BF783-6A81-9052-43DE-E295174FF1C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pic>
          <p:nvPicPr>
            <p:cNvPr id="168" name="Picture 673" descr="laptop_keyboard">
              <a:extLst>
                <a:ext uri="{FF2B5EF4-FFF2-40B4-BE49-F238E27FC236}">
                  <a16:creationId xmlns:a16="http://schemas.microsoft.com/office/drawing/2014/main" id="{592D2389-AE0E-1D87-9BEA-6320F7CADF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9" name="Freeform 674">
              <a:extLst>
                <a:ext uri="{FF2B5EF4-FFF2-40B4-BE49-F238E27FC236}">
                  <a16:creationId xmlns:a16="http://schemas.microsoft.com/office/drawing/2014/main" id="{734C8A81-B45D-1012-B55E-D8EC832B7FEF}"/>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170" name="Picture 675" descr="screen">
              <a:extLst>
                <a:ext uri="{FF2B5EF4-FFF2-40B4-BE49-F238E27FC236}">
                  <a16:creationId xmlns:a16="http://schemas.microsoft.com/office/drawing/2014/main" id="{8EC0CF0A-B8FC-AE9A-4357-7B9374DA43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1" name="Freeform 676">
              <a:extLst>
                <a:ext uri="{FF2B5EF4-FFF2-40B4-BE49-F238E27FC236}">
                  <a16:creationId xmlns:a16="http://schemas.microsoft.com/office/drawing/2014/main" id="{169A60FE-69F4-6C86-336F-794DBA5673F6}"/>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2" name="Freeform 677">
              <a:extLst>
                <a:ext uri="{FF2B5EF4-FFF2-40B4-BE49-F238E27FC236}">
                  <a16:creationId xmlns:a16="http://schemas.microsoft.com/office/drawing/2014/main" id="{F67FA854-624B-D00A-004B-48797A629298}"/>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3" name="Freeform 678">
              <a:extLst>
                <a:ext uri="{FF2B5EF4-FFF2-40B4-BE49-F238E27FC236}">
                  <a16:creationId xmlns:a16="http://schemas.microsoft.com/office/drawing/2014/main" id="{636E34F0-856A-F38B-3385-09B83BAC89E2}"/>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4" name="Freeform 679">
              <a:extLst>
                <a:ext uri="{FF2B5EF4-FFF2-40B4-BE49-F238E27FC236}">
                  <a16:creationId xmlns:a16="http://schemas.microsoft.com/office/drawing/2014/main" id="{39BE3A80-B55D-C8F7-9B55-21A4499BAC3A}"/>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5" name="Freeform 680">
              <a:extLst>
                <a:ext uri="{FF2B5EF4-FFF2-40B4-BE49-F238E27FC236}">
                  <a16:creationId xmlns:a16="http://schemas.microsoft.com/office/drawing/2014/main" id="{55EFEB09-95D3-624B-773D-AE94E257DEA9}"/>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6" name="Freeform 681">
              <a:extLst>
                <a:ext uri="{FF2B5EF4-FFF2-40B4-BE49-F238E27FC236}">
                  <a16:creationId xmlns:a16="http://schemas.microsoft.com/office/drawing/2014/main" id="{253D6538-4B01-6674-E120-311A47936511}"/>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77" name="Group 682">
              <a:extLst>
                <a:ext uri="{FF2B5EF4-FFF2-40B4-BE49-F238E27FC236}">
                  <a16:creationId xmlns:a16="http://schemas.microsoft.com/office/drawing/2014/main" id="{3442F64B-C697-98EB-4C0C-C00C6721FAC6}"/>
                </a:ext>
              </a:extLst>
            </p:cNvPr>
            <p:cNvGrpSpPr>
              <a:grpSpLocks/>
            </p:cNvGrpSpPr>
            <p:nvPr/>
          </p:nvGrpSpPr>
          <p:grpSpPr bwMode="auto">
            <a:xfrm>
              <a:off x="3186" y="2777"/>
              <a:ext cx="55" cy="24"/>
              <a:chOff x="1740" y="2642"/>
              <a:chExt cx="752" cy="327"/>
            </a:xfrm>
          </p:grpSpPr>
          <p:sp>
            <p:nvSpPr>
              <p:cNvPr id="186" name="Freeform 683">
                <a:extLst>
                  <a:ext uri="{FF2B5EF4-FFF2-40B4-BE49-F238E27FC236}">
                    <a16:creationId xmlns:a16="http://schemas.microsoft.com/office/drawing/2014/main" id="{9FC3C91A-124B-8D0F-E158-2F4DD134499C}"/>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7" name="Freeform 684">
                <a:extLst>
                  <a:ext uri="{FF2B5EF4-FFF2-40B4-BE49-F238E27FC236}">
                    <a16:creationId xmlns:a16="http://schemas.microsoft.com/office/drawing/2014/main" id="{899A8B24-7862-74F4-7D70-A63AC31F74E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8" name="Freeform 685">
                <a:extLst>
                  <a:ext uri="{FF2B5EF4-FFF2-40B4-BE49-F238E27FC236}">
                    <a16:creationId xmlns:a16="http://schemas.microsoft.com/office/drawing/2014/main" id="{3CF44854-4B91-CF59-9DC3-90FC0F3F2C4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9" name="Freeform 686">
                <a:extLst>
                  <a:ext uri="{FF2B5EF4-FFF2-40B4-BE49-F238E27FC236}">
                    <a16:creationId xmlns:a16="http://schemas.microsoft.com/office/drawing/2014/main" id="{1B96E143-C5A8-F802-6A60-90C5C8E76DB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0" name="Freeform 687">
                <a:extLst>
                  <a:ext uri="{FF2B5EF4-FFF2-40B4-BE49-F238E27FC236}">
                    <a16:creationId xmlns:a16="http://schemas.microsoft.com/office/drawing/2014/main" id="{14BA253D-F476-AA92-F3D7-EA6CF7B84204}"/>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1" name="Freeform 688">
                <a:extLst>
                  <a:ext uri="{FF2B5EF4-FFF2-40B4-BE49-F238E27FC236}">
                    <a16:creationId xmlns:a16="http://schemas.microsoft.com/office/drawing/2014/main" id="{AE7EE814-1127-6788-D7BA-C6134A3281E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78" name="Freeform 689">
              <a:extLst>
                <a:ext uri="{FF2B5EF4-FFF2-40B4-BE49-F238E27FC236}">
                  <a16:creationId xmlns:a16="http://schemas.microsoft.com/office/drawing/2014/main" id="{E1C59C88-BA49-1521-F6D0-95F60992B748}"/>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9" name="Freeform 690">
              <a:extLst>
                <a:ext uri="{FF2B5EF4-FFF2-40B4-BE49-F238E27FC236}">
                  <a16:creationId xmlns:a16="http://schemas.microsoft.com/office/drawing/2014/main" id="{E7C86A1B-FF0A-6633-244F-AD851B59D2B6}"/>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0" name="Freeform 691">
              <a:extLst>
                <a:ext uri="{FF2B5EF4-FFF2-40B4-BE49-F238E27FC236}">
                  <a16:creationId xmlns:a16="http://schemas.microsoft.com/office/drawing/2014/main" id="{E19CDA3F-BA86-484A-84FC-0B6C02CF9936}"/>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1" name="Freeform 692">
              <a:extLst>
                <a:ext uri="{FF2B5EF4-FFF2-40B4-BE49-F238E27FC236}">
                  <a16:creationId xmlns:a16="http://schemas.microsoft.com/office/drawing/2014/main" id="{166E071C-D622-AFD5-C6DD-9CDC698A5871}"/>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2" name="Freeform 693">
              <a:extLst>
                <a:ext uri="{FF2B5EF4-FFF2-40B4-BE49-F238E27FC236}">
                  <a16:creationId xmlns:a16="http://schemas.microsoft.com/office/drawing/2014/main" id="{ED3DA1CE-37B5-405C-0BEB-8C22FC72DDFE}"/>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3" name="Freeform 694">
              <a:extLst>
                <a:ext uri="{FF2B5EF4-FFF2-40B4-BE49-F238E27FC236}">
                  <a16:creationId xmlns:a16="http://schemas.microsoft.com/office/drawing/2014/main" id="{5A406D92-00FD-A258-5D8B-01BE76CFC8D4}"/>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4" name="Freeform 695">
              <a:extLst>
                <a:ext uri="{FF2B5EF4-FFF2-40B4-BE49-F238E27FC236}">
                  <a16:creationId xmlns:a16="http://schemas.microsoft.com/office/drawing/2014/main" id="{0E1C0054-933A-DB01-5D59-9099763E6F69}"/>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5" name="Freeform 696">
              <a:extLst>
                <a:ext uri="{FF2B5EF4-FFF2-40B4-BE49-F238E27FC236}">
                  <a16:creationId xmlns:a16="http://schemas.microsoft.com/office/drawing/2014/main" id="{47867DC9-9CE7-CEAB-F988-A3D5FAB0B840}"/>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98" name="Group 699">
            <a:extLst>
              <a:ext uri="{FF2B5EF4-FFF2-40B4-BE49-F238E27FC236}">
                <a16:creationId xmlns:a16="http://schemas.microsoft.com/office/drawing/2014/main" id="{5E9A7233-AEA0-AE69-56F5-F465CE65E383}"/>
              </a:ext>
            </a:extLst>
          </p:cNvPr>
          <p:cNvGrpSpPr>
            <a:grpSpLocks/>
          </p:cNvGrpSpPr>
          <p:nvPr/>
        </p:nvGrpSpPr>
        <p:grpSpPr bwMode="auto">
          <a:xfrm flipH="1">
            <a:off x="979698" y="5150907"/>
            <a:ext cx="501650" cy="512763"/>
            <a:chOff x="2839" y="3501"/>
            <a:chExt cx="755" cy="803"/>
          </a:xfrm>
        </p:grpSpPr>
        <p:pic>
          <p:nvPicPr>
            <p:cNvPr id="199" name="Picture 700" descr="desktop_computer_stylized_medium">
              <a:extLst>
                <a:ext uri="{FF2B5EF4-FFF2-40B4-BE49-F238E27FC236}">
                  <a16:creationId xmlns:a16="http://schemas.microsoft.com/office/drawing/2014/main" id="{DE04EA0A-908F-192E-3C69-E0836728C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0" name="Freeform 701">
              <a:extLst>
                <a:ext uri="{FF2B5EF4-FFF2-40B4-BE49-F238E27FC236}">
                  <a16:creationId xmlns:a16="http://schemas.microsoft.com/office/drawing/2014/main" id="{2F70C6F1-DCB8-6483-AA70-D602B207681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01" name="Group 702">
            <a:extLst>
              <a:ext uri="{FF2B5EF4-FFF2-40B4-BE49-F238E27FC236}">
                <a16:creationId xmlns:a16="http://schemas.microsoft.com/office/drawing/2014/main" id="{2BC1D4EE-56ED-6400-C40E-8F5A73EFA67B}"/>
              </a:ext>
            </a:extLst>
          </p:cNvPr>
          <p:cNvGrpSpPr>
            <a:grpSpLocks/>
          </p:cNvGrpSpPr>
          <p:nvPr/>
        </p:nvGrpSpPr>
        <p:grpSpPr bwMode="auto">
          <a:xfrm flipH="1">
            <a:off x="1130510" y="4723870"/>
            <a:ext cx="501650" cy="512762"/>
            <a:chOff x="2839" y="3501"/>
            <a:chExt cx="755" cy="803"/>
          </a:xfrm>
        </p:grpSpPr>
        <p:pic>
          <p:nvPicPr>
            <p:cNvPr id="202" name="Picture 703" descr="desktop_computer_stylized_medium">
              <a:extLst>
                <a:ext uri="{FF2B5EF4-FFF2-40B4-BE49-F238E27FC236}">
                  <a16:creationId xmlns:a16="http://schemas.microsoft.com/office/drawing/2014/main" id="{6ECC2EF7-1438-B55E-65BA-DAFDDD05BB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3" name="Freeform 704">
              <a:extLst>
                <a:ext uri="{FF2B5EF4-FFF2-40B4-BE49-F238E27FC236}">
                  <a16:creationId xmlns:a16="http://schemas.microsoft.com/office/drawing/2014/main" id="{C3450E52-C886-F47C-CF73-1B3B654405DE}"/>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04" name="Group 705">
            <a:extLst>
              <a:ext uri="{FF2B5EF4-FFF2-40B4-BE49-F238E27FC236}">
                <a16:creationId xmlns:a16="http://schemas.microsoft.com/office/drawing/2014/main" id="{118E6257-FE16-662E-902B-40E7C304F1A6}"/>
              </a:ext>
            </a:extLst>
          </p:cNvPr>
          <p:cNvGrpSpPr>
            <a:grpSpLocks/>
          </p:cNvGrpSpPr>
          <p:nvPr/>
        </p:nvGrpSpPr>
        <p:grpSpPr bwMode="auto">
          <a:xfrm>
            <a:off x="1803610" y="5111220"/>
            <a:ext cx="501650" cy="512762"/>
            <a:chOff x="2839" y="3501"/>
            <a:chExt cx="755" cy="803"/>
          </a:xfrm>
        </p:grpSpPr>
        <p:pic>
          <p:nvPicPr>
            <p:cNvPr id="205" name="Picture 706" descr="desktop_computer_stylized_medium">
              <a:extLst>
                <a:ext uri="{FF2B5EF4-FFF2-40B4-BE49-F238E27FC236}">
                  <a16:creationId xmlns:a16="http://schemas.microsoft.com/office/drawing/2014/main" id="{FCA5B337-F10B-EADF-0860-4F7C1DA50F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6" name="Freeform 707">
              <a:extLst>
                <a:ext uri="{FF2B5EF4-FFF2-40B4-BE49-F238E27FC236}">
                  <a16:creationId xmlns:a16="http://schemas.microsoft.com/office/drawing/2014/main" id="{98D95871-DEF5-099B-C46F-0E04609294CE}"/>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07" name="Group 708">
            <a:extLst>
              <a:ext uri="{FF2B5EF4-FFF2-40B4-BE49-F238E27FC236}">
                <a16:creationId xmlns:a16="http://schemas.microsoft.com/office/drawing/2014/main" id="{2902BDE2-8BA7-88FB-FA54-D91C5DEA3616}"/>
              </a:ext>
            </a:extLst>
          </p:cNvPr>
          <p:cNvGrpSpPr>
            <a:grpSpLocks/>
          </p:cNvGrpSpPr>
          <p:nvPr/>
        </p:nvGrpSpPr>
        <p:grpSpPr bwMode="auto">
          <a:xfrm>
            <a:off x="1605173" y="5550957"/>
            <a:ext cx="501650" cy="512763"/>
            <a:chOff x="2839" y="3501"/>
            <a:chExt cx="755" cy="803"/>
          </a:xfrm>
        </p:grpSpPr>
        <p:pic>
          <p:nvPicPr>
            <p:cNvPr id="208" name="Picture 709" descr="desktop_computer_stylized_medium">
              <a:extLst>
                <a:ext uri="{FF2B5EF4-FFF2-40B4-BE49-F238E27FC236}">
                  <a16:creationId xmlns:a16="http://schemas.microsoft.com/office/drawing/2014/main" id="{B01868B3-760A-7137-01B1-6DABBB1823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9" name="Freeform 710">
              <a:extLst>
                <a:ext uri="{FF2B5EF4-FFF2-40B4-BE49-F238E27FC236}">
                  <a16:creationId xmlns:a16="http://schemas.microsoft.com/office/drawing/2014/main" id="{E82EA338-D8AA-0332-F30E-11A58E0FDB3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10" name="Group 2">
            <a:extLst>
              <a:ext uri="{FF2B5EF4-FFF2-40B4-BE49-F238E27FC236}">
                <a16:creationId xmlns:a16="http://schemas.microsoft.com/office/drawing/2014/main" id="{1087B77B-A6B4-C242-6EEA-7DD75A6A4DFF}"/>
              </a:ext>
            </a:extLst>
          </p:cNvPr>
          <p:cNvGrpSpPr/>
          <p:nvPr/>
        </p:nvGrpSpPr>
        <p:grpSpPr>
          <a:xfrm>
            <a:off x="2591011" y="4894560"/>
            <a:ext cx="1951525" cy="1263172"/>
            <a:chOff x="7891681" y="3099042"/>
            <a:chExt cx="2342453" cy="1569939"/>
          </a:xfrm>
        </p:grpSpPr>
        <p:sp>
          <p:nvSpPr>
            <p:cNvPr id="211" name="Oval 800">
              <a:extLst>
                <a:ext uri="{FF2B5EF4-FFF2-40B4-BE49-F238E27FC236}">
                  <a16:creationId xmlns:a16="http://schemas.microsoft.com/office/drawing/2014/main" id="{F8F9D878-9054-8508-9856-D83251F02C03}"/>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12" name="Group 817">
              <a:extLst>
                <a:ext uri="{FF2B5EF4-FFF2-40B4-BE49-F238E27FC236}">
                  <a16:creationId xmlns:a16="http://schemas.microsoft.com/office/drawing/2014/main" id="{704E58F9-2A64-7BAC-802F-1DDE89437046}"/>
                </a:ext>
              </a:extLst>
            </p:cNvPr>
            <p:cNvGrpSpPr>
              <a:grpSpLocks/>
            </p:cNvGrpSpPr>
            <p:nvPr/>
          </p:nvGrpSpPr>
          <p:grpSpPr bwMode="auto">
            <a:xfrm>
              <a:off x="9022376" y="3275911"/>
              <a:ext cx="615031" cy="694531"/>
              <a:chOff x="2920" y="1424"/>
              <a:chExt cx="326" cy="320"/>
            </a:xfrm>
          </p:grpSpPr>
          <p:sp>
            <p:nvSpPr>
              <p:cNvPr id="280" name="Oval 818">
                <a:extLst>
                  <a:ext uri="{FF2B5EF4-FFF2-40B4-BE49-F238E27FC236}">
                    <a16:creationId xmlns:a16="http://schemas.microsoft.com/office/drawing/2014/main" id="{1839C1BB-4B62-90B4-6D6D-6BFFB0A66F5E}"/>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81" name="Group 819">
                <a:extLst>
                  <a:ext uri="{FF2B5EF4-FFF2-40B4-BE49-F238E27FC236}">
                    <a16:creationId xmlns:a16="http://schemas.microsoft.com/office/drawing/2014/main" id="{AA95C8B6-CC9B-E7E5-6AC7-33788E70D7E5}"/>
                  </a:ext>
                </a:extLst>
              </p:cNvPr>
              <p:cNvGrpSpPr>
                <a:grpSpLocks/>
              </p:cNvGrpSpPr>
              <p:nvPr/>
            </p:nvGrpSpPr>
            <p:grpSpPr bwMode="auto">
              <a:xfrm>
                <a:off x="2949" y="1424"/>
                <a:ext cx="265" cy="280"/>
                <a:chOff x="2949" y="1424"/>
                <a:chExt cx="265" cy="280"/>
              </a:xfrm>
            </p:grpSpPr>
            <p:sp>
              <p:nvSpPr>
                <p:cNvPr id="283" name="Oval 820">
                  <a:extLst>
                    <a:ext uri="{FF2B5EF4-FFF2-40B4-BE49-F238E27FC236}">
                      <a16:creationId xmlns:a16="http://schemas.microsoft.com/office/drawing/2014/main" id="{FF91FB56-60D5-7FAB-5050-2A1EC6E705C9}"/>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4" name="Oval 821">
                  <a:extLst>
                    <a:ext uri="{FF2B5EF4-FFF2-40B4-BE49-F238E27FC236}">
                      <a16:creationId xmlns:a16="http://schemas.microsoft.com/office/drawing/2014/main" id="{1CDF4A95-4E09-9041-6B68-DB14F89ECCF9}"/>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5" name="Oval 822">
                  <a:extLst>
                    <a:ext uri="{FF2B5EF4-FFF2-40B4-BE49-F238E27FC236}">
                      <a16:creationId xmlns:a16="http://schemas.microsoft.com/office/drawing/2014/main" id="{EB1E4BC2-A8B9-748A-A88D-4259E9183DA1}"/>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6" name="Oval 823">
                  <a:extLst>
                    <a:ext uri="{FF2B5EF4-FFF2-40B4-BE49-F238E27FC236}">
                      <a16:creationId xmlns:a16="http://schemas.microsoft.com/office/drawing/2014/main" id="{4BE9928A-4396-1AD0-AC69-768AC2EBAFE2}"/>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7" name="Freeform 824">
                  <a:extLst>
                    <a:ext uri="{FF2B5EF4-FFF2-40B4-BE49-F238E27FC236}">
                      <a16:creationId xmlns:a16="http://schemas.microsoft.com/office/drawing/2014/main" id="{35078769-01A8-36ED-2556-8F5FB4444889}"/>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sp>
            <p:nvSpPr>
              <p:cNvPr id="282" name="Freeform 825">
                <a:extLst>
                  <a:ext uri="{FF2B5EF4-FFF2-40B4-BE49-F238E27FC236}">
                    <a16:creationId xmlns:a16="http://schemas.microsoft.com/office/drawing/2014/main" id="{98F21468-210E-1C92-BDB3-F796508B0223}"/>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grpSp>
          <p:nvGrpSpPr>
            <p:cNvPr id="213" name="Group 783">
              <a:extLst>
                <a:ext uri="{FF2B5EF4-FFF2-40B4-BE49-F238E27FC236}">
                  <a16:creationId xmlns:a16="http://schemas.microsoft.com/office/drawing/2014/main" id="{8D3F419E-EE9F-389B-6EA4-B783678AA941}"/>
                </a:ext>
              </a:extLst>
            </p:cNvPr>
            <p:cNvGrpSpPr>
              <a:grpSpLocks/>
            </p:cNvGrpSpPr>
            <p:nvPr/>
          </p:nvGrpSpPr>
          <p:grpSpPr bwMode="auto">
            <a:xfrm>
              <a:off x="9122147" y="3619386"/>
              <a:ext cx="393690" cy="1049595"/>
              <a:chOff x="3130" y="3288"/>
              <a:chExt cx="410" cy="742"/>
            </a:xfrm>
          </p:grpSpPr>
          <p:sp>
            <p:nvSpPr>
              <p:cNvPr id="265" name="Line 270">
                <a:extLst>
                  <a:ext uri="{FF2B5EF4-FFF2-40B4-BE49-F238E27FC236}">
                    <a16:creationId xmlns:a16="http://schemas.microsoft.com/office/drawing/2014/main" id="{C636FD9E-AEAA-5BBF-DBA8-DC42F25056E0}"/>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Line 271">
                <a:extLst>
                  <a:ext uri="{FF2B5EF4-FFF2-40B4-BE49-F238E27FC236}">
                    <a16:creationId xmlns:a16="http://schemas.microsoft.com/office/drawing/2014/main" id="{85F0BA61-3924-4784-678F-1FB323723C3E}"/>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Line 272">
                <a:extLst>
                  <a:ext uri="{FF2B5EF4-FFF2-40B4-BE49-F238E27FC236}">
                    <a16:creationId xmlns:a16="http://schemas.microsoft.com/office/drawing/2014/main" id="{9FE125EA-E9BE-B997-F411-CE6E07F6E0F5}"/>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Line 273">
                <a:extLst>
                  <a:ext uri="{FF2B5EF4-FFF2-40B4-BE49-F238E27FC236}">
                    <a16:creationId xmlns:a16="http://schemas.microsoft.com/office/drawing/2014/main" id="{17045DAB-9530-589F-B662-4FC96827CECF}"/>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Line 274">
                <a:extLst>
                  <a:ext uri="{FF2B5EF4-FFF2-40B4-BE49-F238E27FC236}">
                    <a16:creationId xmlns:a16="http://schemas.microsoft.com/office/drawing/2014/main" id="{656B9BDA-C053-6E1D-7FC5-49BE84BCB9F2}"/>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Line 275">
                <a:extLst>
                  <a:ext uri="{FF2B5EF4-FFF2-40B4-BE49-F238E27FC236}">
                    <a16:creationId xmlns:a16="http://schemas.microsoft.com/office/drawing/2014/main" id="{08608680-CD79-7B70-E9B8-119A75C31D1E}"/>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Line 276">
                <a:extLst>
                  <a:ext uri="{FF2B5EF4-FFF2-40B4-BE49-F238E27FC236}">
                    <a16:creationId xmlns:a16="http://schemas.microsoft.com/office/drawing/2014/main" id="{6D023E72-32B8-4D75-1E25-59863EA39D96}"/>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Line 277">
                <a:extLst>
                  <a:ext uri="{FF2B5EF4-FFF2-40B4-BE49-F238E27FC236}">
                    <a16:creationId xmlns:a16="http://schemas.microsoft.com/office/drawing/2014/main" id="{E2B8B5F9-5444-00F5-08FA-922A4A9E0BC0}"/>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Line 278">
                <a:extLst>
                  <a:ext uri="{FF2B5EF4-FFF2-40B4-BE49-F238E27FC236}">
                    <a16:creationId xmlns:a16="http://schemas.microsoft.com/office/drawing/2014/main" id="{63B594C9-233A-0353-AC84-7D13E1339FC4}"/>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Line 279">
                <a:extLst>
                  <a:ext uri="{FF2B5EF4-FFF2-40B4-BE49-F238E27FC236}">
                    <a16:creationId xmlns:a16="http://schemas.microsoft.com/office/drawing/2014/main" id="{9D4A2D52-A665-16CA-FA61-13DAC3B6C058}"/>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Line 280">
                <a:extLst>
                  <a:ext uri="{FF2B5EF4-FFF2-40B4-BE49-F238E27FC236}">
                    <a16:creationId xmlns:a16="http://schemas.microsoft.com/office/drawing/2014/main" id="{C84CF090-A47E-76DD-EB89-DF9773F022B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Line 281">
                <a:extLst>
                  <a:ext uri="{FF2B5EF4-FFF2-40B4-BE49-F238E27FC236}">
                    <a16:creationId xmlns:a16="http://schemas.microsoft.com/office/drawing/2014/main" id="{35C922AE-24FE-13F7-0602-EF84AB902406}"/>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Line 282">
                <a:extLst>
                  <a:ext uri="{FF2B5EF4-FFF2-40B4-BE49-F238E27FC236}">
                    <a16:creationId xmlns:a16="http://schemas.microsoft.com/office/drawing/2014/main" id="{0873DCA5-649D-B735-1448-9BEDB9F2CC2A}"/>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Line 283">
                <a:extLst>
                  <a:ext uri="{FF2B5EF4-FFF2-40B4-BE49-F238E27FC236}">
                    <a16:creationId xmlns:a16="http://schemas.microsoft.com/office/drawing/2014/main" id="{23C22B9F-D19F-6EAC-7653-2DDCB5CF0A52}"/>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Line 284">
                <a:extLst>
                  <a:ext uri="{FF2B5EF4-FFF2-40B4-BE49-F238E27FC236}">
                    <a16:creationId xmlns:a16="http://schemas.microsoft.com/office/drawing/2014/main" id="{14326158-1150-8D5C-47BC-54EEA8DD7A1C}"/>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4" name="Group 703">
              <a:extLst>
                <a:ext uri="{FF2B5EF4-FFF2-40B4-BE49-F238E27FC236}">
                  <a16:creationId xmlns:a16="http://schemas.microsoft.com/office/drawing/2014/main" id="{E9A77669-7310-22F8-9A66-27D1CB23B066}"/>
                </a:ext>
              </a:extLst>
            </p:cNvPr>
            <p:cNvGrpSpPr/>
            <p:nvPr/>
          </p:nvGrpSpPr>
          <p:grpSpPr>
            <a:xfrm>
              <a:off x="8405402" y="3099042"/>
              <a:ext cx="527285" cy="593983"/>
              <a:chOff x="8328836" y="2202873"/>
              <a:chExt cx="527285" cy="593983"/>
            </a:xfrm>
          </p:grpSpPr>
          <p:pic>
            <p:nvPicPr>
              <p:cNvPr id="257" name="Picture 653" descr="iphone_stylized_small">
                <a:extLst>
                  <a:ext uri="{FF2B5EF4-FFF2-40B4-BE49-F238E27FC236}">
                    <a16:creationId xmlns:a16="http://schemas.microsoft.com/office/drawing/2014/main" id="{5F84A909-9B6C-386A-7333-F363C426087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8" name="Group 850">
                <a:extLst>
                  <a:ext uri="{FF2B5EF4-FFF2-40B4-BE49-F238E27FC236}">
                    <a16:creationId xmlns:a16="http://schemas.microsoft.com/office/drawing/2014/main" id="{5F4BA521-15BA-1115-2A8F-09AFAEF37FC6}"/>
                  </a:ext>
                </a:extLst>
              </p:cNvPr>
              <p:cNvGrpSpPr>
                <a:grpSpLocks/>
              </p:cNvGrpSpPr>
              <p:nvPr/>
            </p:nvGrpSpPr>
            <p:grpSpPr bwMode="auto">
              <a:xfrm>
                <a:off x="8328836" y="2202873"/>
                <a:ext cx="527285" cy="118466"/>
                <a:chOff x="2199" y="955"/>
                <a:chExt cx="2547" cy="506"/>
              </a:xfrm>
            </p:grpSpPr>
            <p:sp>
              <p:nvSpPr>
                <p:cNvPr id="259" name="Freeform 851">
                  <a:extLst>
                    <a:ext uri="{FF2B5EF4-FFF2-40B4-BE49-F238E27FC236}">
                      <a16:creationId xmlns:a16="http://schemas.microsoft.com/office/drawing/2014/main" id="{2FAC07F6-BC8A-7B1D-9442-8DCAF5ABB79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60" name="Freeform 852">
                  <a:extLst>
                    <a:ext uri="{FF2B5EF4-FFF2-40B4-BE49-F238E27FC236}">
                      <a16:creationId xmlns:a16="http://schemas.microsoft.com/office/drawing/2014/main" id="{D8FEFEBA-A924-E768-AFD4-F41288E8DDD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61" name="Freeform 853">
                  <a:extLst>
                    <a:ext uri="{FF2B5EF4-FFF2-40B4-BE49-F238E27FC236}">
                      <a16:creationId xmlns:a16="http://schemas.microsoft.com/office/drawing/2014/main" id="{E98EC81E-F7AD-6D56-7BAC-5E7C808E05E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62" name="Freeform 854">
                  <a:extLst>
                    <a:ext uri="{FF2B5EF4-FFF2-40B4-BE49-F238E27FC236}">
                      <a16:creationId xmlns:a16="http://schemas.microsoft.com/office/drawing/2014/main" id="{66E19085-68F8-37A0-997E-2A2669475FC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63" name="Freeform 855">
                  <a:extLst>
                    <a:ext uri="{FF2B5EF4-FFF2-40B4-BE49-F238E27FC236}">
                      <a16:creationId xmlns:a16="http://schemas.microsoft.com/office/drawing/2014/main" id="{CB1047D6-35B1-9027-7988-2E1EE949D885}"/>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64" name="Freeform 856">
                  <a:extLst>
                    <a:ext uri="{FF2B5EF4-FFF2-40B4-BE49-F238E27FC236}">
                      <a16:creationId xmlns:a16="http://schemas.microsoft.com/office/drawing/2014/main" id="{691CCD9E-36E0-82C8-D666-994ABD3C161C}"/>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grpSp>
        <p:grpSp>
          <p:nvGrpSpPr>
            <p:cNvPr id="215" name="Group 712">
              <a:extLst>
                <a:ext uri="{FF2B5EF4-FFF2-40B4-BE49-F238E27FC236}">
                  <a16:creationId xmlns:a16="http://schemas.microsoft.com/office/drawing/2014/main" id="{8FB4949F-51B6-59BD-95F3-AF9E5499A00D}"/>
                </a:ext>
              </a:extLst>
            </p:cNvPr>
            <p:cNvGrpSpPr/>
            <p:nvPr/>
          </p:nvGrpSpPr>
          <p:grpSpPr>
            <a:xfrm>
              <a:off x="7891681" y="4024818"/>
              <a:ext cx="1120341" cy="347863"/>
              <a:chOff x="9561515" y="2748013"/>
              <a:chExt cx="1120341" cy="347863"/>
            </a:xfrm>
          </p:grpSpPr>
          <p:pic>
            <p:nvPicPr>
              <p:cNvPr id="248" name="Picture 603" descr="car_icon_small">
                <a:extLst>
                  <a:ext uri="{FF2B5EF4-FFF2-40B4-BE49-F238E27FC236}">
                    <a16:creationId xmlns:a16="http://schemas.microsoft.com/office/drawing/2014/main" id="{AA1ED59B-7504-F37A-B27F-7BF205B089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9" name="Group 850">
                <a:extLst>
                  <a:ext uri="{FF2B5EF4-FFF2-40B4-BE49-F238E27FC236}">
                    <a16:creationId xmlns:a16="http://schemas.microsoft.com/office/drawing/2014/main" id="{38A5CC22-4957-F81E-E3C1-0A2AA851C4BB}"/>
                  </a:ext>
                </a:extLst>
              </p:cNvPr>
              <p:cNvGrpSpPr>
                <a:grpSpLocks/>
              </p:cNvGrpSpPr>
              <p:nvPr/>
            </p:nvGrpSpPr>
            <p:grpSpPr bwMode="auto">
              <a:xfrm>
                <a:off x="9788587" y="2748013"/>
                <a:ext cx="527285" cy="118466"/>
                <a:chOff x="2199" y="955"/>
                <a:chExt cx="2547" cy="506"/>
              </a:xfrm>
            </p:grpSpPr>
            <p:sp>
              <p:nvSpPr>
                <p:cNvPr id="251" name="Freeform 851">
                  <a:extLst>
                    <a:ext uri="{FF2B5EF4-FFF2-40B4-BE49-F238E27FC236}">
                      <a16:creationId xmlns:a16="http://schemas.microsoft.com/office/drawing/2014/main" id="{0E122642-E249-06E6-5865-A32B6BC3E79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52" name="Freeform 852">
                  <a:extLst>
                    <a:ext uri="{FF2B5EF4-FFF2-40B4-BE49-F238E27FC236}">
                      <a16:creationId xmlns:a16="http://schemas.microsoft.com/office/drawing/2014/main" id="{AD59E5B4-88DE-CD1B-C7D6-FFF64ACBCB5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53" name="Freeform 853">
                  <a:extLst>
                    <a:ext uri="{FF2B5EF4-FFF2-40B4-BE49-F238E27FC236}">
                      <a16:creationId xmlns:a16="http://schemas.microsoft.com/office/drawing/2014/main" id="{E4AEC2D9-EA7A-4D05-292A-EAB9DC71FCA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54" name="Freeform 854">
                  <a:extLst>
                    <a:ext uri="{FF2B5EF4-FFF2-40B4-BE49-F238E27FC236}">
                      <a16:creationId xmlns:a16="http://schemas.microsoft.com/office/drawing/2014/main" id="{58F42B76-4437-B6F6-584A-0869C6AF4760}"/>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55" name="Freeform 855">
                  <a:extLst>
                    <a:ext uri="{FF2B5EF4-FFF2-40B4-BE49-F238E27FC236}">
                      <a16:creationId xmlns:a16="http://schemas.microsoft.com/office/drawing/2014/main" id="{6DE22F16-DAD4-5DBE-BF63-A43F11354FE7}"/>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56" name="Freeform 856">
                  <a:extLst>
                    <a:ext uri="{FF2B5EF4-FFF2-40B4-BE49-F238E27FC236}">
                      <a16:creationId xmlns:a16="http://schemas.microsoft.com/office/drawing/2014/main" id="{F7267E70-E8DA-F503-103B-38F7042C6B45}"/>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cxnSp>
            <p:nvCxnSpPr>
              <p:cNvPr id="250" name="Straight Connector 715">
                <a:extLst>
                  <a:ext uri="{FF2B5EF4-FFF2-40B4-BE49-F238E27FC236}">
                    <a16:creationId xmlns:a16="http://schemas.microsoft.com/office/drawing/2014/main" id="{34E02A5B-171F-2021-5BB8-57309C9BA7B7}"/>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 name="Group 722">
              <a:extLst>
                <a:ext uri="{FF2B5EF4-FFF2-40B4-BE49-F238E27FC236}">
                  <a16:creationId xmlns:a16="http://schemas.microsoft.com/office/drawing/2014/main" id="{B66210E6-1226-C925-991E-ED4A395A7258}"/>
                </a:ext>
              </a:extLst>
            </p:cNvPr>
            <p:cNvGrpSpPr/>
            <p:nvPr/>
          </p:nvGrpSpPr>
          <p:grpSpPr>
            <a:xfrm>
              <a:off x="9731765" y="3463179"/>
              <a:ext cx="502369" cy="512348"/>
              <a:chOff x="7341491" y="2307905"/>
              <a:chExt cx="509280" cy="439573"/>
            </a:xfrm>
          </p:grpSpPr>
          <p:grpSp>
            <p:nvGrpSpPr>
              <p:cNvPr id="217" name="Group 723">
                <a:extLst>
                  <a:ext uri="{FF2B5EF4-FFF2-40B4-BE49-F238E27FC236}">
                    <a16:creationId xmlns:a16="http://schemas.microsoft.com/office/drawing/2014/main" id="{7A3DDC57-BFE1-3878-91B8-AC9A47A51AAA}"/>
                  </a:ext>
                </a:extLst>
              </p:cNvPr>
              <p:cNvGrpSpPr/>
              <p:nvPr/>
            </p:nvGrpSpPr>
            <p:grpSpPr>
              <a:xfrm>
                <a:off x="7341491" y="2426725"/>
                <a:ext cx="509280" cy="320753"/>
                <a:chOff x="7458407" y="2414528"/>
                <a:chExt cx="509280" cy="320753"/>
              </a:xfrm>
            </p:grpSpPr>
            <p:pic>
              <p:nvPicPr>
                <p:cNvPr id="226" name="Picture 1018" descr="laptop_keyboard">
                  <a:extLst>
                    <a:ext uri="{FF2B5EF4-FFF2-40B4-BE49-F238E27FC236}">
                      <a16:creationId xmlns:a16="http://schemas.microsoft.com/office/drawing/2014/main" id="{84496F40-FCD7-27C1-B5F4-57F5E02BAD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Freeform 1019">
                  <a:extLst>
                    <a:ext uri="{FF2B5EF4-FFF2-40B4-BE49-F238E27FC236}">
                      <a16:creationId xmlns:a16="http://schemas.microsoft.com/office/drawing/2014/main" id="{4817AFEB-5A9F-8F4B-B8D6-A4979A3D3CDE}"/>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8" name="Picture 1020" descr="screen">
                  <a:extLst>
                    <a:ext uri="{FF2B5EF4-FFF2-40B4-BE49-F238E27FC236}">
                      <a16:creationId xmlns:a16="http://schemas.microsoft.com/office/drawing/2014/main" id="{E1D50508-FF85-0194-7A8B-BAF1A20E922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 name="Freeform 1021">
                  <a:extLst>
                    <a:ext uri="{FF2B5EF4-FFF2-40B4-BE49-F238E27FC236}">
                      <a16:creationId xmlns:a16="http://schemas.microsoft.com/office/drawing/2014/main" id="{379B698D-0C15-B3C1-981E-EA0AA0A3D241}"/>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Freeform 1022">
                  <a:extLst>
                    <a:ext uri="{FF2B5EF4-FFF2-40B4-BE49-F238E27FC236}">
                      <a16:creationId xmlns:a16="http://schemas.microsoft.com/office/drawing/2014/main" id="{C96ADB3C-B08B-0403-A33D-5DF554286AEB}"/>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Freeform 1023">
                  <a:extLst>
                    <a:ext uri="{FF2B5EF4-FFF2-40B4-BE49-F238E27FC236}">
                      <a16:creationId xmlns:a16="http://schemas.microsoft.com/office/drawing/2014/main" id="{B3FB4256-3051-083A-53AA-15F5208EADFD}"/>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Freeform 1024">
                  <a:extLst>
                    <a:ext uri="{FF2B5EF4-FFF2-40B4-BE49-F238E27FC236}">
                      <a16:creationId xmlns:a16="http://schemas.microsoft.com/office/drawing/2014/main" id="{A668545E-472A-5BF4-F75F-366CBB33EC1A}"/>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Freeform 1025">
                  <a:extLst>
                    <a:ext uri="{FF2B5EF4-FFF2-40B4-BE49-F238E27FC236}">
                      <a16:creationId xmlns:a16="http://schemas.microsoft.com/office/drawing/2014/main" id="{859F4BCE-5C84-FDD8-2139-EAECB379560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Freeform 1026">
                  <a:extLst>
                    <a:ext uri="{FF2B5EF4-FFF2-40B4-BE49-F238E27FC236}">
                      <a16:creationId xmlns:a16="http://schemas.microsoft.com/office/drawing/2014/main" id="{6B72A626-2F74-63E6-0F1B-604C3C506BAE}"/>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35" name="Group 1027">
                  <a:extLst>
                    <a:ext uri="{FF2B5EF4-FFF2-40B4-BE49-F238E27FC236}">
                      <a16:creationId xmlns:a16="http://schemas.microsoft.com/office/drawing/2014/main" id="{79270909-0836-4E2E-34E5-A67291D6684B}"/>
                    </a:ext>
                  </a:extLst>
                </p:cNvPr>
                <p:cNvGrpSpPr>
                  <a:grpSpLocks/>
                </p:cNvGrpSpPr>
                <p:nvPr/>
              </p:nvGrpSpPr>
              <p:grpSpPr bwMode="auto">
                <a:xfrm>
                  <a:off x="7594735" y="2642220"/>
                  <a:ext cx="98740" cy="36846"/>
                  <a:chOff x="1740" y="2642"/>
                  <a:chExt cx="752" cy="327"/>
                </a:xfrm>
              </p:grpSpPr>
              <p:sp>
                <p:nvSpPr>
                  <p:cNvPr id="242" name="Freeform 1028">
                    <a:extLst>
                      <a:ext uri="{FF2B5EF4-FFF2-40B4-BE49-F238E27FC236}">
                        <a16:creationId xmlns:a16="http://schemas.microsoft.com/office/drawing/2014/main" id="{4FB51E3D-DA5F-2746-3C7F-CE3AD01B534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Freeform 1029">
                    <a:extLst>
                      <a:ext uri="{FF2B5EF4-FFF2-40B4-BE49-F238E27FC236}">
                        <a16:creationId xmlns:a16="http://schemas.microsoft.com/office/drawing/2014/main" id="{22E70BB0-7D80-4A91-A460-0F1B290A3107}"/>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1030">
                    <a:extLst>
                      <a:ext uri="{FF2B5EF4-FFF2-40B4-BE49-F238E27FC236}">
                        <a16:creationId xmlns:a16="http://schemas.microsoft.com/office/drawing/2014/main" id="{624518A6-FB63-CC7F-82E4-B745B0BBD03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Freeform 1031">
                    <a:extLst>
                      <a:ext uri="{FF2B5EF4-FFF2-40B4-BE49-F238E27FC236}">
                        <a16:creationId xmlns:a16="http://schemas.microsoft.com/office/drawing/2014/main" id="{D1B58313-7E99-E17D-F1D1-07B6F70216F5}"/>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1032">
                    <a:extLst>
                      <a:ext uri="{FF2B5EF4-FFF2-40B4-BE49-F238E27FC236}">
                        <a16:creationId xmlns:a16="http://schemas.microsoft.com/office/drawing/2014/main" id="{B3819EDD-65D6-3783-3A0E-92B4416763D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1033">
                    <a:extLst>
                      <a:ext uri="{FF2B5EF4-FFF2-40B4-BE49-F238E27FC236}">
                        <a16:creationId xmlns:a16="http://schemas.microsoft.com/office/drawing/2014/main" id="{71AE979F-FE6B-1175-4D3A-B5B84B74991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36" name="Freeform 1034">
                  <a:extLst>
                    <a:ext uri="{FF2B5EF4-FFF2-40B4-BE49-F238E27FC236}">
                      <a16:creationId xmlns:a16="http://schemas.microsoft.com/office/drawing/2014/main" id="{BBB82E69-C04C-DDB4-BF3C-21E29402EDB4}"/>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Freeform 1035">
                  <a:extLst>
                    <a:ext uri="{FF2B5EF4-FFF2-40B4-BE49-F238E27FC236}">
                      <a16:creationId xmlns:a16="http://schemas.microsoft.com/office/drawing/2014/main" id="{02FE010A-1143-F1A2-937F-340608F25D8B}"/>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Freeform 1036">
                  <a:extLst>
                    <a:ext uri="{FF2B5EF4-FFF2-40B4-BE49-F238E27FC236}">
                      <a16:creationId xmlns:a16="http://schemas.microsoft.com/office/drawing/2014/main" id="{D70A36EF-CEE6-6BD0-0B8B-40766BF7015D}"/>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1037">
                  <a:extLst>
                    <a:ext uri="{FF2B5EF4-FFF2-40B4-BE49-F238E27FC236}">
                      <a16:creationId xmlns:a16="http://schemas.microsoft.com/office/drawing/2014/main" id="{8AE404BF-3666-0E6C-220D-BAFB5F393456}"/>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1038">
                  <a:extLst>
                    <a:ext uri="{FF2B5EF4-FFF2-40B4-BE49-F238E27FC236}">
                      <a16:creationId xmlns:a16="http://schemas.microsoft.com/office/drawing/2014/main" id="{D8A135AC-2163-C808-9D3E-F75D6D2C1857}"/>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1039">
                  <a:extLst>
                    <a:ext uri="{FF2B5EF4-FFF2-40B4-BE49-F238E27FC236}">
                      <a16:creationId xmlns:a16="http://schemas.microsoft.com/office/drawing/2014/main" id="{333B1D75-2277-7CB5-BF1F-0A44054A0AF4}"/>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8" name="Group 850">
                <a:extLst>
                  <a:ext uri="{FF2B5EF4-FFF2-40B4-BE49-F238E27FC236}">
                    <a16:creationId xmlns:a16="http://schemas.microsoft.com/office/drawing/2014/main" id="{F071BDCA-0FEB-888E-EBAF-E082A3B49A19}"/>
                  </a:ext>
                </a:extLst>
              </p:cNvPr>
              <p:cNvGrpSpPr>
                <a:grpSpLocks/>
              </p:cNvGrpSpPr>
              <p:nvPr/>
            </p:nvGrpSpPr>
            <p:grpSpPr bwMode="auto">
              <a:xfrm>
                <a:off x="7408527" y="2307905"/>
                <a:ext cx="399726" cy="74090"/>
                <a:chOff x="2199" y="955"/>
                <a:chExt cx="2547" cy="506"/>
              </a:xfrm>
            </p:grpSpPr>
            <p:sp>
              <p:nvSpPr>
                <p:cNvPr id="220" name="Freeform 851">
                  <a:extLst>
                    <a:ext uri="{FF2B5EF4-FFF2-40B4-BE49-F238E27FC236}">
                      <a16:creationId xmlns:a16="http://schemas.microsoft.com/office/drawing/2014/main" id="{61692569-0B93-8C71-1695-EE5881F818C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21" name="Freeform 852">
                  <a:extLst>
                    <a:ext uri="{FF2B5EF4-FFF2-40B4-BE49-F238E27FC236}">
                      <a16:creationId xmlns:a16="http://schemas.microsoft.com/office/drawing/2014/main" id="{7A3342B6-7763-8077-5B3B-02026991B13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22" name="Freeform 853">
                  <a:extLst>
                    <a:ext uri="{FF2B5EF4-FFF2-40B4-BE49-F238E27FC236}">
                      <a16:creationId xmlns:a16="http://schemas.microsoft.com/office/drawing/2014/main" id="{825404BF-9A3D-26D6-0DDB-FC93909CDAA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23" name="Freeform 854">
                  <a:extLst>
                    <a:ext uri="{FF2B5EF4-FFF2-40B4-BE49-F238E27FC236}">
                      <a16:creationId xmlns:a16="http://schemas.microsoft.com/office/drawing/2014/main" id="{8B13A79F-EB97-B43D-4344-7EA2EAD765D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24" name="Freeform 855">
                  <a:extLst>
                    <a:ext uri="{FF2B5EF4-FFF2-40B4-BE49-F238E27FC236}">
                      <a16:creationId xmlns:a16="http://schemas.microsoft.com/office/drawing/2014/main" id="{1197DBC5-748D-574E-7291-4099EB88FD57}"/>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25" name="Freeform 856">
                  <a:extLst>
                    <a:ext uri="{FF2B5EF4-FFF2-40B4-BE49-F238E27FC236}">
                      <a16:creationId xmlns:a16="http://schemas.microsoft.com/office/drawing/2014/main" id="{93E689CA-EF58-4445-545D-071A18BF9C75}"/>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cxnSp>
            <p:nvCxnSpPr>
              <p:cNvPr id="219" name="Straight Connector 725">
                <a:extLst>
                  <a:ext uri="{FF2B5EF4-FFF2-40B4-BE49-F238E27FC236}">
                    <a16:creationId xmlns:a16="http://schemas.microsoft.com/office/drawing/2014/main" id="{99C88DE5-4A71-2B06-0E3B-82125BA8F6B4}"/>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88" name="Text Box 5">
            <a:extLst>
              <a:ext uri="{FF2B5EF4-FFF2-40B4-BE49-F238E27FC236}">
                <a16:creationId xmlns:a16="http://schemas.microsoft.com/office/drawing/2014/main" id="{57B834C7-D8CD-946F-53C0-AF4A44AB4DBC}"/>
              </a:ext>
            </a:extLst>
          </p:cNvPr>
          <p:cNvSpPr txBox="1">
            <a:spLocks noChangeArrowheads="1"/>
          </p:cNvSpPr>
          <p:nvPr/>
        </p:nvSpPr>
        <p:spPr bwMode="auto">
          <a:xfrm>
            <a:off x="2687212" y="6248835"/>
            <a:ext cx="1805302" cy="2754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lnSpc>
                <a:spcPct val="85000"/>
              </a:lnSpc>
              <a:spcBef>
                <a:spcPct val="0"/>
              </a:spcBef>
              <a:spcAft>
                <a:spcPct val="0"/>
              </a:spcAft>
              <a:defRPr/>
            </a:pPr>
            <a:r>
              <a:rPr lang="en-US" sz="1400" i="0" dirty="0">
                <a:solidFill>
                  <a:srgbClr val="000000"/>
                </a:solidFill>
                <a:latin typeface="Arial" charset="0"/>
              </a:rPr>
              <a:t>shared radio: 4G/5G</a:t>
            </a:r>
          </a:p>
        </p:txBody>
      </p:sp>
      <p:sp>
        <p:nvSpPr>
          <p:cNvPr id="289" name="Text Box 8">
            <a:extLst>
              <a:ext uri="{FF2B5EF4-FFF2-40B4-BE49-F238E27FC236}">
                <a16:creationId xmlns:a16="http://schemas.microsoft.com/office/drawing/2014/main" id="{58C6E99D-B887-DA5D-1C38-133D046A82CA}"/>
              </a:ext>
            </a:extLst>
          </p:cNvPr>
          <p:cNvSpPr txBox="1">
            <a:spLocks noChangeArrowheads="1"/>
          </p:cNvSpPr>
          <p:nvPr/>
        </p:nvSpPr>
        <p:spPr bwMode="auto">
          <a:xfrm>
            <a:off x="8606633" y="6162327"/>
            <a:ext cx="3125990" cy="4585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lnSpc>
                <a:spcPct val="85000"/>
              </a:lnSpc>
              <a:spcBef>
                <a:spcPct val="0"/>
              </a:spcBef>
              <a:spcAft>
                <a:spcPct val="0"/>
              </a:spcAft>
              <a:defRPr/>
            </a:pPr>
            <a:r>
              <a:rPr lang="en-US" sz="1400" i="0" dirty="0">
                <a:solidFill>
                  <a:srgbClr val="000000"/>
                </a:solidFill>
                <a:latin typeface="Arial" charset="0"/>
              </a:rPr>
              <a:t>teacher and students at a classroom </a:t>
            </a:r>
          </a:p>
          <a:p>
            <a:pPr algn="ctr" eaLnBrk="0" fontAlgn="base" hangingPunct="0">
              <a:lnSpc>
                <a:spcPct val="85000"/>
              </a:lnSpc>
              <a:spcBef>
                <a:spcPct val="0"/>
              </a:spcBef>
              <a:spcAft>
                <a:spcPct val="0"/>
              </a:spcAft>
              <a:defRPr/>
            </a:pPr>
            <a:r>
              <a:rPr lang="en-US" sz="1400" i="0" dirty="0">
                <a:solidFill>
                  <a:srgbClr val="000000"/>
                </a:solidFill>
                <a:latin typeface="Arial" charset="0"/>
              </a:rPr>
              <a:t>(shared air, acoustical)</a:t>
            </a:r>
          </a:p>
        </p:txBody>
      </p:sp>
    </p:spTree>
    <p:extLst>
      <p:ext uri="{BB962C8B-B14F-4D97-AF65-F5344CB8AC3E}">
        <p14:creationId xmlns:p14="http://schemas.microsoft.com/office/powerpoint/2010/main" val="3152787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EAC9E-99BA-F339-201D-8694097BA703}"/>
              </a:ext>
            </a:extLst>
          </p:cNvPr>
          <p:cNvSpPr>
            <a:spLocks noGrp="1"/>
          </p:cNvSpPr>
          <p:nvPr>
            <p:ph type="title"/>
          </p:nvPr>
        </p:nvSpPr>
        <p:spPr/>
        <p:txBody>
          <a:bodyPr/>
          <a:lstStyle/>
          <a:p>
            <a:r>
              <a:rPr lang="zh-CN" altLang="en-US" dirty="0"/>
              <a:t>多路访问协议</a:t>
            </a:r>
          </a:p>
        </p:txBody>
      </p:sp>
      <p:sp>
        <p:nvSpPr>
          <p:cNvPr id="3" name="内容占位符 2">
            <a:extLst>
              <a:ext uri="{FF2B5EF4-FFF2-40B4-BE49-F238E27FC236}">
                <a16:creationId xmlns:a16="http://schemas.microsoft.com/office/drawing/2014/main" id="{CDB91E2A-F144-315D-8F78-36A7996B3DBF}"/>
              </a:ext>
            </a:extLst>
          </p:cNvPr>
          <p:cNvSpPr>
            <a:spLocks noGrp="1"/>
          </p:cNvSpPr>
          <p:nvPr>
            <p:ph idx="1"/>
          </p:nvPr>
        </p:nvSpPr>
        <p:spPr/>
        <p:txBody>
          <a:bodyPr>
            <a:noAutofit/>
          </a:bodyPr>
          <a:lstStyle/>
          <a:p>
            <a:pPr marL="0" indent="0">
              <a:lnSpc>
                <a:spcPct val="100000"/>
              </a:lnSpc>
              <a:buNone/>
            </a:pPr>
            <a:r>
              <a:rPr lang="zh-CN" altLang="en-US" sz="1800" dirty="0"/>
              <a:t>媒体访问控制</a:t>
            </a:r>
            <a:r>
              <a:rPr lang="en-US" altLang="zh-CN" sz="1800" dirty="0"/>
              <a:t>MAC(Media Access Control)</a:t>
            </a:r>
            <a:r>
              <a:rPr lang="zh-CN" altLang="en-US" sz="1800" dirty="0"/>
              <a:t>：决定节点间如何共享广播链路，哪个节点在什么时候传输</a:t>
            </a:r>
            <a:endParaRPr lang="en-US" altLang="zh-CN" sz="1800" dirty="0"/>
          </a:p>
          <a:p>
            <a:pPr>
              <a:lnSpc>
                <a:spcPct val="100000"/>
              </a:lnSpc>
            </a:pPr>
            <a:r>
              <a:rPr lang="zh-CN" altLang="en-US" sz="1800" dirty="0"/>
              <a:t>假设不采用带外</a:t>
            </a:r>
            <a:r>
              <a:rPr lang="en-US" altLang="zh-CN" sz="1800" dirty="0"/>
              <a:t>(out-of-band)</a:t>
            </a:r>
            <a:r>
              <a:rPr lang="zh-CN" altLang="en-US" sz="1800" dirty="0"/>
              <a:t>信道进行协调，对于数据速率为</a:t>
            </a:r>
            <a:r>
              <a:rPr lang="en-US" altLang="zh-CN" sz="1800" dirty="0" err="1"/>
              <a:t>Rbps</a:t>
            </a:r>
            <a:r>
              <a:rPr lang="zh-CN" altLang="en-US" sz="1800" dirty="0"/>
              <a:t>的信道，理想的多路访问协议：</a:t>
            </a:r>
            <a:endParaRPr lang="en-US" altLang="zh-CN" sz="1800" dirty="0"/>
          </a:p>
          <a:p>
            <a:pPr lvl="1">
              <a:lnSpc>
                <a:spcPct val="100000"/>
              </a:lnSpc>
            </a:pPr>
            <a:r>
              <a:rPr lang="zh-CN" altLang="en-US" dirty="0"/>
              <a:t>如果只有一个节点发送，该节点的吞吐率为</a:t>
            </a:r>
            <a:r>
              <a:rPr lang="en-US" altLang="zh-CN" dirty="0"/>
              <a:t>R bps</a:t>
            </a:r>
          </a:p>
          <a:p>
            <a:pPr lvl="1">
              <a:lnSpc>
                <a:spcPct val="100000"/>
              </a:lnSpc>
            </a:pPr>
            <a:r>
              <a:rPr lang="zh-CN" altLang="en-US" dirty="0"/>
              <a:t>如果有</a:t>
            </a:r>
            <a:r>
              <a:rPr lang="en-US" altLang="zh-CN" dirty="0"/>
              <a:t>M</a:t>
            </a:r>
            <a:r>
              <a:rPr lang="zh-CN" altLang="en-US" dirty="0"/>
              <a:t>个节点要发送，每个节点的平均吞吐率为</a:t>
            </a:r>
            <a:r>
              <a:rPr lang="en-US" altLang="zh-CN" dirty="0"/>
              <a:t>R/M bps</a:t>
            </a:r>
          </a:p>
          <a:p>
            <a:pPr lvl="1">
              <a:lnSpc>
                <a:spcPct val="100000"/>
              </a:lnSpc>
            </a:pPr>
            <a:r>
              <a:rPr lang="zh-CN" altLang="en-US" dirty="0"/>
              <a:t>去中心化协议，不需要主节点，避免单点故障</a:t>
            </a:r>
            <a:endParaRPr lang="en-US" altLang="zh-CN" dirty="0"/>
          </a:p>
          <a:p>
            <a:pPr lvl="1">
              <a:lnSpc>
                <a:spcPct val="100000"/>
              </a:lnSpc>
            </a:pPr>
            <a:r>
              <a:rPr lang="zh-CN" altLang="en-US" dirty="0"/>
              <a:t>简单</a:t>
            </a:r>
            <a:endParaRPr lang="en-US" altLang="zh-CN" dirty="0"/>
          </a:p>
          <a:p>
            <a:pPr>
              <a:lnSpc>
                <a:spcPct val="100000"/>
              </a:lnSpc>
            </a:pPr>
            <a:r>
              <a:rPr lang="zh-CN" altLang="en-US" sz="1800" dirty="0"/>
              <a:t>三类</a:t>
            </a:r>
            <a:r>
              <a:rPr lang="en-US" altLang="zh-CN" sz="1800" dirty="0"/>
              <a:t>MAC</a:t>
            </a:r>
            <a:r>
              <a:rPr lang="zh-CN" altLang="en-US" sz="1800" dirty="0"/>
              <a:t>协议</a:t>
            </a:r>
            <a:endParaRPr lang="en-US" altLang="zh-CN" sz="1800" dirty="0"/>
          </a:p>
          <a:p>
            <a:pPr lvl="1">
              <a:lnSpc>
                <a:spcPct val="100000"/>
              </a:lnSpc>
            </a:pPr>
            <a:r>
              <a:rPr lang="zh-CN" altLang="en-US" dirty="0"/>
              <a:t>信道分割</a:t>
            </a:r>
            <a:r>
              <a:rPr lang="en-US" altLang="zh-CN" dirty="0"/>
              <a:t>(Channel Partitioning)</a:t>
            </a:r>
          </a:p>
          <a:p>
            <a:pPr lvl="2">
              <a:lnSpc>
                <a:spcPct val="100000"/>
              </a:lnSpc>
            </a:pPr>
            <a:r>
              <a:rPr lang="zh-CN" altLang="en-US" sz="1800" dirty="0"/>
              <a:t>将信道按照某种方式（时间、频率、码）分割成多个部分（子信道）</a:t>
            </a:r>
            <a:endParaRPr lang="en-US" altLang="zh-CN" sz="1800" dirty="0"/>
          </a:p>
          <a:p>
            <a:pPr lvl="2">
              <a:lnSpc>
                <a:spcPct val="100000"/>
              </a:lnSpc>
            </a:pPr>
            <a:r>
              <a:rPr lang="zh-CN" altLang="en-US" sz="1800" dirty="0"/>
              <a:t>每个节点独占使用该子信道</a:t>
            </a:r>
            <a:endParaRPr lang="en-US" altLang="zh-CN" sz="1800" dirty="0"/>
          </a:p>
          <a:p>
            <a:pPr lvl="1">
              <a:lnSpc>
                <a:spcPct val="100000"/>
              </a:lnSpc>
            </a:pPr>
            <a:r>
              <a:rPr lang="zh-CN" altLang="en-US" b="1" dirty="0">
                <a:solidFill>
                  <a:schemeClr val="accent4"/>
                </a:solidFill>
              </a:rPr>
              <a:t>随机访问</a:t>
            </a:r>
            <a:r>
              <a:rPr lang="en-US" altLang="zh-CN" b="1" dirty="0">
                <a:solidFill>
                  <a:schemeClr val="accent4"/>
                </a:solidFill>
              </a:rPr>
              <a:t>(Random Access)</a:t>
            </a:r>
          </a:p>
          <a:p>
            <a:pPr lvl="2">
              <a:lnSpc>
                <a:spcPct val="100000"/>
              </a:lnSpc>
            </a:pPr>
            <a:r>
              <a:rPr lang="zh-CN" altLang="en-US" sz="1800" dirty="0"/>
              <a:t>信道不进一步分割，节点获得访问权后使用全部的信道</a:t>
            </a:r>
            <a:endParaRPr lang="en-US" altLang="zh-CN" sz="1800" dirty="0"/>
          </a:p>
          <a:p>
            <a:pPr lvl="2">
              <a:lnSpc>
                <a:spcPct val="100000"/>
              </a:lnSpc>
            </a:pPr>
            <a:r>
              <a:rPr lang="zh-CN" altLang="en-US" sz="1800" dirty="0"/>
              <a:t>允许出现冲突</a:t>
            </a:r>
            <a:endParaRPr lang="en-US" altLang="zh-CN" sz="1800" dirty="0"/>
          </a:p>
          <a:p>
            <a:pPr lvl="2">
              <a:lnSpc>
                <a:spcPct val="100000"/>
              </a:lnSpc>
            </a:pPr>
            <a:r>
              <a:rPr lang="zh-CN" altLang="en-US" sz="1800" dirty="0"/>
              <a:t>尽量避免冲突，出现冲突时及时从冲突中恢复</a:t>
            </a:r>
            <a:endParaRPr lang="en-US" altLang="zh-CN" sz="1800" dirty="0"/>
          </a:p>
          <a:p>
            <a:pPr lvl="1">
              <a:lnSpc>
                <a:spcPct val="100000"/>
              </a:lnSpc>
            </a:pPr>
            <a:r>
              <a:rPr lang="zh-CN" altLang="en-US" dirty="0"/>
              <a:t>轮流（</a:t>
            </a:r>
            <a:r>
              <a:rPr lang="en-US" altLang="zh-CN" dirty="0"/>
              <a:t>Taking Turns)</a:t>
            </a:r>
          </a:p>
          <a:p>
            <a:pPr lvl="2">
              <a:lnSpc>
                <a:spcPct val="100000"/>
              </a:lnSpc>
            </a:pPr>
            <a:r>
              <a:rPr lang="zh-CN" altLang="en-US" sz="1800" dirty="0"/>
              <a:t>节点之间协作，轮流获得媒体的访问权</a:t>
            </a:r>
            <a:endParaRPr lang="en-US" altLang="zh-CN" sz="1800" dirty="0"/>
          </a:p>
        </p:txBody>
      </p:sp>
    </p:spTree>
    <p:extLst>
      <p:ext uri="{BB962C8B-B14F-4D97-AF65-F5344CB8AC3E}">
        <p14:creationId xmlns:p14="http://schemas.microsoft.com/office/powerpoint/2010/main" val="361370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6B191A-D8C3-1CAE-0496-6781CEA29350}"/>
              </a:ext>
            </a:extLst>
          </p:cNvPr>
          <p:cNvSpPr>
            <a:spLocks noGrp="1"/>
          </p:cNvSpPr>
          <p:nvPr>
            <p:ph type="title"/>
          </p:nvPr>
        </p:nvSpPr>
        <p:spPr/>
        <p:txBody>
          <a:bodyPr/>
          <a:lstStyle/>
          <a:p>
            <a:r>
              <a:rPr lang="zh-CN" altLang="en-US" dirty="0"/>
              <a:t>信道分割协议</a:t>
            </a:r>
          </a:p>
        </p:txBody>
      </p:sp>
      <p:sp>
        <p:nvSpPr>
          <p:cNvPr id="3" name="内容占位符 2">
            <a:extLst>
              <a:ext uri="{FF2B5EF4-FFF2-40B4-BE49-F238E27FC236}">
                <a16:creationId xmlns:a16="http://schemas.microsoft.com/office/drawing/2014/main" id="{6C12CDFB-D595-E0AE-6A63-E4DD7F6077D9}"/>
              </a:ext>
            </a:extLst>
          </p:cNvPr>
          <p:cNvSpPr>
            <a:spLocks noGrp="1"/>
          </p:cNvSpPr>
          <p:nvPr>
            <p:ph idx="1"/>
          </p:nvPr>
        </p:nvSpPr>
        <p:spPr/>
        <p:txBody>
          <a:bodyPr>
            <a:normAutofit/>
          </a:bodyPr>
          <a:lstStyle/>
          <a:p>
            <a:r>
              <a:rPr lang="zh-CN" altLang="en-US" b="1" dirty="0">
                <a:solidFill>
                  <a:srgbClr val="FF0000"/>
                </a:solidFill>
              </a:rPr>
              <a:t>物理层的</a:t>
            </a:r>
            <a:r>
              <a:rPr lang="zh-CN" altLang="zh-CN" b="1" dirty="0">
                <a:solidFill>
                  <a:srgbClr val="FF0000"/>
                </a:solidFill>
              </a:rPr>
              <a:t>多路复用</a:t>
            </a:r>
            <a:r>
              <a:rPr lang="en-US" altLang="zh-CN" b="1" dirty="0"/>
              <a:t>(</a:t>
            </a:r>
            <a:r>
              <a:rPr lang="en-US" altLang="zh-CN" dirty="0"/>
              <a:t>Multiplexing)</a:t>
            </a:r>
            <a:r>
              <a:rPr lang="zh-CN" altLang="en-US" b="1" dirty="0"/>
              <a:t>：</a:t>
            </a:r>
            <a:r>
              <a:rPr lang="zh-CN" altLang="zh-CN" dirty="0"/>
              <a:t>如何把两路或多路信号组合起来在一个物理信道上进行传输</a:t>
            </a:r>
            <a:endParaRPr lang="en-US" altLang="zh-CN" dirty="0"/>
          </a:p>
          <a:p>
            <a:pPr lvl="1"/>
            <a:r>
              <a:rPr lang="zh-CN" altLang="en-US" sz="2000" dirty="0"/>
              <a:t>频率多路复用</a:t>
            </a:r>
            <a:r>
              <a:rPr lang="en-US" altLang="zh-CN" sz="2000" dirty="0"/>
              <a:t>: </a:t>
            </a:r>
            <a:r>
              <a:rPr lang="en-US" altLang="zh-CN" sz="2000" dirty="0">
                <a:latin typeface="Microsoft YaHei" panose="020B0503020204020204" pitchFamily="34" charset="-122"/>
                <a:ea typeface="Microsoft YaHei" panose="020B0503020204020204" pitchFamily="34" charset="-122"/>
              </a:rPr>
              <a:t>Frequency Division Multiplexing</a:t>
            </a:r>
          </a:p>
          <a:p>
            <a:pPr lvl="1"/>
            <a:r>
              <a:rPr lang="zh-CN" altLang="en-US" sz="2000" dirty="0">
                <a:latin typeface="Microsoft YaHei" panose="020B0503020204020204" pitchFamily="34" charset="-122"/>
                <a:ea typeface="Microsoft YaHei" panose="020B0503020204020204" pitchFamily="34" charset="-122"/>
              </a:rPr>
              <a:t>波分多路复用</a:t>
            </a:r>
            <a:r>
              <a:rPr lang="en-US" altLang="zh-CN" sz="2000" dirty="0">
                <a:latin typeface="Microsoft YaHei" panose="020B0503020204020204" pitchFamily="34" charset="-122"/>
                <a:ea typeface="Microsoft YaHei" panose="020B0503020204020204" pitchFamily="34" charset="-122"/>
              </a:rPr>
              <a:t>: Wavelength Division Multiplexing</a:t>
            </a:r>
          </a:p>
          <a:p>
            <a:pPr lvl="1"/>
            <a:r>
              <a:rPr lang="zh-CN" altLang="en-US" sz="2000" dirty="0"/>
              <a:t>时分多路复用</a:t>
            </a:r>
            <a:r>
              <a:rPr lang="en-US" altLang="zh-CN" sz="2000" dirty="0"/>
              <a:t>: </a:t>
            </a:r>
            <a:r>
              <a:rPr lang="en-US" altLang="zh-CN" sz="2000" dirty="0">
                <a:latin typeface="Microsoft YaHei" panose="020B0503020204020204" pitchFamily="34" charset="-122"/>
                <a:ea typeface="Microsoft YaHei" panose="020B0503020204020204" pitchFamily="34" charset="-122"/>
              </a:rPr>
              <a:t>Time Division Multiplexing</a:t>
            </a:r>
          </a:p>
          <a:p>
            <a:pPr lvl="2"/>
            <a:r>
              <a:rPr lang="zh-CN" altLang="en-US" dirty="0">
                <a:latin typeface="Microsoft YaHei" panose="020B0503020204020204" pitchFamily="34" charset="-122"/>
                <a:ea typeface="Microsoft YaHei" panose="020B0503020204020204" pitchFamily="34" charset="-122"/>
              </a:rPr>
              <a:t>统计时分多路复用</a:t>
            </a:r>
            <a:r>
              <a:rPr lang="en-US" altLang="zh-CN" dirty="0">
                <a:latin typeface="Microsoft YaHei" panose="020B0503020204020204" pitchFamily="34" charset="-122"/>
                <a:ea typeface="Microsoft YaHei" panose="020B0503020204020204" pitchFamily="34" charset="-122"/>
              </a:rPr>
              <a:t>Statistical Time Division Multiplexing</a:t>
            </a:r>
            <a:endParaRPr lang="en-US" altLang="zh-CN" dirty="0"/>
          </a:p>
          <a:p>
            <a:pPr lvl="1"/>
            <a:r>
              <a:rPr lang="zh-CN" altLang="en-US" sz="2000" dirty="0"/>
              <a:t>码分多路复用</a:t>
            </a:r>
            <a:r>
              <a:rPr lang="en-US" altLang="zh-CN" sz="2000" dirty="0"/>
              <a:t>: </a:t>
            </a:r>
            <a:r>
              <a:rPr lang="en-US" altLang="zh-CN" sz="2000" dirty="0">
                <a:latin typeface="Microsoft YaHei" panose="020B0503020204020204" pitchFamily="34" charset="-122"/>
                <a:ea typeface="Microsoft YaHei" panose="020B0503020204020204" pitchFamily="34" charset="-122"/>
              </a:rPr>
              <a:t>Code Division Multiplexing</a:t>
            </a:r>
            <a:endParaRPr lang="en-US" altLang="zh-CN" sz="2000" dirty="0"/>
          </a:p>
          <a:p>
            <a:pPr lvl="1"/>
            <a:r>
              <a:rPr lang="zh-CN" altLang="en-US" sz="2000" dirty="0"/>
              <a:t>空分多路复用</a:t>
            </a:r>
            <a:r>
              <a:rPr lang="en-US" altLang="zh-CN" sz="2000" dirty="0"/>
              <a:t>: </a:t>
            </a:r>
            <a:r>
              <a:rPr lang="en-US" altLang="zh-CN" sz="2000" dirty="0">
                <a:latin typeface="Microsoft YaHei" panose="020B0503020204020204" pitchFamily="34" charset="-122"/>
                <a:ea typeface="Microsoft YaHei" panose="020B0503020204020204" pitchFamily="34" charset="-122"/>
              </a:rPr>
              <a:t>Space Division Multiplexing</a:t>
            </a:r>
            <a:endParaRPr lang="fr-FR" altLang="zh-CN" sz="2000" dirty="0">
              <a:latin typeface="Microsoft YaHei" panose="020B0503020204020204" pitchFamily="34" charset="-122"/>
              <a:ea typeface="Microsoft YaHei" panose="020B0503020204020204" pitchFamily="34" charset="-122"/>
            </a:endParaRPr>
          </a:p>
          <a:p>
            <a:pPr marL="285750" indent="-285750">
              <a:spcAft>
                <a:spcPts val="600"/>
              </a:spcAft>
              <a:buFont typeface="Arial" panose="020B0604020202020204" pitchFamily="34" charset="0"/>
              <a:buChar char="•"/>
            </a:pPr>
            <a:r>
              <a:rPr lang="zh-CN" altLang="zh-CN" b="1" dirty="0">
                <a:solidFill>
                  <a:srgbClr val="FF0000"/>
                </a:solidFill>
              </a:rPr>
              <a:t>多路访问</a:t>
            </a:r>
            <a:r>
              <a:rPr lang="zh-CN" altLang="en-US" dirty="0"/>
              <a:t>：</a:t>
            </a:r>
            <a:r>
              <a:rPr lang="zh-CN" altLang="zh-CN" dirty="0"/>
              <a:t>属于链路层，在物理层的多路复用技术的基础上怎样规范对于共享信道的访问使得</a:t>
            </a:r>
            <a:r>
              <a:rPr lang="zh-CN" altLang="zh-CN" b="1" dirty="0">
                <a:solidFill>
                  <a:srgbClr val="FF0000"/>
                </a:solidFill>
              </a:rPr>
              <a:t>多个用户可以同时共享信道</a:t>
            </a:r>
            <a:endParaRPr lang="en-US" altLang="zh-CN" b="1" dirty="0">
              <a:solidFill>
                <a:srgbClr val="FF0000"/>
              </a:solidFill>
            </a:endParaRPr>
          </a:p>
          <a:p>
            <a:pPr marL="742950" lvl="1" indent="-285750">
              <a:spcAft>
                <a:spcPts val="600"/>
              </a:spcAft>
            </a:pPr>
            <a:r>
              <a:rPr lang="zh-CN" altLang="en-US" sz="2000" dirty="0"/>
              <a:t>信道分割协议：</a:t>
            </a:r>
            <a:endParaRPr lang="en-US" altLang="zh-CN" sz="2000" dirty="0"/>
          </a:p>
          <a:p>
            <a:pPr marL="1200150" lvl="2" indent="-285750">
              <a:spcAft>
                <a:spcPts val="600"/>
              </a:spcAft>
            </a:pPr>
            <a:r>
              <a:rPr lang="zh-CN" altLang="en-US" dirty="0"/>
              <a:t>子信道</a:t>
            </a:r>
            <a:r>
              <a:rPr lang="zh-CN" altLang="en-US" u="sng" dirty="0">
                <a:solidFill>
                  <a:srgbClr val="FF0000"/>
                </a:solidFill>
              </a:rPr>
              <a:t>固定分配</a:t>
            </a:r>
            <a:r>
              <a:rPr lang="zh-CN" altLang="en-US" dirty="0"/>
              <a:t>给某一节点独享：</a:t>
            </a:r>
            <a:r>
              <a:rPr lang="en-US" altLang="zh-CN" dirty="0"/>
              <a:t>FDMA  WDMA  TDMA CDMA SDMA</a:t>
            </a:r>
          </a:p>
          <a:p>
            <a:pPr marL="1200150" lvl="2" indent="-285750">
              <a:spcAft>
                <a:spcPts val="600"/>
              </a:spcAft>
              <a:buFont typeface="Arial" panose="020B0604020202020204" pitchFamily="34" charset="0"/>
              <a:buChar char="•"/>
            </a:pPr>
            <a:r>
              <a:rPr lang="zh-CN" altLang="en-US" dirty="0"/>
              <a:t>怎样分配资源：一般采取集中式的策略，中心节点（基站）调度</a:t>
            </a:r>
            <a:endParaRPr lang="en-US" altLang="zh-CN" dirty="0"/>
          </a:p>
          <a:p>
            <a:pPr marL="1200150" lvl="2" indent="-285750">
              <a:spcAft>
                <a:spcPts val="600"/>
              </a:spcAft>
              <a:buFont typeface="Arial" panose="020B0604020202020204" pitchFamily="34" charset="0"/>
              <a:buChar char="•"/>
            </a:pPr>
            <a:r>
              <a:rPr lang="zh-CN" altLang="en-US" dirty="0"/>
              <a:t>适合于长时间、低延迟的连续负载流</a:t>
            </a:r>
            <a:endParaRPr lang="en-US" altLang="zh-CN" dirty="0"/>
          </a:p>
          <a:p>
            <a:endParaRPr lang="zh-CN" altLang="en-US" dirty="0"/>
          </a:p>
        </p:txBody>
      </p:sp>
    </p:spTree>
    <p:extLst>
      <p:ext uri="{BB962C8B-B14F-4D97-AF65-F5344CB8AC3E}">
        <p14:creationId xmlns:p14="http://schemas.microsoft.com/office/powerpoint/2010/main" val="954605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1CC3B0-07E8-083E-C918-00E06281B7CA}"/>
              </a:ext>
            </a:extLst>
          </p:cNvPr>
          <p:cNvSpPr>
            <a:spLocks noGrp="1"/>
          </p:cNvSpPr>
          <p:nvPr>
            <p:ph type="title"/>
          </p:nvPr>
        </p:nvSpPr>
        <p:spPr/>
        <p:txBody>
          <a:bodyPr/>
          <a:lstStyle/>
          <a:p>
            <a:r>
              <a:rPr lang="zh-CN" altLang="en-US" dirty="0"/>
              <a:t>信道分割协议：</a:t>
            </a:r>
            <a:r>
              <a:rPr lang="en-US" altLang="zh-CN" dirty="0"/>
              <a:t>TDMA</a:t>
            </a:r>
            <a:r>
              <a:rPr lang="zh-CN" altLang="en-US" dirty="0"/>
              <a:t>以及</a:t>
            </a:r>
            <a:r>
              <a:rPr lang="en-US" altLang="zh-CN" dirty="0"/>
              <a:t>FDMA</a:t>
            </a:r>
            <a:endParaRPr lang="zh-CN" altLang="en-US" dirty="0"/>
          </a:p>
        </p:txBody>
      </p:sp>
      <p:sp>
        <p:nvSpPr>
          <p:cNvPr id="3" name="内容占位符 2">
            <a:extLst>
              <a:ext uri="{FF2B5EF4-FFF2-40B4-BE49-F238E27FC236}">
                <a16:creationId xmlns:a16="http://schemas.microsoft.com/office/drawing/2014/main" id="{DBFB6D10-10A6-EED7-9C4A-5E371C4458AD}"/>
              </a:ext>
            </a:extLst>
          </p:cNvPr>
          <p:cNvSpPr>
            <a:spLocks noGrp="1"/>
          </p:cNvSpPr>
          <p:nvPr>
            <p:ph idx="1"/>
          </p:nvPr>
        </p:nvSpPr>
        <p:spPr>
          <a:xfrm>
            <a:off x="442913" y="728662"/>
            <a:ext cx="5263618" cy="2598737"/>
          </a:xfrm>
        </p:spPr>
        <p:txBody>
          <a:bodyPr>
            <a:noAutofit/>
          </a:bodyPr>
          <a:lstStyle/>
          <a:p>
            <a:pPr marL="0" indent="0">
              <a:buNone/>
            </a:pPr>
            <a:r>
              <a:rPr lang="en-US" altLang="zh-CN" sz="1800" b="1" dirty="0">
                <a:solidFill>
                  <a:schemeClr val="accent4"/>
                </a:solidFill>
              </a:rPr>
              <a:t>TDMA(Time Division Multiple Access)</a:t>
            </a:r>
          </a:p>
          <a:p>
            <a:r>
              <a:rPr lang="zh-CN" altLang="en-US" sz="1800" dirty="0"/>
              <a:t>信道的访问分成轮次</a:t>
            </a:r>
            <a:r>
              <a:rPr lang="en-US" altLang="zh-CN" sz="1800" dirty="0"/>
              <a:t>(round)</a:t>
            </a:r>
            <a:r>
              <a:rPr lang="zh-CN" altLang="en-US" sz="1800" dirty="0"/>
              <a:t>，称为</a:t>
            </a:r>
            <a:r>
              <a:rPr lang="en-US" altLang="zh-CN" sz="1800" dirty="0"/>
              <a:t>TDM</a:t>
            </a:r>
            <a:r>
              <a:rPr lang="zh-CN" altLang="en-US" sz="1800" dirty="0"/>
              <a:t>帧</a:t>
            </a:r>
            <a:endParaRPr lang="en-US" altLang="zh-CN" sz="1800" dirty="0"/>
          </a:p>
          <a:p>
            <a:r>
              <a:rPr lang="zh-CN" altLang="en-US" sz="1800" dirty="0"/>
              <a:t>每个轮次进一步分成多个固定长度的时槽</a:t>
            </a:r>
            <a:endParaRPr lang="en-US" altLang="zh-CN" sz="1800" dirty="0"/>
          </a:p>
          <a:p>
            <a:pPr lvl="1"/>
            <a:r>
              <a:rPr lang="zh-CN" altLang="en-US" dirty="0"/>
              <a:t>一般</a:t>
            </a:r>
            <a:r>
              <a:rPr lang="en-US" altLang="zh-CN" dirty="0"/>
              <a:t>1</a:t>
            </a:r>
            <a:r>
              <a:rPr lang="zh-CN" altLang="en-US" dirty="0"/>
              <a:t>个时槽传输</a:t>
            </a:r>
            <a:r>
              <a:rPr lang="en-US" altLang="zh-CN" dirty="0"/>
              <a:t>1</a:t>
            </a:r>
            <a:r>
              <a:rPr lang="zh-CN" altLang="en-US" dirty="0"/>
              <a:t>个分组</a:t>
            </a:r>
            <a:endParaRPr lang="en-US" altLang="zh-CN" dirty="0"/>
          </a:p>
          <a:p>
            <a:r>
              <a:rPr lang="zh-CN" altLang="en-US" sz="1800" dirty="0"/>
              <a:t>每个节点固定分配使用某个时槽</a:t>
            </a:r>
            <a:endParaRPr lang="en-US" altLang="zh-CN" sz="1800" dirty="0"/>
          </a:p>
          <a:p>
            <a:r>
              <a:rPr lang="zh-CN" altLang="en-US" sz="1800" dirty="0"/>
              <a:t>没有分配的时槽空闲</a:t>
            </a:r>
            <a:endParaRPr lang="en-US" altLang="zh-CN" sz="1800" dirty="0"/>
          </a:p>
        </p:txBody>
      </p:sp>
      <p:grpSp>
        <p:nvGrpSpPr>
          <p:cNvPr id="40" name="组合 39">
            <a:extLst>
              <a:ext uri="{FF2B5EF4-FFF2-40B4-BE49-F238E27FC236}">
                <a16:creationId xmlns:a16="http://schemas.microsoft.com/office/drawing/2014/main" id="{B48ED9E2-BA77-7C43-38BA-6AA86FE96B5F}"/>
              </a:ext>
            </a:extLst>
          </p:cNvPr>
          <p:cNvGrpSpPr/>
          <p:nvPr/>
        </p:nvGrpSpPr>
        <p:grpSpPr>
          <a:xfrm>
            <a:off x="5720678" y="2720998"/>
            <a:ext cx="6084887" cy="950897"/>
            <a:chOff x="2268401" y="4108833"/>
            <a:chExt cx="6084887" cy="950897"/>
          </a:xfrm>
        </p:grpSpPr>
        <p:sp>
          <p:nvSpPr>
            <p:cNvPr id="4" name="Line 7">
              <a:extLst>
                <a:ext uri="{FF2B5EF4-FFF2-40B4-BE49-F238E27FC236}">
                  <a16:creationId xmlns:a16="http://schemas.microsoft.com/office/drawing/2014/main" id="{2EE6AACD-3390-CA32-CC55-5E358CB7B956}"/>
                </a:ext>
              </a:extLst>
            </p:cNvPr>
            <p:cNvSpPr>
              <a:spLocks noChangeShapeType="1"/>
            </p:cNvSpPr>
            <p:nvPr/>
          </p:nvSpPr>
          <p:spPr bwMode="auto">
            <a:xfrm>
              <a:off x="2268401" y="4983530"/>
              <a:ext cx="608488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 name="Rectangle 8">
              <a:extLst>
                <a:ext uri="{FF2B5EF4-FFF2-40B4-BE49-F238E27FC236}">
                  <a16:creationId xmlns:a16="http://schemas.microsoft.com/office/drawing/2014/main" id="{3C6B2F3E-5CE9-33DF-C480-84C5F9A04B0C}"/>
                </a:ext>
              </a:extLst>
            </p:cNvPr>
            <p:cNvSpPr>
              <a:spLocks noChangeArrowheads="1"/>
            </p:cNvSpPr>
            <p:nvPr/>
          </p:nvSpPr>
          <p:spPr bwMode="auto">
            <a:xfrm>
              <a:off x="2490651" y="4756517"/>
              <a:ext cx="479425" cy="230188"/>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 name="Rectangle 10">
              <a:extLst>
                <a:ext uri="{FF2B5EF4-FFF2-40B4-BE49-F238E27FC236}">
                  <a16:creationId xmlns:a16="http://schemas.microsoft.com/office/drawing/2014/main" id="{607563E6-96E0-1AA4-84B6-50AA926A9B75}"/>
                </a:ext>
              </a:extLst>
            </p:cNvPr>
            <p:cNvSpPr>
              <a:spLocks noChangeArrowheads="1"/>
            </p:cNvSpPr>
            <p:nvPr/>
          </p:nvSpPr>
          <p:spPr bwMode="auto">
            <a:xfrm>
              <a:off x="3449501" y="4756517"/>
              <a:ext cx="479425" cy="230188"/>
            </a:xfrm>
            <a:prstGeom prst="rect">
              <a:avLst/>
            </a:prstGeom>
            <a:solidFill>
              <a:srgbClr val="FF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 name="Rectangle 11">
              <a:extLst>
                <a:ext uri="{FF2B5EF4-FFF2-40B4-BE49-F238E27FC236}">
                  <a16:creationId xmlns:a16="http://schemas.microsoft.com/office/drawing/2014/main" id="{454D3B8C-F96D-A00D-63C5-0FB3DD055D42}"/>
                </a:ext>
              </a:extLst>
            </p:cNvPr>
            <p:cNvSpPr>
              <a:spLocks noChangeArrowheads="1"/>
            </p:cNvSpPr>
            <p:nvPr/>
          </p:nvSpPr>
          <p:spPr bwMode="auto">
            <a:xfrm>
              <a:off x="3924163" y="4756517"/>
              <a:ext cx="479425" cy="230188"/>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 name="Line 13">
              <a:extLst>
                <a:ext uri="{FF2B5EF4-FFF2-40B4-BE49-F238E27FC236}">
                  <a16:creationId xmlns:a16="http://schemas.microsoft.com/office/drawing/2014/main" id="{E8F7DCE0-DC6F-EB40-0B66-F09AEF3F0338}"/>
                </a:ext>
              </a:extLst>
            </p:cNvPr>
            <p:cNvSpPr>
              <a:spLocks noChangeShapeType="1"/>
            </p:cNvSpPr>
            <p:nvPr/>
          </p:nvSpPr>
          <p:spPr bwMode="auto">
            <a:xfrm>
              <a:off x="2492238" y="4643805"/>
              <a:ext cx="0" cy="338137"/>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16">
              <a:extLst>
                <a:ext uri="{FF2B5EF4-FFF2-40B4-BE49-F238E27FC236}">
                  <a16:creationId xmlns:a16="http://schemas.microsoft.com/office/drawing/2014/main" id="{53A299AA-6876-255F-6FF1-886144F01747}"/>
                </a:ext>
              </a:extLst>
            </p:cNvPr>
            <p:cNvSpPr>
              <a:spLocks noChangeShapeType="1"/>
            </p:cNvSpPr>
            <p:nvPr/>
          </p:nvSpPr>
          <p:spPr bwMode="auto">
            <a:xfrm>
              <a:off x="5357676" y="4646980"/>
              <a:ext cx="0" cy="3381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Text Box 23">
              <a:extLst>
                <a:ext uri="{FF2B5EF4-FFF2-40B4-BE49-F238E27FC236}">
                  <a16:creationId xmlns:a16="http://schemas.microsoft.com/office/drawing/2014/main" id="{5FC74779-E7ED-BC0C-4E7B-90B12D2719E7}"/>
                </a:ext>
              </a:extLst>
            </p:cNvPr>
            <p:cNvSpPr txBox="1">
              <a:spLocks noChangeArrowheads="1"/>
            </p:cNvSpPr>
            <p:nvPr/>
          </p:nvSpPr>
          <p:spPr bwMode="auto">
            <a:xfrm>
              <a:off x="2590663" y="4723180"/>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dirty="0">
                  <a:solidFill>
                    <a:srgbClr val="FFFFFF"/>
                  </a:solidFill>
                  <a:latin typeface="Arial" charset="0"/>
                </a:rPr>
                <a:t>1</a:t>
              </a:r>
            </a:p>
          </p:txBody>
        </p:sp>
        <p:sp>
          <p:nvSpPr>
            <p:cNvPr id="11" name="Text Box 24">
              <a:extLst>
                <a:ext uri="{FF2B5EF4-FFF2-40B4-BE49-F238E27FC236}">
                  <a16:creationId xmlns:a16="http://schemas.microsoft.com/office/drawing/2014/main" id="{43A63610-C2BB-1ED1-CCD1-9FCEBE0FFE88}"/>
                </a:ext>
              </a:extLst>
            </p:cNvPr>
            <p:cNvSpPr txBox="1">
              <a:spLocks noChangeArrowheads="1"/>
            </p:cNvSpPr>
            <p:nvPr/>
          </p:nvSpPr>
          <p:spPr bwMode="auto">
            <a:xfrm>
              <a:off x="3536813" y="4708892"/>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dirty="0">
                  <a:solidFill>
                    <a:srgbClr val="FFFFFF"/>
                  </a:solidFill>
                  <a:latin typeface="Arial" charset="0"/>
                </a:rPr>
                <a:t>3</a:t>
              </a:r>
            </a:p>
          </p:txBody>
        </p:sp>
        <p:sp>
          <p:nvSpPr>
            <p:cNvPr id="12" name="Text Box 25">
              <a:extLst>
                <a:ext uri="{FF2B5EF4-FFF2-40B4-BE49-F238E27FC236}">
                  <a16:creationId xmlns:a16="http://schemas.microsoft.com/office/drawing/2014/main" id="{3CCF8746-7096-F69C-731C-029BA2EB3FB0}"/>
                </a:ext>
              </a:extLst>
            </p:cNvPr>
            <p:cNvSpPr txBox="1">
              <a:spLocks noChangeArrowheads="1"/>
            </p:cNvSpPr>
            <p:nvPr/>
          </p:nvSpPr>
          <p:spPr bwMode="auto">
            <a:xfrm>
              <a:off x="4001951" y="4715242"/>
              <a:ext cx="2968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dirty="0">
                  <a:solidFill>
                    <a:srgbClr val="FFFFFF"/>
                  </a:solidFill>
                  <a:latin typeface="Arial" charset="0"/>
                </a:rPr>
                <a:t>4</a:t>
              </a:r>
            </a:p>
          </p:txBody>
        </p:sp>
        <p:sp>
          <p:nvSpPr>
            <p:cNvPr id="13" name="Rectangle 26">
              <a:extLst>
                <a:ext uri="{FF2B5EF4-FFF2-40B4-BE49-F238E27FC236}">
                  <a16:creationId xmlns:a16="http://schemas.microsoft.com/office/drawing/2014/main" id="{DC79DDAF-8702-2674-B7B0-BAE33E12C031}"/>
                </a:ext>
              </a:extLst>
            </p:cNvPr>
            <p:cNvSpPr>
              <a:spLocks noChangeArrowheads="1"/>
            </p:cNvSpPr>
            <p:nvPr/>
          </p:nvSpPr>
          <p:spPr bwMode="auto">
            <a:xfrm>
              <a:off x="5348151" y="4751755"/>
              <a:ext cx="479425" cy="230187"/>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 name="Rectangle 27">
              <a:extLst>
                <a:ext uri="{FF2B5EF4-FFF2-40B4-BE49-F238E27FC236}">
                  <a16:creationId xmlns:a16="http://schemas.microsoft.com/office/drawing/2014/main" id="{69379BA0-8B84-BDEC-6915-A674AEC8A658}"/>
                </a:ext>
              </a:extLst>
            </p:cNvPr>
            <p:cNvSpPr>
              <a:spLocks noChangeArrowheads="1"/>
            </p:cNvSpPr>
            <p:nvPr/>
          </p:nvSpPr>
          <p:spPr bwMode="auto">
            <a:xfrm>
              <a:off x="6307001" y="4751755"/>
              <a:ext cx="479425" cy="230187"/>
            </a:xfrm>
            <a:prstGeom prst="rect">
              <a:avLst/>
            </a:prstGeom>
            <a:solidFill>
              <a:srgbClr val="FF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 name="Rectangle 28">
              <a:extLst>
                <a:ext uri="{FF2B5EF4-FFF2-40B4-BE49-F238E27FC236}">
                  <a16:creationId xmlns:a16="http://schemas.microsoft.com/office/drawing/2014/main" id="{D4323E3D-B669-4164-DDF2-41E47971B9ED}"/>
                </a:ext>
              </a:extLst>
            </p:cNvPr>
            <p:cNvSpPr>
              <a:spLocks noChangeArrowheads="1"/>
            </p:cNvSpPr>
            <p:nvPr/>
          </p:nvSpPr>
          <p:spPr bwMode="auto">
            <a:xfrm>
              <a:off x="6781663" y="4751755"/>
              <a:ext cx="479425" cy="230187"/>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 name="Line 29">
              <a:extLst>
                <a:ext uri="{FF2B5EF4-FFF2-40B4-BE49-F238E27FC236}">
                  <a16:creationId xmlns:a16="http://schemas.microsoft.com/office/drawing/2014/main" id="{FCE2F6CA-5BC2-3935-A720-C9A4F622C55F}"/>
                </a:ext>
              </a:extLst>
            </p:cNvPr>
            <p:cNvSpPr>
              <a:spLocks noChangeShapeType="1"/>
            </p:cNvSpPr>
            <p:nvPr/>
          </p:nvSpPr>
          <p:spPr bwMode="auto">
            <a:xfrm>
              <a:off x="5349738" y="4639042"/>
              <a:ext cx="0" cy="338138"/>
            </a:xfrm>
            <a:prstGeom prst="line">
              <a:avLst/>
            </a:prstGeom>
            <a:noFill/>
            <a:ln w="381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 name="Text Box 30">
              <a:extLst>
                <a:ext uri="{FF2B5EF4-FFF2-40B4-BE49-F238E27FC236}">
                  <a16:creationId xmlns:a16="http://schemas.microsoft.com/office/drawing/2014/main" id="{22648DC9-A161-C3CC-36CF-0E51601FE7BF}"/>
                </a:ext>
              </a:extLst>
            </p:cNvPr>
            <p:cNvSpPr txBox="1">
              <a:spLocks noChangeArrowheads="1"/>
            </p:cNvSpPr>
            <p:nvPr/>
          </p:nvSpPr>
          <p:spPr bwMode="auto">
            <a:xfrm>
              <a:off x="5448163" y="4718417"/>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dirty="0">
                  <a:solidFill>
                    <a:srgbClr val="FFFFFF"/>
                  </a:solidFill>
                  <a:latin typeface="Arial" charset="0"/>
                </a:rPr>
                <a:t>1</a:t>
              </a:r>
            </a:p>
          </p:txBody>
        </p:sp>
        <p:sp>
          <p:nvSpPr>
            <p:cNvPr id="18" name="Text Box 31">
              <a:extLst>
                <a:ext uri="{FF2B5EF4-FFF2-40B4-BE49-F238E27FC236}">
                  <a16:creationId xmlns:a16="http://schemas.microsoft.com/office/drawing/2014/main" id="{3E78CAA3-772E-0340-1FEE-153C8975C687}"/>
                </a:ext>
              </a:extLst>
            </p:cNvPr>
            <p:cNvSpPr txBox="1">
              <a:spLocks noChangeArrowheads="1"/>
            </p:cNvSpPr>
            <p:nvPr/>
          </p:nvSpPr>
          <p:spPr bwMode="auto">
            <a:xfrm>
              <a:off x="6394313" y="4704130"/>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dirty="0">
                  <a:solidFill>
                    <a:srgbClr val="FFFFFF"/>
                  </a:solidFill>
                  <a:latin typeface="Arial" charset="0"/>
                </a:rPr>
                <a:t>3</a:t>
              </a:r>
            </a:p>
          </p:txBody>
        </p:sp>
        <p:sp>
          <p:nvSpPr>
            <p:cNvPr id="19" name="Text Box 32">
              <a:extLst>
                <a:ext uri="{FF2B5EF4-FFF2-40B4-BE49-F238E27FC236}">
                  <a16:creationId xmlns:a16="http://schemas.microsoft.com/office/drawing/2014/main" id="{0C58E90A-0DA7-3516-27E7-B488C07D5FB8}"/>
                </a:ext>
              </a:extLst>
            </p:cNvPr>
            <p:cNvSpPr txBox="1">
              <a:spLocks noChangeArrowheads="1"/>
            </p:cNvSpPr>
            <p:nvPr/>
          </p:nvSpPr>
          <p:spPr bwMode="auto">
            <a:xfrm>
              <a:off x="6859451" y="4710480"/>
              <a:ext cx="2968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dirty="0">
                  <a:solidFill>
                    <a:srgbClr val="FFFFFF"/>
                  </a:solidFill>
                  <a:latin typeface="Arial" charset="0"/>
                </a:rPr>
                <a:t>4</a:t>
              </a:r>
            </a:p>
          </p:txBody>
        </p:sp>
        <p:sp>
          <p:nvSpPr>
            <p:cNvPr id="20" name="Line 34">
              <a:extLst>
                <a:ext uri="{FF2B5EF4-FFF2-40B4-BE49-F238E27FC236}">
                  <a16:creationId xmlns:a16="http://schemas.microsoft.com/office/drawing/2014/main" id="{5EFDDE5C-22DB-403B-39E5-6DC47AF7A064}"/>
                </a:ext>
              </a:extLst>
            </p:cNvPr>
            <p:cNvSpPr>
              <a:spLocks noChangeShapeType="1"/>
            </p:cNvSpPr>
            <p:nvPr/>
          </p:nvSpPr>
          <p:spPr bwMode="auto">
            <a:xfrm>
              <a:off x="2973251" y="4748580"/>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 name="Line 35">
              <a:extLst>
                <a:ext uri="{FF2B5EF4-FFF2-40B4-BE49-F238E27FC236}">
                  <a16:creationId xmlns:a16="http://schemas.microsoft.com/office/drawing/2014/main" id="{20F067AE-63DC-0EDF-F7E6-8F18235E7469}"/>
                </a:ext>
              </a:extLst>
            </p:cNvPr>
            <p:cNvSpPr>
              <a:spLocks noChangeShapeType="1"/>
            </p:cNvSpPr>
            <p:nvPr/>
          </p:nvSpPr>
          <p:spPr bwMode="auto">
            <a:xfrm>
              <a:off x="3449501" y="4753342"/>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2" name="Line 36">
              <a:extLst>
                <a:ext uri="{FF2B5EF4-FFF2-40B4-BE49-F238E27FC236}">
                  <a16:creationId xmlns:a16="http://schemas.microsoft.com/office/drawing/2014/main" id="{347A459F-D6D1-312E-E8A4-98B14BFBE8C8}"/>
                </a:ext>
              </a:extLst>
            </p:cNvPr>
            <p:cNvSpPr>
              <a:spLocks noChangeShapeType="1"/>
            </p:cNvSpPr>
            <p:nvPr/>
          </p:nvSpPr>
          <p:spPr bwMode="auto">
            <a:xfrm>
              <a:off x="3925751" y="4753342"/>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3" name="Line 37">
              <a:extLst>
                <a:ext uri="{FF2B5EF4-FFF2-40B4-BE49-F238E27FC236}">
                  <a16:creationId xmlns:a16="http://schemas.microsoft.com/office/drawing/2014/main" id="{8D30A059-1C7A-C4BF-0F79-3324EF87DDDA}"/>
                </a:ext>
              </a:extLst>
            </p:cNvPr>
            <p:cNvSpPr>
              <a:spLocks noChangeShapeType="1"/>
            </p:cNvSpPr>
            <p:nvPr/>
          </p:nvSpPr>
          <p:spPr bwMode="auto">
            <a:xfrm>
              <a:off x="4402001" y="4753342"/>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4" name="Line 38">
              <a:extLst>
                <a:ext uri="{FF2B5EF4-FFF2-40B4-BE49-F238E27FC236}">
                  <a16:creationId xmlns:a16="http://schemas.microsoft.com/office/drawing/2014/main" id="{6239C5BF-58B4-BEB8-DEE1-A2DEB709D5ED}"/>
                </a:ext>
              </a:extLst>
            </p:cNvPr>
            <p:cNvSpPr>
              <a:spLocks noChangeShapeType="1"/>
            </p:cNvSpPr>
            <p:nvPr/>
          </p:nvSpPr>
          <p:spPr bwMode="auto">
            <a:xfrm>
              <a:off x="4883013" y="4743817"/>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5" name="Line 39">
              <a:extLst>
                <a:ext uri="{FF2B5EF4-FFF2-40B4-BE49-F238E27FC236}">
                  <a16:creationId xmlns:a16="http://schemas.microsoft.com/office/drawing/2014/main" id="{9702165F-0003-7621-BF85-763BE752E075}"/>
                </a:ext>
              </a:extLst>
            </p:cNvPr>
            <p:cNvSpPr>
              <a:spLocks noChangeShapeType="1"/>
            </p:cNvSpPr>
            <p:nvPr/>
          </p:nvSpPr>
          <p:spPr bwMode="auto">
            <a:xfrm>
              <a:off x="5830751" y="4748580"/>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6" name="Line 40">
              <a:extLst>
                <a:ext uri="{FF2B5EF4-FFF2-40B4-BE49-F238E27FC236}">
                  <a16:creationId xmlns:a16="http://schemas.microsoft.com/office/drawing/2014/main" id="{EA202040-ADD8-7E52-7C49-75814721FC4E}"/>
                </a:ext>
              </a:extLst>
            </p:cNvPr>
            <p:cNvSpPr>
              <a:spLocks noChangeShapeType="1"/>
            </p:cNvSpPr>
            <p:nvPr/>
          </p:nvSpPr>
          <p:spPr bwMode="auto">
            <a:xfrm>
              <a:off x="6778488" y="4743817"/>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7" name="Line 41">
              <a:extLst>
                <a:ext uri="{FF2B5EF4-FFF2-40B4-BE49-F238E27FC236}">
                  <a16:creationId xmlns:a16="http://schemas.microsoft.com/office/drawing/2014/main" id="{08D965BD-682C-A4BC-A6C7-AF5ECB8B783F}"/>
                </a:ext>
              </a:extLst>
            </p:cNvPr>
            <p:cNvSpPr>
              <a:spLocks noChangeShapeType="1"/>
            </p:cNvSpPr>
            <p:nvPr/>
          </p:nvSpPr>
          <p:spPr bwMode="auto">
            <a:xfrm>
              <a:off x="7726226" y="4739055"/>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8" name="Line 42">
              <a:extLst>
                <a:ext uri="{FF2B5EF4-FFF2-40B4-BE49-F238E27FC236}">
                  <a16:creationId xmlns:a16="http://schemas.microsoft.com/office/drawing/2014/main" id="{0893CFB8-B75D-23EB-3CDD-B921B4E236C0}"/>
                </a:ext>
              </a:extLst>
            </p:cNvPr>
            <p:cNvSpPr>
              <a:spLocks noChangeShapeType="1"/>
            </p:cNvSpPr>
            <p:nvPr/>
          </p:nvSpPr>
          <p:spPr bwMode="auto">
            <a:xfrm>
              <a:off x="7259501" y="4748580"/>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9" name="Line 43">
              <a:extLst>
                <a:ext uri="{FF2B5EF4-FFF2-40B4-BE49-F238E27FC236}">
                  <a16:creationId xmlns:a16="http://schemas.microsoft.com/office/drawing/2014/main" id="{C9AF8597-A35A-7A93-87D4-587DB6690262}"/>
                </a:ext>
              </a:extLst>
            </p:cNvPr>
            <p:cNvSpPr>
              <a:spLocks noChangeShapeType="1"/>
            </p:cNvSpPr>
            <p:nvPr/>
          </p:nvSpPr>
          <p:spPr bwMode="auto">
            <a:xfrm>
              <a:off x="8207238" y="4653330"/>
              <a:ext cx="0" cy="338137"/>
            </a:xfrm>
            <a:prstGeom prst="line">
              <a:avLst/>
            </a:prstGeom>
            <a:noFill/>
            <a:ln w="381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 name="Line 44">
              <a:extLst>
                <a:ext uri="{FF2B5EF4-FFF2-40B4-BE49-F238E27FC236}">
                  <a16:creationId xmlns:a16="http://schemas.microsoft.com/office/drawing/2014/main" id="{B4BBAD0C-7027-FE9D-B00E-2197D585B1F2}"/>
                </a:ext>
              </a:extLst>
            </p:cNvPr>
            <p:cNvSpPr>
              <a:spLocks noChangeShapeType="1"/>
            </p:cNvSpPr>
            <p:nvPr/>
          </p:nvSpPr>
          <p:spPr bwMode="auto">
            <a:xfrm>
              <a:off x="6307001" y="4748580"/>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 name="Text Box 45">
              <a:extLst>
                <a:ext uri="{FF2B5EF4-FFF2-40B4-BE49-F238E27FC236}">
                  <a16:creationId xmlns:a16="http://schemas.microsoft.com/office/drawing/2014/main" id="{68B2AD7E-9A16-6AA3-244D-282407D8B1A1}"/>
                </a:ext>
              </a:extLst>
            </p:cNvPr>
            <p:cNvSpPr txBox="1">
              <a:spLocks noChangeArrowheads="1"/>
            </p:cNvSpPr>
            <p:nvPr/>
          </p:nvSpPr>
          <p:spPr bwMode="auto">
            <a:xfrm>
              <a:off x="3305430" y="4108833"/>
              <a:ext cx="121219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i="0" dirty="0">
                  <a:solidFill>
                    <a:srgbClr val="000000"/>
                  </a:solidFill>
                  <a:latin typeface="Arial" charset="0"/>
                </a:rPr>
                <a:t>6-slot</a:t>
              </a:r>
            </a:p>
            <a:p>
              <a:pPr algn="ctr" eaLnBrk="0" fontAlgn="base" hangingPunct="0">
                <a:spcBef>
                  <a:spcPct val="0"/>
                </a:spcBef>
                <a:spcAft>
                  <a:spcPct val="0"/>
                </a:spcAft>
                <a:defRPr/>
              </a:pPr>
              <a:r>
                <a:rPr lang="en-US" altLang="zh-CN" sz="1600" i="0" dirty="0">
                  <a:solidFill>
                    <a:srgbClr val="000000"/>
                  </a:solidFill>
                  <a:latin typeface="Arial" charset="0"/>
                </a:rPr>
                <a:t>TDM </a:t>
              </a:r>
              <a:r>
                <a:rPr lang="en-US" sz="1600" i="0" dirty="0">
                  <a:solidFill>
                    <a:srgbClr val="000000"/>
                  </a:solidFill>
                  <a:latin typeface="Arial" charset="0"/>
                </a:rPr>
                <a:t>frame</a:t>
              </a:r>
            </a:p>
          </p:txBody>
        </p:sp>
        <p:sp>
          <p:nvSpPr>
            <p:cNvPr id="32" name="Line 46">
              <a:extLst>
                <a:ext uri="{FF2B5EF4-FFF2-40B4-BE49-F238E27FC236}">
                  <a16:creationId xmlns:a16="http://schemas.microsoft.com/office/drawing/2014/main" id="{D5070782-435A-91ED-3567-A1DD252C5E3F}"/>
                </a:ext>
              </a:extLst>
            </p:cNvPr>
            <p:cNvSpPr>
              <a:spLocks noChangeShapeType="1"/>
            </p:cNvSpPr>
            <p:nvPr/>
          </p:nvSpPr>
          <p:spPr bwMode="auto">
            <a:xfrm flipV="1">
              <a:off x="4481374" y="4461242"/>
              <a:ext cx="855663" cy="158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3" name="Line 47">
              <a:extLst>
                <a:ext uri="{FF2B5EF4-FFF2-40B4-BE49-F238E27FC236}">
                  <a16:creationId xmlns:a16="http://schemas.microsoft.com/office/drawing/2014/main" id="{1F8E24CB-1BAD-B134-3EA7-501CEC041C3B}"/>
                </a:ext>
              </a:extLst>
            </p:cNvPr>
            <p:cNvSpPr>
              <a:spLocks noChangeShapeType="1"/>
            </p:cNvSpPr>
            <p:nvPr/>
          </p:nvSpPr>
          <p:spPr bwMode="auto">
            <a:xfrm flipH="1">
              <a:off x="2503351" y="4456479"/>
              <a:ext cx="785814" cy="1"/>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 name="Line 48">
              <a:extLst>
                <a:ext uri="{FF2B5EF4-FFF2-40B4-BE49-F238E27FC236}">
                  <a16:creationId xmlns:a16="http://schemas.microsoft.com/office/drawing/2014/main" id="{D5D26F51-434D-307F-7A86-28D094C0ABD6}"/>
                </a:ext>
              </a:extLst>
            </p:cNvPr>
            <p:cNvSpPr>
              <a:spLocks noChangeShapeType="1"/>
            </p:cNvSpPr>
            <p:nvPr/>
          </p:nvSpPr>
          <p:spPr bwMode="auto">
            <a:xfrm>
              <a:off x="2482713" y="4369167"/>
              <a:ext cx="0" cy="304800"/>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 name="Line 49">
              <a:extLst>
                <a:ext uri="{FF2B5EF4-FFF2-40B4-BE49-F238E27FC236}">
                  <a16:creationId xmlns:a16="http://schemas.microsoft.com/office/drawing/2014/main" id="{C8BBAB49-0580-92EA-1185-9EF6BB6B48FF}"/>
                </a:ext>
              </a:extLst>
            </p:cNvPr>
            <p:cNvSpPr>
              <a:spLocks noChangeShapeType="1"/>
            </p:cNvSpPr>
            <p:nvPr/>
          </p:nvSpPr>
          <p:spPr bwMode="auto">
            <a:xfrm>
              <a:off x="5341801" y="4359642"/>
              <a:ext cx="0" cy="304800"/>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9" name="Line 55">
              <a:extLst>
                <a:ext uri="{FF2B5EF4-FFF2-40B4-BE49-F238E27FC236}">
                  <a16:creationId xmlns:a16="http://schemas.microsoft.com/office/drawing/2014/main" id="{BFB2567E-9225-F158-4271-C7CAFBF92D77}"/>
                </a:ext>
              </a:extLst>
            </p:cNvPr>
            <p:cNvSpPr>
              <a:spLocks noChangeShapeType="1"/>
            </p:cNvSpPr>
            <p:nvPr/>
          </p:nvSpPr>
          <p:spPr bwMode="auto">
            <a:xfrm>
              <a:off x="8205651" y="4332655"/>
              <a:ext cx="0" cy="304800"/>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 name="Text Box 45">
              <a:extLst>
                <a:ext uri="{FF2B5EF4-FFF2-40B4-BE49-F238E27FC236}">
                  <a16:creationId xmlns:a16="http://schemas.microsoft.com/office/drawing/2014/main" id="{38E6FBA4-9BE7-839D-8287-DFD32720FB94}"/>
                </a:ext>
              </a:extLst>
            </p:cNvPr>
            <p:cNvSpPr txBox="1">
              <a:spLocks noChangeArrowheads="1"/>
            </p:cNvSpPr>
            <p:nvPr/>
          </p:nvSpPr>
          <p:spPr bwMode="auto">
            <a:xfrm>
              <a:off x="6167693" y="4112102"/>
              <a:ext cx="121219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i="0" dirty="0">
                  <a:solidFill>
                    <a:srgbClr val="000000"/>
                  </a:solidFill>
                  <a:latin typeface="Arial" charset="0"/>
                </a:rPr>
                <a:t>6-slot</a:t>
              </a:r>
            </a:p>
            <a:p>
              <a:pPr algn="ctr" eaLnBrk="0" fontAlgn="base" hangingPunct="0">
                <a:spcBef>
                  <a:spcPct val="0"/>
                </a:spcBef>
                <a:spcAft>
                  <a:spcPct val="0"/>
                </a:spcAft>
                <a:defRPr/>
              </a:pPr>
              <a:r>
                <a:rPr lang="en-US" altLang="zh-CN" sz="1600" i="0" dirty="0">
                  <a:solidFill>
                    <a:srgbClr val="000000"/>
                  </a:solidFill>
                  <a:latin typeface="Arial" charset="0"/>
                </a:rPr>
                <a:t>TDM </a:t>
              </a:r>
              <a:r>
                <a:rPr lang="en-US" sz="1600" i="0" dirty="0">
                  <a:solidFill>
                    <a:srgbClr val="000000"/>
                  </a:solidFill>
                  <a:latin typeface="Arial" charset="0"/>
                </a:rPr>
                <a:t>frame</a:t>
              </a:r>
            </a:p>
          </p:txBody>
        </p:sp>
        <p:sp>
          <p:nvSpPr>
            <p:cNvPr id="44" name="Line 46">
              <a:extLst>
                <a:ext uri="{FF2B5EF4-FFF2-40B4-BE49-F238E27FC236}">
                  <a16:creationId xmlns:a16="http://schemas.microsoft.com/office/drawing/2014/main" id="{A74C4204-C619-DBC2-D5E9-0E90E03A8B2E}"/>
                </a:ext>
              </a:extLst>
            </p:cNvPr>
            <p:cNvSpPr>
              <a:spLocks noChangeShapeType="1"/>
            </p:cNvSpPr>
            <p:nvPr/>
          </p:nvSpPr>
          <p:spPr bwMode="auto">
            <a:xfrm flipV="1">
              <a:off x="7343637" y="4464511"/>
              <a:ext cx="855663" cy="158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5" name="Line 47">
              <a:extLst>
                <a:ext uri="{FF2B5EF4-FFF2-40B4-BE49-F238E27FC236}">
                  <a16:creationId xmlns:a16="http://schemas.microsoft.com/office/drawing/2014/main" id="{E022B794-AD1D-299D-01F8-91048F82BB5B}"/>
                </a:ext>
              </a:extLst>
            </p:cNvPr>
            <p:cNvSpPr>
              <a:spLocks noChangeShapeType="1"/>
            </p:cNvSpPr>
            <p:nvPr/>
          </p:nvSpPr>
          <p:spPr bwMode="auto">
            <a:xfrm flipH="1">
              <a:off x="5365614" y="4459748"/>
              <a:ext cx="785814" cy="1"/>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6" name="内容占位符 2">
            <a:extLst>
              <a:ext uri="{FF2B5EF4-FFF2-40B4-BE49-F238E27FC236}">
                <a16:creationId xmlns:a16="http://schemas.microsoft.com/office/drawing/2014/main" id="{A0ED6BBB-53F2-E49A-3BF3-263EFF9707CF}"/>
              </a:ext>
            </a:extLst>
          </p:cNvPr>
          <p:cNvSpPr txBox="1">
            <a:spLocks/>
          </p:cNvSpPr>
          <p:nvPr/>
        </p:nvSpPr>
        <p:spPr>
          <a:xfrm>
            <a:off x="6725179" y="742540"/>
            <a:ext cx="5263618" cy="259873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solidFill>
                  <a:schemeClr val="accent4"/>
                </a:solidFill>
              </a:rPr>
              <a:t>FDMA(Frequency Division Multiple Access)</a:t>
            </a:r>
          </a:p>
          <a:p>
            <a:r>
              <a:rPr lang="zh-CN" altLang="en-US" sz="1800" dirty="0"/>
              <a:t>信道按照频率分成多个频带</a:t>
            </a:r>
            <a:endParaRPr lang="en-US" altLang="zh-CN" sz="1800" dirty="0"/>
          </a:p>
          <a:p>
            <a:r>
              <a:rPr lang="zh-CN" altLang="en-US" sz="1800" dirty="0"/>
              <a:t>每个节点固定分配使用某个频带</a:t>
            </a:r>
            <a:endParaRPr lang="en-US" altLang="zh-CN" sz="1800" dirty="0"/>
          </a:p>
          <a:p>
            <a:r>
              <a:rPr lang="zh-CN" altLang="en-US" sz="1800" dirty="0"/>
              <a:t>没有分配的频带空闲</a:t>
            </a:r>
            <a:endParaRPr lang="en-US" altLang="zh-CN" sz="1800" dirty="0"/>
          </a:p>
        </p:txBody>
      </p:sp>
      <p:grpSp>
        <p:nvGrpSpPr>
          <p:cNvPr id="77" name="组合 76">
            <a:extLst>
              <a:ext uri="{FF2B5EF4-FFF2-40B4-BE49-F238E27FC236}">
                <a16:creationId xmlns:a16="http://schemas.microsoft.com/office/drawing/2014/main" id="{120CC345-9A01-346B-3FB5-1404E12E85BA}"/>
              </a:ext>
            </a:extLst>
          </p:cNvPr>
          <p:cNvGrpSpPr/>
          <p:nvPr/>
        </p:nvGrpSpPr>
        <p:grpSpPr>
          <a:xfrm>
            <a:off x="4664997" y="4320500"/>
            <a:ext cx="7377112" cy="2251075"/>
            <a:chOff x="4580721" y="4208728"/>
            <a:chExt cx="7377112" cy="2251075"/>
          </a:xfrm>
        </p:grpSpPr>
        <p:sp>
          <p:nvSpPr>
            <p:cNvPr id="47" name="Rectangle 4">
              <a:extLst>
                <a:ext uri="{FF2B5EF4-FFF2-40B4-BE49-F238E27FC236}">
                  <a16:creationId xmlns:a16="http://schemas.microsoft.com/office/drawing/2014/main" id="{1D4454A7-DFBA-0125-BC7B-D96C701E4CC5}"/>
                </a:ext>
              </a:extLst>
            </p:cNvPr>
            <p:cNvSpPr>
              <a:spLocks noChangeArrowheads="1"/>
            </p:cNvSpPr>
            <p:nvPr/>
          </p:nvSpPr>
          <p:spPr bwMode="auto">
            <a:xfrm>
              <a:off x="8914596" y="4208728"/>
              <a:ext cx="627062" cy="2251075"/>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8" name="Line 5">
              <a:extLst>
                <a:ext uri="{FF2B5EF4-FFF2-40B4-BE49-F238E27FC236}">
                  <a16:creationId xmlns:a16="http://schemas.microsoft.com/office/drawing/2014/main" id="{287EA680-9DED-B7B3-FD69-FB6B31D76BA6}"/>
                </a:ext>
              </a:extLst>
            </p:cNvPr>
            <p:cNvSpPr>
              <a:spLocks noChangeShapeType="1"/>
            </p:cNvSpPr>
            <p:nvPr/>
          </p:nvSpPr>
          <p:spPr bwMode="auto">
            <a:xfrm flipV="1">
              <a:off x="8913008" y="5313628"/>
              <a:ext cx="622300" cy="15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9" name="Line 6">
              <a:extLst>
                <a:ext uri="{FF2B5EF4-FFF2-40B4-BE49-F238E27FC236}">
                  <a16:creationId xmlns:a16="http://schemas.microsoft.com/office/drawing/2014/main" id="{A3445485-6932-2DA4-F1DB-DB546FBF2EFC}"/>
                </a:ext>
              </a:extLst>
            </p:cNvPr>
            <p:cNvSpPr>
              <a:spLocks noChangeShapeType="1"/>
            </p:cNvSpPr>
            <p:nvPr/>
          </p:nvSpPr>
          <p:spPr bwMode="auto">
            <a:xfrm flipV="1">
              <a:off x="8908246" y="5705740"/>
              <a:ext cx="631825" cy="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0" name="Line 7">
              <a:extLst>
                <a:ext uri="{FF2B5EF4-FFF2-40B4-BE49-F238E27FC236}">
                  <a16:creationId xmlns:a16="http://schemas.microsoft.com/office/drawing/2014/main" id="{EFB869C1-F48F-C815-515F-C732314EFD94}"/>
                </a:ext>
              </a:extLst>
            </p:cNvPr>
            <p:cNvSpPr>
              <a:spLocks noChangeShapeType="1"/>
            </p:cNvSpPr>
            <p:nvPr/>
          </p:nvSpPr>
          <p:spPr bwMode="auto">
            <a:xfrm flipV="1">
              <a:off x="8913008" y="6091503"/>
              <a:ext cx="627063" cy="15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1" name="Line 8">
              <a:extLst>
                <a:ext uri="{FF2B5EF4-FFF2-40B4-BE49-F238E27FC236}">
                  <a16:creationId xmlns:a16="http://schemas.microsoft.com/office/drawing/2014/main" id="{A732037A-42AD-C810-B5D7-03095DE2D359}"/>
                </a:ext>
              </a:extLst>
            </p:cNvPr>
            <p:cNvSpPr>
              <a:spLocks noChangeShapeType="1"/>
            </p:cNvSpPr>
            <p:nvPr/>
          </p:nvSpPr>
          <p:spPr bwMode="auto">
            <a:xfrm flipV="1">
              <a:off x="8908246" y="4927865"/>
              <a:ext cx="631825" cy="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2" name="Line 9">
              <a:extLst>
                <a:ext uri="{FF2B5EF4-FFF2-40B4-BE49-F238E27FC236}">
                  <a16:creationId xmlns:a16="http://schemas.microsoft.com/office/drawing/2014/main" id="{05EC51CC-F572-B035-0B5D-317083C6F20C}"/>
                </a:ext>
              </a:extLst>
            </p:cNvPr>
            <p:cNvSpPr>
              <a:spLocks noChangeShapeType="1"/>
            </p:cNvSpPr>
            <p:nvPr/>
          </p:nvSpPr>
          <p:spPr bwMode="auto">
            <a:xfrm flipV="1">
              <a:off x="8913008" y="4542103"/>
              <a:ext cx="631825" cy="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 name="Line 11">
              <a:extLst>
                <a:ext uri="{FF2B5EF4-FFF2-40B4-BE49-F238E27FC236}">
                  <a16:creationId xmlns:a16="http://schemas.microsoft.com/office/drawing/2014/main" id="{342CD3BF-DB05-E272-B322-4247A0D95523}"/>
                </a:ext>
              </a:extLst>
            </p:cNvPr>
            <p:cNvSpPr>
              <a:spLocks noChangeShapeType="1"/>
            </p:cNvSpPr>
            <p:nvPr/>
          </p:nvSpPr>
          <p:spPr bwMode="auto">
            <a:xfrm>
              <a:off x="9633733" y="4481778"/>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 name="Freeform 12">
              <a:extLst>
                <a:ext uri="{FF2B5EF4-FFF2-40B4-BE49-F238E27FC236}">
                  <a16:creationId xmlns:a16="http://schemas.microsoft.com/office/drawing/2014/main" id="{EBD3E102-B082-4AAB-10CA-2006195DB06B}"/>
                </a:ext>
              </a:extLst>
            </p:cNvPr>
            <p:cNvSpPr>
              <a:spLocks/>
            </p:cNvSpPr>
            <p:nvPr/>
          </p:nvSpPr>
          <p:spPr bwMode="auto">
            <a:xfrm>
              <a:off x="9781371" y="4362715"/>
              <a:ext cx="1728787"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3333CC"/>
            </a:solidFill>
            <a:ln w="19050"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 name="Line 13">
              <a:extLst>
                <a:ext uri="{FF2B5EF4-FFF2-40B4-BE49-F238E27FC236}">
                  <a16:creationId xmlns:a16="http://schemas.microsoft.com/office/drawing/2014/main" id="{87904E32-F073-A090-8559-780CE7F06392}"/>
                </a:ext>
              </a:extLst>
            </p:cNvPr>
            <p:cNvSpPr>
              <a:spLocks noChangeShapeType="1"/>
            </p:cNvSpPr>
            <p:nvPr/>
          </p:nvSpPr>
          <p:spPr bwMode="auto">
            <a:xfrm>
              <a:off x="9681358" y="4885003"/>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 name="Line 15">
              <a:extLst>
                <a:ext uri="{FF2B5EF4-FFF2-40B4-BE49-F238E27FC236}">
                  <a16:creationId xmlns:a16="http://schemas.microsoft.com/office/drawing/2014/main" id="{FDB9F0C7-9699-6F73-1800-2988F562E6CA}"/>
                </a:ext>
              </a:extLst>
            </p:cNvPr>
            <p:cNvSpPr>
              <a:spLocks noChangeShapeType="1"/>
            </p:cNvSpPr>
            <p:nvPr/>
          </p:nvSpPr>
          <p:spPr bwMode="auto">
            <a:xfrm>
              <a:off x="9681358" y="5283465"/>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 name="Freeform 16">
              <a:extLst>
                <a:ext uri="{FF2B5EF4-FFF2-40B4-BE49-F238E27FC236}">
                  <a16:creationId xmlns:a16="http://schemas.microsoft.com/office/drawing/2014/main" id="{8DE5E99B-4D3B-E08C-4D23-FC59442D64BB}"/>
                </a:ext>
              </a:extLst>
            </p:cNvPr>
            <p:cNvSpPr>
              <a:spLocks/>
            </p:cNvSpPr>
            <p:nvPr/>
          </p:nvSpPr>
          <p:spPr bwMode="auto">
            <a:xfrm>
              <a:off x="9828996" y="5164403"/>
              <a:ext cx="1728787"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FF0000"/>
            </a:solidFill>
            <a:ln w="19050"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8" name="Group 17">
              <a:extLst>
                <a:ext uri="{FF2B5EF4-FFF2-40B4-BE49-F238E27FC236}">
                  <a16:creationId xmlns:a16="http://schemas.microsoft.com/office/drawing/2014/main" id="{C6CDC5B7-98C2-467D-6726-39BD7D46D7CE}"/>
                </a:ext>
              </a:extLst>
            </p:cNvPr>
            <p:cNvGrpSpPr>
              <a:grpSpLocks/>
            </p:cNvGrpSpPr>
            <p:nvPr/>
          </p:nvGrpSpPr>
          <p:grpSpPr bwMode="auto">
            <a:xfrm>
              <a:off x="9698821" y="5569215"/>
              <a:ext cx="2228850" cy="119063"/>
              <a:chOff x="1884" y="2826"/>
              <a:chExt cx="1404" cy="75"/>
            </a:xfrm>
          </p:grpSpPr>
          <p:sp>
            <p:nvSpPr>
              <p:cNvPr id="59" name="Line 18">
                <a:extLst>
                  <a:ext uri="{FF2B5EF4-FFF2-40B4-BE49-F238E27FC236}">
                    <a16:creationId xmlns:a16="http://schemas.microsoft.com/office/drawing/2014/main" id="{340E0FB9-84EB-649B-9826-A7B75A3F5EDF}"/>
                  </a:ext>
                </a:extLst>
              </p:cNvPr>
              <p:cNvSpPr>
                <a:spLocks noChangeShapeType="1"/>
              </p:cNvSpPr>
              <p:nvPr/>
            </p:nvSpPr>
            <p:spPr bwMode="auto">
              <a:xfrm>
                <a:off x="1884" y="2901"/>
                <a:ext cx="1404" cy="0"/>
              </a:xfrm>
              <a:prstGeom prst="line">
                <a:avLst/>
              </a:prstGeom>
              <a:noFill/>
              <a:ln w="19050">
                <a:no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0" name="Freeform 19">
                <a:extLst>
                  <a:ext uri="{FF2B5EF4-FFF2-40B4-BE49-F238E27FC236}">
                    <a16:creationId xmlns:a16="http://schemas.microsoft.com/office/drawing/2014/main" id="{20CF9D3D-FFDD-761C-A445-509E52A4A581}"/>
                  </a:ext>
                </a:extLst>
              </p:cNvPr>
              <p:cNvSpPr>
                <a:spLocks/>
              </p:cNvSpPr>
              <p:nvPr/>
            </p:nvSpPr>
            <p:spPr bwMode="auto">
              <a:xfrm>
                <a:off x="1977" y="2826"/>
                <a:ext cx="1089" cy="72"/>
              </a:xfrm>
              <a:custGeom>
                <a:avLst/>
                <a:gdLst>
                  <a:gd name="T0" fmla="*/ 0 w 1089"/>
                  <a:gd name="T1" fmla="*/ 72 h 72"/>
                  <a:gd name="T2" fmla="*/ 0 w 1089"/>
                  <a:gd name="T3" fmla="*/ 3 h 72"/>
                  <a:gd name="T4" fmla="*/ 1089 w 1089"/>
                  <a:gd name="T5" fmla="*/ 0 h 72"/>
                  <a:gd name="T6" fmla="*/ 1089 w 1089"/>
                  <a:gd name="T7" fmla="*/ 72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00CC66"/>
              </a:solidFill>
              <a:ln w="19050"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1" name="Line 20">
              <a:extLst>
                <a:ext uri="{FF2B5EF4-FFF2-40B4-BE49-F238E27FC236}">
                  <a16:creationId xmlns:a16="http://schemas.microsoft.com/office/drawing/2014/main" id="{2AF191F2-E8A8-E0F5-7F8F-3C0543924226}"/>
                </a:ext>
              </a:extLst>
            </p:cNvPr>
            <p:cNvSpPr>
              <a:spLocks noChangeShapeType="1"/>
            </p:cNvSpPr>
            <p:nvPr/>
          </p:nvSpPr>
          <p:spPr bwMode="auto">
            <a:xfrm>
              <a:off x="9728983" y="6094678"/>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2" name="Text Box 22">
              <a:extLst>
                <a:ext uri="{FF2B5EF4-FFF2-40B4-BE49-F238E27FC236}">
                  <a16:creationId xmlns:a16="http://schemas.microsoft.com/office/drawing/2014/main" id="{6208EE51-8C56-BF3F-ECCE-35D069DA6ABF}"/>
                </a:ext>
              </a:extLst>
            </p:cNvPr>
            <p:cNvSpPr txBox="1">
              <a:spLocks noChangeArrowheads="1"/>
            </p:cNvSpPr>
            <p:nvPr/>
          </p:nvSpPr>
          <p:spPr bwMode="auto">
            <a:xfrm rot="16200000">
              <a:off x="7710477" y="5088997"/>
              <a:ext cx="18732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i="0" dirty="0">
                  <a:solidFill>
                    <a:srgbClr val="000000"/>
                  </a:solidFill>
                  <a:latin typeface="Arial" charset="0"/>
                </a:rPr>
                <a:t>frequency bands</a:t>
              </a:r>
            </a:p>
          </p:txBody>
        </p:sp>
        <p:sp>
          <p:nvSpPr>
            <p:cNvPr id="63" name="Freeform 54">
              <a:extLst>
                <a:ext uri="{FF2B5EF4-FFF2-40B4-BE49-F238E27FC236}">
                  <a16:creationId xmlns:a16="http://schemas.microsoft.com/office/drawing/2014/main" id="{C1326D95-7F54-B57C-B705-FF1D98129D40}"/>
                </a:ext>
              </a:extLst>
            </p:cNvPr>
            <p:cNvSpPr>
              <a:spLocks/>
            </p:cNvSpPr>
            <p:nvPr/>
          </p:nvSpPr>
          <p:spPr bwMode="auto">
            <a:xfrm>
              <a:off x="6319033" y="4418278"/>
              <a:ext cx="595313" cy="1538287"/>
            </a:xfrm>
            <a:custGeom>
              <a:avLst/>
              <a:gdLst>
                <a:gd name="T0" fmla="*/ 2147483647 w 375"/>
                <a:gd name="T1" fmla="*/ 0 h 969"/>
                <a:gd name="T2" fmla="*/ 0 w 375"/>
                <a:gd name="T3" fmla="*/ 2147483647 h 969"/>
                <a:gd name="T4" fmla="*/ 2147483647 w 375"/>
                <a:gd name="T5" fmla="*/ 2147483647 h 969"/>
                <a:gd name="T6" fmla="*/ 2147483647 w 375"/>
                <a:gd name="T7" fmla="*/ 0 h 9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5" h="969">
                  <a:moveTo>
                    <a:pt x="375" y="0"/>
                  </a:moveTo>
                  <a:lnTo>
                    <a:pt x="0" y="485"/>
                  </a:lnTo>
                  <a:lnTo>
                    <a:pt x="375" y="969"/>
                  </a:lnTo>
                  <a:lnTo>
                    <a:pt x="375" y="0"/>
                  </a:lnTo>
                  <a:close/>
                </a:path>
              </a:pathLst>
            </a:custGeom>
            <a:gradFill rotWithShape="1">
              <a:gsLst>
                <a:gs pos="0">
                  <a:srgbClr val="000000"/>
                </a:gs>
                <a:gs pos="100000">
                  <a:srgbClr val="FFFFFF"/>
                </a:gs>
              </a:gsLst>
              <a:lin ang="0" scaled="1"/>
            </a:gradFill>
            <a:ln>
              <a:noFill/>
            </a:ln>
            <a:effectLst/>
            <a:extLst>
              <a:ext uri="{91240B29-F687-4f45-9708-019B960494DF}">
                <a14:hiddenLine xmlns="" xmlns:a14="http://schemas.microsoft.com/office/drawing/2010/main" w="3175"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4" name="Group 56">
              <a:extLst>
                <a:ext uri="{FF2B5EF4-FFF2-40B4-BE49-F238E27FC236}">
                  <a16:creationId xmlns:a16="http://schemas.microsoft.com/office/drawing/2014/main" id="{68B6A1B7-B91F-8706-8D77-420A7CE70F8A}"/>
                </a:ext>
              </a:extLst>
            </p:cNvPr>
            <p:cNvGrpSpPr>
              <a:grpSpLocks/>
            </p:cNvGrpSpPr>
            <p:nvPr/>
          </p:nvGrpSpPr>
          <p:grpSpPr bwMode="auto">
            <a:xfrm>
              <a:off x="4580721" y="5056453"/>
              <a:ext cx="1666875" cy="314325"/>
              <a:chOff x="1614" y="1494"/>
              <a:chExt cx="1050" cy="198"/>
            </a:xfrm>
          </p:grpSpPr>
          <p:sp>
            <p:nvSpPr>
              <p:cNvPr id="65" name="Rectangle 57">
                <a:extLst>
                  <a:ext uri="{FF2B5EF4-FFF2-40B4-BE49-F238E27FC236}">
                    <a16:creationId xmlns:a16="http://schemas.microsoft.com/office/drawing/2014/main" id="{72024271-56E7-343B-C199-B1C666A718CA}"/>
                  </a:ext>
                </a:extLst>
              </p:cNvPr>
              <p:cNvSpPr>
                <a:spLocks noChangeArrowheads="1"/>
              </p:cNvSpPr>
              <p:nvPr/>
            </p:nvSpPr>
            <p:spPr bwMode="auto">
              <a:xfrm>
                <a:off x="2358" y="1500"/>
                <a:ext cx="168" cy="174"/>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6" name="Freeform 58">
                <a:extLst>
                  <a:ext uri="{FF2B5EF4-FFF2-40B4-BE49-F238E27FC236}">
                    <a16:creationId xmlns:a16="http://schemas.microsoft.com/office/drawing/2014/main" id="{8C6B4B88-8B84-1CAB-B86D-98A9F5191225}"/>
                  </a:ext>
                </a:extLst>
              </p:cNvPr>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rgbClr val="000000"/>
                  </a:gs>
                  <a:gs pos="50000">
                    <a:srgbClr val="FFFFFF"/>
                  </a:gs>
                  <a:gs pos="100000">
                    <a:srgbClr val="000000"/>
                  </a:gs>
                </a:gsLst>
                <a:lin ang="5400000" scaled="1"/>
              </a:gradFill>
              <a:ln w="9525">
                <a:solidFill>
                  <a:srgbClr val="0000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7" name="Oval 59">
                <a:extLst>
                  <a:ext uri="{FF2B5EF4-FFF2-40B4-BE49-F238E27FC236}">
                    <a16:creationId xmlns:a16="http://schemas.microsoft.com/office/drawing/2014/main" id="{B4507DC7-6CB0-92BB-E861-67997A0358DB}"/>
                  </a:ext>
                </a:extLst>
              </p:cNvPr>
              <p:cNvSpPr>
                <a:spLocks noChangeArrowheads="1"/>
              </p:cNvSpPr>
              <p:nvPr/>
            </p:nvSpPr>
            <p:spPr bwMode="auto">
              <a:xfrm>
                <a:off x="2502" y="1506"/>
                <a:ext cx="62" cy="168"/>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8" name="Line 60">
                <a:extLst>
                  <a:ext uri="{FF2B5EF4-FFF2-40B4-BE49-F238E27FC236}">
                    <a16:creationId xmlns:a16="http://schemas.microsoft.com/office/drawing/2014/main" id="{5CB024BA-7934-3D2C-58E9-E17A9EBB7382}"/>
                  </a:ext>
                </a:extLst>
              </p:cNvPr>
              <p:cNvSpPr>
                <a:spLocks noChangeShapeType="1"/>
              </p:cNvSpPr>
              <p:nvPr/>
            </p:nvSpPr>
            <p:spPr bwMode="auto">
              <a:xfrm>
                <a:off x="2526" y="1584"/>
                <a:ext cx="138"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9" name="Text Box 69">
              <a:extLst>
                <a:ext uri="{FF2B5EF4-FFF2-40B4-BE49-F238E27FC236}">
                  <a16:creationId xmlns:a16="http://schemas.microsoft.com/office/drawing/2014/main" id="{2CD55D55-3AF1-20EB-B3C7-05F8CE99A46E}"/>
                </a:ext>
              </a:extLst>
            </p:cNvPr>
            <p:cNvSpPr txBox="1">
              <a:spLocks noChangeArrowheads="1"/>
            </p:cNvSpPr>
            <p:nvPr/>
          </p:nvSpPr>
          <p:spPr bwMode="auto">
            <a:xfrm>
              <a:off x="4729946" y="5769240"/>
              <a:ext cx="12890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i="0" dirty="0">
                  <a:solidFill>
                    <a:srgbClr val="000000"/>
                  </a:solidFill>
                  <a:latin typeface="Arial" charset="0"/>
                </a:rPr>
                <a:t>FDM cable</a:t>
              </a:r>
            </a:p>
          </p:txBody>
        </p:sp>
        <p:sp>
          <p:nvSpPr>
            <p:cNvPr id="70" name="Freeform 4">
              <a:extLst>
                <a:ext uri="{FF2B5EF4-FFF2-40B4-BE49-F238E27FC236}">
                  <a16:creationId xmlns:a16="http://schemas.microsoft.com/office/drawing/2014/main" id="{E663425D-FAC6-9E53-28DF-87C31C276A66}"/>
                </a:ext>
              </a:extLst>
            </p:cNvPr>
            <p:cNvSpPr/>
            <p:nvPr/>
          </p:nvSpPr>
          <p:spPr>
            <a:xfrm>
              <a:off x="7143085" y="5717206"/>
              <a:ext cx="1003515"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
              <a:extLst>
                <a:ext uri="{FF2B5EF4-FFF2-40B4-BE49-F238E27FC236}">
                  <a16:creationId xmlns:a16="http://schemas.microsoft.com/office/drawing/2014/main" id="{CF848BEF-1A63-904A-BEE6-F7E87C165A8D}"/>
                </a:ext>
              </a:extLst>
            </p:cNvPr>
            <p:cNvGrpSpPr/>
            <p:nvPr/>
          </p:nvGrpSpPr>
          <p:grpSpPr>
            <a:xfrm>
              <a:off x="7141156" y="4394201"/>
              <a:ext cx="907351" cy="280296"/>
              <a:chOff x="4298196" y="6444710"/>
              <a:chExt cx="907351" cy="280296"/>
            </a:xfrm>
          </p:grpSpPr>
          <p:sp>
            <p:nvSpPr>
              <p:cNvPr id="72" name="Freeform 133">
                <a:extLst>
                  <a:ext uri="{FF2B5EF4-FFF2-40B4-BE49-F238E27FC236}">
                    <a16:creationId xmlns:a16="http://schemas.microsoft.com/office/drawing/2014/main" id="{C3F026A3-6AE1-FD82-B8EC-1BD045AF468A}"/>
                  </a:ext>
                </a:extLst>
              </p:cNvPr>
              <p:cNvSpPr/>
              <p:nvPr/>
            </p:nvSpPr>
            <p:spPr>
              <a:xfrm>
                <a:off x="4298196" y="6444710"/>
                <a:ext cx="455909"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134">
                <a:extLst>
                  <a:ext uri="{FF2B5EF4-FFF2-40B4-BE49-F238E27FC236}">
                    <a16:creationId xmlns:a16="http://schemas.microsoft.com/office/drawing/2014/main" id="{338A2D3F-B577-75AA-8749-AF641CA01930}"/>
                  </a:ext>
                </a:extLst>
              </p:cNvPr>
              <p:cNvSpPr/>
              <p:nvPr/>
            </p:nvSpPr>
            <p:spPr>
              <a:xfrm>
                <a:off x="4749638" y="6449877"/>
                <a:ext cx="455909"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8">
              <a:extLst>
                <a:ext uri="{FF2B5EF4-FFF2-40B4-BE49-F238E27FC236}">
                  <a16:creationId xmlns:a16="http://schemas.microsoft.com/office/drawing/2014/main" id="{F93A4606-6C7E-6F4C-81F1-8B067E417EF5}"/>
                </a:ext>
              </a:extLst>
            </p:cNvPr>
            <p:cNvGrpSpPr/>
            <p:nvPr/>
          </p:nvGrpSpPr>
          <p:grpSpPr>
            <a:xfrm>
              <a:off x="7119685" y="5072814"/>
              <a:ext cx="993354" cy="277839"/>
              <a:chOff x="4343400" y="5348498"/>
              <a:chExt cx="993354" cy="277839"/>
            </a:xfrm>
          </p:grpSpPr>
          <p:sp>
            <p:nvSpPr>
              <p:cNvPr id="75" name="Freeform 137">
                <a:extLst>
                  <a:ext uri="{FF2B5EF4-FFF2-40B4-BE49-F238E27FC236}">
                    <a16:creationId xmlns:a16="http://schemas.microsoft.com/office/drawing/2014/main" id="{C1ECB05C-DD1B-A364-64A3-60151A85C562}"/>
                  </a:ext>
                </a:extLst>
              </p:cNvPr>
              <p:cNvSpPr/>
              <p:nvPr/>
            </p:nvSpPr>
            <p:spPr>
              <a:xfrm>
                <a:off x="4343400" y="5348498"/>
                <a:ext cx="614122"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138">
                <a:extLst>
                  <a:ext uri="{FF2B5EF4-FFF2-40B4-BE49-F238E27FC236}">
                    <a16:creationId xmlns:a16="http://schemas.microsoft.com/office/drawing/2014/main" id="{E9C7C407-31E6-4D67-C937-00D45E95332B}"/>
                  </a:ext>
                </a:extLst>
              </p:cNvPr>
              <p:cNvSpPr/>
              <p:nvPr/>
            </p:nvSpPr>
            <p:spPr>
              <a:xfrm>
                <a:off x="4951503" y="5353664"/>
                <a:ext cx="385251" cy="272673"/>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 name="connsiteX0" fmla="*/ 0 w 1836551"/>
                  <a:gd name="connsiteY0" fmla="*/ 228603 h 437831"/>
                  <a:gd name="connsiteX1" fmla="*/ 100739 w 1836551"/>
                  <a:gd name="connsiteY1" fmla="*/ 3 h 437831"/>
                  <a:gd name="connsiteX2" fmla="*/ 286719 w 1836551"/>
                  <a:gd name="connsiteY2" fmla="*/ 430081 h 437831"/>
                  <a:gd name="connsiteX3" fmla="*/ 480448 w 1836551"/>
                  <a:gd name="connsiteY3" fmla="*/ 7752 h 437831"/>
                  <a:gd name="connsiteX4" fmla="*/ 681926 w 1836551"/>
                  <a:gd name="connsiteY4" fmla="*/ 433956 h 437831"/>
                  <a:gd name="connsiteX5" fmla="*/ 867905 w 1836551"/>
                  <a:gd name="connsiteY5" fmla="*/ 7752 h 437831"/>
                  <a:gd name="connsiteX6" fmla="*/ 1061634 w 1836551"/>
                  <a:gd name="connsiteY6" fmla="*/ 430081 h 437831"/>
                  <a:gd name="connsiteX7" fmla="*/ 1255363 w 1836551"/>
                  <a:gd name="connsiteY7" fmla="*/ 3878 h 437831"/>
                  <a:gd name="connsiteX8" fmla="*/ 1452966 w 1836551"/>
                  <a:gd name="connsiteY8" fmla="*/ 430081 h 437831"/>
                  <a:gd name="connsiteX9" fmla="*/ 1638946 w 1836551"/>
                  <a:gd name="connsiteY9" fmla="*/ 3878 h 437831"/>
                  <a:gd name="connsiteX10" fmla="*/ 1836550 w 1836551"/>
                  <a:gd name="connsiteY10" fmla="*/ 437830 h 437831"/>
                  <a:gd name="connsiteX0" fmla="*/ 0 w 1638946"/>
                  <a:gd name="connsiteY0" fmla="*/ 228603 h 433956"/>
                  <a:gd name="connsiteX1" fmla="*/ 100739 w 1638946"/>
                  <a:gd name="connsiteY1" fmla="*/ 3 h 433956"/>
                  <a:gd name="connsiteX2" fmla="*/ 286719 w 1638946"/>
                  <a:gd name="connsiteY2" fmla="*/ 430081 h 433956"/>
                  <a:gd name="connsiteX3" fmla="*/ 480448 w 1638946"/>
                  <a:gd name="connsiteY3" fmla="*/ 7752 h 433956"/>
                  <a:gd name="connsiteX4" fmla="*/ 681926 w 1638946"/>
                  <a:gd name="connsiteY4" fmla="*/ 433956 h 433956"/>
                  <a:gd name="connsiteX5" fmla="*/ 867905 w 1638946"/>
                  <a:gd name="connsiteY5" fmla="*/ 7752 h 433956"/>
                  <a:gd name="connsiteX6" fmla="*/ 1061634 w 1638946"/>
                  <a:gd name="connsiteY6" fmla="*/ 430081 h 433956"/>
                  <a:gd name="connsiteX7" fmla="*/ 1255363 w 1638946"/>
                  <a:gd name="connsiteY7" fmla="*/ 3878 h 433956"/>
                  <a:gd name="connsiteX8" fmla="*/ 1452966 w 1638946"/>
                  <a:gd name="connsiteY8" fmla="*/ 430081 h 433956"/>
                  <a:gd name="connsiteX9" fmla="*/ 1638946 w 1638946"/>
                  <a:gd name="connsiteY9" fmla="*/ 3878 h 433956"/>
                  <a:gd name="connsiteX0" fmla="*/ 0 w 1452965"/>
                  <a:gd name="connsiteY0" fmla="*/ 228603 h 433956"/>
                  <a:gd name="connsiteX1" fmla="*/ 100739 w 1452965"/>
                  <a:gd name="connsiteY1" fmla="*/ 3 h 433956"/>
                  <a:gd name="connsiteX2" fmla="*/ 286719 w 1452965"/>
                  <a:gd name="connsiteY2" fmla="*/ 430081 h 433956"/>
                  <a:gd name="connsiteX3" fmla="*/ 480448 w 1452965"/>
                  <a:gd name="connsiteY3" fmla="*/ 7752 h 433956"/>
                  <a:gd name="connsiteX4" fmla="*/ 681926 w 1452965"/>
                  <a:gd name="connsiteY4" fmla="*/ 433956 h 433956"/>
                  <a:gd name="connsiteX5" fmla="*/ 867905 w 1452965"/>
                  <a:gd name="connsiteY5" fmla="*/ 7752 h 433956"/>
                  <a:gd name="connsiteX6" fmla="*/ 1061634 w 1452965"/>
                  <a:gd name="connsiteY6" fmla="*/ 430081 h 433956"/>
                  <a:gd name="connsiteX7" fmla="*/ 1255363 w 1452965"/>
                  <a:gd name="connsiteY7" fmla="*/ 3878 h 433956"/>
                  <a:gd name="connsiteX8" fmla="*/ 1452966 w 1452965"/>
                  <a:gd name="connsiteY8" fmla="*/ 430081 h 433956"/>
                  <a:gd name="connsiteX0" fmla="*/ 0 w 1255363"/>
                  <a:gd name="connsiteY0" fmla="*/ 228603 h 433956"/>
                  <a:gd name="connsiteX1" fmla="*/ 100739 w 1255363"/>
                  <a:gd name="connsiteY1" fmla="*/ 3 h 433956"/>
                  <a:gd name="connsiteX2" fmla="*/ 286719 w 1255363"/>
                  <a:gd name="connsiteY2" fmla="*/ 430081 h 433956"/>
                  <a:gd name="connsiteX3" fmla="*/ 480448 w 1255363"/>
                  <a:gd name="connsiteY3" fmla="*/ 7752 h 433956"/>
                  <a:gd name="connsiteX4" fmla="*/ 681926 w 1255363"/>
                  <a:gd name="connsiteY4" fmla="*/ 433956 h 433956"/>
                  <a:gd name="connsiteX5" fmla="*/ 867905 w 1255363"/>
                  <a:gd name="connsiteY5" fmla="*/ 7752 h 433956"/>
                  <a:gd name="connsiteX6" fmla="*/ 1061634 w 1255363"/>
                  <a:gd name="connsiteY6" fmla="*/ 430081 h 433956"/>
                  <a:gd name="connsiteX7" fmla="*/ 1255363 w 1255363"/>
                  <a:gd name="connsiteY7" fmla="*/ 3878 h 433956"/>
                  <a:gd name="connsiteX0" fmla="*/ 0 w 1255363"/>
                  <a:gd name="connsiteY0" fmla="*/ 228603 h 433956"/>
                  <a:gd name="connsiteX1" fmla="*/ 100739 w 1255363"/>
                  <a:gd name="connsiteY1" fmla="*/ 3 h 433956"/>
                  <a:gd name="connsiteX2" fmla="*/ 286719 w 1255363"/>
                  <a:gd name="connsiteY2" fmla="*/ 430081 h 433956"/>
                  <a:gd name="connsiteX3" fmla="*/ 480448 w 1255363"/>
                  <a:gd name="connsiteY3" fmla="*/ 7752 h 433956"/>
                  <a:gd name="connsiteX4" fmla="*/ 681926 w 1255363"/>
                  <a:gd name="connsiteY4" fmla="*/ 433956 h 433956"/>
                  <a:gd name="connsiteX5" fmla="*/ 867905 w 1255363"/>
                  <a:gd name="connsiteY5" fmla="*/ 7752 h 433956"/>
                  <a:gd name="connsiteX6" fmla="*/ 1061634 w 1255363"/>
                  <a:gd name="connsiteY6" fmla="*/ 430081 h 433956"/>
                  <a:gd name="connsiteX7" fmla="*/ 1255363 w 1255363"/>
                  <a:gd name="connsiteY7" fmla="*/ 3878 h 433956"/>
                  <a:gd name="connsiteX0" fmla="*/ 0 w 1215300"/>
                  <a:gd name="connsiteY0" fmla="*/ 228603 h 433956"/>
                  <a:gd name="connsiteX1" fmla="*/ 100739 w 1215300"/>
                  <a:gd name="connsiteY1" fmla="*/ 3 h 433956"/>
                  <a:gd name="connsiteX2" fmla="*/ 286719 w 1215300"/>
                  <a:gd name="connsiteY2" fmla="*/ 430081 h 433956"/>
                  <a:gd name="connsiteX3" fmla="*/ 480448 w 1215300"/>
                  <a:gd name="connsiteY3" fmla="*/ 7752 h 433956"/>
                  <a:gd name="connsiteX4" fmla="*/ 681926 w 1215300"/>
                  <a:gd name="connsiteY4" fmla="*/ 433956 h 433956"/>
                  <a:gd name="connsiteX5" fmla="*/ 867905 w 1215300"/>
                  <a:gd name="connsiteY5" fmla="*/ 7752 h 433956"/>
                  <a:gd name="connsiteX6" fmla="*/ 1061634 w 1215300"/>
                  <a:gd name="connsiteY6" fmla="*/ 430081 h 433956"/>
                  <a:gd name="connsiteX7" fmla="*/ 1215300 w 1215300"/>
                  <a:gd name="connsiteY7" fmla="*/ 200945 h 43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300" h="433956">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1003735" y="397882"/>
                      <a:pt x="1061634" y="430081"/>
                    </a:cubicBezTo>
                    <a:cubicBezTo>
                      <a:pt x="1119533" y="462280"/>
                      <a:pt x="1190142" y="281793"/>
                      <a:pt x="1215300" y="20094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8" name="内容占位符 2">
            <a:extLst>
              <a:ext uri="{FF2B5EF4-FFF2-40B4-BE49-F238E27FC236}">
                <a16:creationId xmlns:a16="http://schemas.microsoft.com/office/drawing/2014/main" id="{6A172269-B52E-0315-9D08-0CD175E8077D}"/>
              </a:ext>
            </a:extLst>
          </p:cNvPr>
          <p:cNvSpPr txBox="1">
            <a:spLocks/>
          </p:cNvSpPr>
          <p:nvPr/>
        </p:nvSpPr>
        <p:spPr>
          <a:xfrm>
            <a:off x="401997" y="3444681"/>
            <a:ext cx="5263618" cy="194579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b="1" dirty="0">
                <a:solidFill>
                  <a:schemeClr val="accent4"/>
                </a:solidFill>
              </a:rPr>
              <a:t>信道分割协议的优点和缺点</a:t>
            </a:r>
            <a:r>
              <a:rPr lang="zh-CN" altLang="en-US" sz="1800" dirty="0"/>
              <a:t>：</a:t>
            </a:r>
            <a:endParaRPr lang="en-US" altLang="zh-CN" sz="1800" dirty="0"/>
          </a:p>
          <a:p>
            <a:r>
              <a:rPr lang="zh-CN" altLang="en-US" sz="1800" dirty="0"/>
              <a:t>不会出现冲突，低延迟</a:t>
            </a:r>
            <a:endParaRPr lang="en-US" altLang="zh-CN" sz="1800" dirty="0"/>
          </a:p>
          <a:p>
            <a:r>
              <a:rPr lang="zh-CN" altLang="en-US" sz="1800" dirty="0"/>
              <a:t>每个节点可以获得的吞吐率为</a:t>
            </a:r>
            <a:r>
              <a:rPr lang="en-US" altLang="zh-CN" sz="1800" dirty="0"/>
              <a:t>R/N</a:t>
            </a:r>
          </a:p>
          <a:p>
            <a:r>
              <a:rPr lang="zh-CN" altLang="en-US" sz="1800" dirty="0"/>
              <a:t>即便只有一个节点发送时也是如此</a:t>
            </a:r>
            <a:endParaRPr lang="en-US" altLang="zh-CN" sz="1800" dirty="0"/>
          </a:p>
        </p:txBody>
      </p:sp>
    </p:spTree>
    <p:extLst>
      <p:ext uri="{BB962C8B-B14F-4D97-AF65-F5344CB8AC3E}">
        <p14:creationId xmlns:p14="http://schemas.microsoft.com/office/powerpoint/2010/main" val="2490250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93882F-EE4D-9795-935D-A01189BC6F41}"/>
              </a:ext>
            </a:extLst>
          </p:cNvPr>
          <p:cNvSpPr>
            <a:spLocks noGrp="1"/>
          </p:cNvSpPr>
          <p:nvPr>
            <p:ph type="title"/>
          </p:nvPr>
        </p:nvSpPr>
        <p:spPr/>
        <p:txBody>
          <a:bodyPr/>
          <a:lstStyle/>
          <a:p>
            <a:r>
              <a:rPr lang="zh-CN" altLang="en-US" dirty="0"/>
              <a:t>随机访问</a:t>
            </a:r>
            <a:r>
              <a:rPr lang="en-US" altLang="zh-CN" dirty="0"/>
              <a:t>/</a:t>
            </a:r>
            <a:r>
              <a:rPr lang="zh-CN" altLang="en-US" dirty="0"/>
              <a:t>接入协议</a:t>
            </a:r>
          </a:p>
        </p:txBody>
      </p:sp>
      <p:sp>
        <p:nvSpPr>
          <p:cNvPr id="3" name="内容占位符 2">
            <a:extLst>
              <a:ext uri="{FF2B5EF4-FFF2-40B4-BE49-F238E27FC236}">
                <a16:creationId xmlns:a16="http://schemas.microsoft.com/office/drawing/2014/main" id="{FA1DDB2B-422A-8DB8-4301-BC78FCFFC0A4}"/>
              </a:ext>
            </a:extLst>
          </p:cNvPr>
          <p:cNvSpPr>
            <a:spLocks noGrp="1"/>
          </p:cNvSpPr>
          <p:nvPr>
            <p:ph idx="1"/>
          </p:nvPr>
        </p:nvSpPr>
        <p:spPr/>
        <p:txBody>
          <a:bodyPr>
            <a:normAutofit/>
          </a:bodyPr>
          <a:lstStyle/>
          <a:p>
            <a:r>
              <a:rPr lang="zh-CN" altLang="en-US" dirty="0"/>
              <a:t>节点传输时使用信道的所有带宽</a:t>
            </a:r>
            <a:endParaRPr lang="en-US" altLang="zh-CN" dirty="0"/>
          </a:p>
          <a:p>
            <a:r>
              <a:rPr lang="zh-CN" altLang="en-US" dirty="0"/>
              <a:t>节点之间无协作，自己独立决定</a:t>
            </a:r>
            <a:endParaRPr lang="en-US" altLang="zh-CN" dirty="0"/>
          </a:p>
          <a:p>
            <a:r>
              <a:rPr lang="zh-CN" altLang="en-US" dirty="0"/>
              <a:t>两个或者多个节点传输时，在接收方遇到冲突</a:t>
            </a:r>
            <a:r>
              <a:rPr lang="en-US" altLang="zh-CN" dirty="0"/>
              <a:t>(Collision)</a:t>
            </a:r>
          </a:p>
          <a:p>
            <a:r>
              <a:rPr lang="zh-CN" altLang="en-US" dirty="0"/>
              <a:t>随机访问的</a:t>
            </a:r>
            <a:r>
              <a:rPr lang="en-US" altLang="zh-CN" dirty="0"/>
              <a:t>MAC</a:t>
            </a:r>
            <a:r>
              <a:rPr lang="zh-CN" altLang="en-US" dirty="0"/>
              <a:t>协议：</a:t>
            </a:r>
            <a:endParaRPr lang="en-US" altLang="zh-CN" dirty="0"/>
          </a:p>
          <a:p>
            <a:pPr lvl="1"/>
            <a:r>
              <a:rPr lang="zh-CN" altLang="en-US" sz="2000" dirty="0"/>
              <a:t>怎么检测冲突？</a:t>
            </a:r>
            <a:endParaRPr lang="en-US" altLang="zh-CN" sz="2000" dirty="0"/>
          </a:p>
          <a:p>
            <a:pPr lvl="1"/>
            <a:r>
              <a:rPr lang="zh-CN" altLang="en-US" sz="2000" dirty="0"/>
              <a:t>遇到冲突时怎么从冲突中恢复？</a:t>
            </a:r>
            <a:endParaRPr lang="en-US" altLang="zh-CN" sz="2000" dirty="0"/>
          </a:p>
          <a:p>
            <a:r>
              <a:rPr lang="zh-CN" altLang="en-US" dirty="0"/>
              <a:t>常见的随机访问</a:t>
            </a:r>
            <a:r>
              <a:rPr lang="en-US" altLang="zh-CN" dirty="0"/>
              <a:t>MAC</a:t>
            </a:r>
            <a:r>
              <a:rPr lang="zh-CN" altLang="en-US" dirty="0"/>
              <a:t>协议：</a:t>
            </a:r>
            <a:endParaRPr lang="en-US" altLang="zh-CN" dirty="0"/>
          </a:p>
          <a:p>
            <a:pPr lvl="1"/>
            <a:r>
              <a:rPr lang="en-US" altLang="zh-CN" sz="2000" dirty="0"/>
              <a:t>ALOHA</a:t>
            </a:r>
            <a:r>
              <a:rPr lang="zh-CN" altLang="en-US" sz="2000" dirty="0"/>
              <a:t>，时隙</a:t>
            </a:r>
            <a:r>
              <a:rPr lang="en-US" altLang="zh-CN" sz="2000" dirty="0"/>
              <a:t>/</a:t>
            </a:r>
            <a:r>
              <a:rPr lang="zh-CN" altLang="en-US" sz="2000" dirty="0"/>
              <a:t>分槽</a:t>
            </a:r>
            <a:r>
              <a:rPr lang="en-US" altLang="zh-CN" sz="2000" dirty="0"/>
              <a:t>ALOHA</a:t>
            </a:r>
            <a:r>
              <a:rPr lang="zh-CN" altLang="en-US" sz="2000" dirty="0"/>
              <a:t>（</a:t>
            </a:r>
            <a:r>
              <a:rPr lang="en-US" altLang="zh-CN" sz="2000" dirty="0"/>
              <a:t>Slotted ALOHA)</a:t>
            </a:r>
          </a:p>
          <a:p>
            <a:pPr lvl="1"/>
            <a:r>
              <a:rPr lang="en-US" altLang="zh-CN" sz="2000" dirty="0"/>
              <a:t>CSMA</a:t>
            </a:r>
            <a:r>
              <a:rPr lang="zh-CN" altLang="en-US" sz="2000" dirty="0"/>
              <a:t>，</a:t>
            </a:r>
            <a:r>
              <a:rPr lang="en-US" altLang="zh-CN" sz="2000" dirty="0"/>
              <a:t>CSMA/CD</a:t>
            </a:r>
            <a:r>
              <a:rPr lang="zh-CN" altLang="en-US" sz="2000" dirty="0"/>
              <a:t>，</a:t>
            </a:r>
            <a:r>
              <a:rPr lang="en-US" altLang="zh-CN" sz="2000" dirty="0"/>
              <a:t>CSMA/CA</a:t>
            </a:r>
            <a:endParaRPr lang="zh-CN" altLang="en-US" sz="2000" dirty="0"/>
          </a:p>
        </p:txBody>
      </p:sp>
    </p:spTree>
    <p:extLst>
      <p:ext uri="{BB962C8B-B14F-4D97-AF65-F5344CB8AC3E}">
        <p14:creationId xmlns:p14="http://schemas.microsoft.com/office/powerpoint/2010/main" val="1245408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2928EC-1507-2F56-5E19-16333B6FD874}"/>
              </a:ext>
            </a:extLst>
          </p:cNvPr>
          <p:cNvSpPr>
            <a:spLocks noGrp="1"/>
          </p:cNvSpPr>
          <p:nvPr>
            <p:ph type="title"/>
          </p:nvPr>
        </p:nvSpPr>
        <p:spPr/>
        <p:txBody>
          <a:bodyPr/>
          <a:lstStyle/>
          <a:p>
            <a:r>
              <a:rPr lang="zh-CN" altLang="en-US" dirty="0"/>
              <a:t>时隙</a:t>
            </a:r>
            <a:r>
              <a:rPr lang="en-US" altLang="zh-CN" dirty="0"/>
              <a:t>/</a:t>
            </a:r>
            <a:r>
              <a:rPr lang="zh-CN" altLang="en-US" dirty="0"/>
              <a:t>分槽</a:t>
            </a:r>
            <a:r>
              <a:rPr lang="en-US" altLang="zh-CN" dirty="0"/>
              <a:t>ALOHA(Slotted ALOHA)</a:t>
            </a:r>
            <a:endParaRPr lang="zh-CN" altLang="en-US" dirty="0"/>
          </a:p>
        </p:txBody>
      </p:sp>
      <p:sp>
        <p:nvSpPr>
          <p:cNvPr id="3" name="内容占位符 2">
            <a:extLst>
              <a:ext uri="{FF2B5EF4-FFF2-40B4-BE49-F238E27FC236}">
                <a16:creationId xmlns:a16="http://schemas.microsoft.com/office/drawing/2014/main" id="{0E4C2347-86C2-6B45-76AE-32E992607AFC}"/>
              </a:ext>
            </a:extLst>
          </p:cNvPr>
          <p:cNvSpPr>
            <a:spLocks noGrp="1"/>
          </p:cNvSpPr>
          <p:nvPr>
            <p:ph idx="1"/>
          </p:nvPr>
        </p:nvSpPr>
        <p:spPr>
          <a:xfrm>
            <a:off x="442914" y="728663"/>
            <a:ext cx="5576886" cy="3978091"/>
          </a:xfrm>
        </p:spPr>
        <p:txBody>
          <a:bodyPr>
            <a:normAutofit/>
          </a:bodyPr>
          <a:lstStyle/>
          <a:p>
            <a:pPr marL="0" indent="0">
              <a:buNone/>
            </a:pPr>
            <a:r>
              <a:rPr lang="zh-CN" altLang="en-US" dirty="0"/>
              <a:t>假设：</a:t>
            </a:r>
            <a:endParaRPr lang="en-US" altLang="zh-CN" dirty="0"/>
          </a:p>
          <a:p>
            <a:r>
              <a:rPr lang="zh-CN" altLang="en-US" dirty="0"/>
              <a:t>固定长度的帧</a:t>
            </a:r>
            <a:r>
              <a:rPr lang="en-US" altLang="zh-CN" dirty="0"/>
              <a:t>: L</a:t>
            </a:r>
            <a:r>
              <a:rPr lang="zh-CN" altLang="en-US" dirty="0"/>
              <a:t>比特</a:t>
            </a:r>
            <a:endParaRPr lang="en-US" altLang="zh-CN" dirty="0"/>
          </a:p>
          <a:p>
            <a:r>
              <a:rPr lang="zh-CN" altLang="en-US" dirty="0"/>
              <a:t>信道时间被划分成多个固定长度的时隙</a:t>
            </a:r>
            <a:r>
              <a:rPr lang="en-US" altLang="zh-CN" dirty="0"/>
              <a:t>(</a:t>
            </a:r>
            <a:r>
              <a:rPr lang="zh-CN" altLang="en-US" dirty="0"/>
              <a:t>时槽）</a:t>
            </a:r>
            <a:endParaRPr lang="en-US" altLang="zh-CN" dirty="0"/>
          </a:p>
          <a:p>
            <a:pPr lvl="1"/>
            <a:r>
              <a:rPr lang="zh-CN" altLang="en-US" sz="2000" dirty="0"/>
              <a:t>假设时隙长度</a:t>
            </a:r>
            <a:r>
              <a:rPr lang="en-US" altLang="zh-CN" sz="2000" dirty="0"/>
              <a:t>=</a:t>
            </a:r>
            <a:r>
              <a:rPr lang="zh-CN" altLang="en-US" sz="2000" dirty="0"/>
              <a:t>帧传输时间，即</a:t>
            </a:r>
            <a:r>
              <a:rPr lang="en-US" altLang="zh-CN" sz="2000" dirty="0"/>
              <a:t>L/R</a:t>
            </a:r>
            <a:r>
              <a:rPr lang="zh-CN" altLang="en-US" sz="2000" dirty="0"/>
              <a:t>秒</a:t>
            </a:r>
            <a:endParaRPr lang="en-US" altLang="zh-CN" sz="2000" dirty="0"/>
          </a:p>
          <a:p>
            <a:r>
              <a:rPr lang="zh-CN" altLang="en-US" dirty="0"/>
              <a:t>所有节点的时钟同步</a:t>
            </a:r>
            <a:endParaRPr lang="en-US" altLang="zh-CN" dirty="0"/>
          </a:p>
          <a:p>
            <a:r>
              <a:rPr lang="zh-CN" altLang="en-US" dirty="0"/>
              <a:t>每个帧</a:t>
            </a:r>
            <a:r>
              <a:rPr lang="zh-CN" altLang="en-US" u="sng" dirty="0">
                <a:solidFill>
                  <a:srgbClr val="FF0000"/>
                </a:solidFill>
              </a:rPr>
              <a:t>只允许在时隙开始处</a:t>
            </a:r>
            <a:r>
              <a:rPr lang="zh-CN" altLang="en-US" dirty="0"/>
              <a:t>进行传输</a:t>
            </a:r>
            <a:endParaRPr lang="en-US" altLang="zh-CN" dirty="0"/>
          </a:p>
          <a:p>
            <a:r>
              <a:rPr lang="zh-CN" altLang="en-US" dirty="0"/>
              <a:t>两个或两个以上节点在同一个时隙传输时，遇到冲突</a:t>
            </a:r>
            <a:endParaRPr lang="en-US" altLang="zh-CN" dirty="0"/>
          </a:p>
          <a:p>
            <a:pPr lvl="1"/>
            <a:r>
              <a:rPr lang="zh-CN" altLang="en-US" sz="2000" dirty="0"/>
              <a:t>节点在时隙结束时能够知道是否遇到冲突</a:t>
            </a:r>
            <a:endParaRPr lang="en-US" altLang="zh-CN" sz="2000" dirty="0"/>
          </a:p>
        </p:txBody>
      </p:sp>
      <p:sp>
        <p:nvSpPr>
          <p:cNvPr id="4" name="内容占位符 2">
            <a:extLst>
              <a:ext uri="{FF2B5EF4-FFF2-40B4-BE49-F238E27FC236}">
                <a16:creationId xmlns:a16="http://schemas.microsoft.com/office/drawing/2014/main" id="{66EDCA05-283D-B212-533B-05EF8F658890}"/>
              </a:ext>
            </a:extLst>
          </p:cNvPr>
          <p:cNvSpPr txBox="1">
            <a:spLocks/>
          </p:cNvSpPr>
          <p:nvPr/>
        </p:nvSpPr>
        <p:spPr>
          <a:xfrm>
            <a:off x="6096000" y="712515"/>
            <a:ext cx="5808132" cy="56177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Slotted ALOHA:  </a:t>
            </a:r>
            <a:r>
              <a:rPr lang="zh-CN" altLang="en-US" dirty="0"/>
              <a:t>想发就发</a:t>
            </a:r>
            <a:endParaRPr lang="en-US" altLang="zh-CN" dirty="0"/>
          </a:p>
          <a:p>
            <a:r>
              <a:rPr lang="zh-CN" altLang="en-US" dirty="0"/>
              <a:t>节点有一个新帧要发送时，在下一个时隙传输</a:t>
            </a:r>
            <a:endParaRPr lang="en-US" altLang="zh-CN" dirty="0"/>
          </a:p>
          <a:p>
            <a:pPr lvl="1"/>
            <a:r>
              <a:rPr lang="zh-CN" altLang="en-US" sz="2000" dirty="0"/>
              <a:t>如果没有检测到冲突，帧成功传输</a:t>
            </a:r>
            <a:endParaRPr lang="en-US" altLang="zh-CN" sz="2000" dirty="0"/>
          </a:p>
          <a:p>
            <a:pPr lvl="1"/>
            <a:r>
              <a:rPr lang="zh-CN" altLang="en-US" sz="2000" dirty="0"/>
              <a:t>如果冲突：在后续的时隙以概率</a:t>
            </a:r>
            <a:r>
              <a:rPr lang="en-US" altLang="zh-CN" sz="2000" dirty="0"/>
              <a:t>p</a:t>
            </a:r>
            <a:r>
              <a:rPr lang="zh-CN" altLang="en-US" sz="2000" dirty="0"/>
              <a:t>传输（概率</a:t>
            </a:r>
            <a:r>
              <a:rPr lang="en-US" altLang="zh-CN" sz="2000" dirty="0"/>
              <a:t>1-p</a:t>
            </a:r>
            <a:r>
              <a:rPr lang="zh-CN" altLang="en-US" sz="2000" dirty="0"/>
              <a:t>不在该时隙传输），直到传输成功为止</a:t>
            </a:r>
            <a:endParaRPr lang="en-US" altLang="zh-CN" sz="2000" dirty="0"/>
          </a:p>
          <a:p>
            <a:endParaRPr lang="en-US" altLang="zh-CN" dirty="0"/>
          </a:p>
        </p:txBody>
      </p:sp>
      <p:graphicFrame>
        <p:nvGraphicFramePr>
          <p:cNvPr id="5" name="表格 4">
            <a:extLst>
              <a:ext uri="{FF2B5EF4-FFF2-40B4-BE49-F238E27FC236}">
                <a16:creationId xmlns:a16="http://schemas.microsoft.com/office/drawing/2014/main" id="{ECDFA0C5-B653-9E97-CCD9-94F641CFAEC7}"/>
              </a:ext>
            </a:extLst>
          </p:cNvPr>
          <p:cNvGraphicFramePr>
            <a:graphicFrameLocks noGrp="1"/>
          </p:cNvGraphicFramePr>
          <p:nvPr>
            <p:extLst>
              <p:ext uri="{D42A27DB-BD31-4B8C-83A1-F6EECF244321}">
                <p14:modId xmlns:p14="http://schemas.microsoft.com/office/powerpoint/2010/main" val="182099603"/>
              </p:ext>
            </p:extLst>
          </p:nvPr>
        </p:nvGraphicFramePr>
        <p:xfrm>
          <a:off x="6172202" y="2975186"/>
          <a:ext cx="5885265" cy="2924995"/>
        </p:xfrm>
        <a:graphic>
          <a:graphicData uri="http://schemas.openxmlformats.org/drawingml/2006/table">
            <a:tbl>
              <a:tblPr firstRow="1" bandRow="1"/>
              <a:tblGrid>
                <a:gridCol w="844959">
                  <a:extLst>
                    <a:ext uri="{9D8B030D-6E8A-4147-A177-3AD203B41FA5}">
                      <a16:colId xmlns:a16="http://schemas.microsoft.com/office/drawing/2014/main" val="53437673"/>
                    </a:ext>
                  </a:extLst>
                </a:gridCol>
                <a:gridCol w="560034">
                  <a:extLst>
                    <a:ext uri="{9D8B030D-6E8A-4147-A177-3AD203B41FA5}">
                      <a16:colId xmlns:a16="http://schemas.microsoft.com/office/drawing/2014/main" val="2524013205"/>
                    </a:ext>
                  </a:extLst>
                </a:gridCol>
                <a:gridCol w="560034">
                  <a:extLst>
                    <a:ext uri="{9D8B030D-6E8A-4147-A177-3AD203B41FA5}">
                      <a16:colId xmlns:a16="http://schemas.microsoft.com/office/drawing/2014/main" val="892132838"/>
                    </a:ext>
                  </a:extLst>
                </a:gridCol>
                <a:gridCol w="560034">
                  <a:extLst>
                    <a:ext uri="{9D8B030D-6E8A-4147-A177-3AD203B41FA5}">
                      <a16:colId xmlns:a16="http://schemas.microsoft.com/office/drawing/2014/main" val="3444876093"/>
                    </a:ext>
                  </a:extLst>
                </a:gridCol>
                <a:gridCol w="560034">
                  <a:extLst>
                    <a:ext uri="{9D8B030D-6E8A-4147-A177-3AD203B41FA5}">
                      <a16:colId xmlns:a16="http://schemas.microsoft.com/office/drawing/2014/main" val="2800773222"/>
                    </a:ext>
                  </a:extLst>
                </a:gridCol>
                <a:gridCol w="560034">
                  <a:extLst>
                    <a:ext uri="{9D8B030D-6E8A-4147-A177-3AD203B41FA5}">
                      <a16:colId xmlns:a16="http://schemas.microsoft.com/office/drawing/2014/main" val="357147039"/>
                    </a:ext>
                  </a:extLst>
                </a:gridCol>
                <a:gridCol w="560034">
                  <a:extLst>
                    <a:ext uri="{9D8B030D-6E8A-4147-A177-3AD203B41FA5}">
                      <a16:colId xmlns:a16="http://schemas.microsoft.com/office/drawing/2014/main" val="1336475611"/>
                    </a:ext>
                  </a:extLst>
                </a:gridCol>
                <a:gridCol w="560034">
                  <a:extLst>
                    <a:ext uri="{9D8B030D-6E8A-4147-A177-3AD203B41FA5}">
                      <a16:colId xmlns:a16="http://schemas.microsoft.com/office/drawing/2014/main" val="1087714423"/>
                    </a:ext>
                  </a:extLst>
                </a:gridCol>
                <a:gridCol w="560034">
                  <a:extLst>
                    <a:ext uri="{9D8B030D-6E8A-4147-A177-3AD203B41FA5}">
                      <a16:colId xmlns:a16="http://schemas.microsoft.com/office/drawing/2014/main" val="2816702072"/>
                    </a:ext>
                  </a:extLst>
                </a:gridCol>
                <a:gridCol w="560034">
                  <a:extLst>
                    <a:ext uri="{9D8B030D-6E8A-4147-A177-3AD203B41FA5}">
                      <a16:colId xmlns:a16="http://schemas.microsoft.com/office/drawing/2014/main" val="3794577966"/>
                    </a:ext>
                  </a:extLst>
                </a:gridCol>
              </a:tblGrid>
              <a:tr h="359913">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r>
                        <a:rPr lang="zh-CN" altLang="en-US" dirty="0">
                          <a:solidFill>
                            <a:schemeClr val="accent1">
                              <a:lumMod val="75000"/>
                            </a:schemeClr>
                          </a:solidFill>
                        </a:rPr>
                        <a:t>节点</a:t>
                      </a:r>
                      <a:r>
                        <a:rPr lang="en-US" altLang="zh-CN" dirty="0">
                          <a:solidFill>
                            <a:schemeClr val="accent1">
                              <a:lumMod val="75000"/>
                            </a:schemeClr>
                          </a:solidFill>
                        </a:rPr>
                        <a:t>1</a:t>
                      </a:r>
                      <a:endParaRPr lang="zh-CN" altLang="en-US" dirty="0">
                        <a:solidFill>
                          <a:schemeClr val="accent1">
                            <a:lumMod val="75000"/>
                          </a:schemeClr>
                        </a:solidFill>
                      </a:endParaRP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5B9BD5">
                        <a:lumMod val="75000"/>
                      </a:srgbClr>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5B9BD5">
                        <a:lumMod val="75000"/>
                      </a:srgbClr>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sz="1800" b="1" kern="1200" dirty="0">
                        <a:solidFill>
                          <a:schemeClr val="lt1"/>
                        </a:solidFill>
                        <a:latin typeface="等线"/>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8170441"/>
                  </a:ext>
                </a:extLst>
              </a:tr>
              <a:tr h="425352">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1571770"/>
                  </a:ext>
                </a:extLst>
              </a:tr>
              <a:tr h="359913">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r>
                        <a:rPr lang="zh-CN" altLang="en-US" b="1" dirty="0">
                          <a:solidFill>
                            <a:srgbClr val="BF9000"/>
                          </a:solidFill>
                        </a:rPr>
                        <a:t>节点</a:t>
                      </a:r>
                      <a:r>
                        <a:rPr lang="en-US" altLang="zh-CN" b="1" dirty="0">
                          <a:solidFill>
                            <a:srgbClr val="BF9000"/>
                          </a:solidFill>
                        </a:rPr>
                        <a:t>2</a:t>
                      </a:r>
                      <a:endParaRPr lang="zh-CN" altLang="en-US" b="1" dirty="0">
                        <a:solidFill>
                          <a:srgbClr val="BF9000"/>
                        </a:solidFill>
                      </a:endParaRP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solidFill>
                          <a:srgbClr val="BF9000"/>
                        </a:solidFill>
                      </a:endParaRPr>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F9000"/>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solidFill>
                          <a:srgbClr val="BF9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F9000"/>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75000"/>
                      </a:srgb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1180187"/>
                  </a:ext>
                </a:extLst>
              </a:tr>
              <a:tr h="516142">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111203"/>
                  </a:ext>
                </a:extLst>
              </a:tr>
              <a:tr h="361287">
                <a:tc>
                  <a:txBody>
                    <a:bodyPr/>
                    <a:lstStyle/>
                    <a:p>
                      <a:r>
                        <a:rPr lang="zh-CN" altLang="en-US" b="1" dirty="0">
                          <a:solidFill>
                            <a:schemeClr val="accent2"/>
                          </a:solidFill>
                        </a:rPr>
                        <a:t>节点</a:t>
                      </a:r>
                      <a:r>
                        <a:rPr lang="en-US" altLang="zh-CN" b="1" dirty="0">
                          <a:solidFill>
                            <a:schemeClr val="accent2"/>
                          </a:solidFill>
                        </a:rPr>
                        <a:t>3</a:t>
                      </a:r>
                      <a:endParaRPr lang="zh-CN" altLang="en-US" b="1" dirty="0">
                        <a:solidFill>
                          <a:schemeClr val="accent2"/>
                        </a:solidFill>
                      </a:endParaRP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9999"/>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9999"/>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9999"/>
                    </a:solidFill>
                  </a:tcPr>
                </a:tc>
                <a:extLst>
                  <a:ext uri="{0D108BD9-81ED-4DB2-BD59-A6C34878D82A}">
                    <a16:rowId xmlns:a16="http://schemas.microsoft.com/office/drawing/2014/main" val="12309403"/>
                  </a:ext>
                </a:extLst>
              </a:tr>
              <a:tr h="520461">
                <a:tc>
                  <a:txBody>
                    <a:bodyPr/>
                    <a:lstStyle/>
                    <a:p>
                      <a:endParaRPr lang="zh-CN" altLang="en-US" b="1" dirty="0">
                        <a:solidFill>
                          <a:schemeClr val="accent2"/>
                        </a:solidFill>
                      </a:endParaRP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68640"/>
                  </a:ext>
                </a:extLst>
              </a:tr>
              <a:tr h="359913">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r>
                        <a:rPr lang="zh-CN" altLang="en-US" b="1" dirty="0">
                          <a:solidFill>
                            <a:schemeClr val="tx1"/>
                          </a:solidFill>
                        </a:rPr>
                        <a:t>信道</a:t>
                      </a:r>
                    </a:p>
                  </a:txBody>
                  <a:tcP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F9000"/>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9999"/>
                    </a:solidFill>
                  </a:tcPr>
                </a:tc>
                <a:extLst>
                  <a:ext uri="{0D108BD9-81ED-4DB2-BD59-A6C34878D82A}">
                    <a16:rowId xmlns:a16="http://schemas.microsoft.com/office/drawing/2014/main" val="959705710"/>
                  </a:ext>
                </a:extLst>
              </a:tr>
            </a:tbl>
          </a:graphicData>
        </a:graphic>
      </p:graphicFrame>
      <p:sp>
        <p:nvSpPr>
          <p:cNvPr id="6" name="矩形 5">
            <a:extLst>
              <a:ext uri="{FF2B5EF4-FFF2-40B4-BE49-F238E27FC236}">
                <a16:creationId xmlns:a16="http://schemas.microsoft.com/office/drawing/2014/main" id="{393F2121-A367-EB19-A8C8-FA97DCBE11F4}"/>
              </a:ext>
            </a:extLst>
          </p:cNvPr>
          <p:cNvSpPr/>
          <p:nvPr/>
        </p:nvSpPr>
        <p:spPr>
          <a:xfrm>
            <a:off x="6934890" y="5951215"/>
            <a:ext cx="646331" cy="369332"/>
          </a:xfrm>
          <a:prstGeom prst="rect">
            <a:avLst/>
          </a:prstGeom>
        </p:spPr>
        <p:txBody>
          <a:bodyPr wrap="none">
            <a:spAutoFit/>
          </a:bodyPr>
          <a:lstStyle/>
          <a:p>
            <a:r>
              <a:rPr lang="zh-CN" altLang="en-US" b="1" dirty="0"/>
              <a:t>冲突</a:t>
            </a:r>
          </a:p>
        </p:txBody>
      </p:sp>
      <p:sp>
        <p:nvSpPr>
          <p:cNvPr id="7" name="矩形 6">
            <a:extLst>
              <a:ext uri="{FF2B5EF4-FFF2-40B4-BE49-F238E27FC236}">
                <a16:creationId xmlns:a16="http://schemas.microsoft.com/office/drawing/2014/main" id="{6C40A54A-AB41-46EB-6669-13679159F4D0}"/>
              </a:ext>
            </a:extLst>
          </p:cNvPr>
          <p:cNvSpPr/>
          <p:nvPr/>
        </p:nvSpPr>
        <p:spPr>
          <a:xfrm>
            <a:off x="7581221" y="5960893"/>
            <a:ext cx="646331" cy="369332"/>
          </a:xfrm>
          <a:prstGeom prst="rect">
            <a:avLst/>
          </a:prstGeom>
        </p:spPr>
        <p:txBody>
          <a:bodyPr wrap="none">
            <a:spAutoFit/>
          </a:bodyPr>
          <a:lstStyle/>
          <a:p>
            <a:r>
              <a:rPr lang="zh-CN" altLang="en-US" b="1" dirty="0"/>
              <a:t>空闲</a:t>
            </a:r>
          </a:p>
        </p:txBody>
      </p:sp>
      <p:sp>
        <p:nvSpPr>
          <p:cNvPr id="8" name="矩形 7">
            <a:extLst>
              <a:ext uri="{FF2B5EF4-FFF2-40B4-BE49-F238E27FC236}">
                <a16:creationId xmlns:a16="http://schemas.microsoft.com/office/drawing/2014/main" id="{0172A94B-7D7A-508F-78A1-903DE63039D9}"/>
              </a:ext>
            </a:extLst>
          </p:cNvPr>
          <p:cNvSpPr/>
          <p:nvPr/>
        </p:nvSpPr>
        <p:spPr>
          <a:xfrm>
            <a:off x="8615312" y="5977041"/>
            <a:ext cx="763351" cy="646331"/>
          </a:xfrm>
          <a:prstGeom prst="rect">
            <a:avLst/>
          </a:prstGeom>
        </p:spPr>
        <p:txBody>
          <a:bodyPr wrap="none">
            <a:spAutoFit/>
          </a:bodyPr>
          <a:lstStyle/>
          <a:p>
            <a:r>
              <a:rPr lang="zh-CN" altLang="en-US" b="1" dirty="0"/>
              <a:t>成功</a:t>
            </a:r>
            <a:endParaRPr lang="en-US" altLang="zh-CN" b="1" dirty="0"/>
          </a:p>
          <a:p>
            <a:r>
              <a:rPr lang="zh-CN" altLang="en-US" b="1" dirty="0"/>
              <a:t>节点</a:t>
            </a:r>
            <a:r>
              <a:rPr lang="en-US" altLang="zh-CN" b="1" dirty="0"/>
              <a:t>2</a:t>
            </a:r>
          </a:p>
        </p:txBody>
      </p:sp>
      <p:sp>
        <p:nvSpPr>
          <p:cNvPr id="9" name="矩形 8">
            <a:extLst>
              <a:ext uri="{FF2B5EF4-FFF2-40B4-BE49-F238E27FC236}">
                <a16:creationId xmlns:a16="http://schemas.microsoft.com/office/drawing/2014/main" id="{52DA5854-BAAC-3BDA-56C3-92D4B68A5283}"/>
              </a:ext>
            </a:extLst>
          </p:cNvPr>
          <p:cNvSpPr/>
          <p:nvPr/>
        </p:nvSpPr>
        <p:spPr>
          <a:xfrm>
            <a:off x="10823064" y="5960893"/>
            <a:ext cx="763351" cy="646331"/>
          </a:xfrm>
          <a:prstGeom prst="rect">
            <a:avLst/>
          </a:prstGeom>
        </p:spPr>
        <p:txBody>
          <a:bodyPr wrap="none">
            <a:spAutoFit/>
          </a:bodyPr>
          <a:lstStyle/>
          <a:p>
            <a:r>
              <a:rPr lang="zh-CN" altLang="en-US" b="1" dirty="0"/>
              <a:t>成功</a:t>
            </a:r>
            <a:endParaRPr lang="en-US" altLang="zh-CN" b="1" dirty="0"/>
          </a:p>
          <a:p>
            <a:r>
              <a:rPr lang="zh-CN" altLang="en-US" b="1" dirty="0"/>
              <a:t>节点</a:t>
            </a:r>
            <a:r>
              <a:rPr lang="en-US" altLang="zh-CN" b="1" dirty="0"/>
              <a:t>1</a:t>
            </a:r>
          </a:p>
        </p:txBody>
      </p:sp>
      <p:sp>
        <p:nvSpPr>
          <p:cNvPr id="10" name="矩形 9">
            <a:extLst>
              <a:ext uri="{FF2B5EF4-FFF2-40B4-BE49-F238E27FC236}">
                <a16:creationId xmlns:a16="http://schemas.microsoft.com/office/drawing/2014/main" id="{1740B5F4-4654-EB38-2D70-3D92BFEAA939}"/>
              </a:ext>
            </a:extLst>
          </p:cNvPr>
          <p:cNvSpPr/>
          <p:nvPr/>
        </p:nvSpPr>
        <p:spPr>
          <a:xfrm>
            <a:off x="11463946" y="5951215"/>
            <a:ext cx="763351" cy="646331"/>
          </a:xfrm>
          <a:prstGeom prst="rect">
            <a:avLst/>
          </a:prstGeom>
        </p:spPr>
        <p:txBody>
          <a:bodyPr wrap="none">
            <a:spAutoFit/>
          </a:bodyPr>
          <a:lstStyle/>
          <a:p>
            <a:r>
              <a:rPr lang="zh-CN" altLang="en-US" b="1" dirty="0"/>
              <a:t>成功</a:t>
            </a:r>
            <a:endParaRPr lang="en-US" altLang="zh-CN" b="1" dirty="0"/>
          </a:p>
          <a:p>
            <a:r>
              <a:rPr lang="zh-CN" altLang="en-US" b="1" dirty="0"/>
              <a:t>节点</a:t>
            </a:r>
            <a:r>
              <a:rPr lang="en-US" altLang="zh-CN" b="1" dirty="0"/>
              <a:t>3</a:t>
            </a:r>
          </a:p>
        </p:txBody>
      </p:sp>
    </p:spTree>
    <p:extLst>
      <p:ext uri="{BB962C8B-B14F-4D97-AF65-F5344CB8AC3E}">
        <p14:creationId xmlns:p14="http://schemas.microsoft.com/office/powerpoint/2010/main" val="306401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861350-2D52-3BDC-A564-05C9718F876B}"/>
              </a:ext>
            </a:extLst>
          </p:cNvPr>
          <p:cNvSpPr>
            <a:spLocks noGrp="1"/>
          </p:cNvSpPr>
          <p:nvPr>
            <p:ph type="title"/>
          </p:nvPr>
        </p:nvSpPr>
        <p:spPr/>
        <p:txBody>
          <a:bodyPr/>
          <a:lstStyle/>
          <a:p>
            <a:r>
              <a:rPr lang="en-US" altLang="zh-CN" dirty="0"/>
              <a:t>Slotted ALOHA</a:t>
            </a:r>
            <a:endParaRPr lang="zh-CN" altLang="en-US" dirty="0"/>
          </a:p>
        </p:txBody>
      </p:sp>
      <p:sp>
        <p:nvSpPr>
          <p:cNvPr id="11" name="内容占位符 2">
            <a:extLst>
              <a:ext uri="{FF2B5EF4-FFF2-40B4-BE49-F238E27FC236}">
                <a16:creationId xmlns:a16="http://schemas.microsoft.com/office/drawing/2014/main" id="{AED4720F-A9DF-7E71-9819-AE9161FA43EE}"/>
              </a:ext>
            </a:extLst>
          </p:cNvPr>
          <p:cNvSpPr txBox="1">
            <a:spLocks noGrp="1"/>
          </p:cNvSpPr>
          <p:nvPr>
            <p:ph idx="1"/>
          </p:nvPr>
        </p:nvSpPr>
        <p:spPr>
          <a:xfrm>
            <a:off x="442913" y="728663"/>
            <a:ext cx="5303369" cy="18797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t>优点：</a:t>
            </a:r>
            <a:endParaRPr lang="en-US" altLang="zh-CN" sz="2000" dirty="0"/>
          </a:p>
          <a:p>
            <a:r>
              <a:rPr lang="zh-CN" altLang="en-US" sz="2000" dirty="0"/>
              <a:t>一个活跃节点时，吞吐率为</a:t>
            </a:r>
            <a:r>
              <a:rPr lang="en-US" altLang="zh-CN" sz="2000" dirty="0"/>
              <a:t>R</a:t>
            </a:r>
          </a:p>
          <a:p>
            <a:r>
              <a:rPr lang="zh-CN" altLang="en-US" sz="2000" dirty="0"/>
              <a:t>高度去中心化：仅</a:t>
            </a:r>
            <a:r>
              <a:rPr lang="zh-CN" altLang="en-US" dirty="0"/>
              <a:t>要求节点间时钟同步</a:t>
            </a:r>
            <a:endParaRPr lang="en-US" altLang="zh-CN" dirty="0"/>
          </a:p>
          <a:p>
            <a:r>
              <a:rPr lang="zh-CN" altLang="en-US" dirty="0"/>
              <a:t>简单</a:t>
            </a:r>
            <a:endParaRPr lang="en-US" altLang="zh-CN" dirty="0"/>
          </a:p>
          <a:p>
            <a:endParaRPr lang="en-US" altLang="zh-CN" sz="2000" dirty="0"/>
          </a:p>
        </p:txBody>
      </p:sp>
      <p:sp>
        <p:nvSpPr>
          <p:cNvPr id="6" name="内容占位符 2">
            <a:extLst>
              <a:ext uri="{FF2B5EF4-FFF2-40B4-BE49-F238E27FC236}">
                <a16:creationId xmlns:a16="http://schemas.microsoft.com/office/drawing/2014/main" id="{41049208-1D31-12F8-E4B1-F6196245FC42}"/>
              </a:ext>
            </a:extLst>
          </p:cNvPr>
          <p:cNvSpPr txBox="1">
            <a:spLocks/>
          </p:cNvSpPr>
          <p:nvPr/>
        </p:nvSpPr>
        <p:spPr>
          <a:xfrm>
            <a:off x="385539" y="2611485"/>
            <a:ext cx="11290300" cy="384706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假设</a:t>
            </a:r>
            <a:r>
              <a:rPr lang="en-US" altLang="zh-CN" dirty="0"/>
              <a:t>N</a:t>
            </a:r>
            <a:r>
              <a:rPr lang="zh-CN" altLang="en-US" dirty="0"/>
              <a:t>个节点，总是有帧要发送</a:t>
            </a:r>
            <a:endParaRPr lang="en-US" altLang="zh-CN" dirty="0"/>
          </a:p>
          <a:p>
            <a:r>
              <a:rPr lang="en-US" altLang="zh-CN" dirty="0"/>
              <a:t>Slotted ALOHA</a:t>
            </a:r>
            <a:r>
              <a:rPr lang="zh-CN" altLang="en-US" dirty="0"/>
              <a:t>协议变种：在每个时隙以概率</a:t>
            </a:r>
            <a:r>
              <a:rPr lang="en-US" altLang="zh-CN" dirty="0"/>
              <a:t>p</a:t>
            </a:r>
            <a:r>
              <a:rPr lang="zh-CN" altLang="en-US" dirty="0"/>
              <a:t>传输帧（包括新帧和重传帧）</a:t>
            </a:r>
            <a:endParaRPr lang="en-US" altLang="zh-CN" dirty="0"/>
          </a:p>
          <a:p>
            <a:r>
              <a:rPr lang="zh-CN" altLang="en-US" dirty="0"/>
              <a:t>回顾：可靠传输协议的效率</a:t>
            </a:r>
            <a:r>
              <a:rPr lang="en-US" altLang="zh-CN" dirty="0"/>
              <a:t>(Efficiency)</a:t>
            </a:r>
            <a:r>
              <a:rPr lang="zh-CN" altLang="en-US" dirty="0"/>
              <a:t>或有效利用率</a:t>
            </a:r>
            <a:r>
              <a:rPr lang="en-US" altLang="zh-CN" dirty="0"/>
              <a:t>(effective utilization)</a:t>
            </a:r>
          </a:p>
          <a:p>
            <a:pPr lvl="1"/>
            <a:r>
              <a:rPr lang="zh-CN" altLang="en-US" sz="2000" dirty="0"/>
              <a:t>实际有效的传输数据的时间与所花的总时间的比率</a:t>
            </a:r>
            <a:endParaRPr lang="en-US" altLang="zh-CN" sz="2000" dirty="0"/>
          </a:p>
          <a:p>
            <a:pPr lvl="1"/>
            <a:r>
              <a:rPr lang="zh-CN" altLang="en-US" sz="2000" b="1" dirty="0">
                <a:solidFill>
                  <a:srgbClr val="FF0000"/>
                </a:solidFill>
              </a:rPr>
              <a:t>归一化的吞吐率</a:t>
            </a:r>
            <a:r>
              <a:rPr lang="zh-CN" altLang="en-US" sz="2000" dirty="0"/>
              <a:t>，即吞吐率与信道带宽的比率</a:t>
            </a:r>
            <a:endParaRPr lang="en-US" altLang="zh-CN" sz="2000" dirty="0"/>
          </a:p>
          <a:p>
            <a:r>
              <a:rPr lang="en-US" altLang="zh-CN" dirty="0"/>
              <a:t>Slotted ALOHA</a:t>
            </a:r>
            <a:r>
              <a:rPr lang="zh-CN" altLang="en-US" dirty="0"/>
              <a:t>协议的效率 </a:t>
            </a:r>
            <a:r>
              <a:rPr lang="en-US" altLang="zh-CN" dirty="0"/>
              <a:t>= </a:t>
            </a:r>
            <a:r>
              <a:rPr lang="zh-CN" altLang="en-US" dirty="0"/>
              <a:t>长期运行中成功时隙的比率</a:t>
            </a:r>
            <a:endParaRPr lang="en-US" altLang="zh-CN" dirty="0"/>
          </a:p>
          <a:p>
            <a:r>
              <a:rPr lang="zh-CN" altLang="en-US" dirty="0"/>
              <a:t>效率 </a:t>
            </a:r>
            <a:r>
              <a:rPr lang="en-US" altLang="zh-CN" dirty="0"/>
              <a:t>=  </a:t>
            </a:r>
            <a:r>
              <a:rPr lang="zh-CN" altLang="en-US" dirty="0"/>
              <a:t>一个时隙中正好有一个节点成功传输的概率</a:t>
            </a:r>
            <a:endParaRPr lang="en-US" altLang="zh-CN" dirty="0"/>
          </a:p>
          <a:p>
            <a:r>
              <a:rPr lang="en-US" altLang="zh-CN" dirty="0"/>
              <a:t>N→∞</a:t>
            </a:r>
            <a:r>
              <a:rPr lang="zh-CN" altLang="en-US" dirty="0"/>
              <a:t>时，最大效率 </a:t>
            </a:r>
            <a:r>
              <a:rPr lang="en-US" altLang="zh-CN" dirty="0"/>
              <a:t>= </a:t>
            </a:r>
            <a:r>
              <a:rPr lang="zh-CN" altLang="en-US" dirty="0"/>
              <a:t>时槽成功传输的概率 </a:t>
            </a:r>
            <a:r>
              <a:rPr lang="en-US" altLang="zh-CN" dirty="0"/>
              <a:t>= 1/e </a:t>
            </a:r>
            <a:r>
              <a:rPr lang="en-US" altLang="zh-CN" sz="2000" dirty="0"/>
              <a:t>≈ 0.368</a:t>
            </a:r>
          </a:p>
          <a:p>
            <a:r>
              <a:rPr lang="en-US" altLang="zh-CN" dirty="0"/>
              <a:t>N→∞</a:t>
            </a:r>
            <a:r>
              <a:rPr lang="zh-CN" altLang="en-US" dirty="0"/>
              <a:t>时，时槽空闲的概率 </a:t>
            </a:r>
            <a:r>
              <a:rPr lang="en-US" altLang="zh-CN" dirty="0"/>
              <a:t>= 1/e</a:t>
            </a:r>
            <a:r>
              <a:rPr lang="en-US" altLang="zh-CN" sz="2000" dirty="0"/>
              <a:t> ≈ 0.368</a:t>
            </a:r>
            <a:endParaRPr lang="en-US" altLang="zh-CN" dirty="0"/>
          </a:p>
          <a:p>
            <a:endParaRPr lang="en-US" altLang="zh-CN" dirty="0"/>
          </a:p>
        </p:txBody>
      </p:sp>
      <p:sp>
        <p:nvSpPr>
          <p:cNvPr id="7" name="内容占位符 2">
            <a:extLst>
              <a:ext uri="{FF2B5EF4-FFF2-40B4-BE49-F238E27FC236}">
                <a16:creationId xmlns:a16="http://schemas.microsoft.com/office/drawing/2014/main" id="{D1815AC8-589B-F4A1-8C98-E5CBD29AAB77}"/>
              </a:ext>
            </a:extLst>
          </p:cNvPr>
          <p:cNvSpPr txBox="1">
            <a:spLocks/>
          </p:cNvSpPr>
          <p:nvPr/>
        </p:nvSpPr>
        <p:spPr>
          <a:xfrm>
            <a:off x="5954832" y="728663"/>
            <a:ext cx="5643610" cy="220418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缺点：</a:t>
            </a:r>
            <a:endParaRPr lang="en-US" altLang="zh-CN" dirty="0"/>
          </a:p>
          <a:p>
            <a:r>
              <a:rPr lang="zh-CN" altLang="en-US" dirty="0"/>
              <a:t>要求时钟同步</a:t>
            </a:r>
            <a:endParaRPr lang="en-US" altLang="zh-CN" dirty="0"/>
          </a:p>
          <a:p>
            <a:r>
              <a:rPr lang="zh-CN" altLang="en-US" dirty="0"/>
              <a:t>多个节点传输时的性能较差</a:t>
            </a:r>
            <a:endParaRPr lang="en-US" altLang="zh-CN" dirty="0"/>
          </a:p>
          <a:p>
            <a:pPr lvl="1"/>
            <a:r>
              <a:rPr lang="zh-CN" altLang="en-US" dirty="0"/>
              <a:t>一部分时隙由于冲突而浪费</a:t>
            </a:r>
            <a:endParaRPr lang="en-US" altLang="zh-CN" dirty="0"/>
          </a:p>
          <a:p>
            <a:pPr lvl="1"/>
            <a:r>
              <a:rPr lang="zh-CN" altLang="en-US" dirty="0"/>
              <a:t>一部分时隙由于概率传输策略导致空闲而浪费</a:t>
            </a:r>
            <a:endParaRPr lang="en-US" altLang="zh-CN"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288296D-0021-1195-0AFF-FF570181FCD0}"/>
                  </a:ext>
                </a:extLst>
              </p:cNvPr>
              <p:cNvSpPr txBox="1"/>
              <p:nvPr/>
            </p:nvSpPr>
            <p:spPr>
              <a:xfrm>
                <a:off x="6889477" y="3797035"/>
                <a:ext cx="5347811" cy="70134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𝑒𝑓𝑓𝑖𝑐𝑖𝑒𝑛𝑐𝑦</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𝐷𝑎𝑡𝑎</m:t>
                              </m:r>
                            </m:num>
                            <m:den>
                              <m:r>
                                <a:rPr lang="en-US" altLang="zh-CN" b="0" i="1" smtClean="0">
                                  <a:latin typeface="Cambria Math" panose="02040503050406030204" pitchFamily="18" charset="0"/>
                                </a:rPr>
                                <m:t>𝐿𝑖𝑛𝑘</m:t>
                              </m:r>
                              <m:r>
                                <a:rPr lang="en-US" altLang="zh-CN" b="0" i="1" smtClean="0">
                                  <a:latin typeface="Cambria Math" panose="02040503050406030204" pitchFamily="18" charset="0"/>
                                </a:rPr>
                                <m:t> </m:t>
                              </m:r>
                              <m:r>
                                <a:rPr lang="en-US" altLang="zh-CN" b="0" i="1" smtClean="0">
                                  <a:latin typeface="Cambria Math" panose="02040503050406030204" pitchFamily="18" charset="0"/>
                                </a:rPr>
                                <m:t>𝑅𝑎𝑡𝑒</m:t>
                              </m:r>
                            </m:den>
                          </m:f>
                        </m:num>
                        <m:den>
                          <m:r>
                            <a:rPr lang="en-US" altLang="zh-CN" b="0" i="1" smtClean="0">
                              <a:latin typeface="Cambria Math" panose="02040503050406030204" pitchFamily="18" charset="0"/>
                            </a:rPr>
                            <m:t>𝑇𝑖𝑚𝑒</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𝐷𝑎𝑡𝑎</m:t>
                              </m:r>
                            </m:num>
                            <m:den>
                              <m:r>
                                <a:rPr lang="en-US" altLang="zh-CN" b="0" i="1" smtClean="0">
                                  <a:latin typeface="Cambria Math" panose="02040503050406030204" pitchFamily="18" charset="0"/>
                                </a:rPr>
                                <m:t>𝑇𝑖𝑚𝑒</m:t>
                              </m:r>
                            </m:den>
                          </m:f>
                        </m:num>
                        <m:den>
                          <m:r>
                            <a:rPr lang="en-US" altLang="zh-CN" b="0" i="1" smtClean="0">
                              <a:latin typeface="Cambria Math" panose="02040503050406030204" pitchFamily="18" charset="0"/>
                            </a:rPr>
                            <m:t>𝐿𝑖𝑛𝑘</m:t>
                          </m:r>
                          <m:r>
                            <a:rPr lang="en-US" altLang="zh-CN" b="0" i="1" smtClean="0">
                              <a:latin typeface="Cambria Math" panose="02040503050406030204" pitchFamily="18" charset="0"/>
                            </a:rPr>
                            <m:t> </m:t>
                          </m:r>
                          <m:r>
                            <a:rPr lang="en-US" altLang="zh-CN" b="0" i="1" smtClean="0">
                              <a:latin typeface="Cambria Math" panose="02040503050406030204" pitchFamily="18" charset="0"/>
                            </a:rPr>
                            <m:t>𝑅𝑎𝑡𝑒</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𝑇h𝑟𝑜𝑢𝑔h𝑝𝑢𝑡</m:t>
                          </m:r>
                        </m:num>
                        <m:den>
                          <m:r>
                            <a:rPr lang="en-US" altLang="zh-CN" b="0" i="1" smtClean="0">
                              <a:latin typeface="Cambria Math" panose="02040503050406030204" pitchFamily="18" charset="0"/>
                            </a:rPr>
                            <m:t>𝐿𝑖𝑛𝑘</m:t>
                          </m:r>
                          <m:r>
                            <a:rPr lang="en-US" altLang="zh-CN" b="0" i="1" smtClean="0">
                              <a:latin typeface="Cambria Math" panose="02040503050406030204" pitchFamily="18" charset="0"/>
                            </a:rPr>
                            <m:t> </m:t>
                          </m:r>
                          <m:r>
                            <a:rPr lang="en-US" altLang="zh-CN" b="0" i="1" smtClean="0">
                              <a:latin typeface="Cambria Math" panose="02040503050406030204" pitchFamily="18" charset="0"/>
                            </a:rPr>
                            <m:t>𝑅𝑎𝑡𝑒</m:t>
                          </m:r>
                        </m:den>
                      </m:f>
                    </m:oMath>
                  </m:oMathPara>
                </a14:m>
                <a:endParaRPr lang="zh-CN" altLang="en-US" dirty="0"/>
              </a:p>
            </p:txBody>
          </p:sp>
        </mc:Choice>
        <mc:Fallback xmlns="">
          <p:sp>
            <p:nvSpPr>
              <p:cNvPr id="8" name="文本框 7">
                <a:extLst>
                  <a:ext uri="{FF2B5EF4-FFF2-40B4-BE49-F238E27FC236}">
                    <a16:creationId xmlns:a16="http://schemas.microsoft.com/office/drawing/2014/main" id="{0288296D-0021-1195-0AFF-FF570181FCD0}"/>
                  </a:ext>
                </a:extLst>
              </p:cNvPr>
              <p:cNvSpPr txBox="1">
                <a:spLocks noRot="1" noChangeAspect="1" noMove="1" noResize="1" noEditPoints="1" noAdjustHandles="1" noChangeArrowheads="1" noChangeShapeType="1" noTextEdit="1"/>
              </p:cNvSpPr>
              <p:nvPr/>
            </p:nvSpPr>
            <p:spPr>
              <a:xfrm>
                <a:off x="6889477" y="3797035"/>
                <a:ext cx="5347811" cy="70134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81C72AA-1EB2-728B-6B75-224929BFA164}"/>
                  </a:ext>
                </a:extLst>
              </p:cNvPr>
              <p:cNvSpPr txBox="1"/>
              <p:nvPr/>
            </p:nvSpPr>
            <p:spPr>
              <a:xfrm>
                <a:off x="6844188" y="4674076"/>
                <a:ext cx="5347811" cy="3726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solidFill>
                                <a:srgbClr val="000000"/>
                              </a:solidFill>
                              <a:latin typeface="Cambria Math" panose="02040503050406030204" pitchFamily="18" charset="0"/>
                            </a:rPr>
                          </m:ctrlPr>
                        </m:sSubSupPr>
                        <m:e>
                          <m:r>
                            <m:rPr>
                              <m:sty m:val="p"/>
                            </m:rPr>
                            <a:rPr lang="en-US" altLang="zh-CN" i="1">
                              <a:solidFill>
                                <a:srgbClr val="000000"/>
                              </a:solidFill>
                              <a:latin typeface="Cambria Math" panose="02040503050406030204" pitchFamily="18" charset="0"/>
                            </a:rPr>
                            <m:t>e</m:t>
                          </m:r>
                          <m:r>
                            <a:rPr lang="en-US" altLang="zh-CN" b="0" i="1" smtClean="0">
                              <a:solidFill>
                                <a:srgbClr val="000000"/>
                              </a:solidFill>
                              <a:latin typeface="Cambria Math" panose="02040503050406030204" pitchFamily="18" charset="0"/>
                            </a:rPr>
                            <m:t>𝑓𝑓𝑖𝑐𝑖𝑒𝑛𝑐𝑦</m:t>
                          </m:r>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𝑁</m:t>
                          </m:r>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𝑝</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𝑁𝑝</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𝑝</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10" name="文本框 9">
                <a:extLst>
                  <a:ext uri="{FF2B5EF4-FFF2-40B4-BE49-F238E27FC236}">
                    <a16:creationId xmlns:a16="http://schemas.microsoft.com/office/drawing/2014/main" id="{181C72AA-1EB2-728B-6B75-224929BFA164}"/>
                  </a:ext>
                </a:extLst>
              </p:cNvPr>
              <p:cNvSpPr txBox="1">
                <a:spLocks noRot="1" noChangeAspect="1" noMove="1" noResize="1" noEditPoints="1" noAdjustHandles="1" noChangeArrowheads="1" noChangeShapeType="1" noTextEdit="1"/>
              </p:cNvSpPr>
              <p:nvPr/>
            </p:nvSpPr>
            <p:spPr>
              <a:xfrm>
                <a:off x="6844188" y="4674076"/>
                <a:ext cx="5347811" cy="372603"/>
              </a:xfrm>
              <a:prstGeom prst="rect">
                <a:avLst/>
              </a:prstGeom>
              <a:blipFill>
                <a:blip r:embed="rId3"/>
                <a:stretch>
                  <a:fillRect b="-13115"/>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7554EE1C-83D6-2AFA-5543-BA3FEAFD1DCC}"/>
              </a:ext>
            </a:extLst>
          </p:cNvPr>
          <p:cNvSpPr/>
          <p:nvPr/>
        </p:nvSpPr>
        <p:spPr>
          <a:xfrm>
            <a:off x="7014605" y="5095898"/>
            <a:ext cx="2973891" cy="40011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等线"/>
                <a:ea typeface="等线" panose="02010600030101010101" pitchFamily="2" charset="-122"/>
                <a:cs typeface="+mn-cs"/>
              </a:rPr>
              <a:t>注意到</a:t>
            </a:r>
            <a:r>
              <a:rPr kumimoji="0" lang="en-US" altLang="zh-CN" sz="2000" b="0" i="0" u="none" strike="noStrike" kern="0" cap="none" spc="0" normalizeH="0" baseline="0" noProof="0" dirty="0">
                <a:ln>
                  <a:noFill/>
                </a:ln>
                <a:solidFill>
                  <a:prstClr val="black"/>
                </a:solidFill>
                <a:effectLst/>
                <a:uLnTx/>
                <a:uFillTx/>
                <a:latin typeface="等线"/>
                <a:ea typeface="等线" panose="02010600030101010101" pitchFamily="2" charset="-122"/>
                <a:cs typeface="+mn-cs"/>
              </a:rPr>
              <a:t>p=1/N</a:t>
            </a:r>
            <a:r>
              <a:rPr kumimoji="0" lang="zh-CN" altLang="en-US" sz="2000" b="0" i="0" u="none" strike="noStrike" kern="0" cap="none" spc="0" normalizeH="0" baseline="0" noProof="0" dirty="0">
                <a:ln>
                  <a:noFill/>
                </a:ln>
                <a:solidFill>
                  <a:prstClr val="black"/>
                </a:solidFill>
                <a:effectLst/>
                <a:uLnTx/>
                <a:uFillTx/>
                <a:latin typeface="等线"/>
                <a:ea typeface="等线" panose="02010600030101010101" pitchFamily="2" charset="-122"/>
                <a:cs typeface="+mn-cs"/>
              </a:rPr>
              <a:t>时有最大值</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C767A3FE-6756-DE8C-BFD0-BD9B5C18AD20}"/>
                  </a:ext>
                </a:extLst>
              </p:cNvPr>
              <p:cNvSpPr txBox="1"/>
              <p:nvPr/>
            </p:nvSpPr>
            <p:spPr>
              <a:xfrm>
                <a:off x="6969418" y="5591308"/>
                <a:ext cx="4964501"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𝑒𝑓𝑓𝑖𝑐𝑖𝑒𝑛𝑐𝑦</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𝑁</m:t>
                          </m:r>
                        </m:den>
                      </m:f>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𝑁</m:t>
                              </m:r>
                            </m:den>
                          </m:f>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−1</m:t>
                          </m:r>
                        </m:sup>
                      </m:sSup>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(1−</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r>
                                <a:rPr lang="en-US" altLang="zh-CN" i="1">
                                  <a:latin typeface="Cambria Math" panose="02040503050406030204" pitchFamily="18" charset="0"/>
                                  <a:ea typeface="Cambria Math" panose="02040503050406030204" pitchFamily="18" charset="0"/>
                                </a:rPr>
                                <m:t>𝑁</m:t>
                              </m:r>
                            </m:den>
                          </m:f>
                          <m:r>
                            <a:rPr lang="en-US" altLang="zh-CN" i="1">
                              <a:latin typeface="Cambria Math" panose="02040503050406030204" pitchFamily="18" charset="0"/>
                              <a:ea typeface="Cambria Math" panose="02040503050406030204" pitchFamily="18" charset="0"/>
                            </a:rPr>
                            <m:t>)</m:t>
                          </m:r>
                        </m:e>
                        <m:sup>
                          <m:r>
                            <a:rPr lang="en-US" altLang="zh-CN" i="1">
                              <a:latin typeface="Cambria Math" panose="02040503050406030204" pitchFamily="18" charset="0"/>
                              <a:ea typeface="Cambria Math" panose="02040503050406030204" pitchFamily="18" charset="0"/>
                            </a:rPr>
                            <m:t>𝑁</m:t>
                          </m:r>
                          <m:r>
                            <a:rPr lang="en-US" altLang="zh-CN" i="1">
                              <a:latin typeface="Cambria Math" panose="02040503050406030204" pitchFamily="18" charset="0"/>
                              <a:ea typeface="Cambria Math" panose="02040503050406030204" pitchFamily="18" charset="0"/>
                            </a:rPr>
                            <m:t>−1</m:t>
                          </m:r>
                        </m:sup>
                      </m:sSup>
                    </m:oMath>
                  </m:oMathPara>
                </a14:m>
                <a:endParaRPr lang="zh-CN" altLang="en-US" dirty="0"/>
              </a:p>
            </p:txBody>
          </p:sp>
        </mc:Choice>
        <mc:Fallback xmlns="">
          <p:sp>
            <p:nvSpPr>
              <p:cNvPr id="16" name="文本框 15">
                <a:extLst>
                  <a:ext uri="{FF2B5EF4-FFF2-40B4-BE49-F238E27FC236}">
                    <a16:creationId xmlns:a16="http://schemas.microsoft.com/office/drawing/2014/main" id="{C767A3FE-6756-DE8C-BFD0-BD9B5C18AD20}"/>
                  </a:ext>
                </a:extLst>
              </p:cNvPr>
              <p:cNvSpPr txBox="1">
                <a:spLocks noRot="1" noChangeAspect="1" noMove="1" noResize="1" noEditPoints="1" noAdjustHandles="1" noChangeArrowheads="1" noChangeShapeType="1" noTextEdit="1"/>
              </p:cNvSpPr>
              <p:nvPr/>
            </p:nvSpPr>
            <p:spPr>
              <a:xfrm>
                <a:off x="6969418" y="5591308"/>
                <a:ext cx="4964501" cy="518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D204500-F6DD-42D9-967E-541911C2871A}"/>
                  </a:ext>
                </a:extLst>
              </p:cNvPr>
              <p:cNvSpPr txBox="1"/>
              <p:nvPr/>
            </p:nvSpPr>
            <p:spPr>
              <a:xfrm>
                <a:off x="6844188" y="6123068"/>
                <a:ext cx="4032985" cy="63478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𝑒𝑓𝑓𝑖𝑐𝑖𝑒𝑛𝑐𝑦</m:t>
                          </m:r>
                        </m:e>
                        <m:sub>
                          <m:r>
                            <a:rPr lang="en-US" altLang="zh-CN" b="0" i="1" smtClean="0">
                              <a:latin typeface="Cambria Math" panose="02040503050406030204" pitchFamily="18" charset="0"/>
                            </a:rPr>
                            <m:t>𝑚𝑎𝑥</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lim</m:t>
                              </m:r>
                            </m:e>
                            <m:lim>
                              <m:r>
                                <a:rPr lang="en-US" altLang="zh-CN" b="0" i="1" smtClean="0">
                                  <a:latin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lim>
                          </m:limLow>
                        </m:fName>
                        <m:e>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(1−</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r>
                                    <a:rPr lang="en-US" altLang="zh-CN" i="1">
                                      <a:latin typeface="Cambria Math" panose="02040503050406030204" pitchFamily="18" charset="0"/>
                                      <a:ea typeface="Cambria Math" panose="02040503050406030204" pitchFamily="18" charset="0"/>
                                    </a:rPr>
                                    <m:t>𝑁</m:t>
                                  </m:r>
                                </m:den>
                              </m:f>
                              <m:r>
                                <a:rPr lang="en-US" altLang="zh-CN" i="1">
                                  <a:latin typeface="Cambria Math" panose="02040503050406030204" pitchFamily="18" charset="0"/>
                                  <a:ea typeface="Cambria Math" panose="02040503050406030204" pitchFamily="18" charset="0"/>
                                </a:rPr>
                                <m:t>)</m:t>
                              </m:r>
                            </m:e>
                            <m:sup>
                              <m:r>
                                <a:rPr lang="en-US" altLang="zh-CN" i="1">
                                  <a:latin typeface="Cambria Math" panose="02040503050406030204" pitchFamily="18" charset="0"/>
                                  <a:ea typeface="Cambria Math" panose="02040503050406030204" pitchFamily="18" charset="0"/>
                                </a:rPr>
                                <m:t>𝑁</m:t>
                              </m:r>
                              <m:r>
                                <a:rPr lang="en-US" altLang="zh-CN" i="1">
                                  <a:latin typeface="Cambria Math" panose="02040503050406030204" pitchFamily="18" charset="0"/>
                                  <a:ea typeface="Cambria Math" panose="02040503050406030204" pitchFamily="18" charset="0"/>
                                </a:rPr>
                                <m:t>−1</m:t>
                              </m:r>
                            </m:sup>
                          </m:sSup>
                          <m:r>
                            <a:rPr lang="en-US" altLang="zh-CN" b="0" i="1" smtClean="0">
                              <a:latin typeface="Cambria Math" panose="02040503050406030204" pitchFamily="18" charset="0"/>
                              <a:ea typeface="Cambria Math" panose="02040503050406030204" pitchFamily="18" charset="0"/>
                            </a:rPr>
                            <m:t>= </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𝑒</m:t>
                              </m:r>
                            </m:den>
                          </m:f>
                        </m:e>
                      </m:func>
                    </m:oMath>
                  </m:oMathPara>
                </a14:m>
                <a:endParaRPr lang="zh-CN" altLang="en-US" dirty="0"/>
              </a:p>
            </p:txBody>
          </p:sp>
        </mc:Choice>
        <mc:Fallback xmlns="">
          <p:sp>
            <p:nvSpPr>
              <p:cNvPr id="18" name="文本框 17">
                <a:extLst>
                  <a:ext uri="{FF2B5EF4-FFF2-40B4-BE49-F238E27FC236}">
                    <a16:creationId xmlns:a16="http://schemas.microsoft.com/office/drawing/2014/main" id="{3D204500-F6DD-42D9-967E-541911C2871A}"/>
                  </a:ext>
                </a:extLst>
              </p:cNvPr>
              <p:cNvSpPr txBox="1">
                <a:spLocks noRot="1" noChangeAspect="1" noMove="1" noResize="1" noEditPoints="1" noAdjustHandles="1" noChangeArrowheads="1" noChangeShapeType="1" noTextEdit="1"/>
              </p:cNvSpPr>
              <p:nvPr/>
            </p:nvSpPr>
            <p:spPr>
              <a:xfrm>
                <a:off x="6844188" y="6123068"/>
                <a:ext cx="4032985" cy="634789"/>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65358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20B7E0-9909-DF15-99CB-93774D3A459E}"/>
              </a:ext>
            </a:extLst>
          </p:cNvPr>
          <p:cNvSpPr>
            <a:spLocks noGrp="1"/>
          </p:cNvSpPr>
          <p:nvPr>
            <p:ph type="title"/>
          </p:nvPr>
        </p:nvSpPr>
        <p:spPr/>
        <p:txBody>
          <a:bodyPr/>
          <a:lstStyle/>
          <a:p>
            <a:r>
              <a:rPr lang="en-US" altLang="zh-CN" dirty="0"/>
              <a:t>ALOHA</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E870A8-2469-98BC-4CEB-FD8EC75D7785}"/>
                  </a:ext>
                </a:extLst>
              </p:cNvPr>
              <p:cNvSpPr>
                <a:spLocks noGrp="1"/>
              </p:cNvSpPr>
              <p:nvPr>
                <p:ph idx="1"/>
              </p:nvPr>
            </p:nvSpPr>
            <p:spPr/>
            <p:txBody>
              <a:bodyPr>
                <a:normAutofit/>
              </a:bodyPr>
              <a:lstStyle/>
              <a:p>
                <a:r>
                  <a:rPr lang="zh-CN" altLang="en-US" dirty="0"/>
                  <a:t>不需要时间同步</a:t>
                </a:r>
                <a:endParaRPr lang="en-US" altLang="zh-CN" dirty="0"/>
              </a:p>
              <a:p>
                <a:r>
                  <a:rPr lang="zh-CN" altLang="en-US" dirty="0"/>
                  <a:t>想发就发：节点有一个新帧要发送时，马上发送</a:t>
                </a:r>
                <a:endParaRPr lang="en-US" altLang="zh-CN" dirty="0"/>
              </a:p>
              <a:p>
                <a:pPr lvl="1"/>
                <a:r>
                  <a:rPr lang="zh-CN" altLang="en-US" dirty="0"/>
                  <a:t>在帧传输完成之后如果没有检测到冲突，帧成功传输</a:t>
                </a:r>
                <a:endParaRPr lang="en-US" altLang="zh-CN" dirty="0"/>
              </a:p>
              <a:p>
                <a:pPr lvl="1"/>
                <a:r>
                  <a:rPr lang="zh-CN" altLang="en-US" sz="2000" dirty="0"/>
                  <a:t>如果冲突：以概率</a:t>
                </a:r>
                <a:r>
                  <a:rPr lang="en-US" altLang="zh-CN" sz="2000" dirty="0"/>
                  <a:t>p</a:t>
                </a:r>
                <a:r>
                  <a:rPr lang="zh-CN" altLang="en-US" sz="2000" dirty="0"/>
                  <a:t>传输（概率</a:t>
                </a:r>
                <a:r>
                  <a:rPr lang="en-US" altLang="zh-CN" sz="2000" dirty="0"/>
                  <a:t>1-p</a:t>
                </a:r>
                <a:r>
                  <a:rPr lang="zh-CN" altLang="en-US" sz="2000" dirty="0"/>
                  <a:t>等待一个帧时），直到传输成功为止</a:t>
                </a:r>
                <a:endParaRPr lang="en-US" altLang="zh-CN" sz="2000" dirty="0"/>
              </a:p>
              <a:p>
                <a:pPr marL="0" indent="0">
                  <a:buNone/>
                </a:pPr>
                <a:r>
                  <a:rPr lang="zh-CN" altLang="en-US" dirty="0"/>
                  <a:t>假设</a:t>
                </a:r>
                <a:r>
                  <a:rPr lang="en-US" altLang="zh-CN" dirty="0"/>
                  <a:t>N</a:t>
                </a:r>
                <a:r>
                  <a:rPr lang="zh-CN" altLang="en-US" dirty="0"/>
                  <a:t>个节点，总是有帧要发送</a:t>
                </a:r>
                <a:endParaRPr lang="en-US" altLang="zh-CN" dirty="0"/>
              </a:p>
              <a:p>
                <a:r>
                  <a:rPr lang="en-US" altLang="zh-CN" dirty="0"/>
                  <a:t>ALOHA</a:t>
                </a:r>
                <a:r>
                  <a:rPr lang="zh-CN" altLang="en-US" dirty="0"/>
                  <a:t>协议变种：在任何时刻，节点以概率</a:t>
                </a:r>
                <a:r>
                  <a:rPr lang="en-US" altLang="zh-CN" dirty="0"/>
                  <a:t>p</a:t>
                </a:r>
                <a:r>
                  <a:rPr lang="zh-CN" altLang="en-US" dirty="0"/>
                  <a:t>传输帧（包括新帧和重传帧）</a:t>
                </a:r>
                <a:endParaRPr lang="en-US" altLang="zh-CN" dirty="0"/>
              </a:p>
              <a:p>
                <a:r>
                  <a:rPr lang="en-US" altLang="zh-CN" dirty="0"/>
                  <a:t>ALOHA</a:t>
                </a:r>
                <a:r>
                  <a:rPr lang="zh-CN" altLang="en-US" dirty="0"/>
                  <a:t>协议的效率 </a:t>
                </a:r>
                <a:r>
                  <a:rPr lang="en-US" altLang="zh-CN" dirty="0"/>
                  <a:t>= </a:t>
                </a:r>
                <a:r>
                  <a:rPr lang="zh-CN" altLang="en-US" dirty="0"/>
                  <a:t>长期运行中成功传输的帧的时间所占的比例</a:t>
                </a:r>
                <a:endParaRPr lang="en-US" altLang="zh-CN" dirty="0"/>
              </a:p>
              <a:p>
                <a:r>
                  <a:rPr lang="zh-CN" altLang="en-US" dirty="0"/>
                  <a:t>某个节点成功传输一帧 </a:t>
                </a:r>
                <a:r>
                  <a:rPr lang="en-US" altLang="zh-CN" dirty="0"/>
                  <a:t>= </a:t>
                </a:r>
                <a:r>
                  <a:rPr lang="zh-CN" altLang="en-US" dirty="0"/>
                  <a:t>该节点传输一帧 </a:t>
                </a:r>
                <a:r>
                  <a:rPr lang="en-US" altLang="zh-CN" dirty="0"/>
                  <a:t>+ </a:t>
                </a:r>
                <a:r>
                  <a:rPr lang="zh-CN" altLang="en-US" dirty="0"/>
                  <a:t>其他节点在冲突危险区不传输 </a:t>
                </a:r>
                <a:r>
                  <a:rPr lang="en-US" altLang="zh-CN" dirty="0"/>
                  <a:t>=</a:t>
                </a:r>
                <a14:m>
                  <m:oMath xmlns:m="http://schemas.openxmlformats.org/officeDocument/2006/math">
                    <m:r>
                      <a:rPr lang="zh-CN" altLang="en-US" i="1" smtClean="0">
                        <a:solidFill>
                          <a:srgbClr val="000000"/>
                        </a:solidFill>
                        <a:latin typeface="Cambria Math" panose="02040503050406030204" pitchFamily="18" charset="0"/>
                      </a:rPr>
                      <m:t>𝑝</m:t>
                    </m:r>
                    <m:r>
                      <a:rPr lang="zh-CN" altLang="en-US" i="1" smtClean="0">
                        <a:solidFill>
                          <a:srgbClr val="000000"/>
                        </a:solidFill>
                        <a:latin typeface="Cambria Math" panose="02040503050406030204" pitchFamily="18" charset="0"/>
                      </a:rPr>
                      <m:t>(1−</m:t>
                    </m:r>
                    <m:r>
                      <a:rPr lang="zh-CN" altLang="en-US" i="1" smtClean="0">
                        <a:solidFill>
                          <a:srgbClr val="000000"/>
                        </a:solidFill>
                        <a:latin typeface="Cambria Math" panose="02040503050406030204" pitchFamily="18" charset="0"/>
                      </a:rPr>
                      <m:t>𝑝</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en-US" altLang="zh-CN" b="0" i="1" smtClean="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−1)</m:t>
                        </m:r>
                      </m:sup>
                    </m:sSup>
                  </m:oMath>
                </a14:m>
                <a:r>
                  <a:rPr lang="en-US" altLang="zh-CN" dirty="0"/>
                  <a:t> </a:t>
                </a:r>
              </a:p>
              <a:p>
                <a:r>
                  <a:rPr lang="zh-CN" altLang="en-US" dirty="0"/>
                  <a:t>效率 </a:t>
                </a:r>
                <a:r>
                  <a:rPr lang="en-US" altLang="zh-CN" dirty="0"/>
                  <a:t>= </a:t>
                </a:r>
                <a:r>
                  <a:rPr lang="zh-CN" altLang="en-US" dirty="0"/>
                  <a:t>某个时刻正好有一个节点成功传输一帧的概率 </a:t>
                </a:r>
                <a:r>
                  <a:rPr lang="en-US" altLang="zh-CN" dirty="0"/>
                  <a:t>=</a:t>
                </a:r>
                <a14:m>
                  <m:oMath xmlns:m="http://schemas.openxmlformats.org/officeDocument/2006/math">
                    <m:r>
                      <m:rPr>
                        <m:sty m:val="p"/>
                      </m:rPr>
                      <a:rPr lang="en-US" altLang="zh-CN" b="0" i="0" smtClean="0">
                        <a:solidFill>
                          <a:srgbClr val="000000"/>
                        </a:solidFill>
                        <a:latin typeface="Cambria Math" panose="02040503050406030204" pitchFamily="18" charset="0"/>
                      </a:rPr>
                      <m:t>N</m:t>
                    </m:r>
                    <m:r>
                      <a:rPr lang="zh-CN" altLang="en-US" i="1" smtClean="0">
                        <a:solidFill>
                          <a:srgbClr val="000000"/>
                        </a:solidFill>
                        <a:latin typeface="Cambria Math" panose="02040503050406030204" pitchFamily="18" charset="0"/>
                      </a:rPr>
                      <m:t>𝑝</m:t>
                    </m:r>
                    <m:r>
                      <a:rPr lang="zh-CN" altLang="en-US" i="1" smtClean="0">
                        <a:solidFill>
                          <a:srgbClr val="000000"/>
                        </a:solidFill>
                        <a:latin typeface="Cambria Math" panose="02040503050406030204" pitchFamily="18" charset="0"/>
                      </a:rPr>
                      <m:t>(1−</m:t>
                    </m:r>
                    <m:r>
                      <a:rPr lang="zh-CN" altLang="en-US" i="1" smtClean="0">
                        <a:solidFill>
                          <a:srgbClr val="000000"/>
                        </a:solidFill>
                        <a:latin typeface="Cambria Math" panose="02040503050406030204" pitchFamily="18" charset="0"/>
                      </a:rPr>
                      <m:t>𝑝</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en-US" altLang="zh-CN" b="0" i="1" smtClean="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−1)</m:t>
                        </m:r>
                      </m:sup>
                    </m:sSup>
                  </m:oMath>
                </a14:m>
                <a:endParaRPr lang="en-US" altLang="zh-CN" dirty="0"/>
              </a:p>
              <a:p>
                <a:r>
                  <a:rPr lang="zh-CN" altLang="en-US" dirty="0"/>
                  <a:t>类似的分析，当</a:t>
                </a:r>
                <a:r>
                  <a:rPr lang="en-US" altLang="zh-CN" dirty="0"/>
                  <a:t>N→∞</a:t>
                </a:r>
                <a:r>
                  <a:rPr lang="zh-CN" altLang="en-US" dirty="0"/>
                  <a:t>时，最大效率 </a:t>
                </a:r>
                <a:r>
                  <a:rPr lang="en-US" altLang="zh-CN" dirty="0"/>
                  <a:t>=</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𝑒</m:t>
                        </m:r>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0.184</m:t>
                    </m:r>
                  </m:oMath>
                </a14:m>
                <a:endParaRPr lang="en-US" altLang="zh-CN" sz="2000" dirty="0"/>
              </a:p>
              <a:p>
                <a:pPr marL="0" indent="0">
                  <a:buNone/>
                </a:pP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E6E870A8-2469-98BC-4CEB-FD8EC75D7785}"/>
                  </a:ext>
                </a:extLst>
              </p:cNvPr>
              <p:cNvSpPr>
                <a:spLocks noGrp="1" noRot="1" noChangeAspect="1" noMove="1" noResize="1" noEditPoints="1" noAdjustHandles="1" noChangeArrowheads="1" noChangeShapeType="1" noTextEdit="1"/>
              </p:cNvSpPr>
              <p:nvPr>
                <p:ph idx="1"/>
              </p:nvPr>
            </p:nvSpPr>
            <p:spPr>
              <a:blipFill>
                <a:blip r:embed="rId3"/>
                <a:stretch>
                  <a:fillRect l="-594" t="-543"/>
                </a:stretch>
              </a:blipFill>
            </p:spPr>
            <p:txBody>
              <a:bodyPr/>
              <a:lstStyle/>
              <a:p>
                <a:r>
                  <a:rPr lang="zh-CN" altLang="en-US">
                    <a:noFill/>
                  </a:rPr>
                  <a:t> </a:t>
                </a:r>
              </a:p>
            </p:txBody>
          </p:sp>
        </mc:Fallback>
      </mc:AlternateContent>
      <p:grpSp>
        <p:nvGrpSpPr>
          <p:cNvPr id="29" name="Group 15">
            <a:extLst>
              <a:ext uri="{FF2B5EF4-FFF2-40B4-BE49-F238E27FC236}">
                <a16:creationId xmlns:a16="http://schemas.microsoft.com/office/drawing/2014/main" id="{884643CE-CA00-8EF2-6E6E-1C9E3B1B0C1D}"/>
              </a:ext>
            </a:extLst>
          </p:cNvPr>
          <p:cNvGrpSpPr/>
          <p:nvPr/>
        </p:nvGrpSpPr>
        <p:grpSpPr>
          <a:xfrm>
            <a:off x="6874515" y="4786251"/>
            <a:ext cx="6215270" cy="1680396"/>
            <a:chOff x="2981739" y="3590924"/>
            <a:chExt cx="6215270" cy="1680396"/>
          </a:xfrm>
        </p:grpSpPr>
        <p:grpSp>
          <p:nvGrpSpPr>
            <p:cNvPr id="30" name="Group 127">
              <a:extLst>
                <a:ext uri="{FF2B5EF4-FFF2-40B4-BE49-F238E27FC236}">
                  <a16:creationId xmlns:a16="http://schemas.microsoft.com/office/drawing/2014/main" id="{760CA853-7DCA-4BF8-3B2B-0E7C52DFD43C}"/>
                </a:ext>
              </a:extLst>
            </p:cNvPr>
            <p:cNvGrpSpPr/>
            <p:nvPr/>
          </p:nvGrpSpPr>
          <p:grpSpPr>
            <a:xfrm>
              <a:off x="3709987" y="4014790"/>
              <a:ext cx="1533525" cy="57150"/>
              <a:chOff x="5229225" y="5548314"/>
              <a:chExt cx="1533525" cy="57150"/>
            </a:xfrm>
          </p:grpSpPr>
          <p:cxnSp>
            <p:nvCxnSpPr>
              <p:cNvPr id="46" name="Straight Arrow Connector 128">
                <a:extLst>
                  <a:ext uri="{FF2B5EF4-FFF2-40B4-BE49-F238E27FC236}">
                    <a16:creationId xmlns:a16="http://schemas.microsoft.com/office/drawing/2014/main" id="{AD6C961C-F337-BD60-3B21-0059F48663E0}"/>
                  </a:ext>
                </a:extLst>
              </p:cNvPr>
              <p:cNvCxnSpPr/>
              <p:nvPr/>
            </p:nvCxnSpPr>
            <p:spPr>
              <a:xfrm>
                <a:off x="5229225" y="5581650"/>
                <a:ext cx="1533525"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Rectangle 129">
                <a:extLst>
                  <a:ext uri="{FF2B5EF4-FFF2-40B4-BE49-F238E27FC236}">
                    <a16:creationId xmlns:a16="http://schemas.microsoft.com/office/drawing/2014/main" id="{3B799DD4-1470-DD9D-06B8-97F59AB475ED}"/>
                  </a:ext>
                </a:extLst>
              </p:cNvPr>
              <p:cNvSpPr/>
              <p:nvPr/>
            </p:nvSpPr>
            <p:spPr>
              <a:xfrm>
                <a:off x="5591173" y="5548314"/>
                <a:ext cx="828675" cy="57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14">
              <a:extLst>
                <a:ext uri="{FF2B5EF4-FFF2-40B4-BE49-F238E27FC236}">
                  <a16:creationId xmlns:a16="http://schemas.microsoft.com/office/drawing/2014/main" id="{BFFB83A1-3010-7D4D-D5F3-C65930DAA0BC}"/>
                </a:ext>
              </a:extLst>
            </p:cNvPr>
            <p:cNvGrpSpPr/>
            <p:nvPr/>
          </p:nvGrpSpPr>
          <p:grpSpPr>
            <a:xfrm>
              <a:off x="5262562" y="4014791"/>
              <a:ext cx="1533525" cy="57150"/>
              <a:chOff x="5229225" y="5548314"/>
              <a:chExt cx="1533525" cy="57150"/>
            </a:xfrm>
          </p:grpSpPr>
          <p:cxnSp>
            <p:nvCxnSpPr>
              <p:cNvPr id="44" name="Straight Arrow Connector 12">
                <a:extLst>
                  <a:ext uri="{FF2B5EF4-FFF2-40B4-BE49-F238E27FC236}">
                    <a16:creationId xmlns:a16="http://schemas.microsoft.com/office/drawing/2014/main" id="{573C7AC8-CF24-0ED1-4A72-76BD706F04DF}"/>
                  </a:ext>
                </a:extLst>
              </p:cNvPr>
              <p:cNvCxnSpPr/>
              <p:nvPr/>
            </p:nvCxnSpPr>
            <p:spPr>
              <a:xfrm>
                <a:off x="5229225" y="5581650"/>
                <a:ext cx="1533525"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Rectangle 13">
                <a:extLst>
                  <a:ext uri="{FF2B5EF4-FFF2-40B4-BE49-F238E27FC236}">
                    <a16:creationId xmlns:a16="http://schemas.microsoft.com/office/drawing/2014/main" id="{F67B220E-89B6-A5AB-8A98-656932F203FD}"/>
                  </a:ext>
                </a:extLst>
              </p:cNvPr>
              <p:cNvSpPr/>
              <p:nvPr/>
            </p:nvSpPr>
            <p:spPr>
              <a:xfrm>
                <a:off x="5591173" y="5548314"/>
                <a:ext cx="828675" cy="57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2" name="Straight Connector 3">
              <a:extLst>
                <a:ext uri="{FF2B5EF4-FFF2-40B4-BE49-F238E27FC236}">
                  <a16:creationId xmlns:a16="http://schemas.microsoft.com/office/drawing/2014/main" id="{CBD84161-6FB4-D3B3-DD21-8165C343F2D9}"/>
                </a:ext>
              </a:extLst>
            </p:cNvPr>
            <p:cNvCxnSpPr/>
            <p:nvPr/>
          </p:nvCxnSpPr>
          <p:spPr>
            <a:xfrm>
              <a:off x="2981739" y="4890052"/>
              <a:ext cx="62152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5">
              <a:extLst>
                <a:ext uri="{FF2B5EF4-FFF2-40B4-BE49-F238E27FC236}">
                  <a16:creationId xmlns:a16="http://schemas.microsoft.com/office/drawing/2014/main" id="{47C02FB9-1B54-730F-8798-7048F913EFD0}"/>
                </a:ext>
              </a:extLst>
            </p:cNvPr>
            <p:cNvCxnSpPr>
              <a:cxnSpLocks/>
            </p:cNvCxnSpPr>
            <p:nvPr/>
          </p:nvCxnSpPr>
          <p:spPr>
            <a:xfrm>
              <a:off x="6798365" y="3817663"/>
              <a:ext cx="0" cy="109993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67">
              <a:extLst>
                <a:ext uri="{FF2B5EF4-FFF2-40B4-BE49-F238E27FC236}">
                  <a16:creationId xmlns:a16="http://schemas.microsoft.com/office/drawing/2014/main" id="{88478A6E-D073-56AD-34D3-1EA919B000B4}"/>
                </a:ext>
              </a:extLst>
            </p:cNvPr>
            <p:cNvCxnSpPr>
              <a:cxnSpLocks/>
            </p:cNvCxnSpPr>
            <p:nvPr/>
          </p:nvCxnSpPr>
          <p:spPr>
            <a:xfrm>
              <a:off x="5254486" y="3823252"/>
              <a:ext cx="0" cy="109993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121">
              <a:extLst>
                <a:ext uri="{FF2B5EF4-FFF2-40B4-BE49-F238E27FC236}">
                  <a16:creationId xmlns:a16="http://schemas.microsoft.com/office/drawing/2014/main" id="{E0F26BFF-F950-1C98-65D5-68A0B19AA964}"/>
                </a:ext>
              </a:extLst>
            </p:cNvPr>
            <p:cNvCxnSpPr>
              <a:cxnSpLocks/>
            </p:cNvCxnSpPr>
            <p:nvPr/>
          </p:nvCxnSpPr>
          <p:spPr>
            <a:xfrm>
              <a:off x="3710607" y="3833604"/>
              <a:ext cx="0" cy="109993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6" name="TextBox 8">
              <a:extLst>
                <a:ext uri="{FF2B5EF4-FFF2-40B4-BE49-F238E27FC236}">
                  <a16:creationId xmlns:a16="http://schemas.microsoft.com/office/drawing/2014/main" id="{D5BA7514-35FF-408C-E22D-8733F0C4E45E}"/>
                </a:ext>
              </a:extLst>
            </p:cNvPr>
            <p:cNvSpPr txBox="1"/>
            <p:nvPr/>
          </p:nvSpPr>
          <p:spPr>
            <a:xfrm>
              <a:off x="6453809" y="4863548"/>
              <a:ext cx="731290" cy="400110"/>
            </a:xfrm>
            <a:prstGeom prst="rect">
              <a:avLst/>
            </a:prstGeom>
            <a:noFill/>
          </p:spPr>
          <p:txBody>
            <a:bodyPr wrap="none" rtlCol="0">
              <a:spAutoFit/>
            </a:bodyPr>
            <a:lstStyle/>
            <a:p>
              <a:r>
                <a:rPr lang="en-US" sz="2000" i="1" dirty="0"/>
                <a:t>t</a:t>
              </a:r>
              <a:r>
                <a:rPr lang="en-US" sz="2000" i="1" baseline="-25000" dirty="0"/>
                <a:t>0</a:t>
              </a:r>
              <a:r>
                <a:rPr lang="en-US" sz="2000" i="1" dirty="0"/>
                <a:t> + 1</a:t>
              </a:r>
            </a:p>
          </p:txBody>
        </p:sp>
        <p:sp>
          <p:nvSpPr>
            <p:cNvPr id="37" name="TextBox 122">
              <a:extLst>
                <a:ext uri="{FF2B5EF4-FFF2-40B4-BE49-F238E27FC236}">
                  <a16:creationId xmlns:a16="http://schemas.microsoft.com/office/drawing/2014/main" id="{F06E0AE3-FC26-B5AD-CCE4-C604AD811C0F}"/>
                </a:ext>
              </a:extLst>
            </p:cNvPr>
            <p:cNvSpPr txBox="1"/>
            <p:nvPr/>
          </p:nvSpPr>
          <p:spPr>
            <a:xfrm>
              <a:off x="3381167" y="4871210"/>
              <a:ext cx="681597" cy="400110"/>
            </a:xfrm>
            <a:prstGeom prst="rect">
              <a:avLst/>
            </a:prstGeom>
            <a:noFill/>
          </p:spPr>
          <p:txBody>
            <a:bodyPr wrap="none" rtlCol="0">
              <a:spAutoFit/>
            </a:bodyPr>
            <a:lstStyle/>
            <a:p>
              <a:r>
                <a:rPr lang="en-US" sz="2000" i="1" dirty="0"/>
                <a:t>t</a:t>
              </a:r>
              <a:r>
                <a:rPr lang="en-US" sz="2000" i="1" baseline="-25000" dirty="0"/>
                <a:t>0</a:t>
              </a:r>
              <a:r>
                <a:rPr lang="en-US" sz="2000" i="1" dirty="0"/>
                <a:t> - 1</a:t>
              </a:r>
            </a:p>
          </p:txBody>
        </p:sp>
        <p:sp>
          <p:nvSpPr>
            <p:cNvPr id="38" name="TextBox 123">
              <a:extLst>
                <a:ext uri="{FF2B5EF4-FFF2-40B4-BE49-F238E27FC236}">
                  <a16:creationId xmlns:a16="http://schemas.microsoft.com/office/drawing/2014/main" id="{0DD534B2-53C8-0003-634B-923DFE54B163}"/>
                </a:ext>
              </a:extLst>
            </p:cNvPr>
            <p:cNvSpPr txBox="1"/>
            <p:nvPr/>
          </p:nvSpPr>
          <p:spPr>
            <a:xfrm>
              <a:off x="5102086" y="4865199"/>
              <a:ext cx="357790" cy="400110"/>
            </a:xfrm>
            <a:prstGeom prst="rect">
              <a:avLst/>
            </a:prstGeom>
            <a:noFill/>
          </p:spPr>
          <p:txBody>
            <a:bodyPr wrap="none" rtlCol="0">
              <a:spAutoFit/>
            </a:bodyPr>
            <a:lstStyle/>
            <a:p>
              <a:r>
                <a:rPr lang="en-US" sz="2000" i="1" dirty="0"/>
                <a:t>t</a:t>
              </a:r>
              <a:r>
                <a:rPr lang="en-US" sz="2000" i="1" baseline="-25000" dirty="0"/>
                <a:t>0</a:t>
              </a:r>
              <a:endParaRPr lang="en-US" sz="2000" i="1" dirty="0"/>
            </a:p>
          </p:txBody>
        </p:sp>
        <p:sp>
          <p:nvSpPr>
            <p:cNvPr id="39" name="Rectangle 9">
              <a:extLst>
                <a:ext uri="{FF2B5EF4-FFF2-40B4-BE49-F238E27FC236}">
                  <a16:creationId xmlns:a16="http://schemas.microsoft.com/office/drawing/2014/main" id="{B38DADC6-B71A-EC58-ECD6-0B09CCF7B942}"/>
                </a:ext>
              </a:extLst>
            </p:cNvPr>
            <p:cNvSpPr/>
            <p:nvPr/>
          </p:nvSpPr>
          <p:spPr>
            <a:xfrm>
              <a:off x="4090988" y="4191000"/>
              <a:ext cx="1547812" cy="1714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124">
              <a:extLst>
                <a:ext uri="{FF2B5EF4-FFF2-40B4-BE49-F238E27FC236}">
                  <a16:creationId xmlns:a16="http://schemas.microsoft.com/office/drawing/2014/main" id="{A32523FF-A7AA-0FF3-72AE-A377C968A0E0}"/>
                </a:ext>
              </a:extLst>
            </p:cNvPr>
            <p:cNvSpPr/>
            <p:nvPr/>
          </p:nvSpPr>
          <p:spPr>
            <a:xfrm>
              <a:off x="5248276" y="4429125"/>
              <a:ext cx="1547812" cy="1714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125">
              <a:extLst>
                <a:ext uri="{FF2B5EF4-FFF2-40B4-BE49-F238E27FC236}">
                  <a16:creationId xmlns:a16="http://schemas.microsoft.com/office/drawing/2014/main" id="{4FFA9E2F-8C99-F213-30FE-97397E17A89D}"/>
                </a:ext>
              </a:extLst>
            </p:cNvPr>
            <p:cNvSpPr/>
            <p:nvPr/>
          </p:nvSpPr>
          <p:spPr>
            <a:xfrm>
              <a:off x="6519864" y="4672012"/>
              <a:ext cx="1547812" cy="17145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10">
              <a:extLst>
                <a:ext uri="{FF2B5EF4-FFF2-40B4-BE49-F238E27FC236}">
                  <a16:creationId xmlns:a16="http://schemas.microsoft.com/office/drawing/2014/main" id="{F2C960BF-745A-20E2-FF02-601591C6AAC5}"/>
                </a:ext>
              </a:extLst>
            </p:cNvPr>
            <p:cNvSpPr txBox="1"/>
            <p:nvPr/>
          </p:nvSpPr>
          <p:spPr>
            <a:xfrm>
              <a:off x="5514017" y="3590925"/>
              <a:ext cx="1058302" cy="613630"/>
            </a:xfrm>
            <a:prstGeom prst="rect">
              <a:avLst/>
            </a:prstGeom>
            <a:noFill/>
          </p:spPr>
          <p:txBody>
            <a:bodyPr wrap="none" rtlCol="0">
              <a:spAutoFit/>
            </a:bodyPr>
            <a:lstStyle/>
            <a:p>
              <a:pPr algn="ctr">
                <a:lnSpc>
                  <a:spcPct val="80000"/>
                </a:lnSpc>
              </a:pPr>
              <a:r>
                <a:rPr lang="en-US" sz="1400" dirty="0"/>
                <a:t>will overlap</a:t>
              </a:r>
            </a:p>
            <a:p>
              <a:pPr algn="ctr">
                <a:lnSpc>
                  <a:spcPct val="80000"/>
                </a:lnSpc>
              </a:pPr>
              <a:r>
                <a:rPr lang="en-US" sz="1400" dirty="0"/>
                <a:t>with end of </a:t>
              </a:r>
            </a:p>
            <a:p>
              <a:pPr algn="ctr">
                <a:lnSpc>
                  <a:spcPct val="80000"/>
                </a:lnSpc>
              </a:pPr>
              <a:r>
                <a:rPr lang="en-US" sz="1400" dirty="0"/>
                <a:t>i’s frame</a:t>
              </a:r>
            </a:p>
          </p:txBody>
        </p:sp>
        <p:sp>
          <p:nvSpPr>
            <p:cNvPr id="43" name="TextBox 126">
              <a:extLst>
                <a:ext uri="{FF2B5EF4-FFF2-40B4-BE49-F238E27FC236}">
                  <a16:creationId xmlns:a16="http://schemas.microsoft.com/office/drawing/2014/main" id="{EF65D79A-2331-2572-BA35-AF1B10CC682A}"/>
                </a:ext>
              </a:extLst>
            </p:cNvPr>
            <p:cNvSpPr txBox="1"/>
            <p:nvPr/>
          </p:nvSpPr>
          <p:spPr>
            <a:xfrm>
              <a:off x="3946547" y="3590924"/>
              <a:ext cx="1116652" cy="613630"/>
            </a:xfrm>
            <a:prstGeom prst="rect">
              <a:avLst/>
            </a:prstGeom>
            <a:noFill/>
          </p:spPr>
          <p:txBody>
            <a:bodyPr wrap="none" rtlCol="0">
              <a:spAutoFit/>
            </a:bodyPr>
            <a:lstStyle/>
            <a:p>
              <a:pPr algn="ctr">
                <a:lnSpc>
                  <a:spcPct val="80000"/>
                </a:lnSpc>
              </a:pPr>
              <a:r>
                <a:rPr lang="en-US" sz="1400" dirty="0"/>
                <a:t>will overlap</a:t>
              </a:r>
            </a:p>
            <a:p>
              <a:pPr algn="ctr">
                <a:lnSpc>
                  <a:spcPct val="80000"/>
                </a:lnSpc>
              </a:pPr>
              <a:r>
                <a:rPr lang="en-US" sz="1400" dirty="0"/>
                <a:t>with start of </a:t>
              </a:r>
            </a:p>
            <a:p>
              <a:pPr algn="ctr">
                <a:lnSpc>
                  <a:spcPct val="80000"/>
                </a:lnSpc>
              </a:pPr>
              <a:r>
                <a:rPr lang="en-US" sz="1400" dirty="0"/>
                <a:t>i’s frame</a:t>
              </a:r>
            </a:p>
          </p:txBody>
        </p:sp>
      </p:grpSp>
    </p:spTree>
    <p:extLst>
      <p:ext uri="{BB962C8B-B14F-4D97-AF65-F5344CB8AC3E}">
        <p14:creationId xmlns:p14="http://schemas.microsoft.com/office/powerpoint/2010/main" val="1346457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17CFE-A400-D526-5CB5-C4A98FCFE0AB}"/>
              </a:ext>
            </a:extLst>
          </p:cNvPr>
          <p:cNvSpPr>
            <a:spLocks noGrp="1"/>
          </p:cNvSpPr>
          <p:nvPr>
            <p:ph type="title"/>
          </p:nvPr>
        </p:nvSpPr>
        <p:spPr/>
        <p:txBody>
          <a:bodyPr>
            <a:normAutofit fontScale="90000"/>
          </a:bodyPr>
          <a:lstStyle/>
          <a:p>
            <a:r>
              <a:rPr lang="zh-CN" altLang="en-US" sz="2800" dirty="0"/>
              <a:t>载波监听多路访问（</a:t>
            </a:r>
            <a:r>
              <a:rPr lang="en-US" altLang="zh-CN" sz="2800" dirty="0"/>
              <a:t>Carrier Sense Multiple Access</a:t>
            </a:r>
            <a:r>
              <a:rPr lang="zh-CN" altLang="en-US" sz="2800" dirty="0"/>
              <a:t>，</a:t>
            </a:r>
            <a:r>
              <a:rPr lang="en-US" altLang="zh-CN" sz="2800" dirty="0"/>
              <a:t>CSMA</a:t>
            </a:r>
            <a:r>
              <a:rPr lang="zh-CN" altLang="en-US" sz="2800" dirty="0"/>
              <a:t>）：先听后说</a:t>
            </a:r>
            <a:endParaRPr lang="zh-CN" altLang="en-US" dirty="0"/>
          </a:p>
        </p:txBody>
      </p:sp>
      <p:sp>
        <p:nvSpPr>
          <p:cNvPr id="3" name="内容占位符 2">
            <a:extLst>
              <a:ext uri="{FF2B5EF4-FFF2-40B4-BE49-F238E27FC236}">
                <a16:creationId xmlns:a16="http://schemas.microsoft.com/office/drawing/2014/main" id="{8A4B5445-233B-CD09-62FF-BE8F71244923}"/>
              </a:ext>
            </a:extLst>
          </p:cNvPr>
          <p:cNvSpPr>
            <a:spLocks noGrp="1"/>
          </p:cNvSpPr>
          <p:nvPr>
            <p:ph idx="1"/>
          </p:nvPr>
        </p:nvSpPr>
        <p:spPr>
          <a:xfrm>
            <a:off x="442913" y="728662"/>
            <a:ext cx="7017711" cy="5826243"/>
          </a:xfrm>
        </p:spPr>
        <p:txBody>
          <a:bodyPr>
            <a:noAutofit/>
          </a:bodyPr>
          <a:lstStyle/>
          <a:p>
            <a:r>
              <a:rPr lang="en-US" altLang="zh-CN" dirty="0"/>
              <a:t>ALOHA</a:t>
            </a:r>
            <a:r>
              <a:rPr lang="zh-CN" altLang="en-US" dirty="0"/>
              <a:t>：节点想发就发，在发送时不考虑其他节点情况</a:t>
            </a:r>
          </a:p>
          <a:p>
            <a:r>
              <a:rPr lang="zh-CN" altLang="en-US" dirty="0"/>
              <a:t>局域网中，帧</a:t>
            </a:r>
            <a:r>
              <a:rPr lang="zh-CN" altLang="en-US" dirty="0">
                <a:solidFill>
                  <a:srgbClr val="FF0000"/>
                </a:solidFill>
              </a:rPr>
              <a:t>传播时间（</a:t>
            </a:r>
            <a:r>
              <a:rPr lang="en-US" altLang="zh-CN" dirty="0">
                <a:solidFill>
                  <a:srgbClr val="FF0000"/>
                </a:solidFill>
              </a:rPr>
              <a:t> </a:t>
            </a:r>
            <a:r>
              <a:rPr lang="zh-CN" altLang="en-US" dirty="0">
                <a:solidFill>
                  <a:srgbClr val="FF0000"/>
                </a:solidFill>
              </a:rPr>
              <a:t>微秒级别）常远小于帧的传输时间（几百微秒甚至毫秒级别</a:t>
            </a:r>
            <a:r>
              <a:rPr lang="en-US" altLang="zh-CN" dirty="0">
                <a:solidFill>
                  <a:srgbClr val="FF0000"/>
                </a:solidFill>
              </a:rPr>
              <a:t>),  a = </a:t>
            </a:r>
            <a:r>
              <a:rPr lang="zh-CN" altLang="en-US" dirty="0">
                <a:solidFill>
                  <a:srgbClr val="FF0000"/>
                </a:solidFill>
              </a:rPr>
              <a:t>传播时间</a:t>
            </a:r>
            <a:r>
              <a:rPr lang="en-US" altLang="zh-CN" dirty="0">
                <a:solidFill>
                  <a:srgbClr val="FF0000"/>
                </a:solidFill>
              </a:rPr>
              <a:t>/</a:t>
            </a:r>
            <a:r>
              <a:rPr lang="zh-CN" altLang="en-US" dirty="0">
                <a:solidFill>
                  <a:srgbClr val="FF0000"/>
                </a:solidFill>
              </a:rPr>
              <a:t>传输时间 </a:t>
            </a:r>
            <a:r>
              <a:rPr lang="en-US" altLang="zh-CN" dirty="0">
                <a:solidFill>
                  <a:srgbClr val="FF0000"/>
                </a:solidFill>
              </a:rPr>
              <a:t>&lt;&lt; 1</a:t>
            </a:r>
            <a:endParaRPr lang="zh-CN" altLang="en-US" dirty="0">
              <a:solidFill>
                <a:srgbClr val="FF0000"/>
              </a:solidFill>
            </a:endParaRPr>
          </a:p>
          <a:p>
            <a:pPr lvl="1"/>
            <a:r>
              <a:rPr lang="zh-CN" altLang="en-US" sz="2000" dirty="0"/>
              <a:t>一个节点正在发送帧时，别的节点可以监听到 </a:t>
            </a:r>
          </a:p>
          <a:p>
            <a:r>
              <a:rPr lang="zh-CN" altLang="en-US" dirty="0"/>
              <a:t>载波监听：想要传输的节点首先监听媒体上是否有其他节点在传输</a:t>
            </a:r>
          </a:p>
          <a:p>
            <a:pPr lvl="1"/>
            <a:r>
              <a:rPr lang="zh-CN" altLang="en-US" sz="2000" dirty="0"/>
              <a:t>如果媒体忙，它必须等待。怎么等？</a:t>
            </a:r>
            <a:r>
              <a:rPr lang="en-US" altLang="zh-CN" sz="2000" dirty="0">
                <a:sym typeface="Wingdings" panose="05000000000000000000" pitchFamily="2" charset="2"/>
              </a:rPr>
              <a:t></a:t>
            </a:r>
            <a:r>
              <a:rPr lang="zh-CN" altLang="en-US" sz="2000" dirty="0"/>
              <a:t>忙等待策略</a:t>
            </a:r>
            <a:endParaRPr lang="en-US" altLang="zh-CN" sz="2000" dirty="0"/>
          </a:p>
          <a:p>
            <a:pPr lvl="2"/>
            <a:r>
              <a:rPr lang="en-US" altLang="zh-CN" b="1" dirty="0">
                <a:solidFill>
                  <a:schemeClr val="accent4"/>
                </a:solidFill>
              </a:rPr>
              <a:t>1-</a:t>
            </a:r>
            <a:r>
              <a:rPr lang="zh-CN" altLang="en-US" b="1" dirty="0">
                <a:solidFill>
                  <a:schemeClr val="accent4"/>
                </a:solidFill>
              </a:rPr>
              <a:t>坚持</a:t>
            </a:r>
            <a:r>
              <a:rPr lang="en-US" altLang="zh-CN" b="1" dirty="0">
                <a:solidFill>
                  <a:schemeClr val="accent4"/>
                </a:solidFill>
              </a:rPr>
              <a:t>CSMA</a:t>
            </a:r>
            <a:r>
              <a:rPr lang="zh-CN" altLang="en-US" dirty="0"/>
              <a:t>：持续监听直到媒体空闲（一小段时间后）开始传输</a:t>
            </a:r>
            <a:endParaRPr lang="en-US" altLang="zh-CN" dirty="0"/>
          </a:p>
          <a:p>
            <a:pPr lvl="2"/>
            <a:r>
              <a:rPr lang="en-US" altLang="zh-CN" dirty="0"/>
              <a:t>0-</a:t>
            </a:r>
            <a:r>
              <a:rPr lang="zh-CN" altLang="en-US" dirty="0"/>
              <a:t>坚持</a:t>
            </a:r>
            <a:r>
              <a:rPr lang="en-US" altLang="zh-CN" dirty="0"/>
              <a:t>CSMA</a:t>
            </a:r>
            <a:r>
              <a:rPr lang="zh-CN" altLang="en-US" dirty="0"/>
              <a:t>：等待一段随机的时间后重新监听媒体。 等待时可能媒体空闲，浪费了带宽，访问延迟更长</a:t>
            </a:r>
          </a:p>
          <a:p>
            <a:pPr lvl="1"/>
            <a:r>
              <a:rPr lang="zh-CN" altLang="en-US" sz="2000" dirty="0"/>
              <a:t>如果媒体空闲，则</a:t>
            </a:r>
            <a:r>
              <a:rPr lang="zh-CN" altLang="en-US" sz="2000" dirty="0">
                <a:solidFill>
                  <a:srgbClr val="FF0000"/>
                </a:solidFill>
              </a:rPr>
              <a:t>可立即传输</a:t>
            </a:r>
            <a:endParaRPr lang="en-US" altLang="zh-CN" sz="2000" dirty="0">
              <a:solidFill>
                <a:srgbClr val="FF0000"/>
              </a:solidFill>
            </a:endParaRPr>
          </a:p>
          <a:p>
            <a:pPr lvl="1"/>
            <a:r>
              <a:rPr lang="zh-CN" altLang="en-US" sz="2000" dirty="0"/>
              <a:t>仍然可能遇到冲突</a:t>
            </a:r>
            <a:endParaRPr lang="en-US" altLang="zh-CN" sz="2000" dirty="0"/>
          </a:p>
          <a:p>
            <a:pPr lvl="2"/>
            <a:r>
              <a:rPr lang="zh-CN" altLang="en-US" dirty="0"/>
              <a:t>即便出现冲突，遇到冲突的帧仍然要传输完</a:t>
            </a:r>
            <a:endParaRPr lang="en-US" altLang="zh-CN" dirty="0"/>
          </a:p>
          <a:p>
            <a:pPr lvl="2"/>
            <a:endParaRPr lang="en-US" altLang="zh-CN" dirty="0"/>
          </a:p>
          <a:p>
            <a:pPr lvl="1"/>
            <a:endParaRPr lang="zh-CN" altLang="en-US" sz="2000" dirty="0"/>
          </a:p>
        </p:txBody>
      </p:sp>
      <p:pic>
        <p:nvPicPr>
          <p:cNvPr id="4" name="Picture 3" descr="5">
            <a:extLst>
              <a:ext uri="{FF2B5EF4-FFF2-40B4-BE49-F238E27FC236}">
                <a16:creationId xmlns:a16="http://schemas.microsoft.com/office/drawing/2014/main" id="{6DFCBAC3-F8A9-C390-CCB8-C76466C8F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0487" y="1296536"/>
            <a:ext cx="4287837" cy="50498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6">
            <a:extLst>
              <a:ext uri="{FF2B5EF4-FFF2-40B4-BE49-F238E27FC236}">
                <a16:creationId xmlns:a16="http://schemas.microsoft.com/office/drawing/2014/main" id="{864A6FA2-1DDC-F363-B224-1ED17B0EA077}"/>
              </a:ext>
            </a:extLst>
          </p:cNvPr>
          <p:cNvSpPr>
            <a:spLocks noChangeArrowheads="1"/>
          </p:cNvSpPr>
          <p:nvPr/>
        </p:nvSpPr>
        <p:spPr bwMode="auto">
          <a:xfrm>
            <a:off x="8708399" y="858386"/>
            <a:ext cx="2568575"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fontAlgn="base" hangingPunct="0">
              <a:spcBef>
                <a:spcPct val="0"/>
              </a:spcBef>
              <a:spcAft>
                <a:spcPct val="0"/>
              </a:spcAft>
              <a:defRPr/>
            </a:pPr>
            <a:r>
              <a:rPr lang="en-US" sz="1600" dirty="0">
                <a:solidFill>
                  <a:srgbClr val="000000"/>
                </a:solidFill>
                <a:latin typeface="Arial" charset="0"/>
                <a:ea typeface="ＭＳ Ｐゴシック" charset="0"/>
              </a:rPr>
              <a:t>spatial layout of nodes </a:t>
            </a:r>
            <a:endParaRPr lang="en-US" sz="2000" dirty="0">
              <a:solidFill>
                <a:srgbClr val="000000"/>
              </a:solidFill>
              <a:latin typeface="Arial" charset="0"/>
              <a:ea typeface="ＭＳ Ｐゴシック" charset="0"/>
            </a:endParaRPr>
          </a:p>
        </p:txBody>
      </p:sp>
      <p:grpSp>
        <p:nvGrpSpPr>
          <p:cNvPr id="6" name="Group 98">
            <a:extLst>
              <a:ext uri="{FF2B5EF4-FFF2-40B4-BE49-F238E27FC236}">
                <a16:creationId xmlns:a16="http://schemas.microsoft.com/office/drawing/2014/main" id="{F7BEC20A-E3BB-D840-8AEC-13DB65A8DA56}"/>
              </a:ext>
            </a:extLst>
          </p:cNvPr>
          <p:cNvGrpSpPr>
            <a:grpSpLocks/>
          </p:cNvGrpSpPr>
          <p:nvPr/>
        </p:nvGrpSpPr>
        <p:grpSpPr bwMode="auto">
          <a:xfrm>
            <a:off x="8135312" y="1226686"/>
            <a:ext cx="3513137" cy="628650"/>
            <a:chOff x="3117" y="180"/>
            <a:chExt cx="2213" cy="396"/>
          </a:xfrm>
        </p:grpSpPr>
        <p:grpSp>
          <p:nvGrpSpPr>
            <p:cNvPr id="7" name="Group 67">
              <a:extLst>
                <a:ext uri="{FF2B5EF4-FFF2-40B4-BE49-F238E27FC236}">
                  <a16:creationId xmlns:a16="http://schemas.microsoft.com/office/drawing/2014/main" id="{F44266B5-631B-70B6-4FE9-C47727D3F63C}"/>
                </a:ext>
              </a:extLst>
            </p:cNvPr>
            <p:cNvGrpSpPr>
              <a:grpSpLocks/>
            </p:cNvGrpSpPr>
            <p:nvPr/>
          </p:nvGrpSpPr>
          <p:grpSpPr bwMode="auto">
            <a:xfrm flipH="1">
              <a:off x="3117" y="245"/>
              <a:ext cx="316" cy="323"/>
              <a:chOff x="2839" y="3501"/>
              <a:chExt cx="755" cy="803"/>
            </a:xfrm>
          </p:grpSpPr>
          <p:pic>
            <p:nvPicPr>
              <p:cNvPr id="22" name="Picture 68" descr="desktop_computer_stylized_medium">
                <a:extLst>
                  <a:ext uri="{FF2B5EF4-FFF2-40B4-BE49-F238E27FC236}">
                    <a16:creationId xmlns:a16="http://schemas.microsoft.com/office/drawing/2014/main" id="{C9C15D66-D5D4-EFDC-7D2F-7BA60345C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3" name="Freeform 69">
                <a:extLst>
                  <a:ext uri="{FF2B5EF4-FFF2-40B4-BE49-F238E27FC236}">
                    <a16:creationId xmlns:a16="http://schemas.microsoft.com/office/drawing/2014/main" id="{58CE0773-0CEE-E1F8-CCA3-2CF1A9D7F76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8" name="Group 70">
              <a:extLst>
                <a:ext uri="{FF2B5EF4-FFF2-40B4-BE49-F238E27FC236}">
                  <a16:creationId xmlns:a16="http://schemas.microsoft.com/office/drawing/2014/main" id="{2CC9615E-5143-D3BF-661B-55D999B0448C}"/>
                </a:ext>
              </a:extLst>
            </p:cNvPr>
            <p:cNvGrpSpPr>
              <a:grpSpLocks/>
            </p:cNvGrpSpPr>
            <p:nvPr/>
          </p:nvGrpSpPr>
          <p:grpSpPr bwMode="auto">
            <a:xfrm flipH="1">
              <a:off x="3747" y="253"/>
              <a:ext cx="316" cy="323"/>
              <a:chOff x="2839" y="3501"/>
              <a:chExt cx="755" cy="803"/>
            </a:xfrm>
          </p:grpSpPr>
          <p:pic>
            <p:nvPicPr>
              <p:cNvPr id="20" name="Picture 71" descr="desktop_computer_stylized_medium">
                <a:extLst>
                  <a:ext uri="{FF2B5EF4-FFF2-40B4-BE49-F238E27FC236}">
                    <a16:creationId xmlns:a16="http://schemas.microsoft.com/office/drawing/2014/main" id="{55634ECA-F5E7-6190-71FB-4994E2AC4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 name="Freeform 72">
                <a:extLst>
                  <a:ext uri="{FF2B5EF4-FFF2-40B4-BE49-F238E27FC236}">
                    <a16:creationId xmlns:a16="http://schemas.microsoft.com/office/drawing/2014/main" id="{31F0220D-03BE-9247-F6A9-E784A5D8E00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 name="Group 73">
              <a:extLst>
                <a:ext uri="{FF2B5EF4-FFF2-40B4-BE49-F238E27FC236}">
                  <a16:creationId xmlns:a16="http://schemas.microsoft.com/office/drawing/2014/main" id="{23C790E6-0FEE-E6F2-34E8-0090BDA4746B}"/>
                </a:ext>
              </a:extLst>
            </p:cNvPr>
            <p:cNvGrpSpPr>
              <a:grpSpLocks/>
            </p:cNvGrpSpPr>
            <p:nvPr/>
          </p:nvGrpSpPr>
          <p:grpSpPr bwMode="auto">
            <a:xfrm flipH="1">
              <a:off x="4356" y="247"/>
              <a:ext cx="316" cy="323"/>
              <a:chOff x="2839" y="3501"/>
              <a:chExt cx="755" cy="803"/>
            </a:xfrm>
          </p:grpSpPr>
          <p:pic>
            <p:nvPicPr>
              <p:cNvPr id="18" name="Picture 74" descr="desktop_computer_stylized_medium">
                <a:extLst>
                  <a:ext uri="{FF2B5EF4-FFF2-40B4-BE49-F238E27FC236}">
                    <a16:creationId xmlns:a16="http://schemas.microsoft.com/office/drawing/2014/main" id="{D95C7AD9-CC27-3DE9-2500-8853761807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 name="Freeform 75">
                <a:extLst>
                  <a:ext uri="{FF2B5EF4-FFF2-40B4-BE49-F238E27FC236}">
                    <a16:creationId xmlns:a16="http://schemas.microsoft.com/office/drawing/2014/main" id="{6CB0926F-AF47-CB49-4ACD-FE70F01444E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0" name="Group 76">
              <a:extLst>
                <a:ext uri="{FF2B5EF4-FFF2-40B4-BE49-F238E27FC236}">
                  <a16:creationId xmlns:a16="http://schemas.microsoft.com/office/drawing/2014/main" id="{7C5C583C-A530-C9D2-03EA-07A71CEBF47E}"/>
                </a:ext>
              </a:extLst>
            </p:cNvPr>
            <p:cNvGrpSpPr>
              <a:grpSpLocks/>
            </p:cNvGrpSpPr>
            <p:nvPr/>
          </p:nvGrpSpPr>
          <p:grpSpPr bwMode="auto">
            <a:xfrm flipH="1">
              <a:off x="5014" y="249"/>
              <a:ext cx="316" cy="323"/>
              <a:chOff x="2839" y="3501"/>
              <a:chExt cx="755" cy="803"/>
            </a:xfrm>
          </p:grpSpPr>
          <p:pic>
            <p:nvPicPr>
              <p:cNvPr id="16" name="Picture 77" descr="desktop_computer_stylized_medium">
                <a:extLst>
                  <a:ext uri="{FF2B5EF4-FFF2-40B4-BE49-F238E27FC236}">
                    <a16:creationId xmlns:a16="http://schemas.microsoft.com/office/drawing/2014/main" id="{94489A59-1E49-AEF3-8662-0D049325BF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Freeform 78">
                <a:extLst>
                  <a:ext uri="{FF2B5EF4-FFF2-40B4-BE49-F238E27FC236}">
                    <a16:creationId xmlns:a16="http://schemas.microsoft.com/office/drawing/2014/main" id="{C1976971-14ED-BC42-D4D1-01133508A75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1" name="Line 93">
              <a:extLst>
                <a:ext uri="{FF2B5EF4-FFF2-40B4-BE49-F238E27FC236}">
                  <a16:creationId xmlns:a16="http://schemas.microsoft.com/office/drawing/2014/main" id="{1C7AE8FD-DA64-8346-F115-063F1EB8F6E5}"/>
                </a:ext>
              </a:extLst>
            </p:cNvPr>
            <p:cNvSpPr>
              <a:spLocks noChangeShapeType="1"/>
            </p:cNvSpPr>
            <p:nvPr/>
          </p:nvSpPr>
          <p:spPr bwMode="auto">
            <a:xfrm>
              <a:off x="3309" y="181"/>
              <a:ext cx="198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 name="Line 94">
              <a:extLst>
                <a:ext uri="{FF2B5EF4-FFF2-40B4-BE49-F238E27FC236}">
                  <a16:creationId xmlns:a16="http://schemas.microsoft.com/office/drawing/2014/main" id="{3560FD31-F159-57AC-F86E-B25EA8E5C04C}"/>
                </a:ext>
              </a:extLst>
            </p:cNvPr>
            <p:cNvSpPr>
              <a:spLocks noChangeShapeType="1"/>
            </p:cNvSpPr>
            <p:nvPr/>
          </p:nvSpPr>
          <p:spPr bwMode="auto">
            <a:xfrm>
              <a:off x="3309" y="180"/>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 name="Line 95">
              <a:extLst>
                <a:ext uri="{FF2B5EF4-FFF2-40B4-BE49-F238E27FC236}">
                  <a16:creationId xmlns:a16="http://schemas.microsoft.com/office/drawing/2014/main" id="{797A1CA8-24DE-3F8C-568D-19D48F2B01A1}"/>
                </a:ext>
              </a:extLst>
            </p:cNvPr>
            <p:cNvSpPr>
              <a:spLocks noChangeShapeType="1"/>
            </p:cNvSpPr>
            <p:nvPr/>
          </p:nvSpPr>
          <p:spPr bwMode="auto">
            <a:xfrm>
              <a:off x="3975" y="183"/>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 name="Line 96">
              <a:extLst>
                <a:ext uri="{FF2B5EF4-FFF2-40B4-BE49-F238E27FC236}">
                  <a16:creationId xmlns:a16="http://schemas.microsoft.com/office/drawing/2014/main" id="{196E140E-9F52-AA8F-B204-D2C9BEDC9464}"/>
                </a:ext>
              </a:extLst>
            </p:cNvPr>
            <p:cNvSpPr>
              <a:spLocks noChangeShapeType="1"/>
            </p:cNvSpPr>
            <p:nvPr/>
          </p:nvSpPr>
          <p:spPr bwMode="auto">
            <a:xfrm>
              <a:off x="4578" y="183"/>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5" name="Line 97">
              <a:extLst>
                <a:ext uri="{FF2B5EF4-FFF2-40B4-BE49-F238E27FC236}">
                  <a16:creationId xmlns:a16="http://schemas.microsoft.com/office/drawing/2014/main" id="{C33AF76C-373A-A570-7496-7938031B64CE}"/>
                </a:ext>
              </a:extLst>
            </p:cNvPr>
            <p:cNvSpPr>
              <a:spLocks noChangeShapeType="1"/>
            </p:cNvSpPr>
            <p:nvPr/>
          </p:nvSpPr>
          <p:spPr bwMode="auto">
            <a:xfrm>
              <a:off x="5289" y="180"/>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800701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73AE1B-0A75-137A-8325-5F45CAD37969}"/>
              </a:ext>
            </a:extLst>
          </p:cNvPr>
          <p:cNvSpPr>
            <a:spLocks noGrp="1"/>
          </p:cNvSpPr>
          <p:nvPr>
            <p:ph type="title"/>
          </p:nvPr>
        </p:nvSpPr>
        <p:spPr/>
        <p:txBody>
          <a:bodyPr>
            <a:normAutofit/>
          </a:bodyPr>
          <a:lstStyle/>
          <a:p>
            <a:r>
              <a:rPr lang="zh-CN" altLang="en-US" sz="2800" dirty="0"/>
              <a:t>载波监听多路访问</a:t>
            </a:r>
            <a:r>
              <a:rPr lang="en-US" altLang="zh-CN" sz="2800" dirty="0"/>
              <a:t>/</a:t>
            </a:r>
            <a:r>
              <a:rPr lang="zh-CN" altLang="en-US" sz="2800" dirty="0"/>
              <a:t>冲突检测（</a:t>
            </a:r>
            <a:r>
              <a:rPr lang="en-US" altLang="zh-CN" sz="2800" dirty="0"/>
              <a:t>CSMA/CD</a:t>
            </a:r>
            <a:r>
              <a:rPr lang="zh-CN" altLang="en-US" sz="2800" dirty="0"/>
              <a:t>）：边说边听</a:t>
            </a:r>
            <a:endParaRPr lang="zh-CN" altLang="en-US" dirty="0"/>
          </a:p>
        </p:txBody>
      </p:sp>
      <p:sp>
        <p:nvSpPr>
          <p:cNvPr id="3" name="内容占位符 2">
            <a:extLst>
              <a:ext uri="{FF2B5EF4-FFF2-40B4-BE49-F238E27FC236}">
                <a16:creationId xmlns:a16="http://schemas.microsoft.com/office/drawing/2014/main" id="{56736ADE-700A-3129-4E28-57D47CEE3594}"/>
              </a:ext>
            </a:extLst>
          </p:cNvPr>
          <p:cNvSpPr>
            <a:spLocks noGrp="1"/>
          </p:cNvSpPr>
          <p:nvPr>
            <p:ph idx="1"/>
          </p:nvPr>
        </p:nvSpPr>
        <p:spPr>
          <a:xfrm>
            <a:off x="442913" y="728663"/>
            <a:ext cx="6251291" cy="5617710"/>
          </a:xfrm>
        </p:spPr>
        <p:txBody>
          <a:bodyPr>
            <a:normAutofit/>
          </a:bodyPr>
          <a:lstStyle/>
          <a:p>
            <a:pPr marL="0" indent="0">
              <a:buNone/>
            </a:pPr>
            <a:r>
              <a:rPr lang="en-US" altLang="zh-CN" dirty="0"/>
              <a:t>CSMA with Collision Detection</a:t>
            </a:r>
          </a:p>
          <a:p>
            <a:r>
              <a:rPr lang="zh-CN" altLang="en-US" dirty="0"/>
              <a:t>局域网的传播延迟非常小：在一段较短的时间内可以检测到冲突</a:t>
            </a:r>
            <a:endParaRPr lang="en-US" altLang="zh-CN" dirty="0"/>
          </a:p>
          <a:p>
            <a:r>
              <a:rPr lang="zh-CN" altLang="en-US" b="1" dirty="0">
                <a:solidFill>
                  <a:srgbClr val="FF0000"/>
                </a:solidFill>
              </a:rPr>
              <a:t>冲突发生在接收方</a:t>
            </a:r>
            <a:endParaRPr lang="en-US" altLang="zh-CN" b="1" dirty="0">
              <a:solidFill>
                <a:srgbClr val="FF0000"/>
              </a:solidFill>
            </a:endParaRPr>
          </a:p>
          <a:p>
            <a:pPr lvl="1"/>
            <a:r>
              <a:rPr lang="zh-CN" altLang="en-US" sz="2000" dirty="0"/>
              <a:t>有线局域网中</a:t>
            </a:r>
            <a:r>
              <a:rPr lang="zh-CN" altLang="en-US" sz="2000" b="1" dirty="0">
                <a:solidFill>
                  <a:srgbClr val="FF0000"/>
                </a:solidFill>
              </a:rPr>
              <a:t>发送方可以进行冲突检测：</a:t>
            </a:r>
            <a:r>
              <a:rPr lang="zh-CN" altLang="en-US" sz="2000" dirty="0"/>
              <a:t>检测媒体上的接收电压与自身发送电压的显著提升来完成</a:t>
            </a:r>
            <a:endParaRPr lang="en-US" altLang="zh-CN" sz="2000" dirty="0"/>
          </a:p>
          <a:p>
            <a:pPr lvl="1"/>
            <a:r>
              <a:rPr lang="zh-CN" altLang="en-US" sz="2000" dirty="0"/>
              <a:t>无线链路上很难进行冲突检测：无线局域网采用</a:t>
            </a:r>
            <a:r>
              <a:rPr lang="en-US" altLang="zh-CN" sz="2000" dirty="0"/>
              <a:t>CSMA/CA(Collision</a:t>
            </a:r>
            <a:r>
              <a:rPr lang="zh-CN" altLang="en-US" sz="2000" dirty="0"/>
              <a:t> </a:t>
            </a:r>
            <a:r>
              <a:rPr lang="en-US" altLang="zh-CN" sz="2000" dirty="0"/>
              <a:t>Avoidance)</a:t>
            </a:r>
          </a:p>
          <a:p>
            <a:r>
              <a:rPr lang="zh-CN" altLang="en-US" dirty="0"/>
              <a:t>发送方检测到冲突后，停止当前帧的传输</a:t>
            </a:r>
          </a:p>
          <a:p>
            <a:pPr marL="0" indent="0">
              <a:buNone/>
            </a:pPr>
            <a:endParaRPr lang="zh-CN" altLang="en-US" dirty="0"/>
          </a:p>
        </p:txBody>
      </p:sp>
      <p:pic>
        <p:nvPicPr>
          <p:cNvPr id="4" name="Picture 3" descr="5">
            <a:extLst>
              <a:ext uri="{FF2B5EF4-FFF2-40B4-BE49-F238E27FC236}">
                <a16:creationId xmlns:a16="http://schemas.microsoft.com/office/drawing/2014/main" id="{9B996EDD-07B5-F17C-B8E7-9DD0480CB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1191849"/>
            <a:ext cx="4433887" cy="3870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29">
            <a:extLst>
              <a:ext uri="{FF2B5EF4-FFF2-40B4-BE49-F238E27FC236}">
                <a16:creationId xmlns:a16="http://schemas.microsoft.com/office/drawing/2014/main" id="{1636F688-CE79-C756-6C40-4AD9887C47B2}"/>
              </a:ext>
            </a:extLst>
          </p:cNvPr>
          <p:cNvSpPr>
            <a:spLocks noChangeArrowheads="1"/>
          </p:cNvSpPr>
          <p:nvPr/>
        </p:nvSpPr>
        <p:spPr bwMode="auto">
          <a:xfrm>
            <a:off x="7500937" y="1106124"/>
            <a:ext cx="4135438" cy="12112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 name="Rectangle 9">
            <a:extLst>
              <a:ext uri="{FF2B5EF4-FFF2-40B4-BE49-F238E27FC236}">
                <a16:creationId xmlns:a16="http://schemas.microsoft.com/office/drawing/2014/main" id="{4A3829EF-8B64-F7BA-548B-79B8D9B993E6}"/>
              </a:ext>
            </a:extLst>
          </p:cNvPr>
          <p:cNvSpPr>
            <a:spLocks noChangeArrowheads="1"/>
          </p:cNvSpPr>
          <p:nvPr/>
        </p:nvSpPr>
        <p:spPr bwMode="auto">
          <a:xfrm>
            <a:off x="8237537" y="1255349"/>
            <a:ext cx="2568575"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fontAlgn="base" hangingPunct="0">
              <a:spcBef>
                <a:spcPct val="0"/>
              </a:spcBef>
              <a:spcAft>
                <a:spcPct val="0"/>
              </a:spcAft>
              <a:defRPr/>
            </a:pPr>
            <a:r>
              <a:rPr lang="en-US" sz="1600" dirty="0">
                <a:solidFill>
                  <a:srgbClr val="000000"/>
                </a:solidFill>
                <a:latin typeface="Arial" charset="0"/>
                <a:ea typeface="ＭＳ Ｐゴシック" charset="0"/>
              </a:rPr>
              <a:t>spatial layout of nodes </a:t>
            </a:r>
            <a:endParaRPr lang="en-US" sz="2000" dirty="0">
              <a:solidFill>
                <a:srgbClr val="000000"/>
              </a:solidFill>
              <a:latin typeface="Arial" charset="0"/>
              <a:ea typeface="ＭＳ Ｐゴシック" charset="0"/>
            </a:endParaRPr>
          </a:p>
        </p:txBody>
      </p:sp>
      <p:grpSp>
        <p:nvGrpSpPr>
          <p:cNvPr id="7" name="Group 30">
            <a:extLst>
              <a:ext uri="{FF2B5EF4-FFF2-40B4-BE49-F238E27FC236}">
                <a16:creationId xmlns:a16="http://schemas.microsoft.com/office/drawing/2014/main" id="{759251A0-1DB5-5BB7-6140-B51F0EC9B7E4}"/>
              </a:ext>
            </a:extLst>
          </p:cNvPr>
          <p:cNvGrpSpPr>
            <a:grpSpLocks/>
          </p:cNvGrpSpPr>
          <p:nvPr/>
        </p:nvGrpSpPr>
        <p:grpSpPr bwMode="auto">
          <a:xfrm>
            <a:off x="8001000" y="1645874"/>
            <a:ext cx="3263900" cy="195262"/>
            <a:chOff x="4220" y="1231"/>
            <a:chExt cx="1989" cy="90"/>
          </a:xfrm>
        </p:grpSpPr>
        <p:sp>
          <p:nvSpPr>
            <p:cNvPr id="8" name="Line 23">
              <a:extLst>
                <a:ext uri="{FF2B5EF4-FFF2-40B4-BE49-F238E27FC236}">
                  <a16:creationId xmlns:a16="http://schemas.microsoft.com/office/drawing/2014/main" id="{A7339041-C074-4A3F-13FA-8424F66B2DFE}"/>
                </a:ext>
              </a:extLst>
            </p:cNvPr>
            <p:cNvSpPr>
              <a:spLocks noChangeShapeType="1"/>
            </p:cNvSpPr>
            <p:nvPr/>
          </p:nvSpPr>
          <p:spPr bwMode="auto">
            <a:xfrm>
              <a:off x="4220" y="1232"/>
              <a:ext cx="198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24">
              <a:extLst>
                <a:ext uri="{FF2B5EF4-FFF2-40B4-BE49-F238E27FC236}">
                  <a16:creationId xmlns:a16="http://schemas.microsoft.com/office/drawing/2014/main" id="{96881589-7633-DC4D-A10A-CC0C2469C04D}"/>
                </a:ext>
              </a:extLst>
            </p:cNvPr>
            <p:cNvSpPr>
              <a:spLocks noChangeShapeType="1"/>
            </p:cNvSpPr>
            <p:nvPr/>
          </p:nvSpPr>
          <p:spPr bwMode="auto">
            <a:xfrm>
              <a:off x="4220" y="1231"/>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Line 25">
              <a:extLst>
                <a:ext uri="{FF2B5EF4-FFF2-40B4-BE49-F238E27FC236}">
                  <a16:creationId xmlns:a16="http://schemas.microsoft.com/office/drawing/2014/main" id="{D2212DBE-3DAC-0FE6-6ED2-F5F1B4933F02}"/>
                </a:ext>
              </a:extLst>
            </p:cNvPr>
            <p:cNvSpPr>
              <a:spLocks noChangeShapeType="1"/>
            </p:cNvSpPr>
            <p:nvPr/>
          </p:nvSpPr>
          <p:spPr bwMode="auto">
            <a:xfrm>
              <a:off x="4886" y="1234"/>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 name="Line 26">
              <a:extLst>
                <a:ext uri="{FF2B5EF4-FFF2-40B4-BE49-F238E27FC236}">
                  <a16:creationId xmlns:a16="http://schemas.microsoft.com/office/drawing/2014/main" id="{2D2EAEA1-6ABF-541A-7B09-BB9125E01CEE}"/>
                </a:ext>
              </a:extLst>
            </p:cNvPr>
            <p:cNvSpPr>
              <a:spLocks noChangeShapeType="1"/>
            </p:cNvSpPr>
            <p:nvPr/>
          </p:nvSpPr>
          <p:spPr bwMode="auto">
            <a:xfrm>
              <a:off x="5489" y="1234"/>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 name="Line 27">
              <a:extLst>
                <a:ext uri="{FF2B5EF4-FFF2-40B4-BE49-F238E27FC236}">
                  <a16:creationId xmlns:a16="http://schemas.microsoft.com/office/drawing/2014/main" id="{A2836D95-6304-4C84-16EE-9E87EA513D7E}"/>
                </a:ext>
              </a:extLst>
            </p:cNvPr>
            <p:cNvSpPr>
              <a:spLocks noChangeShapeType="1"/>
            </p:cNvSpPr>
            <p:nvPr/>
          </p:nvSpPr>
          <p:spPr bwMode="auto">
            <a:xfrm>
              <a:off x="6200" y="1231"/>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 name="Group 11">
            <a:extLst>
              <a:ext uri="{FF2B5EF4-FFF2-40B4-BE49-F238E27FC236}">
                <a16:creationId xmlns:a16="http://schemas.microsoft.com/office/drawing/2014/main" id="{069E8000-771B-32B2-C885-14BA4E267759}"/>
              </a:ext>
            </a:extLst>
          </p:cNvPr>
          <p:cNvGrpSpPr>
            <a:grpSpLocks/>
          </p:cNvGrpSpPr>
          <p:nvPr/>
        </p:nvGrpSpPr>
        <p:grpSpPr bwMode="auto">
          <a:xfrm flipH="1">
            <a:off x="7646987" y="1779224"/>
            <a:ext cx="501650" cy="512762"/>
            <a:chOff x="2839" y="3501"/>
            <a:chExt cx="755" cy="803"/>
          </a:xfrm>
        </p:grpSpPr>
        <p:pic>
          <p:nvPicPr>
            <p:cNvPr id="14" name="Picture 12" descr="desktop_computer_stylized_medium">
              <a:extLst>
                <a:ext uri="{FF2B5EF4-FFF2-40B4-BE49-F238E27FC236}">
                  <a16:creationId xmlns:a16="http://schemas.microsoft.com/office/drawing/2014/main" id="{DF58A551-64FA-74D5-9902-1AF5AA7EB1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 name="Freeform 13">
              <a:extLst>
                <a:ext uri="{FF2B5EF4-FFF2-40B4-BE49-F238E27FC236}">
                  <a16:creationId xmlns:a16="http://schemas.microsoft.com/office/drawing/2014/main" id="{20153B62-EBBB-D8BF-327A-3B222AA011C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6" name="Group 14">
            <a:extLst>
              <a:ext uri="{FF2B5EF4-FFF2-40B4-BE49-F238E27FC236}">
                <a16:creationId xmlns:a16="http://schemas.microsoft.com/office/drawing/2014/main" id="{4763CA43-A54E-B0B3-159B-825E84D75888}"/>
              </a:ext>
            </a:extLst>
          </p:cNvPr>
          <p:cNvGrpSpPr>
            <a:grpSpLocks/>
          </p:cNvGrpSpPr>
          <p:nvPr/>
        </p:nvGrpSpPr>
        <p:grpSpPr bwMode="auto">
          <a:xfrm flipH="1">
            <a:off x="8739187" y="1761761"/>
            <a:ext cx="501650" cy="512763"/>
            <a:chOff x="2839" y="3501"/>
            <a:chExt cx="755" cy="803"/>
          </a:xfrm>
        </p:grpSpPr>
        <p:pic>
          <p:nvPicPr>
            <p:cNvPr id="17" name="Picture 15" descr="desktop_computer_stylized_medium">
              <a:extLst>
                <a:ext uri="{FF2B5EF4-FFF2-40B4-BE49-F238E27FC236}">
                  <a16:creationId xmlns:a16="http://schemas.microsoft.com/office/drawing/2014/main" id="{ACB2D15E-1A17-3697-3246-15281AED9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 name="Freeform 16">
              <a:extLst>
                <a:ext uri="{FF2B5EF4-FFF2-40B4-BE49-F238E27FC236}">
                  <a16:creationId xmlns:a16="http://schemas.microsoft.com/office/drawing/2014/main" id="{7069C30B-7AD4-C480-5D14-3B7EDDBA816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9" name="Group 17">
            <a:extLst>
              <a:ext uri="{FF2B5EF4-FFF2-40B4-BE49-F238E27FC236}">
                <a16:creationId xmlns:a16="http://schemas.microsoft.com/office/drawing/2014/main" id="{E9C98917-51E9-64E6-E444-F90DCD2C6A9B}"/>
              </a:ext>
            </a:extLst>
          </p:cNvPr>
          <p:cNvGrpSpPr>
            <a:grpSpLocks/>
          </p:cNvGrpSpPr>
          <p:nvPr/>
        </p:nvGrpSpPr>
        <p:grpSpPr bwMode="auto">
          <a:xfrm flipH="1">
            <a:off x="9737725" y="1752236"/>
            <a:ext cx="501650" cy="512763"/>
            <a:chOff x="2839" y="3501"/>
            <a:chExt cx="755" cy="803"/>
          </a:xfrm>
        </p:grpSpPr>
        <p:pic>
          <p:nvPicPr>
            <p:cNvPr id="20" name="Picture 18" descr="desktop_computer_stylized_medium">
              <a:extLst>
                <a:ext uri="{FF2B5EF4-FFF2-40B4-BE49-F238E27FC236}">
                  <a16:creationId xmlns:a16="http://schemas.microsoft.com/office/drawing/2014/main" id="{F355B79C-D87E-164F-3FFC-677C1AD75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 name="Freeform 19">
              <a:extLst>
                <a:ext uri="{FF2B5EF4-FFF2-40B4-BE49-F238E27FC236}">
                  <a16:creationId xmlns:a16="http://schemas.microsoft.com/office/drawing/2014/main" id="{0027813E-22CA-6E0C-032F-A95BC2803B5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2" name="Group 20">
            <a:extLst>
              <a:ext uri="{FF2B5EF4-FFF2-40B4-BE49-F238E27FC236}">
                <a16:creationId xmlns:a16="http://schemas.microsoft.com/office/drawing/2014/main" id="{8C6BCFCE-3AD4-6E63-D0C4-149028E3F274}"/>
              </a:ext>
            </a:extLst>
          </p:cNvPr>
          <p:cNvGrpSpPr>
            <a:grpSpLocks/>
          </p:cNvGrpSpPr>
          <p:nvPr/>
        </p:nvGrpSpPr>
        <p:grpSpPr bwMode="auto">
          <a:xfrm flipH="1">
            <a:off x="10856912" y="1766524"/>
            <a:ext cx="501650" cy="512762"/>
            <a:chOff x="2839" y="3501"/>
            <a:chExt cx="755" cy="803"/>
          </a:xfrm>
        </p:grpSpPr>
        <p:pic>
          <p:nvPicPr>
            <p:cNvPr id="23" name="Picture 21" descr="desktop_computer_stylized_medium">
              <a:extLst>
                <a:ext uri="{FF2B5EF4-FFF2-40B4-BE49-F238E27FC236}">
                  <a16:creationId xmlns:a16="http://schemas.microsoft.com/office/drawing/2014/main" id="{F017E0E1-A943-0B2B-6BED-D995ABA41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4" name="Freeform 22">
              <a:extLst>
                <a:ext uri="{FF2B5EF4-FFF2-40B4-BE49-F238E27FC236}">
                  <a16:creationId xmlns:a16="http://schemas.microsoft.com/office/drawing/2014/main" id="{954B45B4-C4A9-E476-8884-31F2E2EE6C2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2744047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61CEAD-4F27-41BD-8FB6-00938E839A05}"/>
              </a:ext>
            </a:extLst>
          </p:cNvPr>
          <p:cNvSpPr>
            <a:spLocks noGrp="1"/>
          </p:cNvSpPr>
          <p:nvPr>
            <p:ph type="title"/>
          </p:nvPr>
        </p:nvSpPr>
        <p:spPr/>
        <p:txBody>
          <a:bodyPr/>
          <a:lstStyle/>
          <a:p>
            <a:r>
              <a:rPr lang="en-US" altLang="zh-CN" dirty="0"/>
              <a:t>CSMA/CD</a:t>
            </a:r>
            <a:endParaRPr lang="zh-CN" altLang="en-US" dirty="0"/>
          </a:p>
        </p:txBody>
      </p:sp>
      <p:sp>
        <p:nvSpPr>
          <p:cNvPr id="3" name="内容占位符 2">
            <a:extLst>
              <a:ext uri="{FF2B5EF4-FFF2-40B4-BE49-F238E27FC236}">
                <a16:creationId xmlns:a16="http://schemas.microsoft.com/office/drawing/2014/main" id="{C276019D-176E-469D-A34B-0259A03FC752}"/>
              </a:ext>
            </a:extLst>
          </p:cNvPr>
          <p:cNvSpPr>
            <a:spLocks noGrp="1"/>
          </p:cNvSpPr>
          <p:nvPr>
            <p:ph idx="1"/>
          </p:nvPr>
        </p:nvSpPr>
        <p:spPr/>
        <p:txBody>
          <a:bodyPr>
            <a:normAutofit lnSpcReduction="10000"/>
          </a:bodyPr>
          <a:lstStyle/>
          <a:p>
            <a:pPr>
              <a:lnSpc>
                <a:spcPct val="150000"/>
              </a:lnSpc>
            </a:pPr>
            <a:r>
              <a:rPr lang="zh-CN" altLang="en-US" dirty="0"/>
              <a:t>现实生活中的例子</a:t>
            </a:r>
            <a:r>
              <a:rPr lang="en-US" altLang="zh-CN" dirty="0"/>
              <a:t>:  </a:t>
            </a:r>
            <a:r>
              <a:rPr lang="zh-CN" altLang="en-US" dirty="0"/>
              <a:t>假设很多人在一个大的房间内讨论，任何人都可以发言：</a:t>
            </a:r>
          </a:p>
          <a:p>
            <a:pPr lvl="1">
              <a:lnSpc>
                <a:spcPct val="150000"/>
              </a:lnSpc>
            </a:pPr>
            <a:r>
              <a:rPr lang="zh-CN" altLang="en-US" sz="2000" dirty="0"/>
              <a:t>载波监听：如果别人在讲话，则先听别人讲； </a:t>
            </a:r>
          </a:p>
          <a:p>
            <a:pPr lvl="1">
              <a:lnSpc>
                <a:spcPct val="150000"/>
              </a:lnSpc>
            </a:pPr>
            <a:r>
              <a:rPr lang="zh-CN" altLang="en-US" sz="2000" dirty="0"/>
              <a:t>多路访问：我听到的，别人也可以听到；</a:t>
            </a:r>
          </a:p>
          <a:p>
            <a:pPr lvl="1">
              <a:lnSpc>
                <a:spcPct val="150000"/>
              </a:lnSpc>
            </a:pPr>
            <a:r>
              <a:rPr lang="zh-CN" altLang="en-US" sz="2000" dirty="0"/>
              <a:t>冲突检测：自己发言的同时发现另外一个也在讲，则停止讲话。</a:t>
            </a:r>
          </a:p>
          <a:p>
            <a:pPr>
              <a:lnSpc>
                <a:spcPct val="150000"/>
              </a:lnSpc>
            </a:pPr>
            <a:r>
              <a:rPr lang="en-US" altLang="zh-CN" dirty="0"/>
              <a:t>CSMA/CD: </a:t>
            </a:r>
            <a:r>
              <a:rPr lang="zh-CN" altLang="en-US" dirty="0"/>
              <a:t>有帧要传输时，首先</a:t>
            </a:r>
            <a:r>
              <a:rPr lang="zh-CN" altLang="en-US" b="1" u="sng" dirty="0">
                <a:solidFill>
                  <a:srgbClr val="0070C0"/>
                </a:solidFill>
              </a:rPr>
              <a:t>监听媒体</a:t>
            </a:r>
            <a:endParaRPr lang="en-US" altLang="zh-CN" b="1" u="sng" dirty="0">
              <a:solidFill>
                <a:srgbClr val="0070C0"/>
              </a:solidFill>
            </a:endParaRPr>
          </a:p>
          <a:p>
            <a:pPr lvl="1">
              <a:lnSpc>
                <a:spcPct val="150000"/>
              </a:lnSpc>
              <a:buClr>
                <a:schemeClr val="tx1"/>
              </a:buClr>
              <a:buFontTx/>
              <a:buAutoNum type="arabicPeriod"/>
            </a:pPr>
            <a:r>
              <a:rPr lang="zh-CN" altLang="en-US" sz="2000" dirty="0"/>
              <a:t>若媒体空闲（</a:t>
            </a:r>
            <a:r>
              <a:rPr lang="en-US" altLang="zh-CN" sz="2000" dirty="0"/>
              <a:t>IFG</a:t>
            </a:r>
            <a:r>
              <a:rPr lang="zh-CN" altLang="en-US" sz="2000" dirty="0"/>
              <a:t>时间</a:t>
            </a:r>
            <a:r>
              <a:rPr lang="en-US" altLang="zh-CN" sz="2000" dirty="0"/>
              <a:t>, Inter Frame Gap</a:t>
            </a:r>
            <a:r>
              <a:rPr lang="zh-CN" altLang="en-US" sz="2000" dirty="0"/>
              <a:t>），传输</a:t>
            </a:r>
          </a:p>
          <a:p>
            <a:pPr lvl="1">
              <a:lnSpc>
                <a:spcPct val="150000"/>
              </a:lnSpc>
              <a:buClr>
                <a:schemeClr val="tx1"/>
              </a:buClr>
              <a:buFontTx/>
              <a:buAutoNum type="arabicPeriod"/>
            </a:pPr>
            <a:r>
              <a:rPr lang="zh-CN" altLang="en-US" sz="2000" dirty="0"/>
              <a:t>若媒体忙，</a:t>
            </a:r>
            <a:r>
              <a:rPr lang="en-US" altLang="zh-CN" sz="2000" dirty="0">
                <a:sym typeface="Wingdings" pitchFamily="2" charset="2"/>
              </a:rPr>
              <a:t> 1-</a:t>
            </a:r>
            <a:r>
              <a:rPr lang="zh-CN" altLang="en-US" sz="2000" dirty="0">
                <a:sym typeface="Wingdings" pitchFamily="2" charset="2"/>
              </a:rPr>
              <a:t>坚持策略：</a:t>
            </a:r>
            <a:r>
              <a:rPr lang="zh-CN" altLang="en-US" sz="2000" b="1" dirty="0">
                <a:solidFill>
                  <a:srgbClr val="0070C0"/>
                </a:solidFill>
              </a:rPr>
              <a:t>一直监听直到信道空闲（</a:t>
            </a:r>
            <a:r>
              <a:rPr lang="en-US" altLang="zh-CN" sz="2000" b="1" dirty="0">
                <a:solidFill>
                  <a:srgbClr val="0070C0"/>
                </a:solidFill>
              </a:rPr>
              <a:t>IFG</a:t>
            </a:r>
            <a:r>
              <a:rPr lang="zh-CN" altLang="en-US" sz="2000" b="1" dirty="0">
                <a:solidFill>
                  <a:srgbClr val="0070C0"/>
                </a:solidFill>
              </a:rPr>
              <a:t>时间）</a:t>
            </a:r>
            <a:r>
              <a:rPr lang="zh-CN" altLang="en-US" sz="2000" dirty="0"/>
              <a:t>后传输</a:t>
            </a:r>
            <a:endParaRPr lang="en-US" altLang="zh-CN" sz="2000" dirty="0"/>
          </a:p>
          <a:p>
            <a:pPr lvl="1">
              <a:lnSpc>
                <a:spcPct val="150000"/>
              </a:lnSpc>
              <a:buClr>
                <a:schemeClr val="tx1"/>
              </a:buClr>
              <a:buFontTx/>
              <a:buAutoNum type="arabicPeriod"/>
            </a:pPr>
            <a:r>
              <a:rPr lang="zh-CN" altLang="en-US" sz="2000" dirty="0"/>
              <a:t>若在传输中监听到冲突，发出一个至少</a:t>
            </a:r>
            <a:r>
              <a:rPr lang="en-US" altLang="zh-CN" sz="2000" b="1" dirty="0">
                <a:solidFill>
                  <a:srgbClr val="0070C0"/>
                </a:solidFill>
              </a:rPr>
              <a:t>32</a:t>
            </a:r>
            <a:r>
              <a:rPr lang="zh-CN" altLang="en-US" sz="2000" b="1" dirty="0">
                <a:solidFill>
                  <a:srgbClr val="0070C0"/>
                </a:solidFill>
              </a:rPr>
              <a:t>比特的干扰</a:t>
            </a:r>
            <a:r>
              <a:rPr lang="en-US" altLang="zh-CN" sz="2000" b="1" dirty="0">
                <a:solidFill>
                  <a:srgbClr val="0070C0"/>
                </a:solidFill>
              </a:rPr>
              <a:t>(jamming)</a:t>
            </a:r>
            <a:r>
              <a:rPr lang="zh-CN" altLang="en-US" sz="2000" b="1" dirty="0">
                <a:solidFill>
                  <a:srgbClr val="0070C0"/>
                </a:solidFill>
              </a:rPr>
              <a:t>信号</a:t>
            </a:r>
            <a:r>
              <a:rPr lang="zh-CN" altLang="en-US" sz="2000" dirty="0"/>
              <a:t>后停止传输，以便</a:t>
            </a:r>
            <a:r>
              <a:rPr lang="zh-CN" altLang="en-US" sz="2000" b="1" dirty="0">
                <a:solidFill>
                  <a:srgbClr val="0070C0"/>
                </a:solidFill>
              </a:rPr>
              <a:t>让所有的节点都知道发生了冲突</a:t>
            </a:r>
            <a:endParaRPr lang="en-US" altLang="zh-CN" sz="2000" b="1" dirty="0">
              <a:solidFill>
                <a:srgbClr val="0070C0"/>
              </a:solidFill>
            </a:endParaRPr>
          </a:p>
          <a:p>
            <a:pPr lvl="1">
              <a:lnSpc>
                <a:spcPct val="150000"/>
              </a:lnSpc>
              <a:buClr>
                <a:schemeClr val="tx1"/>
              </a:buClr>
              <a:buFontTx/>
              <a:buAutoNum type="arabicPeriod"/>
            </a:pPr>
            <a:r>
              <a:rPr lang="zh-CN" altLang="en-US" sz="2000" dirty="0"/>
              <a:t>发完人为干扰信号，等待一段随机的时间，再次试图传输（从第</a:t>
            </a:r>
            <a:r>
              <a:rPr lang="en-US" altLang="zh-CN" sz="2000" dirty="0"/>
              <a:t>1</a:t>
            </a:r>
            <a:r>
              <a:rPr lang="zh-CN" altLang="en-US" sz="2000" dirty="0"/>
              <a:t>步开始重复）</a:t>
            </a:r>
            <a:r>
              <a:rPr lang="en-US" altLang="zh-CN" sz="2000" dirty="0">
                <a:sym typeface="Wingdings" pitchFamily="2" charset="2"/>
              </a:rPr>
              <a:t></a:t>
            </a:r>
            <a:r>
              <a:rPr lang="zh-CN" altLang="en-US" sz="2000" b="1" dirty="0">
                <a:solidFill>
                  <a:srgbClr val="0070C0"/>
                </a:solidFill>
                <a:sym typeface="Wingdings" pitchFamily="2" charset="2"/>
              </a:rPr>
              <a:t>二进制指数退避</a:t>
            </a:r>
            <a:endParaRPr lang="zh-CN" altLang="en-US" dirty="0"/>
          </a:p>
          <a:p>
            <a:pPr>
              <a:lnSpc>
                <a:spcPct val="150000"/>
              </a:lnSpc>
            </a:pPr>
            <a:endParaRPr lang="zh-CN" altLang="en-US" dirty="0"/>
          </a:p>
        </p:txBody>
      </p:sp>
    </p:spTree>
    <p:extLst>
      <p:ext uri="{BB962C8B-B14F-4D97-AF65-F5344CB8AC3E}">
        <p14:creationId xmlns:p14="http://schemas.microsoft.com/office/powerpoint/2010/main" val="794480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A9245F-DEC5-42F5-B01F-E14F9CAEF6B9}"/>
              </a:ext>
            </a:extLst>
          </p:cNvPr>
          <p:cNvSpPr>
            <a:spLocks noGrp="1"/>
          </p:cNvSpPr>
          <p:nvPr>
            <p:ph type="title"/>
          </p:nvPr>
        </p:nvSpPr>
        <p:spPr/>
        <p:txBody>
          <a:bodyPr/>
          <a:lstStyle/>
          <a:p>
            <a:r>
              <a:rPr lang="en-US" altLang="zh-CN" dirty="0"/>
              <a:t>CSMA/CD</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3292407-0DC8-4E10-ACDD-9D4F492CB8DC}"/>
                  </a:ext>
                </a:extLst>
              </p:cNvPr>
              <p:cNvSpPr>
                <a:spLocks noGrp="1"/>
              </p:cNvSpPr>
              <p:nvPr>
                <p:ph idx="1"/>
              </p:nvPr>
            </p:nvSpPr>
            <p:spPr/>
            <p:txBody>
              <a:bodyPr/>
              <a:lstStyle/>
              <a:p>
                <a:pPr>
                  <a:lnSpc>
                    <a:spcPct val="100000"/>
                  </a:lnSpc>
                  <a:buClr>
                    <a:schemeClr val="tx1"/>
                  </a:buClr>
                </a:pPr>
                <a:r>
                  <a:rPr lang="zh-CN" altLang="en-US" dirty="0"/>
                  <a:t>为什么检测到冲突时发送</a:t>
                </a:r>
                <a:r>
                  <a:rPr lang="en-US" altLang="zh-CN" dirty="0"/>
                  <a:t>(</a:t>
                </a:r>
                <a:r>
                  <a:rPr lang="zh-CN" altLang="en-US" dirty="0"/>
                  <a:t>至少</a:t>
                </a:r>
                <a:r>
                  <a:rPr lang="en-US" altLang="zh-CN" dirty="0"/>
                  <a:t>)</a:t>
                </a:r>
                <a:r>
                  <a:rPr lang="en-US" altLang="zh-CN" b="1" dirty="0">
                    <a:solidFill>
                      <a:srgbClr val="0070C0"/>
                    </a:solidFill>
                  </a:rPr>
                  <a:t>32</a:t>
                </a:r>
                <a:r>
                  <a:rPr lang="zh-CN" altLang="en-US" b="1" dirty="0">
                    <a:solidFill>
                      <a:srgbClr val="0070C0"/>
                    </a:solidFill>
                  </a:rPr>
                  <a:t>个比特干扰信号</a:t>
                </a:r>
                <a:r>
                  <a:rPr lang="zh-CN" altLang="en-US" dirty="0"/>
                  <a:t>？</a:t>
                </a:r>
                <a:endParaRPr lang="en-US" altLang="zh-CN" dirty="0"/>
              </a:p>
              <a:p>
                <a:pPr lvl="1">
                  <a:lnSpc>
                    <a:spcPct val="100000"/>
                  </a:lnSpc>
                  <a:buClr>
                    <a:schemeClr val="tx1"/>
                  </a:buClr>
                </a:pPr>
                <a:r>
                  <a:rPr lang="zh-CN" altLang="en-US" sz="2000" dirty="0"/>
                  <a:t>距离较远时信号衰减大，少数比特传播到时可能没有足够的能量让另一个发送者检测到冲突</a:t>
                </a:r>
              </a:p>
              <a:p>
                <a:pPr lvl="1">
                  <a:lnSpc>
                    <a:spcPct val="100000"/>
                  </a:lnSpc>
                </a:pPr>
                <a:r>
                  <a:rPr lang="zh-CN" altLang="en-US" sz="2000" dirty="0"/>
                  <a:t>以太网帧最后为</a:t>
                </a:r>
                <a:r>
                  <a:rPr lang="en-US" altLang="zh-CN" sz="2000" dirty="0"/>
                  <a:t>CRC</a:t>
                </a:r>
                <a:r>
                  <a:rPr lang="zh-CN" altLang="en-US" sz="2000" dirty="0"/>
                  <a:t>码，接收者发现帧的</a:t>
                </a:r>
                <a:r>
                  <a:rPr lang="en-US" altLang="zh-CN" sz="2000" dirty="0"/>
                  <a:t>CRC</a:t>
                </a:r>
                <a:r>
                  <a:rPr lang="zh-CN" altLang="en-US" sz="2000" dirty="0"/>
                  <a:t>校验码错误，从而丢弃该帧，该帧称为发育不全帧（</a:t>
                </a:r>
                <a:r>
                  <a:rPr lang="en-US" altLang="zh-CN" sz="2000" dirty="0"/>
                  <a:t>Runt Frame</a:t>
                </a:r>
                <a:r>
                  <a:rPr lang="zh-CN" altLang="en-US" sz="2000" dirty="0"/>
                  <a:t>）</a:t>
                </a:r>
              </a:p>
              <a:p>
                <a:pPr lvl="2">
                  <a:lnSpc>
                    <a:spcPct val="100000"/>
                  </a:lnSpc>
                </a:pPr>
                <a:r>
                  <a:rPr lang="en-US" altLang="zh-CN" dirty="0"/>
                  <a:t>32</a:t>
                </a:r>
                <a:r>
                  <a:rPr lang="zh-CN" altLang="en-US" dirty="0"/>
                  <a:t>比特的</a:t>
                </a:r>
                <a:r>
                  <a:rPr lang="en-US" altLang="zh-CN" dirty="0"/>
                  <a:t>jam</a:t>
                </a:r>
                <a:r>
                  <a:rPr lang="zh-CN" altLang="en-US" dirty="0"/>
                  <a:t>只要不是正好等于刚刚</a:t>
                </a:r>
                <a:r>
                  <a:rPr lang="zh-CN" altLang="en-US" b="1" dirty="0">
                    <a:solidFill>
                      <a:srgbClr val="FF0000"/>
                    </a:solidFill>
                  </a:rPr>
                  <a:t>遇到冲突而中断的帧</a:t>
                </a:r>
                <a:r>
                  <a:rPr lang="zh-CN" altLang="en-US" dirty="0"/>
                  <a:t>的</a:t>
                </a:r>
                <a:r>
                  <a:rPr lang="en-US" altLang="zh-CN" dirty="0"/>
                  <a:t>CRC</a:t>
                </a:r>
                <a:r>
                  <a:rPr lang="zh-CN" altLang="en-US" dirty="0"/>
                  <a:t>校验码</a:t>
                </a:r>
              </a:p>
              <a:p>
                <a:pPr lvl="2">
                  <a:lnSpc>
                    <a:spcPct val="100000"/>
                  </a:lnSpc>
                </a:pPr>
                <a:r>
                  <a:rPr lang="zh-CN" altLang="en-US" dirty="0"/>
                  <a:t>许多以太网网卡在设计时发送</a:t>
                </a:r>
                <a:r>
                  <a:rPr lang="en-US" altLang="zh-CN" dirty="0"/>
                  <a:t>32</a:t>
                </a:r>
                <a:r>
                  <a:rPr lang="zh-CN" altLang="en-US" dirty="0"/>
                  <a:t>个</a:t>
                </a:r>
                <a:r>
                  <a:rPr lang="en-US" altLang="zh-CN" dirty="0"/>
                  <a:t>1</a:t>
                </a:r>
                <a:r>
                  <a:rPr lang="zh-CN" altLang="en-US" dirty="0"/>
                  <a:t>，因为正好等于发育不全帧的合法校验码的概率只有</a:t>
                </a:r>
                <a14:m>
                  <m:oMath xmlns:m="http://schemas.openxmlformats.org/officeDocument/2006/math">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32</m:t>
                        </m:r>
                      </m:sup>
                    </m:sSup>
                  </m:oMath>
                </a14:m>
                <a:endParaRPr lang="en-US" altLang="zh-CN" dirty="0"/>
              </a:p>
              <a:p>
                <a:pPr>
                  <a:lnSpc>
                    <a:spcPct val="100000"/>
                  </a:lnSpc>
                </a:pPr>
                <a:r>
                  <a:rPr lang="zh-CN" altLang="en-US" dirty="0"/>
                  <a:t>实际的以太网标准为什么要</a:t>
                </a:r>
                <a:r>
                  <a:rPr lang="zh-CN" altLang="en-US" b="1" dirty="0">
                    <a:solidFill>
                      <a:srgbClr val="0070C0"/>
                    </a:solidFill>
                  </a:rPr>
                  <a:t>检测到媒体空闲</a:t>
                </a:r>
                <a:r>
                  <a:rPr lang="en-US" altLang="zh-CN" b="1" dirty="0">
                    <a:solidFill>
                      <a:srgbClr val="0070C0"/>
                    </a:solidFill>
                  </a:rPr>
                  <a:t>IFG</a:t>
                </a:r>
                <a:r>
                  <a:rPr lang="zh-CN" altLang="en-US" b="1" dirty="0">
                    <a:solidFill>
                      <a:srgbClr val="0070C0"/>
                    </a:solidFill>
                  </a:rPr>
                  <a:t>时间后才可传输</a:t>
                </a:r>
                <a:r>
                  <a:rPr lang="zh-CN" altLang="en-US" dirty="0"/>
                  <a:t>？</a:t>
                </a:r>
                <a:endParaRPr lang="en-US" altLang="zh-CN" dirty="0"/>
              </a:p>
              <a:p>
                <a:pPr lvl="1">
                  <a:lnSpc>
                    <a:spcPct val="100000"/>
                  </a:lnSpc>
                </a:pPr>
                <a:r>
                  <a:rPr lang="zh-CN" altLang="en-US" sz="2000" dirty="0"/>
                  <a:t>帧间间隔</a:t>
                </a:r>
                <a:r>
                  <a:rPr lang="en-US" altLang="zh-CN" sz="2000" dirty="0"/>
                  <a:t>IFG(Inter Frame Gap)</a:t>
                </a:r>
                <a:r>
                  <a:rPr lang="zh-CN" altLang="en-US" sz="2000" dirty="0"/>
                  <a:t>：</a:t>
                </a:r>
                <a:r>
                  <a:rPr lang="en-US" altLang="zh-CN" sz="2000" dirty="0"/>
                  <a:t>96</a:t>
                </a:r>
                <a:r>
                  <a:rPr lang="zh-CN" altLang="en-US" sz="2000" dirty="0"/>
                  <a:t>比特时间</a:t>
                </a:r>
                <a:endParaRPr lang="en-US" altLang="zh-CN" sz="2000" dirty="0"/>
              </a:p>
              <a:p>
                <a:pPr lvl="1">
                  <a:lnSpc>
                    <a:spcPct val="100000"/>
                  </a:lnSpc>
                </a:pPr>
                <a:r>
                  <a:rPr lang="zh-CN" altLang="en-US" sz="2000" dirty="0"/>
                  <a:t>网卡在发送模式和接收模式之间转换需要时间</a:t>
                </a:r>
                <a:endParaRPr lang="en-US" altLang="zh-CN" sz="2000" dirty="0"/>
              </a:p>
              <a:p>
                <a:pPr lvl="2">
                  <a:lnSpc>
                    <a:spcPct val="100000"/>
                  </a:lnSpc>
                </a:pPr>
                <a:r>
                  <a:rPr lang="zh-CN" altLang="en-US" sz="2200" dirty="0"/>
                  <a:t>发送者 </a:t>
                </a:r>
                <a:r>
                  <a:rPr lang="en-US" altLang="zh-CN" sz="2200" dirty="0"/>
                  <a:t>---&gt; A</a:t>
                </a:r>
                <a:r>
                  <a:rPr lang="zh-CN" altLang="en-US" sz="2200" dirty="0"/>
                  <a:t>，接下来</a:t>
                </a:r>
                <a:r>
                  <a:rPr lang="en-US" altLang="zh-CN" sz="2200" dirty="0"/>
                  <a:t>B -----&gt; </a:t>
                </a:r>
                <a:r>
                  <a:rPr lang="zh-CN" altLang="en-US" sz="2200" dirty="0"/>
                  <a:t>发送者</a:t>
                </a:r>
                <a:endParaRPr lang="en-US" altLang="zh-CN" sz="2200" dirty="0"/>
              </a:p>
              <a:p>
                <a:pPr lvl="1">
                  <a:lnSpc>
                    <a:spcPct val="100000"/>
                  </a:lnSpc>
                </a:pPr>
                <a:r>
                  <a:rPr lang="zh-CN" altLang="en-US" sz="2000" dirty="0"/>
                  <a:t>可以让最近传输的节点能够将其收发器硬件从发送模式转向接收模式</a:t>
                </a:r>
                <a:endParaRPr lang="en-US" altLang="zh-CN" sz="2000" dirty="0"/>
              </a:p>
              <a:p>
                <a:endParaRPr lang="zh-CN" altLang="en-US" dirty="0"/>
              </a:p>
            </p:txBody>
          </p:sp>
        </mc:Choice>
        <mc:Fallback xmlns="">
          <p:sp>
            <p:nvSpPr>
              <p:cNvPr id="3" name="内容占位符 2">
                <a:extLst>
                  <a:ext uri="{FF2B5EF4-FFF2-40B4-BE49-F238E27FC236}">
                    <a16:creationId xmlns:a16="http://schemas.microsoft.com/office/drawing/2014/main" id="{E3292407-0DC8-4E10-ACDD-9D4F492CB8DC}"/>
                  </a:ext>
                </a:extLst>
              </p:cNvPr>
              <p:cNvSpPr>
                <a:spLocks noGrp="1" noRot="1" noChangeAspect="1" noMove="1" noResize="1" noEditPoints="1" noAdjustHandles="1" noChangeArrowheads="1" noChangeShapeType="1" noTextEdit="1"/>
              </p:cNvSpPr>
              <p:nvPr>
                <p:ph idx="1"/>
              </p:nvPr>
            </p:nvSpPr>
            <p:spPr>
              <a:blipFill>
                <a:blip r:embed="rId2"/>
                <a:stretch>
                  <a:fillRect l="-486" t="-760"/>
                </a:stretch>
              </a:blipFill>
            </p:spPr>
            <p:txBody>
              <a:bodyPr/>
              <a:lstStyle/>
              <a:p>
                <a:r>
                  <a:rPr lang="zh-CN" altLang="en-US">
                    <a:noFill/>
                  </a:rPr>
                  <a:t> </a:t>
                </a:r>
              </a:p>
            </p:txBody>
          </p:sp>
        </mc:Fallback>
      </mc:AlternateContent>
      <p:graphicFrame>
        <p:nvGraphicFramePr>
          <p:cNvPr id="5" name="Group 19">
            <a:extLst>
              <a:ext uri="{FF2B5EF4-FFF2-40B4-BE49-F238E27FC236}">
                <a16:creationId xmlns:a16="http://schemas.microsoft.com/office/drawing/2014/main" id="{58F75AAC-55D2-4918-AE43-D2720A68FDE2}"/>
              </a:ext>
            </a:extLst>
          </p:cNvPr>
          <p:cNvGraphicFramePr>
            <a:graphicFrameLocks/>
          </p:cNvGraphicFramePr>
          <p:nvPr/>
        </p:nvGraphicFramePr>
        <p:xfrm>
          <a:off x="1086553" y="5292267"/>
          <a:ext cx="9586263" cy="837070"/>
        </p:xfrm>
        <a:graphic>
          <a:graphicData uri="http://schemas.openxmlformats.org/drawingml/2006/table">
            <a:tbl>
              <a:tblPr/>
              <a:tblGrid>
                <a:gridCol w="798893">
                  <a:extLst>
                    <a:ext uri="{9D8B030D-6E8A-4147-A177-3AD203B41FA5}">
                      <a16:colId xmlns:a16="http://schemas.microsoft.com/office/drawing/2014/main" val="20000"/>
                    </a:ext>
                  </a:extLst>
                </a:gridCol>
                <a:gridCol w="1368000">
                  <a:extLst>
                    <a:ext uri="{9D8B030D-6E8A-4147-A177-3AD203B41FA5}">
                      <a16:colId xmlns:a16="http://schemas.microsoft.com/office/drawing/2014/main" val="20001"/>
                    </a:ext>
                  </a:extLst>
                </a:gridCol>
                <a:gridCol w="1728000">
                  <a:extLst>
                    <a:ext uri="{9D8B030D-6E8A-4147-A177-3AD203B41FA5}">
                      <a16:colId xmlns:a16="http://schemas.microsoft.com/office/drawing/2014/main" val="20002"/>
                    </a:ext>
                  </a:extLst>
                </a:gridCol>
                <a:gridCol w="1548000">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gridCol w="2304000">
                  <a:extLst>
                    <a:ext uri="{9D8B030D-6E8A-4147-A177-3AD203B41FA5}">
                      <a16:colId xmlns:a16="http://schemas.microsoft.com/office/drawing/2014/main" val="20005"/>
                    </a:ext>
                  </a:extLst>
                </a:gridCol>
                <a:gridCol w="867370">
                  <a:extLst>
                    <a:ext uri="{9D8B030D-6E8A-4147-A177-3AD203B41FA5}">
                      <a16:colId xmlns:a16="http://schemas.microsoft.com/office/drawing/2014/main" val="20007"/>
                    </a:ext>
                  </a:extLst>
                </a:gridCol>
              </a:tblGrid>
              <a:tr h="319745">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dirty="0">
                          <a:ln>
                            <a:noFill/>
                          </a:ln>
                          <a:solidFill>
                            <a:schemeClr val="tx2"/>
                          </a:solidFill>
                          <a:effectLst/>
                          <a:latin typeface="Arial" charset="0"/>
                          <a:ea typeface="宋体" pitchFamily="2" charset="-122"/>
                        </a:rPr>
                        <a:t>7</a:t>
                      </a:r>
                    </a:p>
                  </a:txBody>
                  <a:tcPr marL="90000" marR="90000" marT="46800" marB="46800" horzOverflow="overflow">
                    <a:lnL cap="flat">
                      <a:noFill/>
                    </a:lnL>
                    <a:lnR>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dirty="0">
                          <a:ln>
                            <a:noFill/>
                          </a:ln>
                          <a:solidFill>
                            <a:schemeClr val="tx2"/>
                          </a:solidFill>
                          <a:effectLst/>
                          <a:latin typeface="Arial" charset="0"/>
                          <a:ea typeface="宋体" pitchFamily="2" charset="-122"/>
                        </a:rPr>
                        <a:t>1</a:t>
                      </a:r>
                    </a:p>
                  </a:txBody>
                  <a:tcPr marL="90000" marR="90000" marT="46800" marB="46800" horzOverflow="overflow">
                    <a:lnL>
                      <a:noFill/>
                    </a:lnL>
                    <a:lnR>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a:ln>
                            <a:noFill/>
                          </a:ln>
                          <a:solidFill>
                            <a:schemeClr val="tx2"/>
                          </a:solidFill>
                          <a:effectLst/>
                          <a:latin typeface="Arial" charset="0"/>
                          <a:ea typeface="宋体" pitchFamily="2" charset="-122"/>
                        </a:rPr>
                        <a:t>6</a:t>
                      </a:r>
                    </a:p>
                  </a:txBody>
                  <a:tcPr marL="90000" marR="90000" marT="46800" marB="46800" horzOverflow="overflow">
                    <a:lnL>
                      <a:noFill/>
                    </a:lnL>
                    <a:lnR>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dirty="0">
                          <a:ln>
                            <a:noFill/>
                          </a:ln>
                          <a:solidFill>
                            <a:schemeClr val="tx2"/>
                          </a:solidFill>
                          <a:effectLst/>
                          <a:latin typeface="Arial" charset="0"/>
                          <a:ea typeface="宋体" pitchFamily="2" charset="-122"/>
                        </a:rPr>
                        <a:t>6</a:t>
                      </a:r>
                    </a:p>
                  </a:txBody>
                  <a:tcPr marL="90000" marR="90000" marT="46800" marB="46800" horzOverflow="overflow">
                    <a:lnL>
                      <a:noFill/>
                    </a:lnL>
                    <a:lnR>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a:ln>
                            <a:noFill/>
                          </a:ln>
                          <a:solidFill>
                            <a:schemeClr val="tx2"/>
                          </a:solidFill>
                          <a:effectLst/>
                          <a:latin typeface="Arial" charset="0"/>
                          <a:ea typeface="宋体" pitchFamily="2" charset="-122"/>
                        </a:rPr>
                        <a:t>2</a:t>
                      </a:r>
                    </a:p>
                  </a:txBody>
                  <a:tcPr marL="90000" marR="90000" marT="46800" marB="46800" horzOverflow="overflow">
                    <a:lnL>
                      <a:noFill/>
                    </a:lnL>
                    <a:lnR>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dirty="0">
                          <a:ln>
                            <a:noFill/>
                          </a:ln>
                          <a:solidFill>
                            <a:schemeClr val="tx2"/>
                          </a:solidFill>
                          <a:effectLst/>
                          <a:latin typeface="Arial" charset="0"/>
                          <a:ea typeface="宋体" pitchFamily="2" charset="-122"/>
                        </a:rPr>
                        <a:t>46-1500 </a:t>
                      </a:r>
                    </a:p>
                  </a:txBody>
                  <a:tcPr marL="90000" marR="90000" marT="46800" marB="46800" horzOverflow="overflow">
                    <a:lnL>
                      <a:noFill/>
                    </a:lnL>
                    <a:lnR>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1" i="0" u="none" strike="noStrike" cap="none" normalizeH="0" baseline="0">
                          <a:ln>
                            <a:noFill/>
                          </a:ln>
                          <a:solidFill>
                            <a:schemeClr val="tx2"/>
                          </a:solidFill>
                          <a:effectLst/>
                          <a:latin typeface="Arial" charset="0"/>
                          <a:ea typeface="宋体" pitchFamily="2" charset="-122"/>
                        </a:rPr>
                        <a:t>4</a:t>
                      </a:r>
                    </a:p>
                  </a:txBody>
                  <a:tcPr marL="90000" marR="90000" marT="46800" marB="46800" horzOverflow="overflow">
                    <a:lnL>
                      <a:noFill/>
                    </a:lnL>
                    <a:lnR cap="flat">
                      <a:noFill/>
                    </a:lnR>
                    <a:lnT cap="flat">
                      <a:noFill/>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150">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zh-CN" altLang="en-US" sz="1800" b="0" i="0" u="none" strike="noStrike" cap="none" normalizeH="0" baseline="0" dirty="0">
                          <a:ln>
                            <a:noFill/>
                          </a:ln>
                          <a:solidFill>
                            <a:schemeClr val="tx1"/>
                          </a:solidFill>
                          <a:effectLst/>
                          <a:latin typeface="Arial" charset="0"/>
                          <a:ea typeface="宋体" pitchFamily="2" charset="-122"/>
                        </a:rPr>
                        <a:t>前导</a:t>
                      </a:r>
                    </a:p>
                  </a:txBody>
                  <a:tcPr marL="90000" marR="90000" marT="46800" marB="46800"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FFC000">
                        <a:lumMod val="60000"/>
                        <a:lumOff val="40000"/>
                      </a:srgbClr>
                    </a:solid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zh-CN" altLang="en-US" sz="1800" b="0" i="0" u="none" strike="noStrike" cap="none" normalizeH="0" baseline="0" dirty="0">
                          <a:ln>
                            <a:noFill/>
                          </a:ln>
                          <a:solidFill>
                            <a:schemeClr val="tx1"/>
                          </a:solidFill>
                          <a:effectLst/>
                          <a:latin typeface="Arial" charset="0"/>
                          <a:ea typeface="宋体" pitchFamily="2" charset="-122"/>
                        </a:rPr>
                        <a:t>帧开始标志</a:t>
                      </a:r>
                    </a:p>
                  </a:txBody>
                  <a:tcPr marL="90000" marR="90000" marT="46800" marB="4680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FFC000">
                        <a:lumMod val="60000"/>
                        <a:lumOff val="40000"/>
                      </a:srgbClr>
                    </a:solid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zh-CN" altLang="en-US" sz="1800" b="0" i="0" u="none" strike="noStrike" cap="none" normalizeH="0" baseline="0" dirty="0">
                          <a:ln>
                            <a:noFill/>
                          </a:ln>
                          <a:solidFill>
                            <a:schemeClr val="tx1"/>
                          </a:solidFill>
                          <a:effectLst/>
                          <a:latin typeface="Arial" charset="0"/>
                          <a:ea typeface="宋体" pitchFamily="2" charset="-122"/>
                        </a:rPr>
                        <a:t>目的</a:t>
                      </a:r>
                      <a:r>
                        <a:rPr kumimoji="0" lang="en-US" altLang="zh-CN" sz="1800" b="0" i="0" u="none" strike="noStrike" cap="none" normalizeH="0" baseline="0" dirty="0">
                          <a:ln>
                            <a:noFill/>
                          </a:ln>
                          <a:solidFill>
                            <a:schemeClr val="tx1"/>
                          </a:solidFill>
                          <a:effectLst/>
                          <a:latin typeface="Arial" charset="0"/>
                          <a:ea typeface="宋体" pitchFamily="2" charset="-122"/>
                        </a:rPr>
                        <a:t>MAC</a:t>
                      </a:r>
                      <a:r>
                        <a:rPr kumimoji="0" lang="zh-CN" altLang="en-US" sz="1800" b="0" i="0" u="none" strike="noStrike" cap="none" normalizeH="0" baseline="0" dirty="0">
                          <a:ln>
                            <a:noFill/>
                          </a:ln>
                          <a:solidFill>
                            <a:schemeClr val="tx1"/>
                          </a:solidFill>
                          <a:effectLst/>
                          <a:latin typeface="Arial" charset="0"/>
                          <a:ea typeface="宋体" pitchFamily="2" charset="-122"/>
                        </a:rPr>
                        <a:t>地址</a:t>
                      </a:r>
                    </a:p>
                  </a:txBody>
                  <a:tcPr marL="90000" marR="90000" marT="46800" marB="4680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zh-CN" altLang="en-US" sz="1800" b="0" i="0" u="none" strike="noStrike" cap="none" normalizeH="0" baseline="0" dirty="0">
                          <a:ln>
                            <a:noFill/>
                          </a:ln>
                          <a:solidFill>
                            <a:schemeClr val="tx1"/>
                          </a:solidFill>
                          <a:effectLst/>
                          <a:latin typeface="Arial" charset="0"/>
                          <a:ea typeface="宋体" pitchFamily="2" charset="-122"/>
                        </a:rPr>
                        <a:t>源</a:t>
                      </a:r>
                      <a:r>
                        <a:rPr kumimoji="0" lang="en-US" altLang="zh-CN" sz="1800" b="0" i="0" u="none" strike="noStrike" cap="none" normalizeH="0" baseline="0" dirty="0">
                          <a:ln>
                            <a:noFill/>
                          </a:ln>
                          <a:solidFill>
                            <a:schemeClr val="tx1"/>
                          </a:solidFill>
                          <a:effectLst/>
                          <a:latin typeface="Arial" charset="0"/>
                          <a:ea typeface="宋体" pitchFamily="2" charset="-122"/>
                        </a:rPr>
                        <a:t>MAC</a:t>
                      </a:r>
                      <a:r>
                        <a:rPr kumimoji="0" lang="zh-CN" altLang="en-US" sz="1800" b="0" i="0" u="none" strike="noStrike" cap="none" normalizeH="0" baseline="0" dirty="0">
                          <a:ln>
                            <a:noFill/>
                          </a:ln>
                          <a:solidFill>
                            <a:schemeClr val="tx1"/>
                          </a:solidFill>
                          <a:effectLst/>
                          <a:latin typeface="Arial" charset="0"/>
                          <a:ea typeface="宋体" pitchFamily="2" charset="-122"/>
                        </a:rPr>
                        <a:t>地址</a:t>
                      </a:r>
                    </a:p>
                  </a:txBody>
                  <a:tcPr marL="90000" marR="90000" marT="46800" marB="4680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zh-CN" altLang="en-US" sz="1800" b="0" i="0" u="none" strike="noStrike" cap="none" normalizeH="0" baseline="0" dirty="0">
                          <a:ln>
                            <a:noFill/>
                          </a:ln>
                          <a:solidFill>
                            <a:schemeClr val="tx1"/>
                          </a:solidFill>
                          <a:effectLst/>
                          <a:latin typeface="Arial" charset="0"/>
                          <a:ea typeface="宋体" pitchFamily="2" charset="-122"/>
                        </a:rPr>
                        <a:t>帧类型</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zh-CN" altLang="en-US" sz="1800" b="0" i="0" u="none" strike="noStrike" cap="none" normalizeH="0" baseline="0" dirty="0">
                          <a:ln>
                            <a:noFill/>
                          </a:ln>
                          <a:solidFill>
                            <a:schemeClr val="tx1"/>
                          </a:solidFill>
                          <a:effectLst/>
                          <a:latin typeface="Arial" charset="0"/>
                          <a:ea typeface="宋体" pitchFamily="2" charset="-122"/>
                        </a:rPr>
                        <a:t>数据</a:t>
                      </a:r>
                      <a:r>
                        <a:rPr kumimoji="0" lang="en-US" altLang="zh-CN" sz="1800" b="0" i="0" u="none" strike="noStrike" cap="none" normalizeH="0" baseline="0" dirty="0">
                          <a:ln>
                            <a:noFill/>
                          </a:ln>
                          <a:solidFill>
                            <a:schemeClr val="tx1"/>
                          </a:solidFill>
                          <a:effectLst/>
                          <a:latin typeface="Arial" charset="0"/>
                          <a:ea typeface="宋体" pitchFamily="2" charset="-122"/>
                        </a:rPr>
                        <a:t>+</a:t>
                      </a:r>
                      <a:r>
                        <a:rPr kumimoji="0" lang="zh-CN" altLang="en-US" sz="1800" b="0" i="0" u="none" strike="noStrike" cap="none" normalizeH="0" baseline="0" dirty="0">
                          <a:ln>
                            <a:noFill/>
                          </a:ln>
                          <a:solidFill>
                            <a:schemeClr val="tx1"/>
                          </a:solidFill>
                          <a:effectLst/>
                          <a:latin typeface="Arial" charset="0"/>
                          <a:ea typeface="宋体" pitchFamily="2" charset="-122"/>
                        </a:rPr>
                        <a:t>填充</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CRC</a:t>
                      </a:r>
                    </a:p>
                  </a:txBody>
                  <a:tcPr marL="90000" marR="90000" marT="46800" marB="46800"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61240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66751-CF0A-4FC5-88F9-94F9ABB13672}"/>
              </a:ext>
            </a:extLst>
          </p:cNvPr>
          <p:cNvSpPr>
            <a:spLocks noGrp="1"/>
          </p:cNvSpPr>
          <p:nvPr>
            <p:ph type="title"/>
          </p:nvPr>
        </p:nvSpPr>
        <p:spPr/>
        <p:txBody>
          <a:bodyPr/>
          <a:lstStyle/>
          <a:p>
            <a:r>
              <a:rPr lang="en-US" altLang="zh-CN" dirty="0"/>
              <a:t>CSMA/CD</a:t>
            </a:r>
            <a:r>
              <a:rPr lang="zh-CN" altLang="en-US" dirty="0"/>
              <a:t>：冲突检测的最坏时间</a:t>
            </a:r>
          </a:p>
        </p:txBody>
      </p:sp>
      <p:sp>
        <p:nvSpPr>
          <p:cNvPr id="3" name="内容占位符 2">
            <a:extLst>
              <a:ext uri="{FF2B5EF4-FFF2-40B4-BE49-F238E27FC236}">
                <a16:creationId xmlns:a16="http://schemas.microsoft.com/office/drawing/2014/main" id="{F8DE5D76-C61A-403C-AE27-73DFE5BC2768}"/>
              </a:ext>
            </a:extLst>
          </p:cNvPr>
          <p:cNvSpPr>
            <a:spLocks noGrp="1"/>
          </p:cNvSpPr>
          <p:nvPr>
            <p:ph idx="1"/>
          </p:nvPr>
        </p:nvSpPr>
        <p:spPr>
          <a:xfrm>
            <a:off x="442913" y="728663"/>
            <a:ext cx="11289710" cy="2700337"/>
          </a:xfrm>
        </p:spPr>
        <p:txBody>
          <a:bodyPr>
            <a:normAutofit/>
          </a:bodyPr>
          <a:lstStyle/>
          <a:p>
            <a:pPr marL="0" indent="0">
              <a:buNone/>
            </a:pPr>
            <a:r>
              <a:rPr lang="zh-CN" altLang="en-US" dirty="0"/>
              <a:t>帧传输完还没有检测到冲突就认为传输成功</a:t>
            </a:r>
            <a:r>
              <a:rPr lang="en-US" altLang="zh-CN" dirty="0"/>
              <a:t>:    </a:t>
            </a:r>
            <a:r>
              <a:rPr lang="zh-CN" altLang="en-US" dirty="0"/>
              <a:t>传输时间≥冲突检测时间 </a:t>
            </a:r>
            <a:r>
              <a:rPr lang="en-US" altLang="zh-CN" dirty="0"/>
              <a:t>= 2*</a:t>
            </a:r>
            <a:r>
              <a:rPr lang="zh-CN" altLang="en-US" dirty="0"/>
              <a:t>传播时间 </a:t>
            </a:r>
            <a:endParaRPr lang="en-US" altLang="zh-CN" dirty="0"/>
          </a:p>
          <a:p>
            <a:r>
              <a:rPr lang="zh-CN" altLang="en-US" dirty="0"/>
              <a:t>帧必须足够长以使冲突能在帧传输完毕前被检测到：</a:t>
            </a:r>
            <a:r>
              <a:rPr lang="zh-CN" altLang="en-US" b="1" dirty="0">
                <a:solidFill>
                  <a:srgbClr val="FF0000"/>
                </a:solidFill>
              </a:rPr>
              <a:t>传输时间≥冲突检测时间</a:t>
            </a:r>
            <a:endParaRPr lang="en-US" altLang="zh-CN" b="1" dirty="0">
              <a:solidFill>
                <a:srgbClr val="FF0000"/>
              </a:solidFill>
            </a:endParaRPr>
          </a:p>
          <a:p>
            <a:r>
              <a:rPr lang="zh-CN" altLang="en-US" dirty="0"/>
              <a:t>基带系统的</a:t>
            </a:r>
            <a:r>
              <a:rPr lang="en-US" altLang="zh-CN" b="1" dirty="0">
                <a:solidFill>
                  <a:srgbClr val="FF0000"/>
                </a:solidFill>
              </a:rPr>
              <a:t>CSMA/CD</a:t>
            </a:r>
            <a:r>
              <a:rPr lang="zh-CN" altLang="en-US" b="1" dirty="0">
                <a:solidFill>
                  <a:srgbClr val="FF0000"/>
                </a:solidFill>
              </a:rPr>
              <a:t>冲突检测最长需要</a:t>
            </a:r>
            <a:r>
              <a:rPr lang="en-US" altLang="zh-CN" b="1" dirty="0">
                <a:solidFill>
                  <a:srgbClr val="FF0000"/>
                </a:solidFill>
              </a:rPr>
              <a:t>2</a:t>
            </a:r>
            <a:r>
              <a:rPr lang="zh-CN" altLang="en-US" b="1" dirty="0">
                <a:solidFill>
                  <a:srgbClr val="FF0000"/>
                </a:solidFill>
              </a:rPr>
              <a:t>倍传播延迟</a:t>
            </a:r>
            <a:r>
              <a:rPr lang="en-US" altLang="zh-CN" b="1" dirty="0">
                <a:solidFill>
                  <a:srgbClr val="FF0000"/>
                </a:solidFill>
              </a:rPr>
              <a:t>(d)</a:t>
            </a:r>
            <a:endParaRPr lang="en-US" altLang="zh-CN" dirty="0">
              <a:solidFill>
                <a:srgbClr val="FF0000"/>
              </a:solidFill>
            </a:endParaRPr>
          </a:p>
          <a:p>
            <a:r>
              <a:rPr lang="zh-CN" altLang="en-US" dirty="0"/>
              <a:t>宽带总线的最坏情况发生在与头端离得最远的两个相邻站点间，检测冲突的时间等于从头端到电缆尾部的传播延迟的</a:t>
            </a:r>
            <a:r>
              <a:rPr lang="en-US" altLang="zh-CN" dirty="0"/>
              <a:t>4</a:t>
            </a:r>
            <a:r>
              <a:rPr lang="zh-CN" altLang="en-US" dirty="0"/>
              <a:t>倍 </a:t>
            </a:r>
            <a:endParaRPr lang="en-US" altLang="zh-CN" dirty="0"/>
          </a:p>
          <a:p>
            <a:r>
              <a:rPr lang="zh-CN" altLang="en-US" dirty="0"/>
              <a:t>定义</a:t>
            </a:r>
            <a:r>
              <a:rPr lang="zh-CN" altLang="en-US" b="1" dirty="0">
                <a:solidFill>
                  <a:srgbClr val="FF0000"/>
                </a:solidFill>
              </a:rPr>
              <a:t>一个时槽</a:t>
            </a:r>
            <a:r>
              <a:rPr lang="en-US" altLang="zh-CN" b="1" dirty="0">
                <a:solidFill>
                  <a:srgbClr val="FF0000"/>
                </a:solidFill>
              </a:rPr>
              <a:t>=2*</a:t>
            </a:r>
            <a:r>
              <a:rPr lang="zh-CN" altLang="en-US" b="1" dirty="0">
                <a:solidFill>
                  <a:srgbClr val="FF0000"/>
                </a:solidFill>
              </a:rPr>
              <a:t>传播时间</a:t>
            </a:r>
          </a:p>
          <a:p>
            <a:endParaRPr lang="en-US" altLang="zh-CN" sz="2200" dirty="0"/>
          </a:p>
          <a:p>
            <a:endParaRPr lang="zh-CN" altLang="en-US" dirty="0"/>
          </a:p>
        </p:txBody>
      </p:sp>
      <p:graphicFrame>
        <p:nvGraphicFramePr>
          <p:cNvPr id="4" name="Object 4">
            <a:extLst>
              <a:ext uri="{FF2B5EF4-FFF2-40B4-BE49-F238E27FC236}">
                <a16:creationId xmlns:a16="http://schemas.microsoft.com/office/drawing/2014/main" id="{E61188DD-B253-4915-9C23-5C4A2F191CB4}"/>
              </a:ext>
            </a:extLst>
          </p:cNvPr>
          <p:cNvGraphicFramePr>
            <a:graphicFrameLocks noChangeAspect="1"/>
          </p:cNvGraphicFramePr>
          <p:nvPr/>
        </p:nvGraphicFramePr>
        <p:xfrm>
          <a:off x="5593404" y="2749459"/>
          <a:ext cx="6408737" cy="3073840"/>
        </p:xfrm>
        <a:graphic>
          <a:graphicData uri="http://schemas.openxmlformats.org/presentationml/2006/ole">
            <mc:AlternateContent xmlns:mc="http://schemas.openxmlformats.org/markup-compatibility/2006">
              <mc:Choice xmlns:v="urn:schemas-microsoft-com:vml" Requires="v">
                <p:oleObj name="Picture" r:id="rId3" imgW="5257800" imgH="2775204" progId="Word.Picture.8">
                  <p:embed/>
                </p:oleObj>
              </mc:Choice>
              <mc:Fallback>
                <p:oleObj name="Picture" r:id="rId3" imgW="5257800" imgH="2775204" progId="Word.Picture.8">
                  <p:embed/>
                  <p:pic>
                    <p:nvPicPr>
                      <p:cNvPr id="4" name="Object 4">
                        <a:extLst>
                          <a:ext uri="{FF2B5EF4-FFF2-40B4-BE49-F238E27FC236}">
                            <a16:creationId xmlns:a16="http://schemas.microsoft.com/office/drawing/2014/main" id="{E61188DD-B253-4915-9C23-5C4A2F191C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3404" y="2749459"/>
                        <a:ext cx="6408737" cy="30738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a:extLst>
              <a:ext uri="{FF2B5EF4-FFF2-40B4-BE49-F238E27FC236}">
                <a16:creationId xmlns:a16="http://schemas.microsoft.com/office/drawing/2014/main" id="{22419473-602C-4A85-AF42-0A800EDF8524}"/>
              </a:ext>
            </a:extLst>
          </p:cNvPr>
          <p:cNvSpPr/>
          <p:nvPr/>
        </p:nvSpPr>
        <p:spPr>
          <a:xfrm>
            <a:off x="442913" y="3429000"/>
            <a:ext cx="5150491" cy="751103"/>
          </a:xfrm>
          <a:prstGeom prst="rect">
            <a:avLst/>
          </a:prstGeom>
        </p:spPr>
        <p:txBody>
          <a:bodyPr wrap="square">
            <a:spAutoFit/>
          </a:bodyPr>
          <a:lstStyle/>
          <a:p>
            <a:pPr marL="285750" indent="-285750">
              <a:lnSpc>
                <a:spcPct val="110000"/>
              </a:lnSpc>
              <a:buFont typeface="Arial" panose="020B0604020202020204" pitchFamily="34" charset="0"/>
              <a:buChar char="•"/>
            </a:pPr>
            <a:r>
              <a:rPr lang="zh-CN" altLang="en-US" sz="2000" dirty="0"/>
              <a:t>理论上一个时槽时间后没有冲突，以后也不会遇到冲突</a:t>
            </a:r>
            <a:endParaRPr lang="en-US" altLang="zh-CN" sz="2000" dirty="0"/>
          </a:p>
        </p:txBody>
      </p:sp>
      <p:sp>
        <p:nvSpPr>
          <p:cNvPr id="7" name="文本框 6">
            <a:extLst>
              <a:ext uri="{FF2B5EF4-FFF2-40B4-BE49-F238E27FC236}">
                <a16:creationId xmlns:a16="http://schemas.microsoft.com/office/drawing/2014/main" id="{9A225E71-84F4-A55F-AC4E-2B4F8FFA61F1}"/>
              </a:ext>
            </a:extLst>
          </p:cNvPr>
          <p:cNvSpPr txBox="1"/>
          <p:nvPr/>
        </p:nvSpPr>
        <p:spPr>
          <a:xfrm>
            <a:off x="442913" y="4499860"/>
            <a:ext cx="5057845" cy="1323439"/>
          </a:xfrm>
          <a:prstGeom prst="rect">
            <a:avLst/>
          </a:prstGeom>
          <a:noFill/>
        </p:spPr>
        <p:txBody>
          <a:bodyPr wrap="square">
            <a:spAutoFit/>
          </a:bodyPr>
          <a:lstStyle/>
          <a:p>
            <a:r>
              <a:rPr lang="zh-CN" altLang="en-US" sz="2000" dirty="0"/>
              <a:t>采用</a:t>
            </a:r>
            <a:r>
              <a:rPr lang="en-US" altLang="zh-CN" sz="2000" dirty="0"/>
              <a:t>CSMA/CD</a:t>
            </a:r>
            <a:r>
              <a:rPr lang="zh-CN" altLang="en-US" sz="2000" dirty="0"/>
              <a:t>的以太网引入了</a:t>
            </a:r>
            <a:r>
              <a:rPr lang="zh-CN" altLang="en-US" sz="2000" b="1" dirty="0">
                <a:solidFill>
                  <a:schemeClr val="accent4"/>
                </a:solidFill>
              </a:rPr>
              <a:t>最小帧长</a:t>
            </a:r>
            <a:r>
              <a:rPr lang="zh-CN" altLang="en-US" sz="2000" dirty="0"/>
              <a:t>限制：</a:t>
            </a:r>
            <a:endParaRPr lang="en-US" altLang="zh-CN" sz="2000" dirty="0"/>
          </a:p>
          <a:p>
            <a:pPr marL="285750" indent="-285750">
              <a:buFont typeface="Arial" panose="020B0604020202020204" pitchFamily="34" charset="0"/>
              <a:buChar char="•"/>
            </a:pPr>
            <a:r>
              <a:rPr lang="zh-CN" altLang="en-US" sz="2000" dirty="0"/>
              <a:t>最早的</a:t>
            </a:r>
            <a:r>
              <a:rPr lang="en-US" altLang="zh-CN" sz="2000" dirty="0"/>
              <a:t>10Mbps</a:t>
            </a:r>
            <a:r>
              <a:rPr lang="zh-CN" altLang="en-US" sz="2000" dirty="0"/>
              <a:t>以太网标准中冲突检测最坏时间需要大约</a:t>
            </a:r>
            <a:r>
              <a:rPr lang="en-US" altLang="zh-CN" sz="2000" dirty="0"/>
              <a:t>50</a:t>
            </a:r>
            <a:r>
              <a:rPr lang="zh-CN" altLang="en-US" sz="2000" dirty="0"/>
              <a:t>微秒</a:t>
            </a:r>
            <a:endParaRPr lang="en-US" altLang="zh-CN" sz="2000" dirty="0"/>
          </a:p>
          <a:p>
            <a:pPr marL="285750" indent="-285750">
              <a:buFont typeface="Arial" panose="020B0604020202020204" pitchFamily="34" charset="0"/>
              <a:buChar char="•"/>
            </a:pPr>
            <a:r>
              <a:rPr lang="zh-CN" altLang="en-US" sz="2000" dirty="0"/>
              <a:t>以太网帧最少必须为</a:t>
            </a:r>
            <a:r>
              <a:rPr lang="en-US" altLang="zh-CN" sz="2000" dirty="0"/>
              <a:t>64</a:t>
            </a:r>
            <a:r>
              <a:rPr lang="zh-CN" altLang="en-US" sz="2000" dirty="0"/>
              <a:t>字节（</a:t>
            </a:r>
            <a:r>
              <a:rPr lang="en-US" altLang="zh-CN" sz="2000" dirty="0"/>
              <a:t>512</a:t>
            </a:r>
            <a:r>
              <a:rPr lang="zh-CN" altLang="en-US" sz="2000" dirty="0"/>
              <a:t>比特）</a:t>
            </a:r>
            <a:endParaRPr lang="en-US" altLang="zh-CN" sz="2000" dirty="0"/>
          </a:p>
        </p:txBody>
      </p:sp>
    </p:spTree>
    <p:extLst>
      <p:ext uri="{BB962C8B-B14F-4D97-AF65-F5344CB8AC3E}">
        <p14:creationId xmlns:p14="http://schemas.microsoft.com/office/powerpoint/2010/main" val="1274094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F8D32-5BFD-47E4-AFF2-3256414D5198}"/>
              </a:ext>
            </a:extLst>
          </p:cNvPr>
          <p:cNvSpPr>
            <a:spLocks noGrp="1"/>
          </p:cNvSpPr>
          <p:nvPr>
            <p:ph type="title"/>
          </p:nvPr>
        </p:nvSpPr>
        <p:spPr/>
        <p:txBody>
          <a:bodyPr/>
          <a:lstStyle/>
          <a:p>
            <a:r>
              <a:rPr lang="en-US" altLang="zh-CN" dirty="0"/>
              <a:t>CSMA/CD</a:t>
            </a:r>
            <a:r>
              <a:rPr lang="zh-CN" altLang="en-US" dirty="0"/>
              <a:t>：二进制指数退避</a:t>
            </a:r>
          </a:p>
        </p:txBody>
      </p:sp>
      <p:sp>
        <p:nvSpPr>
          <p:cNvPr id="3" name="内容占位符 2">
            <a:extLst>
              <a:ext uri="{FF2B5EF4-FFF2-40B4-BE49-F238E27FC236}">
                <a16:creationId xmlns:a16="http://schemas.microsoft.com/office/drawing/2014/main" id="{1105E84C-43F5-45A9-A435-B3AEE2DC52BD}"/>
              </a:ext>
            </a:extLst>
          </p:cNvPr>
          <p:cNvSpPr>
            <a:spLocks noGrp="1"/>
          </p:cNvSpPr>
          <p:nvPr>
            <p:ph idx="1"/>
          </p:nvPr>
        </p:nvSpPr>
        <p:spPr/>
        <p:txBody>
          <a:bodyPr>
            <a:normAutofit/>
          </a:bodyPr>
          <a:lstStyle/>
          <a:p>
            <a:pPr>
              <a:lnSpc>
                <a:spcPct val="120000"/>
              </a:lnSpc>
            </a:pPr>
            <a:r>
              <a:rPr lang="zh-CN" altLang="en-US" dirty="0"/>
              <a:t>检测到</a:t>
            </a:r>
            <a:r>
              <a:rPr lang="zh-CN" altLang="en-US" b="1" dirty="0">
                <a:solidFill>
                  <a:srgbClr val="FF0000"/>
                </a:solidFill>
              </a:rPr>
              <a:t>冲突</a:t>
            </a:r>
            <a:r>
              <a:rPr lang="zh-CN" altLang="en-US" dirty="0"/>
              <a:t>时，通过随机选择时槽</a:t>
            </a:r>
            <a:r>
              <a:rPr lang="en-US" altLang="zh-CN" dirty="0"/>
              <a:t>random(0,K)</a:t>
            </a:r>
            <a:r>
              <a:rPr lang="zh-CN" altLang="en-US" dirty="0"/>
              <a:t>来避免又同时重传</a:t>
            </a:r>
            <a:endParaRPr lang="en-US" altLang="zh-CN" dirty="0"/>
          </a:p>
          <a:p>
            <a:pPr>
              <a:lnSpc>
                <a:spcPct val="120000"/>
              </a:lnSpc>
            </a:pPr>
            <a:r>
              <a:rPr lang="zh-CN" altLang="en-US" b="1" dirty="0">
                <a:solidFill>
                  <a:srgbClr val="FF3300"/>
                </a:solidFill>
              </a:rPr>
              <a:t>基本思想是根据冲突次数来估计信道的负载</a:t>
            </a:r>
            <a:endParaRPr lang="en-US" altLang="zh-CN" b="1" dirty="0">
              <a:solidFill>
                <a:srgbClr val="FF3300"/>
              </a:solidFill>
            </a:endParaRPr>
          </a:p>
          <a:p>
            <a:pPr lvl="1">
              <a:lnSpc>
                <a:spcPct val="120000"/>
              </a:lnSpc>
            </a:pPr>
            <a:r>
              <a:rPr lang="zh-CN" altLang="en-US" sz="2000" dirty="0"/>
              <a:t>低负载时选择较小的</a:t>
            </a:r>
            <a:r>
              <a:rPr lang="en-US" altLang="zh-CN" sz="2000" dirty="0"/>
              <a:t>K</a:t>
            </a:r>
          </a:p>
          <a:p>
            <a:pPr lvl="1">
              <a:lnSpc>
                <a:spcPct val="120000"/>
              </a:lnSpc>
            </a:pPr>
            <a:r>
              <a:rPr lang="zh-CN" altLang="en-US" sz="2000" dirty="0"/>
              <a:t>重负载时选择较大的</a:t>
            </a:r>
            <a:r>
              <a:rPr lang="en-US" altLang="zh-CN" sz="2000" dirty="0"/>
              <a:t>K</a:t>
            </a:r>
          </a:p>
          <a:p>
            <a:pPr>
              <a:lnSpc>
                <a:spcPct val="120000"/>
              </a:lnSpc>
            </a:pPr>
            <a:r>
              <a:rPr lang="zh-CN" altLang="en-US" dirty="0"/>
              <a:t>第一次</a:t>
            </a:r>
            <a:r>
              <a:rPr lang="en-US" altLang="zh-CN" dirty="0" err="1"/>
              <a:t>i</a:t>
            </a:r>
            <a:r>
              <a:rPr lang="en-US" altLang="zh-CN" dirty="0"/>
              <a:t>=1</a:t>
            </a:r>
            <a:r>
              <a:rPr lang="zh-CN" altLang="en-US" dirty="0"/>
              <a:t>冲突产生后，每个节点等待</a:t>
            </a:r>
            <a:r>
              <a:rPr lang="en-US" altLang="zh-CN" dirty="0"/>
              <a:t>0</a:t>
            </a:r>
            <a:r>
              <a:rPr lang="zh-CN" altLang="en-US" dirty="0"/>
              <a:t>或</a:t>
            </a:r>
            <a:r>
              <a:rPr lang="en-US" altLang="zh-CN" dirty="0"/>
              <a:t>1</a:t>
            </a:r>
            <a:r>
              <a:rPr lang="zh-CN" altLang="en-US" dirty="0"/>
              <a:t>个</a:t>
            </a:r>
            <a:r>
              <a:rPr lang="en-US" altLang="zh-CN" dirty="0">
                <a:latin typeface="Consolas" panose="020B0609020204030204" pitchFamily="49" charset="0"/>
              </a:rPr>
              <a:t>([0,2</a:t>
            </a:r>
            <a:r>
              <a:rPr lang="en-US" altLang="zh-CN" baseline="30000" dirty="0">
                <a:latin typeface="Consolas" panose="020B0609020204030204" pitchFamily="49" charset="0"/>
              </a:rPr>
              <a:t>i</a:t>
            </a:r>
            <a:r>
              <a:rPr lang="en-US" altLang="zh-CN" dirty="0">
                <a:latin typeface="Consolas" panose="020B0609020204030204" pitchFamily="49" charset="0"/>
              </a:rPr>
              <a:t>-1])</a:t>
            </a:r>
            <a:r>
              <a:rPr lang="zh-CN" altLang="en-US" dirty="0"/>
              <a:t>时槽后尝试重新发送</a:t>
            </a:r>
          </a:p>
          <a:p>
            <a:pPr>
              <a:lnSpc>
                <a:spcPct val="120000"/>
              </a:lnSpc>
            </a:pPr>
            <a:r>
              <a:rPr lang="zh-CN" altLang="en-US" dirty="0"/>
              <a:t>如果每个节点等待的时槽数相同，将再次冲突，从</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中随机挑选一个数作为等待的时槽数</a:t>
            </a:r>
          </a:p>
          <a:p>
            <a:pPr>
              <a:lnSpc>
                <a:spcPct val="120000"/>
              </a:lnSpc>
            </a:pPr>
            <a:r>
              <a:rPr lang="en-US" altLang="zh-CN" dirty="0" err="1"/>
              <a:t>i</a:t>
            </a:r>
            <a:r>
              <a:rPr lang="en-US" altLang="zh-CN" dirty="0"/>
              <a:t>&lt;=10</a:t>
            </a:r>
            <a:r>
              <a:rPr lang="zh-CN" altLang="en-US" dirty="0"/>
              <a:t>次冲突时，等待的时槽数从</a:t>
            </a:r>
            <a:r>
              <a:rPr lang="en-US" altLang="zh-CN" dirty="0">
                <a:latin typeface="Consolas" panose="020B0609020204030204" pitchFamily="49" charset="0"/>
              </a:rPr>
              <a:t>0</a:t>
            </a:r>
            <a:r>
              <a:rPr lang="zh-CN" altLang="en-US" dirty="0">
                <a:latin typeface="Consolas" panose="020B0609020204030204" pitchFamily="49" charset="0"/>
              </a:rPr>
              <a:t>～</a:t>
            </a:r>
            <a:r>
              <a:rPr lang="en-US" altLang="zh-CN" dirty="0">
                <a:latin typeface="Consolas" panose="020B0609020204030204" pitchFamily="49" charset="0"/>
              </a:rPr>
              <a:t>2</a:t>
            </a:r>
            <a:r>
              <a:rPr lang="en-US" altLang="zh-CN" baseline="30000" dirty="0">
                <a:latin typeface="Consolas" panose="020B0609020204030204" pitchFamily="49" charset="0"/>
              </a:rPr>
              <a:t>i</a:t>
            </a:r>
            <a:r>
              <a:rPr lang="en-US" altLang="zh-CN" dirty="0">
                <a:latin typeface="Consolas" panose="020B0609020204030204" pitchFamily="49" charset="0"/>
              </a:rPr>
              <a:t>-</a:t>
            </a:r>
            <a:r>
              <a:rPr lang="en-US" altLang="zh-CN" dirty="0"/>
              <a:t>1</a:t>
            </a:r>
            <a:r>
              <a:rPr lang="zh-CN" altLang="en-US" dirty="0"/>
              <a:t>中随机选出</a:t>
            </a:r>
          </a:p>
          <a:p>
            <a:pPr>
              <a:lnSpc>
                <a:spcPct val="120000"/>
              </a:lnSpc>
            </a:pPr>
            <a:r>
              <a:rPr lang="zh-CN" altLang="en-US" dirty="0"/>
              <a:t>如果冲突的次数达到</a:t>
            </a:r>
            <a:r>
              <a:rPr lang="en-US" altLang="zh-CN" dirty="0"/>
              <a:t>10</a:t>
            </a:r>
            <a:r>
              <a:rPr lang="zh-CN" altLang="en-US" dirty="0"/>
              <a:t>次后，随机等待的最大时槽数固定为</a:t>
            </a:r>
            <a:r>
              <a:rPr lang="en-US" altLang="zh-CN" dirty="0">
                <a:latin typeface="Consolas" panose="020B0609020204030204" pitchFamily="49" charset="0"/>
              </a:rPr>
              <a:t>1023([0,2</a:t>
            </a:r>
            <a:r>
              <a:rPr lang="en-US" altLang="zh-CN" baseline="30000" dirty="0">
                <a:latin typeface="Consolas" panose="020B0609020204030204" pitchFamily="49" charset="0"/>
              </a:rPr>
              <a:t>10</a:t>
            </a:r>
            <a:r>
              <a:rPr lang="en-US" altLang="zh-CN" dirty="0">
                <a:latin typeface="Consolas" panose="020B0609020204030204" pitchFamily="49" charset="0"/>
              </a:rPr>
              <a:t>-1])</a:t>
            </a:r>
            <a:endParaRPr lang="zh-CN" altLang="en-US" dirty="0"/>
          </a:p>
          <a:p>
            <a:pPr>
              <a:lnSpc>
                <a:spcPct val="120000"/>
              </a:lnSpc>
            </a:pPr>
            <a:r>
              <a:rPr lang="en-US" altLang="zh-CN" dirty="0" err="1"/>
              <a:t>i</a:t>
            </a:r>
            <a:r>
              <a:rPr lang="en-US" altLang="zh-CN" dirty="0"/>
              <a:t>=16</a:t>
            </a:r>
            <a:r>
              <a:rPr lang="zh-CN" altLang="en-US" dirty="0"/>
              <a:t>次冲突后，节点放弃传输，并报告一个错误</a:t>
            </a:r>
          </a:p>
          <a:p>
            <a:pPr>
              <a:lnSpc>
                <a:spcPct val="120000"/>
              </a:lnSpc>
            </a:pPr>
            <a:r>
              <a:rPr lang="zh-CN" altLang="en-US" dirty="0"/>
              <a:t>不良后果：没有遇到或遇到冲突次数少的节点比遇到冲突次数多的节点更有机会得到媒体的访问权</a:t>
            </a:r>
          </a:p>
          <a:p>
            <a:pPr>
              <a:lnSpc>
                <a:spcPct val="120000"/>
              </a:lnSpc>
            </a:pPr>
            <a:endParaRPr lang="zh-CN" altLang="en-US" dirty="0"/>
          </a:p>
        </p:txBody>
      </p:sp>
      <mc:AlternateContent xmlns:mc="http://schemas.openxmlformats.org/markup-compatibility/2006" xmlns:a14="http://schemas.microsoft.com/office/drawing/2010/main">
        <mc:Choice Requires="a14">
          <p:sp>
            <p:nvSpPr>
              <p:cNvPr id="5" name="TextBox 1">
                <a:extLst>
                  <a:ext uri="{FF2B5EF4-FFF2-40B4-BE49-F238E27FC236}">
                    <a16:creationId xmlns:a16="http://schemas.microsoft.com/office/drawing/2014/main" id="{50DE08BB-3AAC-48F0-8815-D8AF901AFDC6}"/>
                  </a:ext>
                </a:extLst>
              </p:cNvPr>
              <p:cNvSpPr txBox="1"/>
              <p:nvPr/>
            </p:nvSpPr>
            <p:spPr>
              <a:xfrm>
                <a:off x="2399556" y="5973405"/>
                <a:ext cx="6204134" cy="486672"/>
              </a:xfrm>
              <a:prstGeom prst="rect">
                <a:avLst/>
              </a:prstGeom>
              <a:solidFill>
                <a:srgbClr val="FFC000">
                  <a:lumMod val="60000"/>
                  <a:lumOff val="40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t>第</m:t>
                      </m:r>
                      <m: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t>𝑖</m:t>
                      </m:r>
                      <m: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t>次冲突等待时槽</m:t>
                      </m:r>
                      <m:r>
                        <a:rPr kumimoji="0" lang="en-US" altLang="zh-CN" sz="2400" b="0" i="1" u="none" strike="noStrike" kern="0" cap="none" spc="0" normalizeH="0" baseline="0" noProof="0" smtClean="0">
                          <a:ln>
                            <a:noFill/>
                          </a:ln>
                          <a:solidFill>
                            <a:prstClr val="black"/>
                          </a:solidFill>
                          <a:effectLst/>
                          <a:uLnTx/>
                          <a:uFillTx/>
                          <a:latin typeface="Cambria Math"/>
                        </a:rPr>
                        <m:t>𝑟𝑎𝑛𝑑𝑜𝑚</m:t>
                      </m:r>
                      <m: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0" cap="none" spc="0" normalizeH="0" baseline="0" noProof="0" smtClean="0">
                          <a:ln>
                            <a:noFill/>
                          </a:ln>
                          <a:solidFill>
                            <a:prstClr val="black"/>
                          </a:solidFill>
                          <a:effectLst/>
                          <a:uLnTx/>
                          <a:uFillTx/>
                          <a:latin typeface="Cambria Math"/>
                        </a:rPr>
                        <m:t>0,</m:t>
                      </m:r>
                      <m:sSup>
                        <m:sSupPr>
                          <m:ctrlP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400" b="0" i="1" u="none" strike="noStrike" kern="0" cap="none" spc="0" normalizeH="0" baseline="0" noProof="0" smtClean="0">
                              <a:ln>
                                <a:noFill/>
                              </a:ln>
                              <a:solidFill>
                                <a:prstClr val="black"/>
                              </a:solidFill>
                              <a:effectLst/>
                              <a:uLnTx/>
                              <a:uFillTx/>
                              <a:latin typeface="Cambria Math"/>
                            </a:rPr>
                            <m:t>2</m:t>
                          </m:r>
                        </m:e>
                        <m:sup>
                          <m:r>
                            <a:rPr kumimoji="0" lang="en-US" altLang="zh-CN" sz="2400" b="0" i="1" u="none" strike="noStrike" kern="0" cap="none" spc="0" normalizeH="0" baseline="0" noProof="0" smtClean="0">
                              <a:ln>
                                <a:noFill/>
                              </a:ln>
                              <a:solidFill>
                                <a:prstClr val="black"/>
                              </a:solidFill>
                              <a:effectLst/>
                              <a:uLnTx/>
                              <a:uFillTx/>
                              <a:latin typeface="Cambria Math"/>
                            </a:rPr>
                            <m:t>𝑚𝑖𝑛</m:t>
                          </m:r>
                          <m:d>
                            <m:dPr>
                              <m:ctrlP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ctrlPr>
                            </m:dPr>
                            <m:e>
                              <m:r>
                                <a:rPr kumimoji="0" lang="en-US" altLang="zh-CN" sz="2400" b="0" i="1" u="none" strike="noStrike" kern="0" cap="none" spc="0" normalizeH="0" baseline="0" noProof="0" smtClean="0">
                                  <a:ln>
                                    <a:noFill/>
                                  </a:ln>
                                  <a:solidFill>
                                    <a:prstClr val="black"/>
                                  </a:solidFill>
                                  <a:effectLst/>
                                  <a:uLnTx/>
                                  <a:uFillTx/>
                                  <a:latin typeface="Cambria Math"/>
                                </a:rPr>
                                <m:t>𝑖</m:t>
                              </m:r>
                              <m:r>
                                <a:rPr kumimoji="0" lang="en-US" altLang="zh-CN" sz="2400" b="0" i="1" u="none" strike="noStrike" kern="0" cap="none" spc="0" normalizeH="0" baseline="0" noProof="0" smtClean="0">
                                  <a:ln>
                                    <a:noFill/>
                                  </a:ln>
                                  <a:solidFill>
                                    <a:prstClr val="black"/>
                                  </a:solidFill>
                                  <a:effectLst/>
                                  <a:uLnTx/>
                                  <a:uFillTx/>
                                  <a:latin typeface="Cambria Math"/>
                                </a:rPr>
                                <m:t>,10</m:t>
                              </m:r>
                            </m:e>
                          </m:d>
                        </m:sup>
                      </m:sSup>
                      <m:r>
                        <a:rPr kumimoji="0" lang="en-US" altLang="zh-CN" sz="2400" b="0" i="1" u="none" strike="noStrike" kern="0" cap="none" spc="0" normalizeH="0" baseline="0" noProof="0" smtClean="0">
                          <a:ln>
                            <a:noFill/>
                          </a:ln>
                          <a:solidFill>
                            <a:prstClr val="black"/>
                          </a:solidFill>
                          <a:effectLst/>
                          <a:uLnTx/>
                          <a:uFillTx/>
                          <a:latin typeface="Cambria Math"/>
                        </a:rPr>
                        <m:t>−1</m:t>
                      </m:r>
                      <m: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en-US" sz="2400" b="0" i="0" u="none" strike="noStrike" kern="0" cap="none" spc="0" normalizeH="0" baseline="0" noProof="0" dirty="0">
                  <a:ln>
                    <a:noFill/>
                  </a:ln>
                  <a:solidFill>
                    <a:prstClr val="black"/>
                  </a:solidFill>
                  <a:effectLst/>
                  <a:uLnTx/>
                  <a:uFillTx/>
                  <a:latin typeface="等线"/>
                  <a:ea typeface="等线" panose="02010600030101010101" pitchFamily="2" charset="-122"/>
                </a:endParaRPr>
              </a:p>
            </p:txBody>
          </p:sp>
        </mc:Choice>
        <mc:Fallback xmlns="">
          <p:sp>
            <p:nvSpPr>
              <p:cNvPr id="5" name="TextBox 1">
                <a:extLst>
                  <a:ext uri="{FF2B5EF4-FFF2-40B4-BE49-F238E27FC236}">
                    <a16:creationId xmlns:a16="http://schemas.microsoft.com/office/drawing/2014/main" id="{50DE08BB-3AAC-48F0-8815-D8AF901AFDC6}"/>
                  </a:ext>
                </a:extLst>
              </p:cNvPr>
              <p:cNvSpPr txBox="1">
                <a:spLocks noRot="1" noChangeAspect="1" noMove="1" noResize="1" noEditPoints="1" noAdjustHandles="1" noChangeArrowheads="1" noChangeShapeType="1" noTextEdit="1"/>
              </p:cNvSpPr>
              <p:nvPr/>
            </p:nvSpPr>
            <p:spPr>
              <a:xfrm>
                <a:off x="2399556" y="5973405"/>
                <a:ext cx="6204134" cy="486672"/>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2285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A041D9-0401-A190-CF12-17C194C182D5}"/>
              </a:ext>
            </a:extLst>
          </p:cNvPr>
          <p:cNvSpPr>
            <a:spLocks noGrp="1"/>
          </p:cNvSpPr>
          <p:nvPr>
            <p:ph type="title"/>
          </p:nvPr>
        </p:nvSpPr>
        <p:spPr/>
        <p:txBody>
          <a:bodyPr/>
          <a:lstStyle/>
          <a:p>
            <a:r>
              <a:rPr lang="en-US" altLang="zh-CN" dirty="0"/>
              <a:t>CSMA/CD</a:t>
            </a:r>
            <a:r>
              <a:rPr lang="zh-CN" altLang="en-US" dirty="0"/>
              <a:t>的性能</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33F26A9-7DAA-B4FC-4D82-1636CE3F89A2}"/>
                  </a:ext>
                </a:extLst>
              </p:cNvPr>
              <p:cNvSpPr>
                <a:spLocks noGrp="1"/>
              </p:cNvSpPr>
              <p:nvPr>
                <p:ph idx="1"/>
              </p:nvPr>
            </p:nvSpPr>
            <p:spPr>
              <a:xfrm>
                <a:off x="442913" y="728663"/>
                <a:ext cx="11289710" cy="2351331"/>
              </a:xfrm>
            </p:spPr>
            <p:txBody>
              <a:bodyPr/>
              <a:lstStyle/>
              <a:p>
                <a14:m>
                  <m:oMath xmlns:m="http://schemas.openxmlformats.org/officeDocument/2006/math">
                    <m:sSub>
                      <m:sSub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𝑝𝑟𝑜𝑝</m:t>
                        </m:r>
                      </m:sub>
                    </m:sSub>
                  </m:oMath>
                </a14:m>
                <a:r>
                  <a:rPr lang="en-US" altLang="zh-CN" dirty="0"/>
                  <a:t>: </a:t>
                </a:r>
                <a:r>
                  <a:rPr lang="zh-CN" altLang="en-US" dirty="0"/>
                  <a:t>局域网中两个节点间的最大传播延迟</a:t>
                </a:r>
                <a:endParaRPr lang="en-US" altLang="zh-CN" dirty="0"/>
              </a:p>
              <a:p>
                <a14:m>
                  <m:oMath xmlns:m="http://schemas.openxmlformats.org/officeDocument/2006/math">
                    <m:sSub>
                      <m:sSub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𝑡𝑟𝑎𝑛𝑠</m:t>
                        </m:r>
                      </m:sub>
                    </m:sSub>
                  </m:oMath>
                </a14:m>
                <a:r>
                  <a:rPr lang="zh-CN" altLang="en-US" dirty="0"/>
                  <a:t>：节点传输最长的帧需要的传输延迟</a:t>
                </a:r>
                <a:endParaRPr lang="en-US" altLang="zh-CN" dirty="0"/>
              </a:p>
              <a:p>
                <a14:m>
                  <m:oMath xmlns:m="http://schemas.openxmlformats.org/officeDocument/2006/math">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𝑝𝑟𝑜𝑝</m:t>
                            </m:r>
                          </m:sub>
                        </m:sSub>
                      </m:num>
                      <m:den>
                        <m:sSub>
                          <m:sSub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cs typeface="+mn-cs"/>
                              </a:rPr>
                              <m:t>𝑡𝑟𝑎𝑛𝑠</m:t>
                            </m:r>
                          </m:sub>
                        </m:sSub>
                      </m:den>
                    </m:f>
                  </m:oMath>
                </a14:m>
                <a:r>
                  <a:rPr lang="zh-CN" altLang="en-US" dirty="0"/>
                  <a:t>，局域网环境中 </a:t>
                </a:r>
                <a:r>
                  <a:rPr lang="en-US" altLang="zh-CN" dirty="0"/>
                  <a:t>a &lt;&lt; 1</a:t>
                </a:r>
              </a:p>
              <a:p>
                <a:r>
                  <a:rPr lang="zh-CN" altLang="en-US" dirty="0"/>
                  <a:t>效率：大量活跃节点，且总是有帧要传输时，长期运行中帧成功传输的时间所占的比率</a:t>
                </a:r>
              </a:p>
            </p:txBody>
          </p:sp>
        </mc:Choice>
        <mc:Fallback xmlns="">
          <p:sp>
            <p:nvSpPr>
              <p:cNvPr id="3" name="内容占位符 2">
                <a:extLst>
                  <a:ext uri="{FF2B5EF4-FFF2-40B4-BE49-F238E27FC236}">
                    <a16:creationId xmlns:a16="http://schemas.microsoft.com/office/drawing/2014/main" id="{833F26A9-7DAA-B4FC-4D82-1636CE3F89A2}"/>
                  </a:ext>
                </a:extLst>
              </p:cNvPr>
              <p:cNvSpPr>
                <a:spLocks noGrp="1" noRot="1" noChangeAspect="1" noMove="1" noResize="1" noEditPoints="1" noAdjustHandles="1" noChangeArrowheads="1" noChangeShapeType="1" noTextEdit="1"/>
              </p:cNvSpPr>
              <p:nvPr>
                <p:ph idx="1"/>
              </p:nvPr>
            </p:nvSpPr>
            <p:spPr>
              <a:xfrm>
                <a:off x="442913" y="728663"/>
                <a:ext cx="11289710" cy="2351331"/>
              </a:xfrm>
              <a:blipFill>
                <a:blip r:embed="rId3"/>
                <a:stretch>
                  <a:fillRect l="-486" t="-519"/>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C7A77C5-1149-24EC-42DB-C0D1FF4B56D9}"/>
              </a:ext>
            </a:extLst>
          </p:cNvPr>
          <p:cNvSpPr txBox="1"/>
          <p:nvPr/>
        </p:nvSpPr>
        <p:spPr>
          <a:xfrm>
            <a:off x="5944437" y="685391"/>
            <a:ext cx="2295438" cy="369332"/>
          </a:xfrm>
          <a:prstGeom prst="rect">
            <a:avLst/>
          </a:prstGeom>
          <a:solidFill>
            <a:schemeClr val="bg1"/>
          </a:solidFill>
          <a:ln w="6350" cap="flat" cmpd="sng" algn="ctr">
            <a:noFill/>
            <a:prstDash val="solid"/>
            <a:miter lim="800000"/>
          </a:ln>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latin typeface="等线"/>
              <a:ea typeface="等线" panose="02010600030101010101" pitchFamily="2" charset="-122"/>
              <a:cs typeface="+mn-cs"/>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5284119-C4C8-2153-5608-4F60322950FF}"/>
                  </a:ext>
                </a:extLst>
              </p:cNvPr>
              <p:cNvSpPr txBox="1"/>
              <p:nvPr/>
            </p:nvSpPr>
            <p:spPr>
              <a:xfrm>
                <a:off x="817126" y="2905333"/>
                <a:ext cx="5270642" cy="698012"/>
              </a:xfrm>
              <a:prstGeom prst="rect">
                <a:avLst/>
              </a:prstGeom>
              <a:noFill/>
            </p:spPr>
            <p:txBody>
              <a:bodyPr wrap="square">
                <a:spAutoFit/>
              </a:bodyPr>
              <a:lstStyle/>
              <a:p>
                <a14:m>
                  <m:oMath xmlns:m="http://schemas.openxmlformats.org/officeDocument/2006/math">
                    <m:r>
                      <a:rPr lang="zh-CN" altLang="en-US" sz="2400" i="1" smtClean="0">
                        <a:solidFill>
                          <a:srgbClr val="000000"/>
                        </a:solidFill>
                        <a:latin typeface="Cambria Math" panose="02040503050406030204" pitchFamily="18" charset="0"/>
                      </a:rPr>
                      <m:t>𝑒𝑓𝑓𝑖𝑐𝑖𝑒𝑛𝑐𝑦</m:t>
                    </m:r>
                    <m:r>
                      <a:rPr lang="zh-CN" altLang="en-US" sz="2400" i="1" smtClean="0">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1+5</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𝑝𝑟𝑜𝑝</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𝑡𝑟𝑎𝑛𝑠</m:t>
                            </m:r>
                          </m:sub>
                        </m:sSub>
                      </m:den>
                    </m:f>
                  </m:oMath>
                </a14:m>
                <a:r>
                  <a:rPr lang="zh-CN" altLang="en-US" sz="2400" dirty="0"/>
                  <a:t> </a:t>
                </a:r>
                <a:r>
                  <a:rPr lang="en-US" altLang="zh-CN" sz="2400" dirty="0"/>
                  <a:t>= </a:t>
                </a:r>
                <a14:m>
                  <m:oMath xmlns:m="http://schemas.openxmlformats.org/officeDocument/2006/math">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1+5</m:t>
                        </m:r>
                        <m:r>
                          <a:rPr lang="en-US" altLang="zh-CN" sz="2400" b="0" i="1" smtClean="0">
                            <a:solidFill>
                              <a:srgbClr val="000000"/>
                            </a:solidFill>
                            <a:latin typeface="Cambria Math" panose="02040503050406030204" pitchFamily="18" charset="0"/>
                          </a:rPr>
                          <m:t>𝑎</m:t>
                        </m:r>
                      </m:den>
                    </m:f>
                  </m:oMath>
                </a14:m>
                <a:endParaRPr lang="zh-CN" altLang="en-US" sz="2400" dirty="0"/>
              </a:p>
            </p:txBody>
          </p:sp>
        </mc:Choice>
        <mc:Fallback xmlns="">
          <p:sp>
            <p:nvSpPr>
              <p:cNvPr id="6" name="文本框 5">
                <a:extLst>
                  <a:ext uri="{FF2B5EF4-FFF2-40B4-BE49-F238E27FC236}">
                    <a16:creationId xmlns:a16="http://schemas.microsoft.com/office/drawing/2014/main" id="{05284119-C4C8-2153-5608-4F60322950FF}"/>
                  </a:ext>
                </a:extLst>
              </p:cNvPr>
              <p:cNvSpPr txBox="1">
                <a:spLocks noRot="1" noChangeAspect="1" noMove="1" noResize="1" noEditPoints="1" noAdjustHandles="1" noChangeArrowheads="1" noChangeShapeType="1" noTextEdit="1"/>
              </p:cNvSpPr>
              <p:nvPr/>
            </p:nvSpPr>
            <p:spPr>
              <a:xfrm>
                <a:off x="817126" y="2905333"/>
                <a:ext cx="5270642" cy="698012"/>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7" name="表格 6">
            <a:extLst>
              <a:ext uri="{FF2B5EF4-FFF2-40B4-BE49-F238E27FC236}">
                <a16:creationId xmlns:a16="http://schemas.microsoft.com/office/drawing/2014/main" id="{92A3C94E-552D-56AA-BBD5-FFAE17118B44}"/>
              </a:ext>
            </a:extLst>
          </p:cNvPr>
          <p:cNvGraphicFramePr>
            <a:graphicFrameLocks noGrp="1"/>
          </p:cNvGraphicFramePr>
          <p:nvPr>
            <p:extLst>
              <p:ext uri="{D42A27DB-BD31-4B8C-83A1-F6EECF244321}">
                <p14:modId xmlns:p14="http://schemas.microsoft.com/office/powerpoint/2010/main" val="3459507542"/>
              </p:ext>
            </p:extLst>
          </p:nvPr>
        </p:nvGraphicFramePr>
        <p:xfrm>
          <a:off x="6278347" y="3182342"/>
          <a:ext cx="2232000" cy="2595880"/>
        </p:xfrm>
        <a:graphic>
          <a:graphicData uri="http://schemas.openxmlformats.org/drawingml/2006/table">
            <a:tbl>
              <a:tblPr firstRow="1" bandRow="1">
                <a:tableStyleId>{21E4AEA4-8DFA-4A89-87EB-49C32662AFE0}</a:tableStyleId>
              </a:tblPr>
              <a:tblGrid>
                <a:gridCol w="1080000">
                  <a:extLst>
                    <a:ext uri="{9D8B030D-6E8A-4147-A177-3AD203B41FA5}">
                      <a16:colId xmlns:a16="http://schemas.microsoft.com/office/drawing/2014/main" val="2855467464"/>
                    </a:ext>
                  </a:extLst>
                </a:gridCol>
                <a:gridCol w="1152000">
                  <a:extLst>
                    <a:ext uri="{9D8B030D-6E8A-4147-A177-3AD203B41FA5}">
                      <a16:colId xmlns:a16="http://schemas.microsoft.com/office/drawing/2014/main" val="1282876275"/>
                    </a:ext>
                  </a:extLst>
                </a:gridCol>
              </a:tblGrid>
              <a:tr h="370840">
                <a:tc>
                  <a:txBody>
                    <a:bodyPr/>
                    <a:lstStyle/>
                    <a:p>
                      <a:r>
                        <a:rPr lang="zh-CN" altLang="en-US" dirty="0"/>
                        <a:t>距离</a:t>
                      </a:r>
                    </a:p>
                  </a:txBody>
                  <a:tcPr/>
                </a:tc>
                <a:tc>
                  <a:txBody>
                    <a:bodyPr/>
                    <a:lstStyle/>
                    <a:p>
                      <a:r>
                        <a:rPr lang="zh-CN" altLang="en-US" dirty="0"/>
                        <a:t>传播延迟</a:t>
                      </a:r>
                    </a:p>
                  </a:txBody>
                  <a:tcPr/>
                </a:tc>
                <a:extLst>
                  <a:ext uri="{0D108BD9-81ED-4DB2-BD59-A6C34878D82A}">
                    <a16:rowId xmlns:a16="http://schemas.microsoft.com/office/drawing/2014/main" val="407064883"/>
                  </a:ext>
                </a:extLst>
              </a:tr>
              <a:tr h="370840">
                <a:tc>
                  <a:txBody>
                    <a:bodyPr/>
                    <a:lstStyle/>
                    <a:p>
                      <a:r>
                        <a:rPr lang="en-US" altLang="zh-CN" dirty="0"/>
                        <a:t>100m</a:t>
                      </a:r>
                      <a:endParaRPr lang="zh-CN" altLang="en-US" dirty="0"/>
                    </a:p>
                  </a:txBody>
                  <a:tcPr>
                    <a:solidFill>
                      <a:schemeClr val="accent3"/>
                    </a:solidFill>
                  </a:tcPr>
                </a:tc>
                <a:tc>
                  <a:txBody>
                    <a:bodyPr/>
                    <a:lstStyle/>
                    <a:p>
                      <a:r>
                        <a:rPr lang="en-US" altLang="zh-CN" dirty="0"/>
                        <a:t>0.5</a:t>
                      </a:r>
                      <a:r>
                        <a:rPr lang="el-GR" altLang="zh-CN" sz="1800" dirty="0">
                          <a:latin typeface="等线" panose="02010600030101010101" pitchFamily="2" charset="-122"/>
                          <a:ea typeface="等线" panose="02010600030101010101" pitchFamily="2" charset="-122"/>
                        </a:rPr>
                        <a:t>μ</a:t>
                      </a:r>
                      <a:r>
                        <a:rPr lang="en-US" altLang="zh-CN" sz="1800" dirty="0">
                          <a:latin typeface="等线" panose="02010600030101010101" pitchFamily="2" charset="-122"/>
                          <a:ea typeface="等线" panose="02010600030101010101" pitchFamily="2" charset="-122"/>
                        </a:rPr>
                        <a:t>s</a:t>
                      </a:r>
                      <a:endParaRPr lang="zh-CN" altLang="en-US" dirty="0"/>
                    </a:p>
                  </a:txBody>
                  <a:tcPr>
                    <a:solidFill>
                      <a:schemeClr val="accent3"/>
                    </a:solidFill>
                  </a:tcPr>
                </a:tc>
                <a:extLst>
                  <a:ext uri="{0D108BD9-81ED-4DB2-BD59-A6C34878D82A}">
                    <a16:rowId xmlns:a16="http://schemas.microsoft.com/office/drawing/2014/main" val="488612231"/>
                  </a:ext>
                </a:extLst>
              </a:tr>
              <a:tr h="370840">
                <a:tc>
                  <a:txBody>
                    <a:bodyPr/>
                    <a:lstStyle/>
                    <a:p>
                      <a:r>
                        <a:rPr lang="en-US" altLang="zh-CN" dirty="0"/>
                        <a:t>1000m</a:t>
                      </a:r>
                      <a:endParaRPr lang="zh-CN" altLang="en-US" dirty="0"/>
                    </a:p>
                  </a:txBody>
                  <a:tcPr/>
                </a:tc>
                <a:tc>
                  <a:txBody>
                    <a:bodyPr/>
                    <a:lstStyle/>
                    <a:p>
                      <a:r>
                        <a:rPr lang="en-US" altLang="zh-CN" sz="1800" dirty="0">
                          <a:latin typeface="等线" panose="02010600030101010101" pitchFamily="2" charset="-122"/>
                          <a:ea typeface="等线" panose="02010600030101010101" pitchFamily="2" charset="-122"/>
                        </a:rPr>
                        <a:t>5</a:t>
                      </a:r>
                      <a:r>
                        <a:rPr lang="el-GR" altLang="zh-CN" sz="1800" dirty="0">
                          <a:latin typeface="等线" panose="02010600030101010101" pitchFamily="2" charset="-122"/>
                          <a:ea typeface="等线" panose="02010600030101010101" pitchFamily="2" charset="-122"/>
                        </a:rPr>
                        <a:t>μ</a:t>
                      </a:r>
                      <a:r>
                        <a:rPr lang="en-US" altLang="zh-CN" sz="1800" dirty="0">
                          <a:latin typeface="等线" panose="02010600030101010101" pitchFamily="2" charset="-122"/>
                          <a:ea typeface="等线" panose="02010600030101010101" pitchFamily="2" charset="-122"/>
                        </a:rPr>
                        <a:t>s</a:t>
                      </a:r>
                      <a:endParaRPr lang="zh-CN" altLang="en-US" dirty="0"/>
                    </a:p>
                  </a:txBody>
                  <a:tcPr/>
                </a:tc>
                <a:extLst>
                  <a:ext uri="{0D108BD9-81ED-4DB2-BD59-A6C34878D82A}">
                    <a16:rowId xmlns:a16="http://schemas.microsoft.com/office/drawing/2014/main" val="1893739119"/>
                  </a:ext>
                </a:extLst>
              </a:tr>
              <a:tr h="370840">
                <a:tc>
                  <a:txBody>
                    <a:bodyPr/>
                    <a:lstStyle/>
                    <a:p>
                      <a:r>
                        <a:rPr lang="en-US" altLang="zh-CN" dirty="0"/>
                        <a:t>50km</a:t>
                      </a:r>
                      <a:endParaRPr lang="zh-CN" altLang="en-US" dirty="0"/>
                    </a:p>
                  </a:txBody>
                  <a:tcPr/>
                </a:tc>
                <a:tc>
                  <a:txBody>
                    <a:bodyPr/>
                    <a:lstStyle/>
                    <a:p>
                      <a:r>
                        <a:rPr lang="en-US" altLang="zh-CN" dirty="0"/>
                        <a:t>0.25ms</a:t>
                      </a:r>
                      <a:endParaRPr lang="zh-CN" altLang="en-US" dirty="0"/>
                    </a:p>
                  </a:txBody>
                  <a:tcPr/>
                </a:tc>
                <a:extLst>
                  <a:ext uri="{0D108BD9-81ED-4DB2-BD59-A6C34878D82A}">
                    <a16:rowId xmlns:a16="http://schemas.microsoft.com/office/drawing/2014/main" val="2006061780"/>
                  </a:ext>
                </a:extLst>
              </a:tr>
              <a:tr h="370840">
                <a:tc>
                  <a:txBody>
                    <a:bodyPr/>
                    <a:lstStyle/>
                    <a:p>
                      <a:r>
                        <a:rPr lang="en-US" altLang="zh-CN" dirty="0"/>
                        <a:t>200km</a:t>
                      </a:r>
                      <a:endParaRPr lang="zh-CN" altLang="en-US" dirty="0"/>
                    </a:p>
                  </a:txBody>
                  <a:tcPr/>
                </a:tc>
                <a:tc>
                  <a:txBody>
                    <a:bodyPr/>
                    <a:lstStyle/>
                    <a:p>
                      <a:r>
                        <a:rPr lang="en-US" altLang="zh-CN" dirty="0"/>
                        <a:t>1ms</a:t>
                      </a:r>
                      <a:endParaRPr lang="zh-CN" altLang="en-US" dirty="0"/>
                    </a:p>
                  </a:txBody>
                  <a:tcPr/>
                </a:tc>
                <a:extLst>
                  <a:ext uri="{0D108BD9-81ED-4DB2-BD59-A6C34878D82A}">
                    <a16:rowId xmlns:a16="http://schemas.microsoft.com/office/drawing/2014/main" val="1189943365"/>
                  </a:ext>
                </a:extLst>
              </a:tr>
              <a:tr h="370840">
                <a:tc>
                  <a:txBody>
                    <a:bodyPr/>
                    <a:lstStyle/>
                    <a:p>
                      <a:r>
                        <a:rPr lang="en-US" altLang="zh-CN" dirty="0"/>
                        <a:t>1000km</a:t>
                      </a:r>
                      <a:endParaRPr lang="zh-CN" altLang="en-US" dirty="0"/>
                    </a:p>
                  </a:txBody>
                  <a:tcPr/>
                </a:tc>
                <a:tc>
                  <a:txBody>
                    <a:bodyPr/>
                    <a:lstStyle/>
                    <a:p>
                      <a:r>
                        <a:rPr lang="en-US" altLang="zh-CN" dirty="0"/>
                        <a:t>5ms</a:t>
                      </a:r>
                      <a:endParaRPr lang="zh-CN" altLang="en-US" dirty="0"/>
                    </a:p>
                  </a:txBody>
                  <a:tcPr/>
                </a:tc>
                <a:extLst>
                  <a:ext uri="{0D108BD9-81ED-4DB2-BD59-A6C34878D82A}">
                    <a16:rowId xmlns:a16="http://schemas.microsoft.com/office/drawing/2014/main" val="4183937432"/>
                  </a:ext>
                </a:extLst>
              </a:tr>
              <a:tr h="370840">
                <a:tc>
                  <a:txBody>
                    <a:bodyPr/>
                    <a:lstStyle/>
                    <a:p>
                      <a:r>
                        <a:rPr lang="en-US" altLang="zh-CN" dirty="0"/>
                        <a:t>10000km</a:t>
                      </a:r>
                      <a:endParaRPr lang="zh-CN" altLang="en-US" dirty="0"/>
                    </a:p>
                  </a:txBody>
                  <a:tcPr/>
                </a:tc>
                <a:tc>
                  <a:txBody>
                    <a:bodyPr/>
                    <a:lstStyle/>
                    <a:p>
                      <a:r>
                        <a:rPr lang="en-US" altLang="zh-CN" dirty="0"/>
                        <a:t>50ms</a:t>
                      </a:r>
                      <a:endParaRPr lang="zh-CN" altLang="en-US" dirty="0"/>
                    </a:p>
                  </a:txBody>
                  <a:tcPr/>
                </a:tc>
                <a:extLst>
                  <a:ext uri="{0D108BD9-81ED-4DB2-BD59-A6C34878D82A}">
                    <a16:rowId xmlns:a16="http://schemas.microsoft.com/office/drawing/2014/main" val="250318378"/>
                  </a:ext>
                </a:extLst>
              </a:tr>
            </a:tbl>
          </a:graphicData>
        </a:graphic>
      </p:graphicFrame>
      <p:graphicFrame>
        <p:nvGraphicFramePr>
          <p:cNvPr id="8" name="表格 7">
            <a:extLst>
              <a:ext uri="{FF2B5EF4-FFF2-40B4-BE49-F238E27FC236}">
                <a16:creationId xmlns:a16="http://schemas.microsoft.com/office/drawing/2014/main" id="{A6DC9F54-45BA-DD72-2A7C-E1CB4DC4D767}"/>
              </a:ext>
            </a:extLst>
          </p:cNvPr>
          <p:cNvGraphicFramePr>
            <a:graphicFrameLocks noGrp="1"/>
          </p:cNvGraphicFramePr>
          <p:nvPr>
            <p:extLst>
              <p:ext uri="{D42A27DB-BD31-4B8C-83A1-F6EECF244321}">
                <p14:modId xmlns:p14="http://schemas.microsoft.com/office/powerpoint/2010/main" val="4116582715"/>
              </p:ext>
            </p:extLst>
          </p:nvPr>
        </p:nvGraphicFramePr>
        <p:xfrm>
          <a:off x="9176844" y="3182342"/>
          <a:ext cx="2700081" cy="2494280"/>
        </p:xfrm>
        <a:graphic>
          <a:graphicData uri="http://schemas.openxmlformats.org/drawingml/2006/table">
            <a:tbl>
              <a:tblPr firstRow="1" bandRow="1">
                <a:tableStyleId>{21E4AEA4-8DFA-4A89-87EB-49C32662AFE0}</a:tableStyleId>
              </a:tblPr>
              <a:tblGrid>
                <a:gridCol w="1097314">
                  <a:extLst>
                    <a:ext uri="{9D8B030D-6E8A-4147-A177-3AD203B41FA5}">
                      <a16:colId xmlns:a16="http://schemas.microsoft.com/office/drawing/2014/main" val="2855467464"/>
                    </a:ext>
                  </a:extLst>
                </a:gridCol>
                <a:gridCol w="1602767">
                  <a:extLst>
                    <a:ext uri="{9D8B030D-6E8A-4147-A177-3AD203B41FA5}">
                      <a16:colId xmlns:a16="http://schemas.microsoft.com/office/drawing/2014/main" val="1282876275"/>
                    </a:ext>
                  </a:extLst>
                </a:gridCol>
              </a:tblGrid>
              <a:tr h="370840">
                <a:tc>
                  <a:txBody>
                    <a:bodyPr/>
                    <a:lstStyle/>
                    <a:p>
                      <a:r>
                        <a:rPr lang="zh-CN" altLang="en-US" dirty="0"/>
                        <a:t>数据速率</a:t>
                      </a:r>
                    </a:p>
                  </a:txBody>
                  <a:tcPr/>
                </a:tc>
                <a:tc>
                  <a:txBody>
                    <a:bodyPr/>
                    <a:lstStyle/>
                    <a:p>
                      <a:r>
                        <a:rPr lang="en-US" altLang="zh-CN" dirty="0"/>
                        <a:t>1500</a:t>
                      </a:r>
                      <a:r>
                        <a:rPr lang="zh-CN" altLang="en-US" dirty="0"/>
                        <a:t>字节的传输延迟</a:t>
                      </a:r>
                    </a:p>
                  </a:txBody>
                  <a:tcPr/>
                </a:tc>
                <a:extLst>
                  <a:ext uri="{0D108BD9-81ED-4DB2-BD59-A6C34878D82A}">
                    <a16:rowId xmlns:a16="http://schemas.microsoft.com/office/drawing/2014/main" val="407064883"/>
                  </a:ext>
                </a:extLst>
              </a:tr>
              <a:tr h="370840">
                <a:tc>
                  <a:txBody>
                    <a:bodyPr/>
                    <a:lstStyle/>
                    <a:p>
                      <a:r>
                        <a:rPr lang="en-US" altLang="zh-CN" dirty="0"/>
                        <a:t>1Mbps</a:t>
                      </a:r>
                      <a:endParaRPr lang="zh-CN" altLang="en-US" dirty="0"/>
                    </a:p>
                  </a:txBody>
                  <a:tcPr/>
                </a:tc>
                <a:tc>
                  <a:txBody>
                    <a:bodyPr/>
                    <a:lstStyle/>
                    <a:p>
                      <a:r>
                        <a:rPr lang="en-US" altLang="zh-CN" dirty="0"/>
                        <a:t>12ms</a:t>
                      </a:r>
                      <a:endParaRPr lang="zh-CN" altLang="en-US" dirty="0"/>
                    </a:p>
                  </a:txBody>
                  <a:tcPr/>
                </a:tc>
                <a:extLst>
                  <a:ext uri="{0D108BD9-81ED-4DB2-BD59-A6C34878D82A}">
                    <a16:rowId xmlns:a16="http://schemas.microsoft.com/office/drawing/2014/main" val="488612231"/>
                  </a:ext>
                </a:extLst>
              </a:tr>
              <a:tr h="370840">
                <a:tc>
                  <a:txBody>
                    <a:bodyPr/>
                    <a:lstStyle/>
                    <a:p>
                      <a:r>
                        <a:rPr lang="en-US" altLang="zh-CN" dirty="0"/>
                        <a:t>10Mbps</a:t>
                      </a:r>
                      <a:endParaRPr lang="zh-CN" altLang="en-US" dirty="0"/>
                    </a:p>
                  </a:txBody>
                  <a:tcPr/>
                </a:tc>
                <a:tc>
                  <a:txBody>
                    <a:bodyPr/>
                    <a:lstStyle/>
                    <a:p>
                      <a:r>
                        <a:rPr lang="en-US" altLang="zh-CN" dirty="0"/>
                        <a:t>1.2ms</a:t>
                      </a:r>
                      <a:endParaRPr lang="zh-CN" altLang="en-US" dirty="0"/>
                    </a:p>
                  </a:txBody>
                  <a:tcPr/>
                </a:tc>
                <a:extLst>
                  <a:ext uri="{0D108BD9-81ED-4DB2-BD59-A6C34878D82A}">
                    <a16:rowId xmlns:a16="http://schemas.microsoft.com/office/drawing/2014/main" val="1893739119"/>
                  </a:ext>
                </a:extLst>
              </a:tr>
              <a:tr h="370840">
                <a:tc>
                  <a:txBody>
                    <a:bodyPr/>
                    <a:lstStyle/>
                    <a:p>
                      <a:r>
                        <a:rPr lang="en-US" altLang="zh-CN" dirty="0"/>
                        <a:t>100Mbps</a:t>
                      </a:r>
                      <a:endParaRPr lang="zh-CN" altLang="en-US" dirty="0"/>
                    </a:p>
                  </a:txBody>
                  <a:tcPr>
                    <a:solidFill>
                      <a:schemeClr val="accent3"/>
                    </a:solidFill>
                  </a:tcPr>
                </a:tc>
                <a:tc>
                  <a:txBody>
                    <a:bodyPr/>
                    <a:lstStyle/>
                    <a:p>
                      <a:r>
                        <a:rPr lang="en-US" altLang="zh-CN" dirty="0"/>
                        <a:t>120</a:t>
                      </a:r>
                      <a:r>
                        <a:rPr lang="el-GR" altLang="zh-CN" dirty="0">
                          <a:latin typeface="等线" panose="02010600030101010101" pitchFamily="2" charset="-122"/>
                          <a:ea typeface="等线" panose="02010600030101010101" pitchFamily="2" charset="-122"/>
                        </a:rPr>
                        <a:t> μ</a:t>
                      </a:r>
                      <a:r>
                        <a:rPr lang="en-US" altLang="zh-CN" dirty="0">
                          <a:latin typeface="等线" panose="02010600030101010101" pitchFamily="2" charset="-122"/>
                          <a:ea typeface="等线" panose="02010600030101010101" pitchFamily="2" charset="-122"/>
                        </a:rPr>
                        <a:t>s</a:t>
                      </a:r>
                      <a:endParaRPr lang="zh-CN" altLang="en-US" dirty="0"/>
                    </a:p>
                  </a:txBody>
                  <a:tcPr>
                    <a:solidFill>
                      <a:schemeClr val="accent3"/>
                    </a:solidFill>
                  </a:tcPr>
                </a:tc>
                <a:extLst>
                  <a:ext uri="{0D108BD9-81ED-4DB2-BD59-A6C34878D82A}">
                    <a16:rowId xmlns:a16="http://schemas.microsoft.com/office/drawing/2014/main" val="67477940"/>
                  </a:ext>
                </a:extLst>
              </a:tr>
              <a:tr h="370840">
                <a:tc>
                  <a:txBody>
                    <a:bodyPr/>
                    <a:lstStyle/>
                    <a:p>
                      <a:r>
                        <a:rPr lang="en-US" altLang="zh-CN" dirty="0"/>
                        <a:t>1Gbps</a:t>
                      </a:r>
                      <a:endParaRPr lang="zh-CN" altLang="en-US" dirty="0"/>
                    </a:p>
                  </a:txBody>
                  <a:tcPr/>
                </a:tc>
                <a:tc>
                  <a:txBody>
                    <a:bodyPr/>
                    <a:lstStyle/>
                    <a:p>
                      <a:r>
                        <a:rPr lang="en-US" altLang="zh-CN" dirty="0"/>
                        <a:t>12</a:t>
                      </a:r>
                      <a:r>
                        <a:rPr lang="el-GR" altLang="zh-CN" dirty="0">
                          <a:latin typeface="等线" panose="02010600030101010101" pitchFamily="2" charset="-122"/>
                          <a:ea typeface="等线" panose="02010600030101010101" pitchFamily="2" charset="-122"/>
                        </a:rPr>
                        <a:t>μ</a:t>
                      </a:r>
                      <a:r>
                        <a:rPr lang="en-US" altLang="zh-CN" dirty="0">
                          <a:latin typeface="等线" panose="02010600030101010101" pitchFamily="2" charset="-122"/>
                          <a:ea typeface="等线" panose="02010600030101010101" pitchFamily="2" charset="-122"/>
                        </a:rPr>
                        <a:t>s</a:t>
                      </a:r>
                      <a:endParaRPr lang="zh-CN" altLang="en-US" dirty="0"/>
                    </a:p>
                  </a:txBody>
                  <a:tcPr/>
                </a:tc>
                <a:extLst>
                  <a:ext uri="{0D108BD9-81ED-4DB2-BD59-A6C34878D82A}">
                    <a16:rowId xmlns:a16="http://schemas.microsoft.com/office/drawing/2014/main" val="368164911"/>
                  </a:ext>
                </a:extLst>
              </a:tr>
              <a:tr h="370840">
                <a:tc>
                  <a:txBody>
                    <a:bodyPr/>
                    <a:lstStyle/>
                    <a:p>
                      <a:r>
                        <a:rPr lang="en-US" altLang="zh-CN" dirty="0"/>
                        <a:t>10Gbps</a:t>
                      </a:r>
                      <a:endParaRPr lang="zh-CN" altLang="en-US" dirty="0"/>
                    </a:p>
                  </a:txBody>
                  <a:tcPr/>
                </a:tc>
                <a:tc>
                  <a:txBody>
                    <a:bodyPr/>
                    <a:lstStyle/>
                    <a:p>
                      <a:r>
                        <a:rPr lang="en-US" altLang="zh-CN" dirty="0"/>
                        <a:t>1.2</a:t>
                      </a:r>
                      <a:r>
                        <a:rPr lang="el-GR" altLang="zh-CN" dirty="0">
                          <a:latin typeface="等线" panose="02010600030101010101" pitchFamily="2" charset="-122"/>
                          <a:ea typeface="等线" panose="02010600030101010101" pitchFamily="2" charset="-122"/>
                        </a:rPr>
                        <a:t>μ</a:t>
                      </a:r>
                      <a:r>
                        <a:rPr lang="en-US" altLang="zh-CN" dirty="0">
                          <a:latin typeface="等线" panose="02010600030101010101" pitchFamily="2" charset="-122"/>
                          <a:ea typeface="等线" panose="02010600030101010101" pitchFamily="2" charset="-122"/>
                        </a:rPr>
                        <a:t>s</a:t>
                      </a:r>
                      <a:endParaRPr lang="zh-CN" altLang="en-US" dirty="0"/>
                    </a:p>
                  </a:txBody>
                  <a:tcPr/>
                </a:tc>
                <a:extLst>
                  <a:ext uri="{0D108BD9-81ED-4DB2-BD59-A6C34878D82A}">
                    <a16:rowId xmlns:a16="http://schemas.microsoft.com/office/drawing/2014/main" val="2032212259"/>
                  </a:ext>
                </a:extLst>
              </a:tr>
            </a:tbl>
          </a:graphicData>
        </a:graphic>
      </p:graphicFrame>
      <p:sp>
        <p:nvSpPr>
          <p:cNvPr id="9" name="文本框 8">
            <a:extLst>
              <a:ext uri="{FF2B5EF4-FFF2-40B4-BE49-F238E27FC236}">
                <a16:creationId xmlns:a16="http://schemas.microsoft.com/office/drawing/2014/main" id="{299C5C3A-D387-5B16-3465-0CF264FD7242}"/>
              </a:ext>
            </a:extLst>
          </p:cNvPr>
          <p:cNvSpPr txBox="1"/>
          <p:nvPr/>
        </p:nvSpPr>
        <p:spPr>
          <a:xfrm>
            <a:off x="1386680" y="4222718"/>
            <a:ext cx="2383935" cy="707886"/>
          </a:xfrm>
          <a:prstGeom prst="rect">
            <a:avLst/>
          </a:prstGeom>
          <a:noFill/>
        </p:spPr>
        <p:txBody>
          <a:bodyPr wrap="square" rtlCol="0">
            <a:spAutoFit/>
          </a:bodyPr>
          <a:lstStyle/>
          <a:p>
            <a:r>
              <a:rPr lang="en-US" altLang="zh-CN" sz="2000" dirty="0"/>
              <a:t>a = 0.5/120</a:t>
            </a:r>
          </a:p>
          <a:p>
            <a:r>
              <a:rPr lang="en-US" altLang="zh-CN" sz="2000" dirty="0"/>
              <a:t>efficiency = 0.9796</a:t>
            </a:r>
            <a:endParaRPr lang="zh-CN" altLang="en-US" sz="2000" dirty="0"/>
          </a:p>
        </p:txBody>
      </p:sp>
    </p:spTree>
    <p:extLst>
      <p:ext uri="{BB962C8B-B14F-4D97-AF65-F5344CB8AC3E}">
        <p14:creationId xmlns:p14="http://schemas.microsoft.com/office/powerpoint/2010/main" val="3872113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5E32CC-87E8-ADD5-A00C-89B742E5A4AB}"/>
              </a:ext>
            </a:extLst>
          </p:cNvPr>
          <p:cNvSpPr>
            <a:spLocks noGrp="1"/>
          </p:cNvSpPr>
          <p:nvPr>
            <p:ph type="title"/>
          </p:nvPr>
        </p:nvSpPr>
        <p:spPr/>
        <p:txBody>
          <a:bodyPr/>
          <a:lstStyle/>
          <a:p>
            <a:r>
              <a:rPr lang="zh-CN" altLang="en-US" dirty="0"/>
              <a:t>全双工以太网（教材</a:t>
            </a:r>
            <a:r>
              <a:rPr lang="en-US" altLang="zh-CN" dirty="0"/>
              <a:t>P321)</a:t>
            </a:r>
            <a:endParaRPr lang="zh-CN" altLang="en-US" dirty="0"/>
          </a:p>
        </p:txBody>
      </p:sp>
      <p:sp>
        <p:nvSpPr>
          <p:cNvPr id="3" name="内容占位符 2">
            <a:extLst>
              <a:ext uri="{FF2B5EF4-FFF2-40B4-BE49-F238E27FC236}">
                <a16:creationId xmlns:a16="http://schemas.microsoft.com/office/drawing/2014/main" id="{DC4E6128-7146-36AC-34FB-BDC78A9B3F4E}"/>
              </a:ext>
            </a:extLst>
          </p:cNvPr>
          <p:cNvSpPr>
            <a:spLocks noGrp="1"/>
          </p:cNvSpPr>
          <p:nvPr>
            <p:ph idx="1"/>
          </p:nvPr>
        </p:nvSpPr>
        <p:spPr/>
        <p:txBody>
          <a:bodyPr>
            <a:noAutofit/>
          </a:bodyPr>
          <a:lstStyle/>
          <a:p>
            <a:r>
              <a:rPr lang="zh-CN" altLang="en-US" dirty="0"/>
              <a:t>采用</a:t>
            </a:r>
            <a:r>
              <a:rPr lang="en-US" altLang="zh-CN" dirty="0"/>
              <a:t>CSMA/CD</a:t>
            </a:r>
            <a:r>
              <a:rPr lang="zh-CN" altLang="en-US" dirty="0"/>
              <a:t>的以太网也称为半双工以太网：在发送的同时不能接收</a:t>
            </a:r>
            <a:endParaRPr lang="en-US" altLang="zh-CN" dirty="0"/>
          </a:p>
          <a:p>
            <a:pPr>
              <a:lnSpc>
                <a:spcPct val="100000"/>
              </a:lnSpc>
            </a:pPr>
            <a:r>
              <a:rPr lang="zh-CN" altLang="en-US" dirty="0"/>
              <a:t>连接两个节点的</a:t>
            </a:r>
            <a:r>
              <a:rPr lang="zh-CN" altLang="en-US" u="sng" dirty="0">
                <a:solidFill>
                  <a:srgbClr val="FF0000"/>
                </a:solidFill>
              </a:rPr>
              <a:t>点到点链路：</a:t>
            </a:r>
            <a:r>
              <a:rPr lang="zh-CN" altLang="en-US" dirty="0"/>
              <a:t>支持同时传输和接收信号，而不会互相干扰</a:t>
            </a:r>
            <a:endParaRPr lang="en-US" altLang="zh-CN" u="sng" dirty="0">
              <a:solidFill>
                <a:srgbClr val="FF0000"/>
              </a:solidFill>
            </a:endParaRPr>
          </a:p>
          <a:p>
            <a:pPr lvl="1">
              <a:lnSpc>
                <a:spcPct val="100000"/>
              </a:lnSpc>
            </a:pPr>
            <a:r>
              <a:rPr lang="zh-CN" altLang="en-US" sz="2000" dirty="0"/>
              <a:t>一个方向只有一个发送者和一个接收者</a:t>
            </a:r>
            <a:endParaRPr lang="en-US" altLang="zh-CN" sz="2000" dirty="0"/>
          </a:p>
          <a:p>
            <a:pPr lvl="1">
              <a:lnSpc>
                <a:spcPct val="100000"/>
              </a:lnSpc>
            </a:pPr>
            <a:r>
              <a:rPr lang="zh-CN" altLang="en-US" sz="2000" dirty="0"/>
              <a:t>两个节点都采用全双工方式：两个方向可以同时发送，想发就发，无需监听媒体和冲突检测</a:t>
            </a:r>
            <a:endParaRPr lang="en-US" altLang="zh-CN" sz="2000" dirty="0"/>
          </a:p>
          <a:p>
            <a:pPr lvl="1">
              <a:lnSpc>
                <a:spcPct val="100000"/>
              </a:lnSpc>
            </a:pPr>
            <a:r>
              <a:rPr lang="zh-CN" altLang="en-US" sz="2000" u="sng" dirty="0">
                <a:solidFill>
                  <a:srgbClr val="FF0000"/>
                </a:solidFill>
              </a:rPr>
              <a:t>端口支持的吞吐率</a:t>
            </a:r>
            <a:r>
              <a:rPr lang="zh-CN" altLang="en-US" sz="2000" dirty="0"/>
              <a:t>是半双工方式的一倍</a:t>
            </a:r>
          </a:p>
          <a:p>
            <a:pPr lvl="1">
              <a:lnSpc>
                <a:spcPct val="100000"/>
              </a:lnSpc>
            </a:pPr>
            <a:r>
              <a:rPr lang="zh-CN" altLang="en-US" sz="2000" u="sng" dirty="0">
                <a:solidFill>
                  <a:srgbClr val="FF0000"/>
                </a:solidFill>
              </a:rPr>
              <a:t>链路的距离也不再受最短帧长（</a:t>
            </a:r>
            <a:r>
              <a:rPr lang="en-US" altLang="zh-CN" sz="2000" u="sng" dirty="0">
                <a:solidFill>
                  <a:srgbClr val="FF0000"/>
                </a:solidFill>
              </a:rPr>
              <a:t>512</a:t>
            </a:r>
            <a:r>
              <a:rPr lang="zh-CN" altLang="en-US" sz="2000" u="sng" dirty="0">
                <a:solidFill>
                  <a:srgbClr val="FF0000"/>
                </a:solidFill>
              </a:rPr>
              <a:t>比特）的限制</a:t>
            </a:r>
            <a:r>
              <a:rPr lang="zh-CN" altLang="en-US" sz="2000" dirty="0"/>
              <a:t>，而纯粹考虑的是链路的物理特性</a:t>
            </a:r>
          </a:p>
          <a:p>
            <a:r>
              <a:rPr lang="zh-CN" altLang="en-US" dirty="0"/>
              <a:t>采用同样的以太网帧格式、同样的最小帧长、同样的物理层协议</a:t>
            </a:r>
          </a:p>
          <a:p>
            <a:r>
              <a:rPr lang="zh-CN" altLang="en-US" dirty="0"/>
              <a:t>以太网节点可以支持多种媒体选项，可以采用半双工或全双工模式</a:t>
            </a:r>
            <a:endParaRPr lang="en-US" altLang="zh-CN" dirty="0"/>
          </a:p>
          <a:p>
            <a:r>
              <a:rPr lang="zh-CN" altLang="en-US" dirty="0"/>
              <a:t>通过自动协商机制选择链路上的两端最合适的媒体选项</a:t>
            </a:r>
          </a:p>
          <a:p>
            <a:endParaRPr lang="zh-CN" altLang="en-US" dirty="0"/>
          </a:p>
        </p:txBody>
      </p:sp>
      <p:grpSp>
        <p:nvGrpSpPr>
          <p:cNvPr id="10" name="组合 9">
            <a:extLst>
              <a:ext uri="{FF2B5EF4-FFF2-40B4-BE49-F238E27FC236}">
                <a16:creationId xmlns:a16="http://schemas.microsoft.com/office/drawing/2014/main" id="{6F768A52-B7FA-8711-1E67-252D1B842EF2}"/>
              </a:ext>
            </a:extLst>
          </p:cNvPr>
          <p:cNvGrpSpPr/>
          <p:nvPr/>
        </p:nvGrpSpPr>
        <p:grpSpPr>
          <a:xfrm>
            <a:off x="8921593" y="3828124"/>
            <a:ext cx="2359375" cy="1390267"/>
            <a:chOff x="8541449" y="4855329"/>
            <a:chExt cx="2359375" cy="1390267"/>
          </a:xfrm>
        </p:grpSpPr>
        <p:pic>
          <p:nvPicPr>
            <p:cNvPr id="4" name="图片 3">
              <a:extLst>
                <a:ext uri="{FF2B5EF4-FFF2-40B4-BE49-F238E27FC236}">
                  <a16:creationId xmlns:a16="http://schemas.microsoft.com/office/drawing/2014/main" id="{5FA97FFB-F88A-C29E-CB8C-89D86141F308}"/>
                </a:ext>
              </a:extLst>
            </p:cNvPr>
            <p:cNvPicPr>
              <a:picLocks noChangeAspect="1"/>
            </p:cNvPicPr>
            <p:nvPr/>
          </p:nvPicPr>
          <p:blipFill>
            <a:blip r:embed="rId2" cstate="print"/>
            <a:stretch>
              <a:fillRect/>
            </a:stretch>
          </p:blipFill>
          <p:spPr>
            <a:xfrm>
              <a:off x="9113786" y="4882168"/>
              <a:ext cx="862433" cy="315654"/>
            </a:xfrm>
            <a:prstGeom prst="rect">
              <a:avLst/>
            </a:prstGeom>
          </p:spPr>
        </p:pic>
        <p:pic>
          <p:nvPicPr>
            <p:cNvPr id="5" name="图片 4">
              <a:extLst>
                <a:ext uri="{FF2B5EF4-FFF2-40B4-BE49-F238E27FC236}">
                  <a16:creationId xmlns:a16="http://schemas.microsoft.com/office/drawing/2014/main" id="{61C1933A-6904-0E1A-CAAB-BB35D7BBC254}"/>
                </a:ext>
              </a:extLst>
            </p:cNvPr>
            <p:cNvPicPr>
              <a:picLocks noChangeAspect="1"/>
            </p:cNvPicPr>
            <p:nvPr/>
          </p:nvPicPr>
          <p:blipFill>
            <a:blip r:embed="rId3" cstate="print"/>
            <a:stretch>
              <a:fillRect/>
            </a:stretch>
          </p:blipFill>
          <p:spPr>
            <a:xfrm>
              <a:off x="10084818" y="5809666"/>
              <a:ext cx="524792" cy="435930"/>
            </a:xfrm>
            <a:prstGeom prst="rect">
              <a:avLst/>
            </a:prstGeom>
          </p:spPr>
        </p:pic>
        <p:cxnSp>
          <p:nvCxnSpPr>
            <p:cNvPr id="6" name="直接连接符 5">
              <a:extLst>
                <a:ext uri="{FF2B5EF4-FFF2-40B4-BE49-F238E27FC236}">
                  <a16:creationId xmlns:a16="http://schemas.microsoft.com/office/drawing/2014/main" id="{B4467CE6-EB8D-D975-B551-329E72501FB5}"/>
                </a:ext>
              </a:extLst>
            </p:cNvPr>
            <p:cNvCxnSpPr>
              <a:stCxn id="5" idx="0"/>
              <a:endCxn id="4" idx="2"/>
            </p:cNvCxnSpPr>
            <p:nvPr/>
          </p:nvCxnSpPr>
          <p:spPr>
            <a:xfrm flipH="1" flipV="1">
              <a:off x="9545003" y="5197822"/>
              <a:ext cx="802211" cy="6118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4DC3DF81-8B46-B9AC-CB74-402F3304A5E6}"/>
                </a:ext>
              </a:extLst>
            </p:cNvPr>
            <p:cNvPicPr>
              <a:picLocks noChangeAspect="1"/>
            </p:cNvPicPr>
            <p:nvPr/>
          </p:nvPicPr>
          <p:blipFill>
            <a:blip r:embed="rId3" cstate="print"/>
            <a:stretch>
              <a:fillRect/>
            </a:stretch>
          </p:blipFill>
          <p:spPr>
            <a:xfrm>
              <a:off x="8541449" y="5809666"/>
              <a:ext cx="524792" cy="435930"/>
            </a:xfrm>
            <a:prstGeom prst="rect">
              <a:avLst/>
            </a:prstGeom>
          </p:spPr>
        </p:pic>
        <p:cxnSp>
          <p:nvCxnSpPr>
            <p:cNvPr id="8" name="直接连接符 7">
              <a:extLst>
                <a:ext uri="{FF2B5EF4-FFF2-40B4-BE49-F238E27FC236}">
                  <a16:creationId xmlns:a16="http://schemas.microsoft.com/office/drawing/2014/main" id="{65FDAE72-B086-01F0-F9C2-59EDBF798841}"/>
                </a:ext>
              </a:extLst>
            </p:cNvPr>
            <p:cNvCxnSpPr>
              <a:stCxn id="7" idx="0"/>
              <a:endCxn id="4" idx="2"/>
            </p:cNvCxnSpPr>
            <p:nvPr/>
          </p:nvCxnSpPr>
          <p:spPr>
            <a:xfrm flipV="1">
              <a:off x="8803845" y="5197822"/>
              <a:ext cx="741158" cy="6118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C8DF0F4-BF12-35C1-9DA4-7929BEE37A04}"/>
                </a:ext>
              </a:extLst>
            </p:cNvPr>
            <p:cNvSpPr txBox="1"/>
            <p:nvPr/>
          </p:nvSpPr>
          <p:spPr>
            <a:xfrm>
              <a:off x="10009138" y="4855329"/>
              <a:ext cx="891686" cy="369332"/>
            </a:xfrm>
            <a:prstGeom prst="rect">
              <a:avLst/>
            </a:prstGeom>
            <a:noFill/>
          </p:spPr>
          <p:txBody>
            <a:bodyPr wrap="square" rtlCol="0">
              <a:spAutoFit/>
            </a:bodyPr>
            <a:lstStyle/>
            <a:p>
              <a:r>
                <a:rPr lang="zh-CN" altLang="en-US" dirty="0"/>
                <a:t>交换机</a:t>
              </a:r>
            </a:p>
          </p:txBody>
        </p:sp>
      </p:grpSp>
    </p:spTree>
    <p:extLst>
      <p:ext uri="{BB962C8B-B14F-4D97-AF65-F5344CB8AC3E}">
        <p14:creationId xmlns:p14="http://schemas.microsoft.com/office/powerpoint/2010/main" val="34427633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0453C9-F56A-1EE6-02D5-B83654608B08}"/>
              </a:ext>
            </a:extLst>
          </p:cNvPr>
          <p:cNvSpPr>
            <a:spLocks noGrp="1"/>
          </p:cNvSpPr>
          <p:nvPr>
            <p:ph type="title"/>
          </p:nvPr>
        </p:nvSpPr>
        <p:spPr/>
        <p:txBody>
          <a:bodyPr/>
          <a:lstStyle/>
          <a:p>
            <a:r>
              <a:rPr lang="zh-CN" altLang="en-US" dirty="0"/>
              <a:t>轮流</a:t>
            </a:r>
            <a:r>
              <a:rPr lang="en-US" altLang="zh-CN" dirty="0"/>
              <a:t>(Taking Turns)</a:t>
            </a:r>
            <a:r>
              <a:rPr lang="zh-CN" altLang="en-US" dirty="0"/>
              <a:t>协议</a:t>
            </a:r>
          </a:p>
        </p:txBody>
      </p:sp>
      <p:sp>
        <p:nvSpPr>
          <p:cNvPr id="3" name="内容占位符 2">
            <a:extLst>
              <a:ext uri="{FF2B5EF4-FFF2-40B4-BE49-F238E27FC236}">
                <a16:creationId xmlns:a16="http://schemas.microsoft.com/office/drawing/2014/main" id="{ED4BBD81-12FE-AD29-C1F2-7BBAC6F7934A}"/>
              </a:ext>
            </a:extLst>
          </p:cNvPr>
          <p:cNvSpPr>
            <a:spLocks noGrp="1"/>
          </p:cNvSpPr>
          <p:nvPr>
            <p:ph idx="1"/>
          </p:nvPr>
        </p:nvSpPr>
        <p:spPr/>
        <p:txBody>
          <a:bodyPr>
            <a:normAutofit/>
          </a:bodyPr>
          <a:lstStyle/>
          <a:p>
            <a:pPr>
              <a:lnSpc>
                <a:spcPct val="100000"/>
              </a:lnSpc>
            </a:pPr>
            <a:r>
              <a:rPr lang="zh-CN" altLang="en-US" sz="2400" dirty="0"/>
              <a:t>理想的多路访问协议：</a:t>
            </a:r>
            <a:endParaRPr lang="en-US" altLang="zh-CN" sz="2400" dirty="0"/>
          </a:p>
          <a:p>
            <a:pPr lvl="1">
              <a:lnSpc>
                <a:spcPct val="100000"/>
              </a:lnSpc>
            </a:pPr>
            <a:r>
              <a:rPr lang="zh-CN" altLang="en-US" sz="2400" dirty="0"/>
              <a:t>如果只有一个节点发送，该节点的吞吐率为</a:t>
            </a:r>
            <a:r>
              <a:rPr lang="en-US" altLang="zh-CN" sz="2400" dirty="0"/>
              <a:t>R bps</a:t>
            </a:r>
          </a:p>
          <a:p>
            <a:pPr lvl="1">
              <a:lnSpc>
                <a:spcPct val="100000"/>
              </a:lnSpc>
            </a:pPr>
            <a:r>
              <a:rPr lang="zh-CN" altLang="en-US" sz="2400" dirty="0"/>
              <a:t>如果有</a:t>
            </a:r>
            <a:r>
              <a:rPr lang="en-US" altLang="zh-CN" sz="2400" dirty="0"/>
              <a:t>M</a:t>
            </a:r>
            <a:r>
              <a:rPr lang="zh-CN" altLang="en-US" sz="2400" dirty="0"/>
              <a:t>个节点要发送，每个节点的平均吞吐率为</a:t>
            </a:r>
            <a:r>
              <a:rPr lang="en-US" altLang="zh-CN" sz="2400" dirty="0"/>
              <a:t>R/M bps</a:t>
            </a:r>
          </a:p>
          <a:p>
            <a:pPr>
              <a:lnSpc>
                <a:spcPct val="100000"/>
              </a:lnSpc>
            </a:pPr>
            <a:r>
              <a:rPr lang="zh-CN" altLang="en-US" sz="2400" dirty="0"/>
              <a:t>信道分割</a:t>
            </a:r>
            <a:r>
              <a:rPr lang="en-US" altLang="zh-CN" sz="2400" dirty="0"/>
              <a:t>(Channel Partitioning)</a:t>
            </a:r>
          </a:p>
          <a:p>
            <a:pPr lvl="1">
              <a:lnSpc>
                <a:spcPct val="100000"/>
              </a:lnSpc>
            </a:pPr>
            <a:r>
              <a:rPr lang="zh-CN" altLang="en-US" sz="2400" dirty="0"/>
              <a:t>重负载：每个节点独占使用分配的子信道，公平，且高效</a:t>
            </a:r>
            <a:endParaRPr lang="en-US" altLang="zh-CN" sz="2400" dirty="0"/>
          </a:p>
          <a:p>
            <a:pPr lvl="1">
              <a:lnSpc>
                <a:spcPct val="100000"/>
              </a:lnSpc>
            </a:pPr>
            <a:r>
              <a:rPr lang="zh-CN" altLang="en-US" sz="2400" dirty="0"/>
              <a:t>轻负载：低效，即便只有一个活跃节点时，其吞吐率只为</a:t>
            </a:r>
            <a:r>
              <a:rPr lang="en-US" altLang="zh-CN" sz="2400" dirty="0"/>
              <a:t>R/N</a:t>
            </a:r>
          </a:p>
          <a:p>
            <a:pPr>
              <a:lnSpc>
                <a:spcPct val="100000"/>
              </a:lnSpc>
            </a:pPr>
            <a:r>
              <a:rPr lang="zh-CN" altLang="en-US" sz="2400" b="1" dirty="0">
                <a:solidFill>
                  <a:schemeClr val="accent4"/>
                </a:solidFill>
              </a:rPr>
              <a:t>随机访问</a:t>
            </a:r>
            <a:r>
              <a:rPr lang="en-US" altLang="zh-CN" sz="2400" b="1" dirty="0">
                <a:solidFill>
                  <a:schemeClr val="accent4"/>
                </a:solidFill>
              </a:rPr>
              <a:t>(Random Access)</a:t>
            </a:r>
          </a:p>
          <a:p>
            <a:pPr lvl="1">
              <a:lnSpc>
                <a:spcPct val="100000"/>
              </a:lnSpc>
            </a:pPr>
            <a:r>
              <a:rPr lang="zh-CN" altLang="en-US" sz="2400" dirty="0"/>
              <a:t>轻负载：高效，一个活跃节点的吞吐率为</a:t>
            </a:r>
            <a:r>
              <a:rPr lang="en-US" altLang="zh-CN" sz="2400" dirty="0"/>
              <a:t>R</a:t>
            </a:r>
          </a:p>
          <a:p>
            <a:pPr lvl="1">
              <a:lnSpc>
                <a:spcPct val="100000"/>
              </a:lnSpc>
            </a:pPr>
            <a:r>
              <a:rPr lang="zh-CN" altLang="en-US" sz="2400" dirty="0"/>
              <a:t>重负载：冲突的开销</a:t>
            </a:r>
            <a:endParaRPr lang="en-US" altLang="zh-CN" sz="2400" dirty="0"/>
          </a:p>
          <a:p>
            <a:pPr>
              <a:lnSpc>
                <a:spcPct val="100000"/>
              </a:lnSpc>
            </a:pPr>
            <a:r>
              <a:rPr lang="zh-CN" altLang="en-US" sz="2400" dirty="0"/>
              <a:t>轮流（</a:t>
            </a:r>
            <a:r>
              <a:rPr lang="en-US" altLang="zh-CN" sz="2400" dirty="0"/>
              <a:t>Taking Turns)</a:t>
            </a:r>
          </a:p>
          <a:p>
            <a:pPr lvl="1">
              <a:lnSpc>
                <a:spcPct val="100000"/>
              </a:lnSpc>
            </a:pPr>
            <a:r>
              <a:rPr lang="zh-CN" altLang="en-US" sz="2400" dirty="0"/>
              <a:t>希望在轻负载和重负载都有比较好的性能！</a:t>
            </a:r>
            <a:endParaRPr lang="en-US" altLang="zh-CN" sz="2400" dirty="0"/>
          </a:p>
        </p:txBody>
      </p:sp>
    </p:spTree>
    <p:extLst>
      <p:ext uri="{BB962C8B-B14F-4D97-AF65-F5344CB8AC3E}">
        <p14:creationId xmlns:p14="http://schemas.microsoft.com/office/powerpoint/2010/main" val="1336553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F9E24-5A28-C147-53C5-3BC03A2CA06B}"/>
              </a:ext>
            </a:extLst>
          </p:cNvPr>
          <p:cNvSpPr>
            <a:spLocks noGrp="1"/>
          </p:cNvSpPr>
          <p:nvPr>
            <p:ph type="title"/>
          </p:nvPr>
        </p:nvSpPr>
        <p:spPr/>
        <p:txBody>
          <a:bodyPr/>
          <a:lstStyle/>
          <a:p>
            <a:r>
              <a:rPr lang="zh-CN" altLang="en-US" dirty="0"/>
              <a:t>轮流</a:t>
            </a:r>
            <a:r>
              <a:rPr lang="en-US" altLang="zh-CN" dirty="0"/>
              <a:t>(Taking Turns)</a:t>
            </a:r>
            <a:r>
              <a:rPr lang="zh-CN" altLang="en-US" dirty="0"/>
              <a:t>协议</a:t>
            </a:r>
          </a:p>
        </p:txBody>
      </p:sp>
      <p:sp>
        <p:nvSpPr>
          <p:cNvPr id="3" name="内容占位符 2">
            <a:extLst>
              <a:ext uri="{FF2B5EF4-FFF2-40B4-BE49-F238E27FC236}">
                <a16:creationId xmlns:a16="http://schemas.microsoft.com/office/drawing/2014/main" id="{81CD409B-58FB-A253-353A-E7EF90743B0E}"/>
              </a:ext>
            </a:extLst>
          </p:cNvPr>
          <p:cNvSpPr>
            <a:spLocks noGrp="1"/>
          </p:cNvSpPr>
          <p:nvPr>
            <p:ph idx="1"/>
          </p:nvPr>
        </p:nvSpPr>
        <p:spPr/>
        <p:txBody>
          <a:bodyPr>
            <a:normAutofit/>
          </a:bodyPr>
          <a:lstStyle/>
          <a:p>
            <a:pPr marL="0" indent="0">
              <a:buNone/>
            </a:pPr>
            <a:r>
              <a:rPr lang="zh-CN" altLang="en-US" sz="2400" b="1" dirty="0">
                <a:solidFill>
                  <a:schemeClr val="accent4"/>
                </a:solidFill>
              </a:rPr>
              <a:t>轮询</a:t>
            </a:r>
            <a:r>
              <a:rPr lang="en-US" altLang="zh-CN" sz="2400" b="1" dirty="0">
                <a:solidFill>
                  <a:schemeClr val="accent4"/>
                </a:solidFill>
              </a:rPr>
              <a:t>(Polling)</a:t>
            </a:r>
          </a:p>
          <a:p>
            <a:r>
              <a:rPr lang="zh-CN" altLang="en-US" sz="2400" dirty="0"/>
              <a:t>一个主节点 </a:t>
            </a:r>
            <a:r>
              <a:rPr lang="en-US" altLang="zh-CN" sz="2400" dirty="0"/>
              <a:t>+ </a:t>
            </a:r>
            <a:r>
              <a:rPr lang="zh-CN" altLang="en-US" sz="2400" dirty="0"/>
              <a:t>多个从节点</a:t>
            </a:r>
            <a:endParaRPr lang="en-US" altLang="zh-CN" sz="2400" dirty="0"/>
          </a:p>
          <a:p>
            <a:r>
              <a:rPr lang="zh-CN" altLang="en-US" sz="2400" dirty="0"/>
              <a:t>主节点依次轮询从节点</a:t>
            </a:r>
            <a:endParaRPr lang="en-US" altLang="zh-CN" sz="2400" dirty="0"/>
          </a:p>
          <a:p>
            <a:pPr lvl="1"/>
            <a:r>
              <a:rPr lang="zh-CN" altLang="en-US" sz="2400" dirty="0"/>
              <a:t>轮询帧给出了节点可以传输的最大时间</a:t>
            </a:r>
            <a:endParaRPr lang="en-US" altLang="zh-CN" sz="2400" dirty="0"/>
          </a:p>
          <a:p>
            <a:pPr lvl="1"/>
            <a:r>
              <a:rPr lang="zh-CN" altLang="en-US" sz="2400" dirty="0"/>
              <a:t>被轮询的节点有数据传输时：马上传输</a:t>
            </a:r>
            <a:endParaRPr lang="en-US" altLang="zh-CN" sz="2400" dirty="0"/>
          </a:p>
          <a:p>
            <a:pPr lvl="1"/>
            <a:r>
              <a:rPr lang="zh-CN" altLang="en-US" sz="2400" dirty="0"/>
              <a:t>主节点观察信道上的活动了解该节点是否传输完成，轮询下一个节点</a:t>
            </a:r>
            <a:endParaRPr lang="en-US" altLang="zh-CN" sz="2400" dirty="0"/>
          </a:p>
          <a:p>
            <a:r>
              <a:rPr lang="zh-CN" altLang="en-US" sz="2400" dirty="0"/>
              <a:t>不会有冲突</a:t>
            </a:r>
            <a:endParaRPr lang="en-US" altLang="zh-CN" sz="2400" dirty="0"/>
          </a:p>
          <a:p>
            <a:r>
              <a:rPr lang="zh-CN" altLang="en-US" sz="2400" dirty="0"/>
              <a:t>问题：</a:t>
            </a:r>
            <a:endParaRPr lang="en-US" altLang="zh-CN" sz="2400" dirty="0"/>
          </a:p>
          <a:p>
            <a:pPr lvl="1"/>
            <a:r>
              <a:rPr lang="zh-CN" altLang="en-US" sz="2400" dirty="0"/>
              <a:t>轮询开销，引入轮询时延，只有一个活跃节点时其吞吐率稍小于</a:t>
            </a:r>
            <a:r>
              <a:rPr lang="en-US" altLang="zh-CN" sz="2400" dirty="0" err="1"/>
              <a:t>Rbps</a:t>
            </a:r>
            <a:endParaRPr lang="en-US" altLang="zh-CN" sz="2400" dirty="0"/>
          </a:p>
          <a:p>
            <a:pPr lvl="1"/>
            <a:r>
              <a:rPr lang="zh-CN" altLang="en-US" sz="2400" dirty="0"/>
              <a:t>单点故障</a:t>
            </a:r>
            <a:endParaRPr lang="en-US" altLang="zh-CN" sz="2400" dirty="0"/>
          </a:p>
          <a:p>
            <a:pPr lvl="1"/>
            <a:endParaRPr lang="en-US" altLang="zh-CN" sz="2400" dirty="0"/>
          </a:p>
        </p:txBody>
      </p:sp>
      <p:grpSp>
        <p:nvGrpSpPr>
          <p:cNvPr id="37" name="组合 36">
            <a:extLst>
              <a:ext uri="{FF2B5EF4-FFF2-40B4-BE49-F238E27FC236}">
                <a16:creationId xmlns:a16="http://schemas.microsoft.com/office/drawing/2014/main" id="{4BA9D4B5-A7DD-2B93-2B7C-A16946ECBDFC}"/>
              </a:ext>
            </a:extLst>
          </p:cNvPr>
          <p:cNvGrpSpPr/>
          <p:nvPr/>
        </p:nvGrpSpPr>
        <p:grpSpPr>
          <a:xfrm>
            <a:off x="8301245" y="192232"/>
            <a:ext cx="3649385" cy="2851150"/>
            <a:chOff x="7113573" y="446088"/>
            <a:chExt cx="3649385" cy="2851150"/>
          </a:xfrm>
        </p:grpSpPr>
        <p:grpSp>
          <p:nvGrpSpPr>
            <p:cNvPr id="4" name="Group 55">
              <a:extLst>
                <a:ext uri="{FF2B5EF4-FFF2-40B4-BE49-F238E27FC236}">
                  <a16:creationId xmlns:a16="http://schemas.microsoft.com/office/drawing/2014/main" id="{D838D1A6-2A84-32B0-E049-78BB3B8C67FA}"/>
                </a:ext>
              </a:extLst>
            </p:cNvPr>
            <p:cNvGrpSpPr>
              <a:grpSpLocks/>
            </p:cNvGrpSpPr>
            <p:nvPr/>
          </p:nvGrpSpPr>
          <p:grpSpPr bwMode="auto">
            <a:xfrm>
              <a:off x="7113573" y="2246313"/>
              <a:ext cx="781050" cy="681037"/>
              <a:chOff x="-44" y="1473"/>
              <a:chExt cx="981" cy="1105"/>
            </a:xfrm>
          </p:grpSpPr>
          <p:pic>
            <p:nvPicPr>
              <p:cNvPr id="5" name="Picture 56" descr="desktop_computer_stylized_medium">
                <a:extLst>
                  <a:ext uri="{FF2B5EF4-FFF2-40B4-BE49-F238E27FC236}">
                    <a16:creationId xmlns:a16="http://schemas.microsoft.com/office/drawing/2014/main" id="{E29D290E-3F1D-5C02-496E-B057CE5A7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Freeform 57">
                <a:extLst>
                  <a:ext uri="{FF2B5EF4-FFF2-40B4-BE49-F238E27FC236}">
                    <a16:creationId xmlns:a16="http://schemas.microsoft.com/office/drawing/2014/main" id="{EDE27BAE-92A1-4E48-3132-2B9A7A12B85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7" name="Group 58">
              <a:extLst>
                <a:ext uri="{FF2B5EF4-FFF2-40B4-BE49-F238E27FC236}">
                  <a16:creationId xmlns:a16="http://schemas.microsoft.com/office/drawing/2014/main" id="{51109BDA-AD33-3B30-E569-85FAEEBC438E}"/>
                </a:ext>
              </a:extLst>
            </p:cNvPr>
            <p:cNvGrpSpPr>
              <a:grpSpLocks/>
            </p:cNvGrpSpPr>
            <p:nvPr/>
          </p:nvGrpSpPr>
          <p:grpSpPr bwMode="auto">
            <a:xfrm>
              <a:off x="7405673" y="1641475"/>
              <a:ext cx="781050" cy="681038"/>
              <a:chOff x="-44" y="1473"/>
              <a:chExt cx="981" cy="1105"/>
            </a:xfrm>
          </p:grpSpPr>
          <p:pic>
            <p:nvPicPr>
              <p:cNvPr id="8" name="Picture 59" descr="desktop_computer_stylized_medium">
                <a:extLst>
                  <a:ext uri="{FF2B5EF4-FFF2-40B4-BE49-F238E27FC236}">
                    <a16:creationId xmlns:a16="http://schemas.microsoft.com/office/drawing/2014/main" id="{49D883B6-5D1F-676C-51DC-BC62ECC37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Freeform 60">
                <a:extLst>
                  <a:ext uri="{FF2B5EF4-FFF2-40B4-BE49-F238E27FC236}">
                    <a16:creationId xmlns:a16="http://schemas.microsoft.com/office/drawing/2014/main" id="{625434A1-F303-5182-3DC3-B272C1D3966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0" name="Group 61">
              <a:extLst>
                <a:ext uri="{FF2B5EF4-FFF2-40B4-BE49-F238E27FC236}">
                  <a16:creationId xmlns:a16="http://schemas.microsoft.com/office/drawing/2014/main" id="{0CC17C1C-3F7E-50C8-85AD-8C022978B8ED}"/>
                </a:ext>
              </a:extLst>
            </p:cNvPr>
            <p:cNvGrpSpPr>
              <a:grpSpLocks/>
            </p:cNvGrpSpPr>
            <p:nvPr/>
          </p:nvGrpSpPr>
          <p:grpSpPr bwMode="auto">
            <a:xfrm>
              <a:off x="7686660" y="1027113"/>
              <a:ext cx="781050" cy="681037"/>
              <a:chOff x="-44" y="1473"/>
              <a:chExt cx="981" cy="1105"/>
            </a:xfrm>
          </p:grpSpPr>
          <p:pic>
            <p:nvPicPr>
              <p:cNvPr id="11" name="Picture 62" descr="desktop_computer_stylized_medium">
                <a:extLst>
                  <a:ext uri="{FF2B5EF4-FFF2-40B4-BE49-F238E27FC236}">
                    <a16:creationId xmlns:a16="http://schemas.microsoft.com/office/drawing/2014/main" id="{65769D09-318A-5B0E-B47B-A5F3BC1C0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Freeform 63">
                <a:extLst>
                  <a:ext uri="{FF2B5EF4-FFF2-40B4-BE49-F238E27FC236}">
                    <a16:creationId xmlns:a16="http://schemas.microsoft.com/office/drawing/2014/main" id="{E9F4FBCA-3451-2C55-96BC-1A3AB6A09FB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 name="Group 64">
              <a:extLst>
                <a:ext uri="{FF2B5EF4-FFF2-40B4-BE49-F238E27FC236}">
                  <a16:creationId xmlns:a16="http://schemas.microsoft.com/office/drawing/2014/main" id="{CB1D1535-3BCA-EB87-98C8-C410FFE22A69}"/>
                </a:ext>
              </a:extLst>
            </p:cNvPr>
            <p:cNvGrpSpPr>
              <a:grpSpLocks/>
            </p:cNvGrpSpPr>
            <p:nvPr/>
          </p:nvGrpSpPr>
          <p:grpSpPr bwMode="auto">
            <a:xfrm>
              <a:off x="7988285" y="446088"/>
              <a:ext cx="781050" cy="681037"/>
              <a:chOff x="-44" y="1473"/>
              <a:chExt cx="981" cy="1105"/>
            </a:xfrm>
          </p:grpSpPr>
          <p:pic>
            <p:nvPicPr>
              <p:cNvPr id="14" name="Picture 65" descr="desktop_computer_stylized_medium">
                <a:extLst>
                  <a:ext uri="{FF2B5EF4-FFF2-40B4-BE49-F238E27FC236}">
                    <a16:creationId xmlns:a16="http://schemas.microsoft.com/office/drawing/2014/main" id="{B158673B-5B36-D8B9-C40A-7E0BC3E54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 name="Freeform 66">
                <a:extLst>
                  <a:ext uri="{FF2B5EF4-FFF2-40B4-BE49-F238E27FC236}">
                    <a16:creationId xmlns:a16="http://schemas.microsoft.com/office/drawing/2014/main" id="{07D2C0C8-5058-165A-BCFD-0E813CA98FC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6" name="Group 67">
              <a:extLst>
                <a:ext uri="{FF2B5EF4-FFF2-40B4-BE49-F238E27FC236}">
                  <a16:creationId xmlns:a16="http://schemas.microsoft.com/office/drawing/2014/main" id="{E17B2B27-8AB0-BD8B-3CB1-7D5FBDC40266}"/>
                </a:ext>
              </a:extLst>
            </p:cNvPr>
            <p:cNvGrpSpPr>
              <a:grpSpLocks/>
            </p:cNvGrpSpPr>
            <p:nvPr/>
          </p:nvGrpSpPr>
          <p:grpSpPr bwMode="auto">
            <a:xfrm flipH="1">
              <a:off x="9975559" y="692150"/>
              <a:ext cx="781050" cy="681038"/>
              <a:chOff x="-44" y="1473"/>
              <a:chExt cx="981" cy="1105"/>
            </a:xfrm>
          </p:grpSpPr>
          <p:pic>
            <p:nvPicPr>
              <p:cNvPr id="17" name="Picture 68" descr="desktop_computer_stylized_medium">
                <a:extLst>
                  <a:ext uri="{FF2B5EF4-FFF2-40B4-BE49-F238E27FC236}">
                    <a16:creationId xmlns:a16="http://schemas.microsoft.com/office/drawing/2014/main" id="{516C6669-CD2E-9DEF-8582-9CBD4961E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 name="Freeform 69">
                <a:extLst>
                  <a:ext uri="{FF2B5EF4-FFF2-40B4-BE49-F238E27FC236}">
                    <a16:creationId xmlns:a16="http://schemas.microsoft.com/office/drawing/2014/main" id="{D125C6F7-4DE5-94F9-95FB-2C89559725F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9" name="Line 25">
              <a:extLst>
                <a:ext uri="{FF2B5EF4-FFF2-40B4-BE49-F238E27FC236}">
                  <a16:creationId xmlns:a16="http://schemas.microsoft.com/office/drawing/2014/main" id="{CC0529A0-8386-F87C-5FF5-CF39C15827E7}"/>
                </a:ext>
              </a:extLst>
            </p:cNvPr>
            <p:cNvSpPr>
              <a:spLocks noChangeShapeType="1"/>
            </p:cNvSpPr>
            <p:nvPr/>
          </p:nvSpPr>
          <p:spPr bwMode="auto">
            <a:xfrm>
              <a:off x="8642335" y="860425"/>
              <a:ext cx="2540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 name="Text Box 40">
              <a:extLst>
                <a:ext uri="{FF2B5EF4-FFF2-40B4-BE49-F238E27FC236}">
                  <a16:creationId xmlns:a16="http://schemas.microsoft.com/office/drawing/2014/main" id="{57ADA47D-47A3-DF87-7313-645D04FE4B7A}"/>
                </a:ext>
              </a:extLst>
            </p:cNvPr>
            <p:cNvSpPr txBox="1">
              <a:spLocks noChangeArrowheads="1"/>
            </p:cNvSpPr>
            <p:nvPr/>
          </p:nvSpPr>
          <p:spPr bwMode="auto">
            <a:xfrm>
              <a:off x="9804108" y="1314450"/>
              <a:ext cx="9588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2000" i="0" dirty="0">
                  <a:solidFill>
                    <a:srgbClr val="000000"/>
                  </a:solidFill>
                  <a:latin typeface="Arial" charset="0"/>
                </a:rPr>
                <a:t>master</a:t>
              </a:r>
            </a:p>
          </p:txBody>
        </p:sp>
        <p:sp>
          <p:nvSpPr>
            <p:cNvPr id="21" name="Text Box 41">
              <a:extLst>
                <a:ext uri="{FF2B5EF4-FFF2-40B4-BE49-F238E27FC236}">
                  <a16:creationId xmlns:a16="http://schemas.microsoft.com/office/drawing/2014/main" id="{31AD1773-8725-12A1-5C9C-B5DD12F7082D}"/>
                </a:ext>
              </a:extLst>
            </p:cNvPr>
            <p:cNvSpPr txBox="1">
              <a:spLocks noChangeArrowheads="1"/>
            </p:cNvSpPr>
            <p:nvPr/>
          </p:nvSpPr>
          <p:spPr bwMode="auto">
            <a:xfrm>
              <a:off x="7178660" y="2900363"/>
              <a:ext cx="9048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2000" i="0" dirty="0">
                  <a:solidFill>
                    <a:srgbClr val="000000"/>
                  </a:solidFill>
                  <a:latin typeface="Arial" charset="0"/>
                </a:rPr>
                <a:t>slaves</a:t>
              </a:r>
            </a:p>
          </p:txBody>
        </p:sp>
        <p:grpSp>
          <p:nvGrpSpPr>
            <p:cNvPr id="22" name="Group 44">
              <a:extLst>
                <a:ext uri="{FF2B5EF4-FFF2-40B4-BE49-F238E27FC236}">
                  <a16:creationId xmlns:a16="http://schemas.microsoft.com/office/drawing/2014/main" id="{54FA28D4-F113-C959-B718-11A60E8B71E3}"/>
                </a:ext>
              </a:extLst>
            </p:cNvPr>
            <p:cNvGrpSpPr>
              <a:grpSpLocks/>
            </p:cNvGrpSpPr>
            <p:nvPr/>
          </p:nvGrpSpPr>
          <p:grpSpPr bwMode="auto">
            <a:xfrm>
              <a:off x="9537685" y="728663"/>
              <a:ext cx="560388" cy="336550"/>
              <a:chOff x="4212" y="2864"/>
              <a:chExt cx="353" cy="212"/>
            </a:xfrm>
          </p:grpSpPr>
          <p:sp>
            <p:nvSpPr>
              <p:cNvPr id="23" name="Rectangle 42">
                <a:extLst>
                  <a:ext uri="{FF2B5EF4-FFF2-40B4-BE49-F238E27FC236}">
                    <a16:creationId xmlns:a16="http://schemas.microsoft.com/office/drawing/2014/main" id="{6DBCB5ED-6A5A-1250-9148-8AB79A3131BA}"/>
                  </a:ext>
                </a:extLst>
              </p:cNvPr>
              <p:cNvSpPr>
                <a:spLocks noChangeArrowheads="1"/>
              </p:cNvSpPr>
              <p:nvPr/>
            </p:nvSpPr>
            <p:spPr bwMode="auto">
              <a:xfrm>
                <a:off x="4212" y="2916"/>
                <a:ext cx="353" cy="137"/>
              </a:xfrm>
              <a:prstGeom prst="rect">
                <a:avLst/>
              </a:prstGeom>
              <a:solidFill>
                <a:srgbClr val="00CC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4" name="Text Box 43">
                <a:extLst>
                  <a:ext uri="{FF2B5EF4-FFF2-40B4-BE49-F238E27FC236}">
                    <a16:creationId xmlns:a16="http://schemas.microsoft.com/office/drawing/2014/main" id="{AE64D3DF-EC7D-74D1-EA63-BE767FACD38D}"/>
                  </a:ext>
                </a:extLst>
              </p:cNvPr>
              <p:cNvSpPr txBox="1">
                <a:spLocks noChangeArrowheads="1"/>
              </p:cNvSpPr>
              <p:nvPr/>
            </p:nvSpPr>
            <p:spPr bwMode="auto">
              <a:xfrm>
                <a:off x="4227" y="2864"/>
                <a:ext cx="314"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Arial" charset="0"/>
                    <a:ea typeface="ＭＳ Ｐゴシック" charset="0"/>
                  </a:rPr>
                  <a:t>poll</a:t>
                </a:r>
              </a:p>
            </p:txBody>
          </p:sp>
        </p:grpSp>
        <p:grpSp>
          <p:nvGrpSpPr>
            <p:cNvPr id="25" name="Group 48">
              <a:extLst>
                <a:ext uri="{FF2B5EF4-FFF2-40B4-BE49-F238E27FC236}">
                  <a16:creationId xmlns:a16="http://schemas.microsoft.com/office/drawing/2014/main" id="{EDB8D46E-CDF7-8991-0AD6-26C1DF4BFEC1}"/>
                </a:ext>
              </a:extLst>
            </p:cNvPr>
            <p:cNvGrpSpPr>
              <a:grpSpLocks/>
            </p:cNvGrpSpPr>
            <p:nvPr/>
          </p:nvGrpSpPr>
          <p:grpSpPr bwMode="auto">
            <a:xfrm>
              <a:off x="7586648" y="1651000"/>
              <a:ext cx="595312" cy="336550"/>
              <a:chOff x="4415" y="2364"/>
              <a:chExt cx="375" cy="212"/>
            </a:xfrm>
          </p:grpSpPr>
          <p:sp>
            <p:nvSpPr>
              <p:cNvPr id="26" name="Rectangle 46">
                <a:extLst>
                  <a:ext uri="{FF2B5EF4-FFF2-40B4-BE49-F238E27FC236}">
                    <a16:creationId xmlns:a16="http://schemas.microsoft.com/office/drawing/2014/main" id="{EE102C6B-4F9B-A65E-4CFA-23B7966AC987}"/>
                  </a:ext>
                </a:extLst>
              </p:cNvPr>
              <p:cNvSpPr>
                <a:spLocks noChangeArrowheads="1"/>
              </p:cNvSpPr>
              <p:nvPr/>
            </p:nvSpPr>
            <p:spPr bwMode="auto">
              <a:xfrm>
                <a:off x="4437" y="2400"/>
                <a:ext cx="353" cy="137"/>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7" name="Text Box 47">
                <a:extLst>
                  <a:ext uri="{FF2B5EF4-FFF2-40B4-BE49-F238E27FC236}">
                    <a16:creationId xmlns:a16="http://schemas.microsoft.com/office/drawing/2014/main" id="{F0C5BC0B-B5E2-C943-A6C9-ED564F0AAF51}"/>
                  </a:ext>
                </a:extLst>
              </p:cNvPr>
              <p:cNvSpPr txBox="1">
                <a:spLocks noChangeArrowheads="1"/>
              </p:cNvSpPr>
              <p:nvPr/>
            </p:nvSpPr>
            <p:spPr bwMode="auto">
              <a:xfrm>
                <a:off x="4415" y="2364"/>
                <a:ext cx="36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Arial" charset="0"/>
                    <a:ea typeface="ＭＳ Ｐゴシック" charset="0"/>
                  </a:rPr>
                  <a:t>data</a:t>
                </a:r>
              </a:p>
            </p:txBody>
          </p:sp>
        </p:grpSp>
        <p:grpSp>
          <p:nvGrpSpPr>
            <p:cNvPr id="28" name="Group 49">
              <a:extLst>
                <a:ext uri="{FF2B5EF4-FFF2-40B4-BE49-F238E27FC236}">
                  <a16:creationId xmlns:a16="http://schemas.microsoft.com/office/drawing/2014/main" id="{767DA72D-83BC-4010-3A7B-46A28C13BFA7}"/>
                </a:ext>
              </a:extLst>
            </p:cNvPr>
            <p:cNvGrpSpPr>
              <a:grpSpLocks/>
            </p:cNvGrpSpPr>
            <p:nvPr/>
          </p:nvGrpSpPr>
          <p:grpSpPr bwMode="auto">
            <a:xfrm>
              <a:off x="8093060" y="533400"/>
              <a:ext cx="595313" cy="336550"/>
              <a:chOff x="4415" y="2364"/>
              <a:chExt cx="375" cy="212"/>
            </a:xfrm>
          </p:grpSpPr>
          <p:sp>
            <p:nvSpPr>
              <p:cNvPr id="29" name="Rectangle 50">
                <a:extLst>
                  <a:ext uri="{FF2B5EF4-FFF2-40B4-BE49-F238E27FC236}">
                    <a16:creationId xmlns:a16="http://schemas.microsoft.com/office/drawing/2014/main" id="{F0486A99-D9C7-EB6A-3F9D-965094C8EE36}"/>
                  </a:ext>
                </a:extLst>
              </p:cNvPr>
              <p:cNvSpPr>
                <a:spLocks noChangeArrowheads="1"/>
              </p:cNvSpPr>
              <p:nvPr/>
            </p:nvSpPr>
            <p:spPr bwMode="auto">
              <a:xfrm>
                <a:off x="4437" y="2400"/>
                <a:ext cx="353" cy="137"/>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 name="Text Box 51">
                <a:extLst>
                  <a:ext uri="{FF2B5EF4-FFF2-40B4-BE49-F238E27FC236}">
                    <a16:creationId xmlns:a16="http://schemas.microsoft.com/office/drawing/2014/main" id="{00CE7508-CDD9-2A7A-C541-4582FA45B3B6}"/>
                  </a:ext>
                </a:extLst>
              </p:cNvPr>
              <p:cNvSpPr txBox="1">
                <a:spLocks noChangeArrowheads="1"/>
              </p:cNvSpPr>
              <p:nvPr/>
            </p:nvSpPr>
            <p:spPr bwMode="auto">
              <a:xfrm>
                <a:off x="4415" y="2364"/>
                <a:ext cx="36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Arial" charset="0"/>
                    <a:ea typeface="ＭＳ Ｐゴシック" charset="0"/>
                  </a:rPr>
                  <a:t>data</a:t>
                </a:r>
              </a:p>
            </p:txBody>
          </p:sp>
        </p:grpSp>
        <p:cxnSp>
          <p:nvCxnSpPr>
            <p:cNvPr id="31" name="Straight Connector 3">
              <a:extLst>
                <a:ext uri="{FF2B5EF4-FFF2-40B4-BE49-F238E27FC236}">
                  <a16:creationId xmlns:a16="http://schemas.microsoft.com/office/drawing/2014/main" id="{F0FACBF7-716C-FEE1-2715-10E8089B7267}"/>
                </a:ext>
              </a:extLst>
            </p:cNvPr>
            <p:cNvCxnSpPr>
              <a:cxnSpLocks/>
            </p:cNvCxnSpPr>
            <p:nvPr/>
          </p:nvCxnSpPr>
          <p:spPr>
            <a:xfrm>
              <a:off x="8736828" y="1187283"/>
              <a:ext cx="12933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74">
              <a:extLst>
                <a:ext uri="{FF2B5EF4-FFF2-40B4-BE49-F238E27FC236}">
                  <a16:creationId xmlns:a16="http://schemas.microsoft.com/office/drawing/2014/main" id="{39595EB1-FFC5-14D3-2E7C-C3B0B23974D9}"/>
                </a:ext>
              </a:extLst>
            </p:cNvPr>
            <p:cNvCxnSpPr>
              <a:cxnSpLocks/>
              <a:endCxn id="19" idx="1"/>
            </p:cNvCxnSpPr>
            <p:nvPr/>
          </p:nvCxnSpPr>
          <p:spPr>
            <a:xfrm flipV="1">
              <a:off x="8629018" y="860426"/>
              <a:ext cx="267317" cy="1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77">
              <a:extLst>
                <a:ext uri="{FF2B5EF4-FFF2-40B4-BE49-F238E27FC236}">
                  <a16:creationId xmlns:a16="http://schemas.microsoft.com/office/drawing/2014/main" id="{E519CC23-CA40-F69E-60D1-5C57D0628E1A}"/>
                </a:ext>
              </a:extLst>
            </p:cNvPr>
            <p:cNvCxnSpPr>
              <a:cxnSpLocks/>
            </p:cNvCxnSpPr>
            <p:nvPr/>
          </p:nvCxnSpPr>
          <p:spPr>
            <a:xfrm flipV="1">
              <a:off x="8044850" y="857769"/>
              <a:ext cx="848497" cy="17752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82">
              <a:extLst>
                <a:ext uri="{FF2B5EF4-FFF2-40B4-BE49-F238E27FC236}">
                  <a16:creationId xmlns:a16="http://schemas.microsoft.com/office/drawing/2014/main" id="{766C2C9E-84F4-8A0F-5FD5-BE1CB49F76AE}"/>
                </a:ext>
              </a:extLst>
            </p:cNvPr>
            <p:cNvCxnSpPr>
              <a:cxnSpLocks/>
            </p:cNvCxnSpPr>
            <p:nvPr/>
          </p:nvCxnSpPr>
          <p:spPr>
            <a:xfrm flipV="1">
              <a:off x="8340694" y="1424718"/>
              <a:ext cx="267317" cy="1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83">
              <a:extLst>
                <a:ext uri="{FF2B5EF4-FFF2-40B4-BE49-F238E27FC236}">
                  <a16:creationId xmlns:a16="http://schemas.microsoft.com/office/drawing/2014/main" id="{01CF13A7-AC58-0172-69E4-F5540364E81F}"/>
                </a:ext>
              </a:extLst>
            </p:cNvPr>
            <p:cNvCxnSpPr>
              <a:cxnSpLocks/>
            </p:cNvCxnSpPr>
            <p:nvPr/>
          </p:nvCxnSpPr>
          <p:spPr>
            <a:xfrm flipV="1">
              <a:off x="8060607" y="2046675"/>
              <a:ext cx="267317" cy="1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84">
              <a:extLst>
                <a:ext uri="{FF2B5EF4-FFF2-40B4-BE49-F238E27FC236}">
                  <a16:creationId xmlns:a16="http://schemas.microsoft.com/office/drawing/2014/main" id="{D48D034F-3F21-8DF4-1099-3346BE1093C4}"/>
                </a:ext>
              </a:extLst>
            </p:cNvPr>
            <p:cNvCxnSpPr>
              <a:cxnSpLocks/>
            </p:cNvCxnSpPr>
            <p:nvPr/>
          </p:nvCxnSpPr>
          <p:spPr>
            <a:xfrm flipV="1">
              <a:off x="7784640" y="2631562"/>
              <a:ext cx="267317" cy="1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3323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AB2C62-CB58-CFC6-3829-1906B00FC2C3}"/>
              </a:ext>
            </a:extLst>
          </p:cNvPr>
          <p:cNvSpPr>
            <a:spLocks noGrp="1"/>
          </p:cNvSpPr>
          <p:nvPr>
            <p:ph type="title"/>
          </p:nvPr>
        </p:nvSpPr>
        <p:spPr/>
        <p:txBody>
          <a:bodyPr/>
          <a:lstStyle/>
          <a:p>
            <a:r>
              <a:rPr lang="zh-CN" altLang="en-US" dirty="0"/>
              <a:t>轮流</a:t>
            </a:r>
            <a:r>
              <a:rPr lang="en-US" altLang="zh-CN" dirty="0"/>
              <a:t>(Taking Turns)</a:t>
            </a:r>
            <a:r>
              <a:rPr lang="zh-CN" altLang="en-US" dirty="0"/>
              <a:t>协议</a:t>
            </a:r>
          </a:p>
        </p:txBody>
      </p:sp>
      <p:sp>
        <p:nvSpPr>
          <p:cNvPr id="3" name="内容占位符 2">
            <a:extLst>
              <a:ext uri="{FF2B5EF4-FFF2-40B4-BE49-F238E27FC236}">
                <a16:creationId xmlns:a16="http://schemas.microsoft.com/office/drawing/2014/main" id="{75FE3B6B-1DE5-1FB5-95A8-B96F2C911E11}"/>
              </a:ext>
            </a:extLst>
          </p:cNvPr>
          <p:cNvSpPr>
            <a:spLocks noGrp="1"/>
          </p:cNvSpPr>
          <p:nvPr>
            <p:ph idx="1"/>
          </p:nvPr>
        </p:nvSpPr>
        <p:spPr>
          <a:xfrm>
            <a:off x="442913" y="728663"/>
            <a:ext cx="7233239" cy="5487202"/>
          </a:xfrm>
        </p:spPr>
        <p:txBody>
          <a:bodyPr>
            <a:normAutofit/>
          </a:bodyPr>
          <a:lstStyle/>
          <a:p>
            <a:pPr marL="0" indent="0">
              <a:buNone/>
            </a:pPr>
            <a:r>
              <a:rPr lang="zh-CN" altLang="en-US" dirty="0"/>
              <a:t>令牌传递</a:t>
            </a:r>
            <a:r>
              <a:rPr lang="en-US" altLang="zh-CN" dirty="0"/>
              <a:t>(token passing)</a:t>
            </a:r>
          </a:p>
          <a:p>
            <a:r>
              <a:rPr lang="zh-CN" altLang="en-US" dirty="0"/>
              <a:t>节点组织为一个环</a:t>
            </a:r>
            <a:endParaRPr lang="en-US" altLang="zh-CN" dirty="0"/>
          </a:p>
          <a:p>
            <a:r>
              <a:rPr lang="zh-CN" altLang="en-US" dirty="0"/>
              <a:t>令牌帧</a:t>
            </a:r>
            <a:r>
              <a:rPr lang="en-US" altLang="zh-CN" dirty="0"/>
              <a:t>(token)</a:t>
            </a:r>
            <a:r>
              <a:rPr lang="zh-CN" altLang="en-US" dirty="0"/>
              <a:t>：令牌为信道访问的信物</a:t>
            </a:r>
            <a:endParaRPr lang="en-US" altLang="zh-CN" dirty="0"/>
          </a:p>
          <a:p>
            <a:r>
              <a:rPr lang="zh-CN" altLang="en-US" dirty="0"/>
              <a:t>令牌从一个节点传输给下一节点，下一节点再传输给下一节点，如此绕环传递</a:t>
            </a:r>
            <a:endParaRPr lang="en-US" altLang="zh-CN" dirty="0"/>
          </a:p>
          <a:p>
            <a:r>
              <a:rPr lang="zh-CN" altLang="en-US" dirty="0"/>
              <a:t>如果节点有数据传输时，令牌到达该节点时：</a:t>
            </a:r>
            <a:endParaRPr lang="en-US" altLang="zh-CN" dirty="0"/>
          </a:p>
          <a:p>
            <a:pPr lvl="1"/>
            <a:r>
              <a:rPr lang="zh-CN" altLang="en-US" sz="2000" dirty="0"/>
              <a:t>将令牌帧改造为数据帧，传输数据</a:t>
            </a:r>
            <a:endParaRPr lang="en-US" altLang="zh-CN" sz="2000" dirty="0"/>
          </a:p>
          <a:p>
            <a:pPr lvl="1"/>
            <a:r>
              <a:rPr lang="zh-CN" altLang="en-US" sz="2000" dirty="0"/>
              <a:t>持有令牌的节点可以传输的时间不允许超过令牌持有时间</a:t>
            </a:r>
            <a:r>
              <a:rPr lang="en-US" altLang="zh-CN" sz="2000" dirty="0"/>
              <a:t>THT(Token Hold Time)</a:t>
            </a:r>
          </a:p>
          <a:p>
            <a:pPr lvl="1"/>
            <a:r>
              <a:rPr lang="zh-CN" altLang="en-US" sz="2000" dirty="0"/>
              <a:t>当没有更多数据或者</a:t>
            </a:r>
            <a:r>
              <a:rPr lang="en-US" altLang="zh-CN" sz="2000" dirty="0"/>
              <a:t>THT</a:t>
            </a:r>
            <a:r>
              <a:rPr lang="zh-CN" altLang="en-US" sz="2000" dirty="0"/>
              <a:t>到时，节点重新产生令牌，传输给下一节点</a:t>
            </a:r>
            <a:endParaRPr lang="en-US" altLang="zh-CN" sz="2000" dirty="0"/>
          </a:p>
          <a:p>
            <a:pPr lvl="1"/>
            <a:r>
              <a:rPr lang="zh-CN" altLang="en-US" sz="2000" dirty="0"/>
              <a:t>获得令牌后传递的数据一般绕环一周后由发送者负责移走</a:t>
            </a:r>
            <a:endParaRPr lang="en-US" altLang="zh-CN" sz="2000" dirty="0"/>
          </a:p>
          <a:p>
            <a:r>
              <a:rPr lang="zh-CN" altLang="en-US" dirty="0"/>
              <a:t>需要保证只有一个令牌绕环传递</a:t>
            </a:r>
          </a:p>
        </p:txBody>
      </p:sp>
      <p:grpSp>
        <p:nvGrpSpPr>
          <p:cNvPr id="4" name="组合 3">
            <a:extLst>
              <a:ext uri="{FF2B5EF4-FFF2-40B4-BE49-F238E27FC236}">
                <a16:creationId xmlns:a16="http://schemas.microsoft.com/office/drawing/2014/main" id="{EE949F0A-5206-6749-9D17-98450FA15BE3}"/>
              </a:ext>
            </a:extLst>
          </p:cNvPr>
          <p:cNvGrpSpPr/>
          <p:nvPr/>
        </p:nvGrpSpPr>
        <p:grpSpPr>
          <a:xfrm>
            <a:off x="7561530" y="149704"/>
            <a:ext cx="4784582" cy="3916044"/>
            <a:chOff x="235655" y="2718295"/>
            <a:chExt cx="4784582" cy="3916044"/>
          </a:xfrm>
        </p:grpSpPr>
        <p:sp>
          <p:nvSpPr>
            <p:cNvPr id="5" name="椭圆 4">
              <a:extLst>
                <a:ext uri="{FF2B5EF4-FFF2-40B4-BE49-F238E27FC236}">
                  <a16:creationId xmlns:a16="http://schemas.microsoft.com/office/drawing/2014/main" id="{178F8CEA-298C-272C-0E33-2C57443D8A90}"/>
                </a:ext>
              </a:extLst>
            </p:cNvPr>
            <p:cNvSpPr/>
            <p:nvPr/>
          </p:nvSpPr>
          <p:spPr>
            <a:xfrm>
              <a:off x="586853" y="2718295"/>
              <a:ext cx="3657600" cy="35050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86191C8C-7C8E-AE73-344C-51534787A2B8}"/>
                </a:ext>
              </a:extLst>
            </p:cNvPr>
            <p:cNvSpPr/>
            <p:nvPr/>
          </p:nvSpPr>
          <p:spPr>
            <a:xfrm>
              <a:off x="875729" y="2965026"/>
              <a:ext cx="3095769" cy="29717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B17521B-3C84-9A7D-EB34-F4919E46F83F}"/>
                </a:ext>
              </a:extLst>
            </p:cNvPr>
            <p:cNvSpPr/>
            <p:nvPr/>
          </p:nvSpPr>
          <p:spPr>
            <a:xfrm rot="2914797">
              <a:off x="3514202" y="3319818"/>
              <a:ext cx="423080" cy="191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弧形 7">
              <a:extLst>
                <a:ext uri="{FF2B5EF4-FFF2-40B4-BE49-F238E27FC236}">
                  <a16:creationId xmlns:a16="http://schemas.microsoft.com/office/drawing/2014/main" id="{04C05096-6AE4-C995-01A5-8D0DBDAD362B}"/>
                </a:ext>
              </a:extLst>
            </p:cNvPr>
            <p:cNvSpPr/>
            <p:nvPr/>
          </p:nvSpPr>
          <p:spPr>
            <a:xfrm>
              <a:off x="3035200" y="3477923"/>
              <a:ext cx="573206" cy="811985"/>
            </a:xfrm>
            <a:prstGeom prst="arc">
              <a:avLst>
                <a:gd name="adj1" fmla="val 16200000"/>
                <a:gd name="adj2" fmla="val 1106089"/>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F1597E7-6D1D-9264-6EC2-4EF88AC7E95C}"/>
                </a:ext>
              </a:extLst>
            </p:cNvPr>
            <p:cNvSpPr/>
            <p:nvPr/>
          </p:nvSpPr>
          <p:spPr>
            <a:xfrm rot="1012982">
              <a:off x="3937331" y="4667534"/>
              <a:ext cx="595998" cy="24566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C718F145-D9AA-54EC-79DB-0B9D635CDDC0}"/>
                </a:ext>
              </a:extLst>
            </p:cNvPr>
            <p:cNvSpPr txBox="1"/>
            <p:nvPr/>
          </p:nvSpPr>
          <p:spPr>
            <a:xfrm>
              <a:off x="4201371" y="4289908"/>
              <a:ext cx="818866" cy="369332"/>
            </a:xfrm>
            <a:prstGeom prst="rect">
              <a:avLst/>
            </a:prstGeom>
            <a:noFill/>
          </p:spPr>
          <p:txBody>
            <a:bodyPr wrap="square" rtlCol="0">
              <a:spAutoFit/>
            </a:bodyPr>
            <a:lstStyle/>
            <a:p>
              <a:r>
                <a:rPr lang="zh-CN" altLang="en-US" dirty="0"/>
                <a:t>节点</a:t>
              </a:r>
            </a:p>
          </p:txBody>
        </p:sp>
        <p:sp>
          <p:nvSpPr>
            <p:cNvPr id="11" name="矩形 10">
              <a:extLst>
                <a:ext uri="{FF2B5EF4-FFF2-40B4-BE49-F238E27FC236}">
                  <a16:creationId xmlns:a16="http://schemas.microsoft.com/office/drawing/2014/main" id="{31727F13-9F3B-903D-5366-BEEB7902A731}"/>
                </a:ext>
              </a:extLst>
            </p:cNvPr>
            <p:cNvSpPr/>
            <p:nvPr/>
          </p:nvSpPr>
          <p:spPr>
            <a:xfrm rot="3372817">
              <a:off x="3031843" y="5916319"/>
              <a:ext cx="595998" cy="24566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C829354-9555-7097-8AF8-FB88DB6D286D}"/>
                </a:ext>
              </a:extLst>
            </p:cNvPr>
            <p:cNvSpPr txBox="1"/>
            <p:nvPr/>
          </p:nvSpPr>
          <p:spPr>
            <a:xfrm>
              <a:off x="2688186" y="6265007"/>
              <a:ext cx="818866" cy="369332"/>
            </a:xfrm>
            <a:prstGeom prst="rect">
              <a:avLst/>
            </a:prstGeom>
            <a:noFill/>
          </p:spPr>
          <p:txBody>
            <a:bodyPr wrap="square" rtlCol="0">
              <a:spAutoFit/>
            </a:bodyPr>
            <a:lstStyle/>
            <a:p>
              <a:r>
                <a:rPr lang="zh-CN" altLang="en-US" dirty="0"/>
                <a:t>节点</a:t>
              </a:r>
            </a:p>
          </p:txBody>
        </p:sp>
        <p:sp>
          <p:nvSpPr>
            <p:cNvPr id="13" name="矩形 12">
              <a:extLst>
                <a:ext uri="{FF2B5EF4-FFF2-40B4-BE49-F238E27FC236}">
                  <a16:creationId xmlns:a16="http://schemas.microsoft.com/office/drawing/2014/main" id="{73AED39C-1321-D695-30BC-F4F968F7631E}"/>
                </a:ext>
              </a:extLst>
            </p:cNvPr>
            <p:cNvSpPr/>
            <p:nvPr/>
          </p:nvSpPr>
          <p:spPr>
            <a:xfrm rot="2186171">
              <a:off x="609682" y="3248066"/>
              <a:ext cx="595998" cy="24566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2E3C0993-F34A-BFC2-FB00-FB637DE66333}"/>
                </a:ext>
              </a:extLst>
            </p:cNvPr>
            <p:cNvSpPr txBox="1"/>
            <p:nvPr/>
          </p:nvSpPr>
          <p:spPr>
            <a:xfrm>
              <a:off x="235655" y="3462039"/>
              <a:ext cx="818866" cy="369332"/>
            </a:xfrm>
            <a:prstGeom prst="rect">
              <a:avLst/>
            </a:prstGeom>
            <a:noFill/>
          </p:spPr>
          <p:txBody>
            <a:bodyPr wrap="square" rtlCol="0">
              <a:spAutoFit/>
            </a:bodyPr>
            <a:lstStyle/>
            <a:p>
              <a:r>
                <a:rPr lang="zh-CN" altLang="en-US" dirty="0"/>
                <a:t>节点</a:t>
              </a:r>
            </a:p>
          </p:txBody>
        </p:sp>
      </p:grpSp>
      <p:sp>
        <p:nvSpPr>
          <p:cNvPr id="16" name="文本框 15">
            <a:extLst>
              <a:ext uri="{FF2B5EF4-FFF2-40B4-BE49-F238E27FC236}">
                <a16:creationId xmlns:a16="http://schemas.microsoft.com/office/drawing/2014/main" id="{AB7AB4B6-4B7A-8295-4656-359465D9F2B1}"/>
              </a:ext>
            </a:extLst>
          </p:cNvPr>
          <p:cNvSpPr txBox="1"/>
          <p:nvPr/>
        </p:nvSpPr>
        <p:spPr>
          <a:xfrm>
            <a:off x="7869677" y="4432147"/>
            <a:ext cx="4322322" cy="1429622"/>
          </a:xfrm>
          <a:prstGeom prst="rect">
            <a:avLst/>
          </a:prstGeom>
          <a:solidFill>
            <a:schemeClr val="accent4">
              <a:lumMod val="20000"/>
              <a:lumOff val="80000"/>
            </a:schemeClr>
          </a:solidFill>
        </p:spPr>
        <p:txBody>
          <a:bodyPr wrap="square">
            <a:spAutoFit/>
          </a:bodyPr>
          <a:lstStyle/>
          <a:p>
            <a:pPr>
              <a:lnSpc>
                <a:spcPct val="150000"/>
              </a:lnSpc>
            </a:pPr>
            <a:r>
              <a:rPr lang="zh-CN" altLang="en-US" sz="2000" dirty="0"/>
              <a:t>假设</a:t>
            </a:r>
            <a:r>
              <a:rPr lang="en-US" altLang="zh-CN" sz="2000" dirty="0"/>
              <a:t>N</a:t>
            </a:r>
            <a:r>
              <a:rPr lang="zh-CN" altLang="en-US" sz="2000" dirty="0"/>
              <a:t>个节点，总是有数据要传输</a:t>
            </a:r>
            <a:endParaRPr lang="en-US" altLang="zh-CN" sz="2000" dirty="0"/>
          </a:p>
          <a:p>
            <a:pPr marL="285750" indent="-285750">
              <a:lnSpc>
                <a:spcPct val="150000"/>
              </a:lnSpc>
              <a:buFont typeface="Arial" panose="020B0604020202020204" pitchFamily="34" charset="0"/>
              <a:buChar char="•"/>
            </a:pPr>
            <a:r>
              <a:rPr lang="zh-CN" altLang="en-US" sz="2000" dirty="0"/>
              <a:t>信道的最大有效利用率</a:t>
            </a:r>
            <a:r>
              <a:rPr lang="en-US" altLang="zh-CN" sz="2000" dirty="0"/>
              <a:t>(</a:t>
            </a:r>
            <a:r>
              <a:rPr lang="zh-CN" altLang="en-US" sz="2000" dirty="0"/>
              <a:t>吞吐率）</a:t>
            </a:r>
            <a:r>
              <a:rPr lang="en-US" altLang="zh-CN" sz="2000" dirty="0"/>
              <a:t>:</a:t>
            </a:r>
          </a:p>
          <a:p>
            <a:pPr>
              <a:lnSpc>
                <a:spcPct val="150000"/>
              </a:lnSpc>
            </a:pPr>
            <a:r>
              <a:rPr lang="en-US" altLang="zh-CN" sz="2000" dirty="0"/>
              <a:t>Throughput = N * THT / (N * THT + TRT)</a:t>
            </a:r>
          </a:p>
        </p:txBody>
      </p:sp>
    </p:spTree>
    <p:extLst>
      <p:ext uri="{BB962C8B-B14F-4D97-AF65-F5344CB8AC3E}">
        <p14:creationId xmlns:p14="http://schemas.microsoft.com/office/powerpoint/2010/main" val="3478247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6884C-BB3D-307E-CEC0-943E5622EB2D}"/>
              </a:ext>
            </a:extLst>
          </p:cNvPr>
          <p:cNvSpPr>
            <a:spLocks noGrp="1"/>
          </p:cNvSpPr>
          <p:nvPr>
            <p:ph type="title"/>
          </p:nvPr>
        </p:nvSpPr>
        <p:spPr/>
        <p:txBody>
          <a:bodyPr>
            <a:normAutofit fontScale="90000"/>
          </a:bodyPr>
          <a:lstStyle/>
          <a:p>
            <a:r>
              <a:rPr lang="en-US" altLang="zh-CN" dirty="0"/>
              <a:t>【</a:t>
            </a:r>
            <a:r>
              <a:rPr lang="zh-CN" altLang="en-US" dirty="0"/>
              <a:t>不介绍</a:t>
            </a:r>
            <a:r>
              <a:rPr lang="en-US" altLang="zh-CN" dirty="0"/>
              <a:t>】DOCSIS(</a:t>
            </a:r>
            <a:r>
              <a:rPr lang="en-US" altLang="zh-CN" sz="2800" dirty="0">
                <a:solidFill>
                  <a:srgbClr val="000000"/>
                </a:solidFill>
                <a:ea typeface="ＭＳ Ｐゴシック" charset="0"/>
              </a:rPr>
              <a:t>data over cable service interface specification)</a:t>
            </a:r>
            <a:endParaRPr lang="zh-CN" altLang="en-US" dirty="0"/>
          </a:p>
        </p:txBody>
      </p:sp>
      <p:sp>
        <p:nvSpPr>
          <p:cNvPr id="3" name="内容占位符 2">
            <a:extLst>
              <a:ext uri="{FF2B5EF4-FFF2-40B4-BE49-F238E27FC236}">
                <a16:creationId xmlns:a16="http://schemas.microsoft.com/office/drawing/2014/main" id="{25B9A0DF-9833-46CA-E91D-73A78114E672}"/>
              </a:ext>
            </a:extLst>
          </p:cNvPr>
          <p:cNvSpPr>
            <a:spLocks noGrp="1"/>
          </p:cNvSpPr>
          <p:nvPr>
            <p:ph idx="1"/>
          </p:nvPr>
        </p:nvSpPr>
        <p:spPr/>
        <p:txBody>
          <a:bodyPr/>
          <a:lstStyle/>
          <a:p>
            <a:endParaRPr lang="zh-CN" altLang="en-US" dirty="0"/>
          </a:p>
        </p:txBody>
      </p:sp>
      <p:grpSp>
        <p:nvGrpSpPr>
          <p:cNvPr id="126" name="组合 125">
            <a:extLst>
              <a:ext uri="{FF2B5EF4-FFF2-40B4-BE49-F238E27FC236}">
                <a16:creationId xmlns:a16="http://schemas.microsoft.com/office/drawing/2014/main" id="{7DCDAB8D-C84A-DC6E-A7B9-254A8BA34066}"/>
              </a:ext>
            </a:extLst>
          </p:cNvPr>
          <p:cNvGrpSpPr/>
          <p:nvPr/>
        </p:nvGrpSpPr>
        <p:grpSpPr>
          <a:xfrm>
            <a:off x="1756769" y="1915123"/>
            <a:ext cx="9154386" cy="3447987"/>
            <a:chOff x="1294432" y="2808975"/>
            <a:chExt cx="7774274" cy="2705193"/>
          </a:xfrm>
        </p:grpSpPr>
        <p:sp>
          <p:nvSpPr>
            <p:cNvPr id="4" name="TextBox 28">
              <a:extLst>
                <a:ext uri="{FF2B5EF4-FFF2-40B4-BE49-F238E27FC236}">
                  <a16:creationId xmlns:a16="http://schemas.microsoft.com/office/drawing/2014/main" id="{852D0BC3-2884-5BCB-DA03-BAC7F4BF2BB1}"/>
                </a:ext>
              </a:extLst>
            </p:cNvPr>
            <p:cNvSpPr txBox="1">
              <a:spLocks noChangeArrowheads="1"/>
            </p:cNvSpPr>
            <p:nvPr/>
          </p:nvSpPr>
          <p:spPr bwMode="auto">
            <a:xfrm>
              <a:off x="6630218" y="4489054"/>
              <a:ext cx="243848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mn-lt"/>
                  <a:ea typeface="ＭＳ Ｐゴシック" charset="0"/>
                  <a:cs typeface="Arial" charset="0"/>
                </a:rPr>
                <a:t>Residences with cable modems</a:t>
              </a:r>
            </a:p>
          </p:txBody>
        </p:sp>
        <p:sp>
          <p:nvSpPr>
            <p:cNvPr id="5" name="Down Arrow 472">
              <a:extLst>
                <a:ext uri="{FF2B5EF4-FFF2-40B4-BE49-F238E27FC236}">
                  <a16:creationId xmlns:a16="http://schemas.microsoft.com/office/drawing/2014/main" id="{334EA80E-CE0B-95B6-59AB-207872D0A628}"/>
                </a:ext>
              </a:extLst>
            </p:cNvPr>
            <p:cNvSpPr/>
            <p:nvPr/>
          </p:nvSpPr>
          <p:spPr bwMode="auto">
            <a:xfrm rot="16200000">
              <a:off x="4760082" y="1683438"/>
              <a:ext cx="390525" cy="3606800"/>
            </a:xfrm>
            <a:prstGeom prst="downArrow">
              <a:avLst/>
            </a:prstGeom>
            <a:noFill/>
            <a:ln w="12700" cap="flat" cmpd="sng" algn="ctr">
              <a:solidFill>
                <a:srgbClr val="00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Arial"/>
              </a:endParaRPr>
            </a:p>
          </p:txBody>
        </p:sp>
        <p:sp>
          <p:nvSpPr>
            <p:cNvPr id="6" name="Down Arrow 473">
              <a:extLst>
                <a:ext uri="{FF2B5EF4-FFF2-40B4-BE49-F238E27FC236}">
                  <a16:creationId xmlns:a16="http://schemas.microsoft.com/office/drawing/2014/main" id="{5D698338-9482-2B2F-5643-E6454E972939}"/>
                </a:ext>
              </a:extLst>
            </p:cNvPr>
            <p:cNvSpPr/>
            <p:nvPr/>
          </p:nvSpPr>
          <p:spPr bwMode="auto">
            <a:xfrm rot="5400000">
              <a:off x="4701345" y="2108888"/>
              <a:ext cx="374650" cy="3606800"/>
            </a:xfrm>
            <a:prstGeom prst="downArrow">
              <a:avLst/>
            </a:prstGeom>
            <a:noFill/>
            <a:ln w="12700" cap="flat" cmpd="sng" algn="ctr">
              <a:solidFill>
                <a:srgbClr val="00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Arial"/>
              </a:endParaRPr>
            </a:p>
          </p:txBody>
        </p:sp>
        <p:sp>
          <p:nvSpPr>
            <p:cNvPr id="7" name="TextBox 31">
              <a:extLst>
                <a:ext uri="{FF2B5EF4-FFF2-40B4-BE49-F238E27FC236}">
                  <a16:creationId xmlns:a16="http://schemas.microsoft.com/office/drawing/2014/main" id="{D20A4951-7123-90AA-9BC1-E18D56FF95D3}"/>
                </a:ext>
              </a:extLst>
            </p:cNvPr>
            <p:cNvSpPr txBox="1">
              <a:spLocks noChangeArrowheads="1"/>
            </p:cNvSpPr>
            <p:nvPr/>
          </p:nvSpPr>
          <p:spPr bwMode="auto">
            <a:xfrm>
              <a:off x="4007828" y="3353461"/>
              <a:ext cx="157767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1" u="none" strike="noStrike" kern="0" cap="none" spc="0" normalizeH="0" baseline="0" noProof="0" dirty="0">
                  <a:ln>
                    <a:noFill/>
                  </a:ln>
                  <a:solidFill>
                    <a:srgbClr val="000000"/>
                  </a:solidFill>
                  <a:effectLst/>
                  <a:uLnTx/>
                  <a:uFillTx/>
                  <a:latin typeface="+mn-lt"/>
                  <a:ea typeface="ＭＳ Ｐゴシック" charset="0"/>
                  <a:cs typeface="Arial" charset="0"/>
                </a:rPr>
                <a:t>Downstream channel i</a:t>
              </a:r>
            </a:p>
          </p:txBody>
        </p:sp>
        <p:sp>
          <p:nvSpPr>
            <p:cNvPr id="8" name="TextBox 32">
              <a:extLst>
                <a:ext uri="{FF2B5EF4-FFF2-40B4-BE49-F238E27FC236}">
                  <a16:creationId xmlns:a16="http://schemas.microsoft.com/office/drawing/2014/main" id="{01D7B503-D551-F772-0C69-56E4180777C8}"/>
                </a:ext>
              </a:extLst>
            </p:cNvPr>
            <p:cNvSpPr txBox="1">
              <a:spLocks noChangeArrowheads="1"/>
            </p:cNvSpPr>
            <p:nvPr/>
          </p:nvSpPr>
          <p:spPr bwMode="auto">
            <a:xfrm>
              <a:off x="4150694" y="3775651"/>
              <a:ext cx="139493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1" u="none" strike="noStrike" kern="0" cap="none" spc="0" normalizeH="0" baseline="0" noProof="0" dirty="0">
                  <a:ln>
                    <a:noFill/>
                  </a:ln>
                  <a:solidFill>
                    <a:srgbClr val="000000"/>
                  </a:solidFill>
                  <a:effectLst/>
                  <a:uLnTx/>
                  <a:uFillTx/>
                  <a:latin typeface="+mn-lt"/>
                  <a:ea typeface="ＭＳ Ｐゴシック" charset="0"/>
                  <a:cs typeface="Arial" charset="0"/>
                </a:rPr>
                <a:t>Upstream channel j</a:t>
              </a:r>
            </a:p>
          </p:txBody>
        </p:sp>
        <p:grpSp>
          <p:nvGrpSpPr>
            <p:cNvPr id="9" name="Group 2">
              <a:extLst>
                <a:ext uri="{FF2B5EF4-FFF2-40B4-BE49-F238E27FC236}">
                  <a16:creationId xmlns:a16="http://schemas.microsoft.com/office/drawing/2014/main" id="{28329264-8C8B-5603-D44D-B465568AF4ED}"/>
                </a:ext>
              </a:extLst>
            </p:cNvPr>
            <p:cNvGrpSpPr/>
            <p:nvPr/>
          </p:nvGrpSpPr>
          <p:grpSpPr>
            <a:xfrm>
              <a:off x="4652447" y="2927268"/>
              <a:ext cx="1907860" cy="400110"/>
              <a:chOff x="5916168" y="1476227"/>
              <a:chExt cx="1907860" cy="400110"/>
            </a:xfrm>
          </p:grpSpPr>
          <p:sp>
            <p:nvSpPr>
              <p:cNvPr id="10" name="Rectangle 469">
                <a:extLst>
                  <a:ext uri="{FF2B5EF4-FFF2-40B4-BE49-F238E27FC236}">
                    <a16:creationId xmlns:a16="http://schemas.microsoft.com/office/drawing/2014/main" id="{41E4FABE-C7F1-4517-F40B-4E059571EF0D}"/>
                  </a:ext>
                </a:extLst>
              </p:cNvPr>
              <p:cNvSpPr/>
              <p:nvPr/>
            </p:nvSpPr>
            <p:spPr bwMode="auto">
              <a:xfrm>
                <a:off x="5916168" y="1495043"/>
                <a:ext cx="1047435" cy="369303"/>
              </a:xfrm>
              <a:prstGeom prst="rect">
                <a:avLst/>
              </a:prstGeom>
              <a:noFill/>
              <a:ln w="12700" cap="flat" cmpd="sng" algn="ctr">
                <a:solidFill>
                  <a:srgbClr val="00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Arial"/>
                </a:endParaRPr>
              </a:p>
            </p:txBody>
          </p:sp>
          <p:sp>
            <p:nvSpPr>
              <p:cNvPr id="11" name="TextBox 6">
                <a:extLst>
                  <a:ext uri="{FF2B5EF4-FFF2-40B4-BE49-F238E27FC236}">
                    <a16:creationId xmlns:a16="http://schemas.microsoft.com/office/drawing/2014/main" id="{D94E38AE-1BF7-9868-0353-A15E30040601}"/>
                  </a:ext>
                </a:extLst>
              </p:cNvPr>
              <p:cNvSpPr txBox="1">
                <a:spLocks noChangeArrowheads="1"/>
              </p:cNvSpPr>
              <p:nvPr/>
            </p:nvSpPr>
            <p:spPr bwMode="auto">
              <a:xfrm>
                <a:off x="5920797" y="1476227"/>
                <a:ext cx="97013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ts val="1200"/>
                  </a:lnSpc>
                  <a:spcBef>
                    <a:spcPct val="0"/>
                  </a:spcBef>
                  <a:spcAft>
                    <a:spcPct val="0"/>
                  </a:spcAft>
                  <a:buClrTx/>
                  <a:buSzTx/>
                  <a:buFontTx/>
                  <a:buNone/>
                  <a:tabLst/>
                  <a:defRPr/>
                </a:pPr>
                <a:r>
                  <a:rPr kumimoji="0" lang="en-US" sz="1000" b="0" i="1" u="none" strike="noStrike" kern="0" cap="none" spc="0" normalizeH="0" baseline="0" noProof="0" dirty="0">
                    <a:ln>
                      <a:noFill/>
                    </a:ln>
                    <a:solidFill>
                      <a:srgbClr val="000000"/>
                    </a:solidFill>
                    <a:effectLst/>
                    <a:uLnTx/>
                    <a:uFillTx/>
                    <a:latin typeface="+mn-lt"/>
                    <a:ea typeface="ＭＳ Ｐゴシック" charset="0"/>
                    <a:cs typeface="Arial" charset="0"/>
                  </a:rPr>
                  <a:t>MAP frame for</a:t>
                </a:r>
              </a:p>
              <a:p>
                <a:pPr marL="0" marR="0" lvl="0" indent="0" defTabSz="914400" eaLnBrk="0" fontAlgn="base" latinLnBrk="0" hangingPunct="0">
                  <a:lnSpc>
                    <a:spcPts val="1200"/>
                  </a:lnSpc>
                  <a:spcBef>
                    <a:spcPct val="0"/>
                  </a:spcBef>
                  <a:spcAft>
                    <a:spcPct val="0"/>
                  </a:spcAft>
                  <a:buClrTx/>
                  <a:buSzTx/>
                  <a:buFontTx/>
                  <a:buNone/>
                  <a:tabLst/>
                  <a:defRPr/>
                </a:pPr>
                <a:r>
                  <a:rPr kumimoji="0" lang="en-US" sz="1000" b="0" i="1" u="none" strike="noStrike" kern="0" cap="none" spc="0" normalizeH="0" baseline="0" noProof="0" dirty="0">
                    <a:ln>
                      <a:noFill/>
                    </a:ln>
                    <a:solidFill>
                      <a:srgbClr val="000000"/>
                    </a:solidFill>
                    <a:effectLst/>
                    <a:uLnTx/>
                    <a:uFillTx/>
                    <a:latin typeface="+mn-lt"/>
                    <a:ea typeface="ＭＳ Ｐゴシック" charset="0"/>
                    <a:cs typeface="Arial" charset="0"/>
                  </a:rPr>
                  <a:t>Interval [t1, t2]</a:t>
                </a:r>
              </a:p>
            </p:txBody>
          </p:sp>
          <p:pic>
            <p:nvPicPr>
              <p:cNvPr id="12" name="Picture 4">
                <a:extLst>
                  <a:ext uri="{FF2B5EF4-FFF2-40B4-BE49-F238E27FC236}">
                    <a16:creationId xmlns:a16="http://schemas.microsoft.com/office/drawing/2014/main" id="{5A15F674-AEC0-B567-DD2B-65758644D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466" y="1556372"/>
                <a:ext cx="817562" cy="242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grpSp>
          <p:nvGrpSpPr>
            <p:cNvPr id="13" name="Group 3">
              <a:extLst>
                <a:ext uri="{FF2B5EF4-FFF2-40B4-BE49-F238E27FC236}">
                  <a16:creationId xmlns:a16="http://schemas.microsoft.com/office/drawing/2014/main" id="{63037BB3-CED9-6F1F-D286-59E744F3EF93}"/>
                </a:ext>
              </a:extLst>
            </p:cNvPr>
            <p:cNvGrpSpPr/>
            <p:nvPr/>
          </p:nvGrpSpPr>
          <p:grpSpPr>
            <a:xfrm>
              <a:off x="3082372" y="4255188"/>
              <a:ext cx="4792289" cy="1258980"/>
              <a:chOff x="4346093" y="2804147"/>
              <a:chExt cx="4792289" cy="1258980"/>
            </a:xfrm>
          </p:grpSpPr>
          <p:cxnSp>
            <p:nvCxnSpPr>
              <p:cNvPr id="14" name="Straight Connector 477">
                <a:extLst>
                  <a:ext uri="{FF2B5EF4-FFF2-40B4-BE49-F238E27FC236}">
                    <a16:creationId xmlns:a16="http://schemas.microsoft.com/office/drawing/2014/main" id="{E7CF1C07-9DC6-0A69-5E9C-2A7226674E01}"/>
                  </a:ext>
                </a:extLst>
              </p:cNvPr>
              <p:cNvCxnSpPr/>
              <p:nvPr/>
            </p:nvCxnSpPr>
            <p:spPr bwMode="auto">
              <a:xfrm>
                <a:off x="4826828" y="2997822"/>
                <a:ext cx="2755900" cy="4762"/>
              </a:xfrm>
              <a:prstGeom prst="line">
                <a:avLst/>
              </a:prstGeom>
              <a:noFill/>
              <a:ln w="12700" cap="flat" cmpd="sng" algn="ctr">
                <a:solidFill>
                  <a:srgbClr val="000000"/>
                </a:solidFill>
                <a:prstDash val="solid"/>
              </a:ln>
              <a:effectLst/>
            </p:spPr>
          </p:cxnSp>
          <p:cxnSp>
            <p:nvCxnSpPr>
              <p:cNvPr id="15" name="Straight Connector 478">
                <a:extLst>
                  <a:ext uri="{FF2B5EF4-FFF2-40B4-BE49-F238E27FC236}">
                    <a16:creationId xmlns:a16="http://schemas.microsoft.com/office/drawing/2014/main" id="{F6205376-3E23-0EF2-CFA0-129F68EBD2E5}"/>
                  </a:ext>
                </a:extLst>
              </p:cNvPr>
              <p:cNvCxnSpPr/>
              <p:nvPr/>
            </p:nvCxnSpPr>
            <p:spPr bwMode="auto">
              <a:xfrm>
                <a:off x="4885566" y="2804147"/>
                <a:ext cx="0" cy="190500"/>
              </a:xfrm>
              <a:prstGeom prst="line">
                <a:avLst/>
              </a:prstGeom>
              <a:noFill/>
              <a:ln w="12700" cap="flat" cmpd="sng" algn="ctr">
                <a:solidFill>
                  <a:srgbClr val="000000"/>
                </a:solidFill>
                <a:prstDash val="solid"/>
              </a:ln>
              <a:effectLst/>
            </p:spPr>
          </p:cxnSp>
          <p:cxnSp>
            <p:nvCxnSpPr>
              <p:cNvPr id="16" name="Straight Connector 479">
                <a:extLst>
                  <a:ext uri="{FF2B5EF4-FFF2-40B4-BE49-F238E27FC236}">
                    <a16:creationId xmlns:a16="http://schemas.microsoft.com/office/drawing/2014/main" id="{1AE1F495-3485-1859-691D-F3C5F6AE4734}"/>
                  </a:ext>
                </a:extLst>
              </p:cNvPr>
              <p:cNvCxnSpPr/>
              <p:nvPr/>
            </p:nvCxnSpPr>
            <p:spPr bwMode="auto">
              <a:xfrm flipH="1">
                <a:off x="4971291" y="2889872"/>
                <a:ext cx="3175" cy="107950"/>
              </a:xfrm>
              <a:prstGeom prst="line">
                <a:avLst/>
              </a:prstGeom>
              <a:noFill/>
              <a:ln w="12700" cap="flat" cmpd="sng" algn="ctr">
                <a:solidFill>
                  <a:srgbClr val="000000"/>
                </a:solidFill>
                <a:prstDash val="solid"/>
              </a:ln>
              <a:effectLst/>
            </p:spPr>
          </p:cxnSp>
          <p:cxnSp>
            <p:nvCxnSpPr>
              <p:cNvPr id="17" name="Straight Connector 480">
                <a:extLst>
                  <a:ext uri="{FF2B5EF4-FFF2-40B4-BE49-F238E27FC236}">
                    <a16:creationId xmlns:a16="http://schemas.microsoft.com/office/drawing/2014/main" id="{520B9EEE-33E0-FEE3-8F07-6B585B7A35EC}"/>
                  </a:ext>
                </a:extLst>
              </p:cNvPr>
              <p:cNvCxnSpPr/>
              <p:nvPr/>
            </p:nvCxnSpPr>
            <p:spPr bwMode="auto">
              <a:xfrm flipH="1">
                <a:off x="5052253" y="2889872"/>
                <a:ext cx="3175" cy="107950"/>
              </a:xfrm>
              <a:prstGeom prst="line">
                <a:avLst/>
              </a:prstGeom>
              <a:noFill/>
              <a:ln w="12700" cap="flat" cmpd="sng" algn="ctr">
                <a:solidFill>
                  <a:srgbClr val="000000"/>
                </a:solidFill>
                <a:prstDash val="solid"/>
              </a:ln>
              <a:effectLst/>
            </p:spPr>
          </p:cxnSp>
          <p:cxnSp>
            <p:nvCxnSpPr>
              <p:cNvPr id="18" name="Straight Connector 481">
                <a:extLst>
                  <a:ext uri="{FF2B5EF4-FFF2-40B4-BE49-F238E27FC236}">
                    <a16:creationId xmlns:a16="http://schemas.microsoft.com/office/drawing/2014/main" id="{0EB3930D-28CA-AB01-4E03-2C158D366D5C}"/>
                  </a:ext>
                </a:extLst>
              </p:cNvPr>
              <p:cNvCxnSpPr/>
              <p:nvPr/>
            </p:nvCxnSpPr>
            <p:spPr bwMode="auto">
              <a:xfrm flipH="1">
                <a:off x="5133216" y="2893047"/>
                <a:ext cx="1587" cy="106362"/>
              </a:xfrm>
              <a:prstGeom prst="line">
                <a:avLst/>
              </a:prstGeom>
              <a:noFill/>
              <a:ln w="12700" cap="flat" cmpd="sng" algn="ctr">
                <a:solidFill>
                  <a:srgbClr val="000000"/>
                </a:solidFill>
                <a:prstDash val="solid"/>
              </a:ln>
              <a:effectLst/>
            </p:spPr>
          </p:cxnSp>
          <p:cxnSp>
            <p:nvCxnSpPr>
              <p:cNvPr id="19" name="Straight Connector 482">
                <a:extLst>
                  <a:ext uri="{FF2B5EF4-FFF2-40B4-BE49-F238E27FC236}">
                    <a16:creationId xmlns:a16="http://schemas.microsoft.com/office/drawing/2014/main" id="{25877A97-CD43-9F72-40A7-20C40EC8D7CA}"/>
                  </a:ext>
                </a:extLst>
              </p:cNvPr>
              <p:cNvCxnSpPr/>
              <p:nvPr/>
            </p:nvCxnSpPr>
            <p:spPr bwMode="auto">
              <a:xfrm flipH="1">
                <a:off x="5214178" y="2893047"/>
                <a:ext cx="1588" cy="106362"/>
              </a:xfrm>
              <a:prstGeom prst="line">
                <a:avLst/>
              </a:prstGeom>
              <a:noFill/>
              <a:ln w="12700" cap="flat" cmpd="sng" algn="ctr">
                <a:solidFill>
                  <a:srgbClr val="000000"/>
                </a:solidFill>
                <a:prstDash val="solid"/>
              </a:ln>
              <a:effectLst/>
            </p:spPr>
          </p:cxnSp>
          <p:cxnSp>
            <p:nvCxnSpPr>
              <p:cNvPr id="20" name="Straight Connector 483">
                <a:extLst>
                  <a:ext uri="{FF2B5EF4-FFF2-40B4-BE49-F238E27FC236}">
                    <a16:creationId xmlns:a16="http://schemas.microsoft.com/office/drawing/2014/main" id="{AA70F8EF-E3CE-56FB-D214-B25F232760B3}"/>
                  </a:ext>
                </a:extLst>
              </p:cNvPr>
              <p:cNvCxnSpPr/>
              <p:nvPr/>
            </p:nvCxnSpPr>
            <p:spPr bwMode="auto">
              <a:xfrm flipH="1">
                <a:off x="5295141" y="2893047"/>
                <a:ext cx="1587" cy="106362"/>
              </a:xfrm>
              <a:prstGeom prst="line">
                <a:avLst/>
              </a:prstGeom>
              <a:noFill/>
              <a:ln w="12700" cap="flat" cmpd="sng" algn="ctr">
                <a:solidFill>
                  <a:srgbClr val="000000"/>
                </a:solidFill>
                <a:prstDash val="solid"/>
              </a:ln>
              <a:effectLst/>
            </p:spPr>
          </p:cxnSp>
          <p:cxnSp>
            <p:nvCxnSpPr>
              <p:cNvPr id="21" name="Straight Connector 484">
                <a:extLst>
                  <a:ext uri="{FF2B5EF4-FFF2-40B4-BE49-F238E27FC236}">
                    <a16:creationId xmlns:a16="http://schemas.microsoft.com/office/drawing/2014/main" id="{E49AC2A8-4D7E-9886-1D69-64F81B492697}"/>
                  </a:ext>
                </a:extLst>
              </p:cNvPr>
              <p:cNvCxnSpPr/>
              <p:nvPr/>
            </p:nvCxnSpPr>
            <p:spPr bwMode="auto">
              <a:xfrm flipH="1">
                <a:off x="5374516" y="2893047"/>
                <a:ext cx="3175" cy="106362"/>
              </a:xfrm>
              <a:prstGeom prst="line">
                <a:avLst/>
              </a:prstGeom>
              <a:noFill/>
              <a:ln w="12700" cap="flat" cmpd="sng" algn="ctr">
                <a:solidFill>
                  <a:srgbClr val="000000"/>
                </a:solidFill>
                <a:prstDash val="solid"/>
              </a:ln>
              <a:effectLst/>
            </p:spPr>
          </p:cxnSp>
          <p:cxnSp>
            <p:nvCxnSpPr>
              <p:cNvPr id="22" name="Straight Connector 485">
                <a:extLst>
                  <a:ext uri="{FF2B5EF4-FFF2-40B4-BE49-F238E27FC236}">
                    <a16:creationId xmlns:a16="http://schemas.microsoft.com/office/drawing/2014/main" id="{A65AB7B2-F6D6-2D27-24D5-593184D42D6B}"/>
                  </a:ext>
                </a:extLst>
              </p:cNvPr>
              <p:cNvCxnSpPr/>
              <p:nvPr/>
            </p:nvCxnSpPr>
            <p:spPr bwMode="auto">
              <a:xfrm flipH="1">
                <a:off x="5455478" y="2893047"/>
                <a:ext cx="3175" cy="106362"/>
              </a:xfrm>
              <a:prstGeom prst="line">
                <a:avLst/>
              </a:prstGeom>
              <a:noFill/>
              <a:ln w="12700" cap="flat" cmpd="sng" algn="ctr">
                <a:solidFill>
                  <a:srgbClr val="000000"/>
                </a:solidFill>
                <a:prstDash val="solid"/>
              </a:ln>
              <a:effectLst/>
            </p:spPr>
          </p:cxnSp>
          <p:cxnSp>
            <p:nvCxnSpPr>
              <p:cNvPr id="23" name="Straight Connector 486">
                <a:extLst>
                  <a:ext uri="{FF2B5EF4-FFF2-40B4-BE49-F238E27FC236}">
                    <a16:creationId xmlns:a16="http://schemas.microsoft.com/office/drawing/2014/main" id="{12E5BB74-2693-0713-5A85-B9551EB57CFF}"/>
                  </a:ext>
                </a:extLst>
              </p:cNvPr>
              <p:cNvCxnSpPr/>
              <p:nvPr/>
            </p:nvCxnSpPr>
            <p:spPr bwMode="auto">
              <a:xfrm flipH="1">
                <a:off x="5536441" y="2893047"/>
                <a:ext cx="3175" cy="106362"/>
              </a:xfrm>
              <a:prstGeom prst="line">
                <a:avLst/>
              </a:prstGeom>
              <a:noFill/>
              <a:ln w="12700" cap="flat" cmpd="sng" algn="ctr">
                <a:solidFill>
                  <a:srgbClr val="000000"/>
                </a:solidFill>
                <a:prstDash val="solid"/>
              </a:ln>
              <a:effectLst/>
            </p:spPr>
          </p:cxnSp>
          <p:cxnSp>
            <p:nvCxnSpPr>
              <p:cNvPr id="24" name="Straight Connector 487">
                <a:extLst>
                  <a:ext uri="{FF2B5EF4-FFF2-40B4-BE49-F238E27FC236}">
                    <a16:creationId xmlns:a16="http://schemas.microsoft.com/office/drawing/2014/main" id="{70B44A6E-6057-D1D2-7ED4-2A645927B7DC}"/>
                  </a:ext>
                </a:extLst>
              </p:cNvPr>
              <p:cNvCxnSpPr/>
              <p:nvPr/>
            </p:nvCxnSpPr>
            <p:spPr bwMode="auto">
              <a:xfrm flipH="1">
                <a:off x="5617403" y="2893047"/>
                <a:ext cx="3175" cy="106362"/>
              </a:xfrm>
              <a:prstGeom prst="line">
                <a:avLst/>
              </a:prstGeom>
              <a:noFill/>
              <a:ln w="12700" cap="flat" cmpd="sng" algn="ctr">
                <a:solidFill>
                  <a:srgbClr val="000000"/>
                </a:solidFill>
                <a:prstDash val="solid"/>
              </a:ln>
              <a:effectLst/>
            </p:spPr>
          </p:cxnSp>
          <p:cxnSp>
            <p:nvCxnSpPr>
              <p:cNvPr id="25" name="Straight Connector 488">
                <a:extLst>
                  <a:ext uri="{FF2B5EF4-FFF2-40B4-BE49-F238E27FC236}">
                    <a16:creationId xmlns:a16="http://schemas.microsoft.com/office/drawing/2014/main" id="{A30A27E6-FBB0-5627-7D42-4D055355F037}"/>
                  </a:ext>
                </a:extLst>
              </p:cNvPr>
              <p:cNvCxnSpPr/>
              <p:nvPr/>
            </p:nvCxnSpPr>
            <p:spPr bwMode="auto">
              <a:xfrm flipH="1">
                <a:off x="5706303" y="2893047"/>
                <a:ext cx="1588" cy="106362"/>
              </a:xfrm>
              <a:prstGeom prst="line">
                <a:avLst/>
              </a:prstGeom>
              <a:noFill/>
              <a:ln w="12700" cap="flat" cmpd="sng" algn="ctr">
                <a:solidFill>
                  <a:srgbClr val="000000"/>
                </a:solidFill>
                <a:prstDash val="solid"/>
              </a:ln>
              <a:effectLst/>
            </p:spPr>
          </p:cxnSp>
          <p:cxnSp>
            <p:nvCxnSpPr>
              <p:cNvPr id="26" name="Straight Connector 489">
                <a:extLst>
                  <a:ext uri="{FF2B5EF4-FFF2-40B4-BE49-F238E27FC236}">
                    <a16:creationId xmlns:a16="http://schemas.microsoft.com/office/drawing/2014/main" id="{306F88D7-CF49-B0E5-958D-8DFF67F8117D}"/>
                  </a:ext>
                </a:extLst>
              </p:cNvPr>
              <p:cNvCxnSpPr/>
              <p:nvPr/>
            </p:nvCxnSpPr>
            <p:spPr bwMode="auto">
              <a:xfrm flipH="1">
                <a:off x="5785678" y="2893047"/>
                <a:ext cx="3175" cy="106362"/>
              </a:xfrm>
              <a:prstGeom prst="line">
                <a:avLst/>
              </a:prstGeom>
              <a:noFill/>
              <a:ln w="12700" cap="flat" cmpd="sng" algn="ctr">
                <a:solidFill>
                  <a:srgbClr val="000000"/>
                </a:solidFill>
                <a:prstDash val="solid"/>
              </a:ln>
              <a:effectLst/>
            </p:spPr>
          </p:cxnSp>
          <p:cxnSp>
            <p:nvCxnSpPr>
              <p:cNvPr id="27" name="Straight Connector 490">
                <a:extLst>
                  <a:ext uri="{FF2B5EF4-FFF2-40B4-BE49-F238E27FC236}">
                    <a16:creationId xmlns:a16="http://schemas.microsoft.com/office/drawing/2014/main" id="{80984453-57FD-5110-29E8-0A9E3F6C18F6}"/>
                  </a:ext>
                </a:extLst>
              </p:cNvPr>
              <p:cNvCxnSpPr/>
              <p:nvPr/>
            </p:nvCxnSpPr>
            <p:spPr bwMode="auto">
              <a:xfrm flipH="1">
                <a:off x="5866641" y="2893047"/>
                <a:ext cx="3175" cy="106362"/>
              </a:xfrm>
              <a:prstGeom prst="line">
                <a:avLst/>
              </a:prstGeom>
              <a:noFill/>
              <a:ln w="12700" cap="flat" cmpd="sng" algn="ctr">
                <a:solidFill>
                  <a:srgbClr val="000000"/>
                </a:solidFill>
                <a:prstDash val="solid"/>
              </a:ln>
              <a:effectLst/>
            </p:spPr>
          </p:cxnSp>
          <p:cxnSp>
            <p:nvCxnSpPr>
              <p:cNvPr id="28" name="Straight Connector 491">
                <a:extLst>
                  <a:ext uri="{FF2B5EF4-FFF2-40B4-BE49-F238E27FC236}">
                    <a16:creationId xmlns:a16="http://schemas.microsoft.com/office/drawing/2014/main" id="{572B0DA8-1C3F-D336-A908-038C092F3634}"/>
                  </a:ext>
                </a:extLst>
              </p:cNvPr>
              <p:cNvCxnSpPr/>
              <p:nvPr/>
            </p:nvCxnSpPr>
            <p:spPr bwMode="auto">
              <a:xfrm flipH="1">
                <a:off x="5947603" y="2893047"/>
                <a:ext cx="3175" cy="106362"/>
              </a:xfrm>
              <a:prstGeom prst="line">
                <a:avLst/>
              </a:prstGeom>
              <a:noFill/>
              <a:ln w="12700" cap="flat" cmpd="sng" algn="ctr">
                <a:solidFill>
                  <a:srgbClr val="000000"/>
                </a:solidFill>
                <a:prstDash val="solid"/>
              </a:ln>
              <a:effectLst/>
            </p:spPr>
          </p:cxnSp>
          <p:cxnSp>
            <p:nvCxnSpPr>
              <p:cNvPr id="29" name="Straight Connector 492">
                <a:extLst>
                  <a:ext uri="{FF2B5EF4-FFF2-40B4-BE49-F238E27FC236}">
                    <a16:creationId xmlns:a16="http://schemas.microsoft.com/office/drawing/2014/main" id="{5991FA24-57E2-ECFF-7BA0-25013A6CB950}"/>
                  </a:ext>
                </a:extLst>
              </p:cNvPr>
              <p:cNvCxnSpPr/>
              <p:nvPr/>
            </p:nvCxnSpPr>
            <p:spPr bwMode="auto">
              <a:xfrm flipH="1">
                <a:off x="6028566" y="2893047"/>
                <a:ext cx="3175" cy="106362"/>
              </a:xfrm>
              <a:prstGeom prst="line">
                <a:avLst/>
              </a:prstGeom>
              <a:noFill/>
              <a:ln w="12700" cap="flat" cmpd="sng" algn="ctr">
                <a:solidFill>
                  <a:srgbClr val="000000"/>
                </a:solidFill>
                <a:prstDash val="solid"/>
              </a:ln>
              <a:effectLst/>
            </p:spPr>
          </p:cxnSp>
          <p:cxnSp>
            <p:nvCxnSpPr>
              <p:cNvPr id="30" name="Straight Connector 493">
                <a:extLst>
                  <a:ext uri="{FF2B5EF4-FFF2-40B4-BE49-F238E27FC236}">
                    <a16:creationId xmlns:a16="http://schemas.microsoft.com/office/drawing/2014/main" id="{A1C445AF-9284-1904-DA77-32A934606F31}"/>
                  </a:ext>
                </a:extLst>
              </p:cNvPr>
              <p:cNvCxnSpPr/>
              <p:nvPr/>
            </p:nvCxnSpPr>
            <p:spPr bwMode="auto">
              <a:xfrm flipH="1">
                <a:off x="6109528" y="2893047"/>
                <a:ext cx="1588" cy="106362"/>
              </a:xfrm>
              <a:prstGeom prst="line">
                <a:avLst/>
              </a:prstGeom>
              <a:noFill/>
              <a:ln w="12700" cap="flat" cmpd="sng" algn="ctr">
                <a:solidFill>
                  <a:srgbClr val="000000"/>
                </a:solidFill>
                <a:prstDash val="solid"/>
              </a:ln>
              <a:effectLst/>
            </p:spPr>
          </p:cxnSp>
          <p:cxnSp>
            <p:nvCxnSpPr>
              <p:cNvPr id="31" name="Straight Connector 494">
                <a:extLst>
                  <a:ext uri="{FF2B5EF4-FFF2-40B4-BE49-F238E27FC236}">
                    <a16:creationId xmlns:a16="http://schemas.microsoft.com/office/drawing/2014/main" id="{B4E428FA-A94F-D2A1-E4CC-81887A4B2177}"/>
                  </a:ext>
                </a:extLst>
              </p:cNvPr>
              <p:cNvCxnSpPr/>
              <p:nvPr/>
            </p:nvCxnSpPr>
            <p:spPr bwMode="auto">
              <a:xfrm flipH="1">
                <a:off x="6190491" y="2893047"/>
                <a:ext cx="1587" cy="106362"/>
              </a:xfrm>
              <a:prstGeom prst="line">
                <a:avLst/>
              </a:prstGeom>
              <a:noFill/>
              <a:ln w="12700" cap="flat" cmpd="sng" algn="ctr">
                <a:solidFill>
                  <a:srgbClr val="000000"/>
                </a:solidFill>
                <a:prstDash val="solid"/>
              </a:ln>
              <a:effectLst/>
            </p:spPr>
          </p:cxnSp>
          <p:cxnSp>
            <p:nvCxnSpPr>
              <p:cNvPr id="32" name="Straight Connector 495">
                <a:extLst>
                  <a:ext uri="{FF2B5EF4-FFF2-40B4-BE49-F238E27FC236}">
                    <a16:creationId xmlns:a16="http://schemas.microsoft.com/office/drawing/2014/main" id="{9D6F04E4-C73E-6A39-5D36-0696C806020B}"/>
                  </a:ext>
                </a:extLst>
              </p:cNvPr>
              <p:cNvCxnSpPr/>
              <p:nvPr/>
            </p:nvCxnSpPr>
            <p:spPr bwMode="auto">
              <a:xfrm flipH="1">
                <a:off x="6271453" y="2893047"/>
                <a:ext cx="1588" cy="106362"/>
              </a:xfrm>
              <a:prstGeom prst="line">
                <a:avLst/>
              </a:prstGeom>
              <a:noFill/>
              <a:ln w="12700" cap="flat" cmpd="sng" algn="ctr">
                <a:solidFill>
                  <a:srgbClr val="000000"/>
                </a:solidFill>
                <a:prstDash val="solid"/>
              </a:ln>
              <a:effectLst/>
            </p:spPr>
          </p:cxnSp>
          <p:cxnSp>
            <p:nvCxnSpPr>
              <p:cNvPr id="33" name="Straight Connector 496">
                <a:extLst>
                  <a:ext uri="{FF2B5EF4-FFF2-40B4-BE49-F238E27FC236}">
                    <a16:creationId xmlns:a16="http://schemas.microsoft.com/office/drawing/2014/main" id="{67F1F508-3574-45FA-A9A4-7B1028D174C8}"/>
                  </a:ext>
                </a:extLst>
              </p:cNvPr>
              <p:cNvCxnSpPr/>
              <p:nvPr/>
            </p:nvCxnSpPr>
            <p:spPr bwMode="auto">
              <a:xfrm flipH="1">
                <a:off x="6350828" y="2893047"/>
                <a:ext cx="3175" cy="106362"/>
              </a:xfrm>
              <a:prstGeom prst="line">
                <a:avLst/>
              </a:prstGeom>
              <a:noFill/>
              <a:ln w="12700" cap="flat" cmpd="sng" algn="ctr">
                <a:solidFill>
                  <a:srgbClr val="000000"/>
                </a:solidFill>
                <a:prstDash val="solid"/>
              </a:ln>
              <a:effectLst/>
            </p:spPr>
          </p:cxnSp>
          <p:cxnSp>
            <p:nvCxnSpPr>
              <p:cNvPr id="34" name="Straight Connector 497">
                <a:extLst>
                  <a:ext uri="{FF2B5EF4-FFF2-40B4-BE49-F238E27FC236}">
                    <a16:creationId xmlns:a16="http://schemas.microsoft.com/office/drawing/2014/main" id="{8F8BBC45-261A-6043-DAFC-FB5DAD501663}"/>
                  </a:ext>
                </a:extLst>
              </p:cNvPr>
              <p:cNvCxnSpPr/>
              <p:nvPr/>
            </p:nvCxnSpPr>
            <p:spPr bwMode="auto">
              <a:xfrm flipH="1">
                <a:off x="6444491" y="2893047"/>
                <a:ext cx="3175" cy="106362"/>
              </a:xfrm>
              <a:prstGeom prst="line">
                <a:avLst/>
              </a:prstGeom>
              <a:noFill/>
              <a:ln w="12700" cap="flat" cmpd="sng" algn="ctr">
                <a:solidFill>
                  <a:srgbClr val="000000"/>
                </a:solidFill>
                <a:prstDash val="solid"/>
              </a:ln>
              <a:effectLst/>
            </p:spPr>
          </p:cxnSp>
          <p:cxnSp>
            <p:nvCxnSpPr>
              <p:cNvPr id="35" name="Straight Connector 498">
                <a:extLst>
                  <a:ext uri="{FF2B5EF4-FFF2-40B4-BE49-F238E27FC236}">
                    <a16:creationId xmlns:a16="http://schemas.microsoft.com/office/drawing/2014/main" id="{F2E909B5-DB22-9D03-3343-A0FD1A265A43}"/>
                  </a:ext>
                </a:extLst>
              </p:cNvPr>
              <p:cNvCxnSpPr/>
              <p:nvPr/>
            </p:nvCxnSpPr>
            <p:spPr bwMode="auto">
              <a:xfrm flipH="1">
                <a:off x="6533391" y="2893047"/>
                <a:ext cx="1587" cy="106362"/>
              </a:xfrm>
              <a:prstGeom prst="line">
                <a:avLst/>
              </a:prstGeom>
              <a:noFill/>
              <a:ln w="12700" cap="flat" cmpd="sng" algn="ctr">
                <a:solidFill>
                  <a:srgbClr val="000000"/>
                </a:solidFill>
                <a:prstDash val="solid"/>
              </a:ln>
              <a:effectLst/>
            </p:spPr>
          </p:cxnSp>
          <p:cxnSp>
            <p:nvCxnSpPr>
              <p:cNvPr id="36" name="Straight Connector 499">
                <a:extLst>
                  <a:ext uri="{FF2B5EF4-FFF2-40B4-BE49-F238E27FC236}">
                    <a16:creationId xmlns:a16="http://schemas.microsoft.com/office/drawing/2014/main" id="{E1DA052D-DD86-3367-14B1-BC472A6805A7}"/>
                  </a:ext>
                </a:extLst>
              </p:cNvPr>
              <p:cNvCxnSpPr/>
              <p:nvPr/>
            </p:nvCxnSpPr>
            <p:spPr bwMode="auto">
              <a:xfrm flipH="1">
                <a:off x="6614353" y="2893047"/>
                <a:ext cx="1588" cy="106362"/>
              </a:xfrm>
              <a:prstGeom prst="line">
                <a:avLst/>
              </a:prstGeom>
              <a:noFill/>
              <a:ln w="12700" cap="flat" cmpd="sng" algn="ctr">
                <a:solidFill>
                  <a:srgbClr val="000000"/>
                </a:solidFill>
                <a:prstDash val="solid"/>
              </a:ln>
              <a:effectLst/>
            </p:spPr>
          </p:cxnSp>
          <p:cxnSp>
            <p:nvCxnSpPr>
              <p:cNvPr id="37" name="Straight Connector 500">
                <a:extLst>
                  <a:ext uri="{FF2B5EF4-FFF2-40B4-BE49-F238E27FC236}">
                    <a16:creationId xmlns:a16="http://schemas.microsoft.com/office/drawing/2014/main" id="{987966CC-7147-DC18-0E86-8E927915C83E}"/>
                  </a:ext>
                </a:extLst>
              </p:cNvPr>
              <p:cNvCxnSpPr/>
              <p:nvPr/>
            </p:nvCxnSpPr>
            <p:spPr bwMode="auto">
              <a:xfrm flipH="1">
                <a:off x="6695316" y="2893047"/>
                <a:ext cx="1587" cy="106362"/>
              </a:xfrm>
              <a:prstGeom prst="line">
                <a:avLst/>
              </a:prstGeom>
              <a:noFill/>
              <a:ln w="12700" cap="flat" cmpd="sng" algn="ctr">
                <a:solidFill>
                  <a:srgbClr val="000000"/>
                </a:solidFill>
                <a:prstDash val="solid"/>
              </a:ln>
              <a:effectLst/>
            </p:spPr>
          </p:cxnSp>
          <p:cxnSp>
            <p:nvCxnSpPr>
              <p:cNvPr id="38" name="Straight Connector 501">
                <a:extLst>
                  <a:ext uri="{FF2B5EF4-FFF2-40B4-BE49-F238E27FC236}">
                    <a16:creationId xmlns:a16="http://schemas.microsoft.com/office/drawing/2014/main" id="{324780A1-8717-4D79-21A1-51CF39B483AC}"/>
                  </a:ext>
                </a:extLst>
              </p:cNvPr>
              <p:cNvCxnSpPr/>
              <p:nvPr/>
            </p:nvCxnSpPr>
            <p:spPr bwMode="auto">
              <a:xfrm flipH="1">
                <a:off x="6774691" y="2893047"/>
                <a:ext cx="3175" cy="106362"/>
              </a:xfrm>
              <a:prstGeom prst="line">
                <a:avLst/>
              </a:prstGeom>
              <a:noFill/>
              <a:ln w="12700" cap="flat" cmpd="sng" algn="ctr">
                <a:solidFill>
                  <a:srgbClr val="000000"/>
                </a:solidFill>
                <a:prstDash val="solid"/>
              </a:ln>
              <a:effectLst/>
            </p:spPr>
          </p:cxnSp>
          <p:cxnSp>
            <p:nvCxnSpPr>
              <p:cNvPr id="39" name="Straight Connector 502">
                <a:extLst>
                  <a:ext uri="{FF2B5EF4-FFF2-40B4-BE49-F238E27FC236}">
                    <a16:creationId xmlns:a16="http://schemas.microsoft.com/office/drawing/2014/main" id="{80F42855-4A47-5EB4-01C0-29BD903C45EB}"/>
                  </a:ext>
                </a:extLst>
              </p:cNvPr>
              <p:cNvCxnSpPr/>
              <p:nvPr/>
            </p:nvCxnSpPr>
            <p:spPr bwMode="auto">
              <a:xfrm flipH="1">
                <a:off x="6855653" y="2893047"/>
                <a:ext cx="3175" cy="106362"/>
              </a:xfrm>
              <a:prstGeom prst="line">
                <a:avLst/>
              </a:prstGeom>
              <a:noFill/>
              <a:ln w="12700" cap="flat" cmpd="sng" algn="ctr">
                <a:solidFill>
                  <a:srgbClr val="000000"/>
                </a:solidFill>
                <a:prstDash val="solid"/>
              </a:ln>
              <a:effectLst/>
            </p:spPr>
          </p:cxnSp>
          <p:cxnSp>
            <p:nvCxnSpPr>
              <p:cNvPr id="40" name="Straight Connector 503">
                <a:extLst>
                  <a:ext uri="{FF2B5EF4-FFF2-40B4-BE49-F238E27FC236}">
                    <a16:creationId xmlns:a16="http://schemas.microsoft.com/office/drawing/2014/main" id="{D21887AA-ABEE-86F9-B177-50F14FB7454A}"/>
                  </a:ext>
                </a:extLst>
              </p:cNvPr>
              <p:cNvCxnSpPr/>
              <p:nvPr/>
            </p:nvCxnSpPr>
            <p:spPr bwMode="auto">
              <a:xfrm flipH="1">
                <a:off x="6936616" y="2893047"/>
                <a:ext cx="3175" cy="106362"/>
              </a:xfrm>
              <a:prstGeom prst="line">
                <a:avLst/>
              </a:prstGeom>
              <a:noFill/>
              <a:ln w="12700" cap="flat" cmpd="sng" algn="ctr">
                <a:solidFill>
                  <a:srgbClr val="000000"/>
                </a:solidFill>
                <a:prstDash val="solid"/>
              </a:ln>
              <a:effectLst/>
            </p:spPr>
          </p:cxnSp>
          <p:cxnSp>
            <p:nvCxnSpPr>
              <p:cNvPr id="41" name="Straight Connector 504">
                <a:extLst>
                  <a:ext uri="{FF2B5EF4-FFF2-40B4-BE49-F238E27FC236}">
                    <a16:creationId xmlns:a16="http://schemas.microsoft.com/office/drawing/2014/main" id="{CA184826-B5D9-9478-F47F-E10B28D2C9F3}"/>
                  </a:ext>
                </a:extLst>
              </p:cNvPr>
              <p:cNvCxnSpPr/>
              <p:nvPr/>
            </p:nvCxnSpPr>
            <p:spPr bwMode="auto">
              <a:xfrm flipH="1">
                <a:off x="7017578" y="2893047"/>
                <a:ext cx="3175" cy="106362"/>
              </a:xfrm>
              <a:prstGeom prst="line">
                <a:avLst/>
              </a:prstGeom>
              <a:noFill/>
              <a:ln w="12700" cap="flat" cmpd="sng" algn="ctr">
                <a:solidFill>
                  <a:srgbClr val="000000"/>
                </a:solidFill>
                <a:prstDash val="solid"/>
              </a:ln>
              <a:effectLst/>
            </p:spPr>
          </p:cxnSp>
          <p:cxnSp>
            <p:nvCxnSpPr>
              <p:cNvPr id="42" name="Straight Connector 505">
                <a:extLst>
                  <a:ext uri="{FF2B5EF4-FFF2-40B4-BE49-F238E27FC236}">
                    <a16:creationId xmlns:a16="http://schemas.microsoft.com/office/drawing/2014/main" id="{5495CAA6-79D2-DA07-79FD-6EFA09C99D4A}"/>
                  </a:ext>
                </a:extLst>
              </p:cNvPr>
              <p:cNvCxnSpPr/>
              <p:nvPr/>
            </p:nvCxnSpPr>
            <p:spPr bwMode="auto">
              <a:xfrm flipH="1">
                <a:off x="7098541" y="2893047"/>
                <a:ext cx="1587" cy="106362"/>
              </a:xfrm>
              <a:prstGeom prst="line">
                <a:avLst/>
              </a:prstGeom>
              <a:noFill/>
              <a:ln w="12700" cap="flat" cmpd="sng" algn="ctr">
                <a:solidFill>
                  <a:srgbClr val="000000"/>
                </a:solidFill>
                <a:prstDash val="solid"/>
              </a:ln>
              <a:effectLst/>
            </p:spPr>
          </p:cxnSp>
          <p:cxnSp>
            <p:nvCxnSpPr>
              <p:cNvPr id="43" name="Straight Connector 506">
                <a:extLst>
                  <a:ext uri="{FF2B5EF4-FFF2-40B4-BE49-F238E27FC236}">
                    <a16:creationId xmlns:a16="http://schemas.microsoft.com/office/drawing/2014/main" id="{04638087-541F-BCCC-5996-5EEB594F2EE5}"/>
                  </a:ext>
                </a:extLst>
              </p:cNvPr>
              <p:cNvCxnSpPr/>
              <p:nvPr/>
            </p:nvCxnSpPr>
            <p:spPr bwMode="auto">
              <a:xfrm flipH="1">
                <a:off x="7179503" y="2893047"/>
                <a:ext cx="1588" cy="106362"/>
              </a:xfrm>
              <a:prstGeom prst="line">
                <a:avLst/>
              </a:prstGeom>
              <a:noFill/>
              <a:ln w="12700" cap="flat" cmpd="sng" algn="ctr">
                <a:solidFill>
                  <a:srgbClr val="000000"/>
                </a:solidFill>
                <a:prstDash val="solid"/>
              </a:ln>
              <a:effectLst/>
            </p:spPr>
          </p:cxnSp>
          <p:cxnSp>
            <p:nvCxnSpPr>
              <p:cNvPr id="44" name="Straight Connector 507">
                <a:extLst>
                  <a:ext uri="{FF2B5EF4-FFF2-40B4-BE49-F238E27FC236}">
                    <a16:creationId xmlns:a16="http://schemas.microsoft.com/office/drawing/2014/main" id="{FE8AF52A-72D4-1AF5-4975-DD6C4A0B998C}"/>
                  </a:ext>
                </a:extLst>
              </p:cNvPr>
              <p:cNvCxnSpPr/>
              <p:nvPr/>
            </p:nvCxnSpPr>
            <p:spPr bwMode="auto">
              <a:xfrm>
                <a:off x="7274753" y="2808719"/>
                <a:ext cx="0" cy="190500"/>
              </a:xfrm>
              <a:prstGeom prst="line">
                <a:avLst/>
              </a:prstGeom>
              <a:noFill/>
              <a:ln w="12700" cap="flat" cmpd="sng" algn="ctr">
                <a:solidFill>
                  <a:srgbClr val="000000"/>
                </a:solidFill>
                <a:prstDash val="solid"/>
              </a:ln>
              <a:effectLst/>
            </p:spPr>
          </p:cxnSp>
          <p:sp>
            <p:nvSpPr>
              <p:cNvPr id="45" name="TextBox 65">
                <a:extLst>
                  <a:ext uri="{FF2B5EF4-FFF2-40B4-BE49-F238E27FC236}">
                    <a16:creationId xmlns:a16="http://schemas.microsoft.com/office/drawing/2014/main" id="{15BE25DC-D096-DF5F-8615-5C8A342F11BE}"/>
                  </a:ext>
                </a:extLst>
              </p:cNvPr>
              <p:cNvSpPr txBox="1">
                <a:spLocks noChangeArrowheads="1"/>
              </p:cNvSpPr>
              <p:nvPr/>
            </p:nvSpPr>
            <p:spPr bwMode="auto">
              <a:xfrm>
                <a:off x="4765167" y="3049834"/>
                <a:ext cx="32252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000000"/>
                    </a:solidFill>
                    <a:effectLst/>
                    <a:uLnTx/>
                    <a:uFillTx/>
                    <a:latin typeface="+mn-lt"/>
                    <a:ea typeface="ＭＳ Ｐゴシック" charset="0"/>
                    <a:cs typeface="Arial" charset="0"/>
                  </a:rPr>
                  <a:t>t</a:t>
                </a:r>
                <a:r>
                  <a:rPr kumimoji="0" lang="en-US" sz="1600" b="0" i="1" u="none" strike="noStrike" kern="0" cap="none" spc="0" normalizeH="0" baseline="-25000" noProof="0" dirty="0">
                    <a:ln>
                      <a:noFill/>
                    </a:ln>
                    <a:solidFill>
                      <a:srgbClr val="000000"/>
                    </a:solidFill>
                    <a:effectLst/>
                    <a:uLnTx/>
                    <a:uFillTx/>
                    <a:latin typeface="+mn-lt"/>
                    <a:ea typeface="ＭＳ Ｐゴシック" charset="0"/>
                    <a:cs typeface="Arial" charset="0"/>
                  </a:rPr>
                  <a:t>1</a:t>
                </a:r>
              </a:p>
            </p:txBody>
          </p:sp>
          <p:sp>
            <p:nvSpPr>
              <p:cNvPr id="46" name="TextBox 66">
                <a:extLst>
                  <a:ext uri="{FF2B5EF4-FFF2-40B4-BE49-F238E27FC236}">
                    <a16:creationId xmlns:a16="http://schemas.microsoft.com/office/drawing/2014/main" id="{3D35C5BF-D8C3-C4B9-FB24-12D207C8DA81}"/>
                  </a:ext>
                </a:extLst>
              </p:cNvPr>
              <p:cNvSpPr txBox="1">
                <a:spLocks noChangeArrowheads="1"/>
              </p:cNvSpPr>
              <p:nvPr/>
            </p:nvSpPr>
            <p:spPr bwMode="auto">
              <a:xfrm>
                <a:off x="7160369" y="3047418"/>
                <a:ext cx="32252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000000"/>
                    </a:solidFill>
                    <a:effectLst/>
                    <a:uLnTx/>
                    <a:uFillTx/>
                    <a:latin typeface="+mn-lt"/>
                    <a:ea typeface="ＭＳ Ｐゴシック" charset="0"/>
                    <a:cs typeface="Arial" charset="0"/>
                  </a:rPr>
                  <a:t>t</a:t>
                </a:r>
                <a:r>
                  <a:rPr kumimoji="0" lang="en-US" sz="1600" b="0" i="1" u="none" strike="noStrike" kern="0" cap="none" spc="0" normalizeH="0" baseline="-25000" noProof="0" dirty="0">
                    <a:ln>
                      <a:noFill/>
                    </a:ln>
                    <a:solidFill>
                      <a:srgbClr val="000000"/>
                    </a:solidFill>
                    <a:effectLst/>
                    <a:uLnTx/>
                    <a:uFillTx/>
                    <a:latin typeface="+mn-lt"/>
                    <a:ea typeface="ＭＳ Ｐゴシック" charset="0"/>
                    <a:cs typeface="Arial" charset="0"/>
                  </a:rPr>
                  <a:t>2</a:t>
                </a:r>
              </a:p>
            </p:txBody>
          </p:sp>
          <p:cxnSp>
            <p:nvCxnSpPr>
              <p:cNvPr id="47" name="Straight Connector 510">
                <a:extLst>
                  <a:ext uri="{FF2B5EF4-FFF2-40B4-BE49-F238E27FC236}">
                    <a16:creationId xmlns:a16="http://schemas.microsoft.com/office/drawing/2014/main" id="{52A3ADD5-9DDF-473D-9EA6-3FC7A7E67F16}"/>
                  </a:ext>
                </a:extLst>
              </p:cNvPr>
              <p:cNvCxnSpPr/>
              <p:nvPr/>
            </p:nvCxnSpPr>
            <p:spPr bwMode="auto">
              <a:xfrm>
                <a:off x="4877628" y="3081959"/>
                <a:ext cx="577850" cy="3175"/>
              </a:xfrm>
              <a:prstGeom prst="line">
                <a:avLst/>
              </a:prstGeom>
              <a:noFill/>
              <a:ln w="9525" cap="flat" cmpd="sng" algn="ctr">
                <a:solidFill>
                  <a:schemeClr val="tx1"/>
                </a:solidFill>
                <a:prstDash val="solid"/>
                <a:headEnd type="triangle"/>
                <a:tailEnd type="triangle"/>
              </a:ln>
              <a:effectLst/>
            </p:spPr>
          </p:cxnSp>
          <p:cxnSp>
            <p:nvCxnSpPr>
              <p:cNvPr id="48" name="Straight Connector 511">
                <a:extLst>
                  <a:ext uri="{FF2B5EF4-FFF2-40B4-BE49-F238E27FC236}">
                    <a16:creationId xmlns:a16="http://schemas.microsoft.com/office/drawing/2014/main" id="{D6CDB862-C748-0CE2-3A91-E4308B778CFF}"/>
                  </a:ext>
                </a:extLst>
              </p:cNvPr>
              <p:cNvCxnSpPr/>
              <p:nvPr/>
            </p:nvCxnSpPr>
            <p:spPr bwMode="auto">
              <a:xfrm>
                <a:off x="5445953" y="3088309"/>
                <a:ext cx="1870075" cy="1588"/>
              </a:xfrm>
              <a:prstGeom prst="line">
                <a:avLst/>
              </a:prstGeom>
              <a:noFill/>
              <a:ln w="9525" cap="flat" cmpd="sng" algn="ctr">
                <a:solidFill>
                  <a:schemeClr val="tx1"/>
                </a:solidFill>
                <a:prstDash val="solid"/>
                <a:headEnd type="triangle"/>
                <a:tailEnd type="triangle"/>
              </a:ln>
              <a:effectLst/>
            </p:spPr>
          </p:cxnSp>
          <p:cxnSp>
            <p:nvCxnSpPr>
              <p:cNvPr id="49" name="Straight Connector 512">
                <a:extLst>
                  <a:ext uri="{FF2B5EF4-FFF2-40B4-BE49-F238E27FC236}">
                    <a16:creationId xmlns:a16="http://schemas.microsoft.com/office/drawing/2014/main" id="{461EC1A8-3366-0A91-80F4-E74AA3D665DE}"/>
                  </a:ext>
                </a:extLst>
              </p:cNvPr>
              <p:cNvCxnSpPr/>
              <p:nvPr/>
            </p:nvCxnSpPr>
            <p:spPr bwMode="auto">
              <a:xfrm>
                <a:off x="5166553" y="3135934"/>
                <a:ext cx="4763" cy="512763"/>
              </a:xfrm>
              <a:prstGeom prst="line">
                <a:avLst/>
              </a:prstGeom>
              <a:noFill/>
              <a:ln w="9525" cap="flat" cmpd="sng" algn="ctr">
                <a:solidFill>
                  <a:schemeClr val="tx1"/>
                </a:solidFill>
                <a:prstDash val="solid"/>
              </a:ln>
              <a:effectLst/>
            </p:spPr>
          </p:cxnSp>
          <p:cxnSp>
            <p:nvCxnSpPr>
              <p:cNvPr id="50" name="Straight Connector 513">
                <a:extLst>
                  <a:ext uri="{FF2B5EF4-FFF2-40B4-BE49-F238E27FC236}">
                    <a16:creationId xmlns:a16="http://schemas.microsoft.com/office/drawing/2014/main" id="{AA597082-8714-4CAE-8489-E9DCB8F5835B}"/>
                  </a:ext>
                </a:extLst>
              </p:cNvPr>
              <p:cNvCxnSpPr/>
              <p:nvPr/>
            </p:nvCxnSpPr>
            <p:spPr bwMode="auto">
              <a:xfrm>
                <a:off x="6339716" y="3143872"/>
                <a:ext cx="6350" cy="514350"/>
              </a:xfrm>
              <a:prstGeom prst="line">
                <a:avLst/>
              </a:prstGeom>
              <a:noFill/>
              <a:ln w="9525" cap="flat" cmpd="sng" algn="ctr">
                <a:solidFill>
                  <a:schemeClr val="tx1"/>
                </a:solidFill>
                <a:prstDash val="solid"/>
              </a:ln>
              <a:effectLst/>
            </p:spPr>
          </p:cxnSp>
          <p:sp>
            <p:nvSpPr>
              <p:cNvPr id="51" name="TextBox 71">
                <a:extLst>
                  <a:ext uri="{FF2B5EF4-FFF2-40B4-BE49-F238E27FC236}">
                    <a16:creationId xmlns:a16="http://schemas.microsoft.com/office/drawing/2014/main" id="{8D5879EF-DF55-4D84-7D35-E629AA36ADF3}"/>
                  </a:ext>
                </a:extLst>
              </p:cNvPr>
              <p:cNvSpPr txBox="1">
                <a:spLocks noChangeArrowheads="1"/>
              </p:cNvSpPr>
              <p:nvPr/>
            </p:nvSpPr>
            <p:spPr bwMode="auto">
              <a:xfrm>
                <a:off x="6243039" y="3601462"/>
                <a:ext cx="2895343"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1" u="none" strike="noStrike" kern="0" cap="none" spc="0" normalizeH="0" baseline="0" noProof="0" dirty="0">
                    <a:ln>
                      <a:noFill/>
                    </a:ln>
                    <a:solidFill>
                      <a:srgbClr val="000000"/>
                    </a:solidFill>
                    <a:effectLst/>
                    <a:uLnTx/>
                    <a:uFillTx/>
                    <a:latin typeface="+mn-lt"/>
                    <a:ea typeface="ＭＳ Ｐゴシック" charset="0"/>
                    <a:cs typeface="Arial" charset="0"/>
                  </a:rPr>
                  <a:t>Assigned minislots containing cable modem</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1" u="none" strike="noStrike" kern="0" cap="none" spc="0" normalizeH="0" baseline="0" noProof="0" dirty="0">
                    <a:ln>
                      <a:noFill/>
                    </a:ln>
                    <a:solidFill>
                      <a:srgbClr val="000000"/>
                    </a:solidFill>
                    <a:effectLst/>
                    <a:uLnTx/>
                    <a:uFillTx/>
                    <a:latin typeface="+mn-lt"/>
                    <a:ea typeface="ＭＳ Ｐゴシック" charset="0"/>
                    <a:cs typeface="Arial" charset="0"/>
                  </a:rPr>
                  <a:t>upstream data frames</a:t>
                </a:r>
              </a:p>
            </p:txBody>
          </p:sp>
          <p:sp>
            <p:nvSpPr>
              <p:cNvPr id="52" name="TextBox 72">
                <a:extLst>
                  <a:ext uri="{FF2B5EF4-FFF2-40B4-BE49-F238E27FC236}">
                    <a16:creationId xmlns:a16="http://schemas.microsoft.com/office/drawing/2014/main" id="{8E17C0C1-26C0-AC99-06C8-3C8DE8285A57}"/>
                  </a:ext>
                </a:extLst>
              </p:cNvPr>
              <p:cNvSpPr txBox="1">
                <a:spLocks noChangeArrowheads="1"/>
              </p:cNvSpPr>
              <p:nvPr/>
            </p:nvSpPr>
            <p:spPr bwMode="auto">
              <a:xfrm>
                <a:off x="4346093" y="3599875"/>
                <a:ext cx="171072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1" u="none" strike="noStrike" kern="0" cap="none" spc="0" normalizeH="0" baseline="0" noProof="0" dirty="0">
                    <a:ln>
                      <a:noFill/>
                    </a:ln>
                    <a:solidFill>
                      <a:srgbClr val="000000"/>
                    </a:solidFill>
                    <a:effectLst/>
                    <a:uLnTx/>
                    <a:uFillTx/>
                    <a:latin typeface="+mn-lt"/>
                    <a:ea typeface="ＭＳ Ｐゴシック" charset="0"/>
                    <a:cs typeface="Arial" charset="0"/>
                  </a:rPr>
                  <a:t>Minislots containing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1" u="none" strike="noStrike" kern="0" cap="none" spc="0" normalizeH="0" baseline="0" noProof="0" dirty="0">
                    <a:ln>
                      <a:noFill/>
                    </a:ln>
                    <a:solidFill>
                      <a:srgbClr val="000000"/>
                    </a:solidFill>
                    <a:effectLst/>
                    <a:uLnTx/>
                    <a:uFillTx/>
                    <a:latin typeface="+mn-lt"/>
                    <a:ea typeface="ＭＳ Ｐゴシック" charset="0"/>
                    <a:cs typeface="Arial" charset="0"/>
                  </a:rPr>
                  <a:t>minislots request frames</a:t>
                </a:r>
              </a:p>
            </p:txBody>
          </p:sp>
        </p:grpSp>
        <p:sp>
          <p:nvSpPr>
            <p:cNvPr id="53" name="Rectangle 44">
              <a:extLst>
                <a:ext uri="{FF2B5EF4-FFF2-40B4-BE49-F238E27FC236}">
                  <a16:creationId xmlns:a16="http://schemas.microsoft.com/office/drawing/2014/main" id="{03B37160-7470-81FF-D1FF-BA5B2EE894A0}"/>
                </a:ext>
              </a:extLst>
            </p:cNvPr>
            <p:cNvSpPr>
              <a:spLocks noChangeArrowheads="1"/>
            </p:cNvSpPr>
            <p:nvPr/>
          </p:nvSpPr>
          <p:spPr bwMode="auto">
            <a:xfrm>
              <a:off x="1934159" y="3413261"/>
              <a:ext cx="955617" cy="699947"/>
            </a:xfrm>
            <a:prstGeom prst="rect">
              <a:avLst/>
            </a:prstGeom>
            <a:noFill/>
            <a:ln w="9525">
              <a:solidFill>
                <a:srgbClr val="000000"/>
              </a:solidFill>
              <a:prstDash val="dashDot"/>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endParaRPr>
            </a:p>
          </p:txBody>
        </p:sp>
        <p:sp>
          <p:nvSpPr>
            <p:cNvPr id="54" name="Text Box 45">
              <a:extLst>
                <a:ext uri="{FF2B5EF4-FFF2-40B4-BE49-F238E27FC236}">
                  <a16:creationId xmlns:a16="http://schemas.microsoft.com/office/drawing/2014/main" id="{260D5217-7AC0-34FB-60BC-EB2367900EC4}"/>
                </a:ext>
              </a:extLst>
            </p:cNvPr>
            <p:cNvSpPr txBox="1">
              <a:spLocks noChangeArrowheads="1"/>
            </p:cNvSpPr>
            <p:nvPr/>
          </p:nvSpPr>
          <p:spPr bwMode="auto">
            <a:xfrm>
              <a:off x="1294432" y="4144548"/>
              <a:ext cx="1925520" cy="294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cable headend</a:t>
              </a:r>
            </a:p>
          </p:txBody>
        </p:sp>
        <p:sp>
          <p:nvSpPr>
            <p:cNvPr id="55" name="Text Box 126">
              <a:extLst>
                <a:ext uri="{FF2B5EF4-FFF2-40B4-BE49-F238E27FC236}">
                  <a16:creationId xmlns:a16="http://schemas.microsoft.com/office/drawing/2014/main" id="{0FF50BC7-9257-8676-C9A0-A569B696776D}"/>
                </a:ext>
              </a:extLst>
            </p:cNvPr>
            <p:cNvSpPr txBox="1">
              <a:spLocks noChangeArrowheads="1"/>
            </p:cNvSpPr>
            <p:nvPr/>
          </p:nvSpPr>
          <p:spPr bwMode="auto">
            <a:xfrm>
              <a:off x="1905411" y="3382063"/>
              <a:ext cx="95091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cs typeface="Arial" charset="0"/>
                </a:rPr>
                <a:t>CMTS</a:t>
              </a:r>
            </a:p>
          </p:txBody>
        </p:sp>
        <p:sp>
          <p:nvSpPr>
            <p:cNvPr id="56" name="AutoShape 127">
              <a:extLst>
                <a:ext uri="{FF2B5EF4-FFF2-40B4-BE49-F238E27FC236}">
                  <a16:creationId xmlns:a16="http://schemas.microsoft.com/office/drawing/2014/main" id="{AD802050-9ED4-E800-3C6C-9FDC9D27959B}"/>
                </a:ext>
              </a:extLst>
            </p:cNvPr>
            <p:cNvSpPr>
              <a:spLocks noChangeArrowheads="1"/>
            </p:cNvSpPr>
            <p:nvPr/>
          </p:nvSpPr>
          <p:spPr bwMode="auto">
            <a:xfrm>
              <a:off x="1839082" y="3150288"/>
              <a:ext cx="1206500" cy="261937"/>
            </a:xfrm>
            <a:prstGeom prst="triangle">
              <a:avLst>
                <a:gd name="adj" fmla="val 50000"/>
              </a:avLst>
            </a:prstGeom>
            <a:noFill/>
            <a:ln w="9525">
              <a:solidFill>
                <a:srgbClr val="000000"/>
              </a:solidFill>
              <a:prstDash val="dashDot"/>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pic>
          <p:nvPicPr>
            <p:cNvPr id="57" name="Picture 6">
              <a:extLst>
                <a:ext uri="{FF2B5EF4-FFF2-40B4-BE49-F238E27FC236}">
                  <a16:creationId xmlns:a16="http://schemas.microsoft.com/office/drawing/2014/main" id="{59F99C1D-4E9F-4EB7-6130-559FF4F5C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5670" y="3537638"/>
              <a:ext cx="258762" cy="520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58" name="Group 77">
              <a:extLst>
                <a:ext uri="{FF2B5EF4-FFF2-40B4-BE49-F238E27FC236}">
                  <a16:creationId xmlns:a16="http://schemas.microsoft.com/office/drawing/2014/main" id="{11232EFB-0134-6AFA-589D-FC127C7661E4}"/>
                </a:ext>
              </a:extLst>
            </p:cNvPr>
            <p:cNvGrpSpPr>
              <a:grpSpLocks/>
            </p:cNvGrpSpPr>
            <p:nvPr/>
          </p:nvGrpSpPr>
          <p:grpSpPr bwMode="auto">
            <a:xfrm flipH="1">
              <a:off x="6805218" y="2808975"/>
              <a:ext cx="1034751" cy="625054"/>
              <a:chOff x="-490" y="1664"/>
              <a:chExt cx="1429" cy="842"/>
            </a:xfrm>
          </p:grpSpPr>
          <p:sp>
            <p:nvSpPr>
              <p:cNvPr id="59" name="AutoShape 78">
                <a:extLst>
                  <a:ext uri="{FF2B5EF4-FFF2-40B4-BE49-F238E27FC236}">
                    <a16:creationId xmlns:a16="http://schemas.microsoft.com/office/drawing/2014/main" id="{7A7A4E7D-19C3-FDC8-AF93-728008B1B69F}"/>
                  </a:ext>
                </a:extLst>
              </p:cNvPr>
              <p:cNvSpPr>
                <a:spLocks noChangeArrowheads="1"/>
              </p:cNvSpPr>
              <p:nvPr/>
            </p:nvSpPr>
            <p:spPr bwMode="auto">
              <a:xfrm>
                <a:off x="-490" y="1664"/>
                <a:ext cx="1429" cy="295"/>
              </a:xfrm>
              <a:prstGeom prst="triangle">
                <a:avLst>
                  <a:gd name="adj" fmla="val 50000"/>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grpSp>
            <p:nvGrpSpPr>
              <p:cNvPr id="60" name="Group 79">
                <a:extLst>
                  <a:ext uri="{FF2B5EF4-FFF2-40B4-BE49-F238E27FC236}">
                    <a16:creationId xmlns:a16="http://schemas.microsoft.com/office/drawing/2014/main" id="{4D5DA726-4736-60BF-137A-9C74859B9860}"/>
                  </a:ext>
                </a:extLst>
              </p:cNvPr>
              <p:cNvGrpSpPr>
                <a:grpSpLocks/>
              </p:cNvGrpSpPr>
              <p:nvPr/>
            </p:nvGrpSpPr>
            <p:grpSpPr bwMode="auto">
              <a:xfrm>
                <a:off x="-427" y="1737"/>
                <a:ext cx="1217" cy="769"/>
                <a:chOff x="-427" y="1737"/>
                <a:chExt cx="1217" cy="769"/>
              </a:xfrm>
            </p:grpSpPr>
            <p:sp>
              <p:nvSpPr>
                <p:cNvPr id="61" name="Rectangle 80">
                  <a:extLst>
                    <a:ext uri="{FF2B5EF4-FFF2-40B4-BE49-F238E27FC236}">
                      <a16:creationId xmlns:a16="http://schemas.microsoft.com/office/drawing/2014/main" id="{CDE18C4C-D373-CA25-40D0-30EC51219167}"/>
                    </a:ext>
                  </a:extLst>
                </p:cNvPr>
                <p:cNvSpPr>
                  <a:spLocks noChangeArrowheads="1"/>
                </p:cNvSpPr>
                <p:nvPr/>
              </p:nvSpPr>
              <p:spPr bwMode="auto">
                <a:xfrm>
                  <a:off x="-336" y="1923"/>
                  <a:ext cx="1127" cy="584"/>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62" name="Line 7">
                  <a:extLst>
                    <a:ext uri="{FF2B5EF4-FFF2-40B4-BE49-F238E27FC236}">
                      <a16:creationId xmlns:a16="http://schemas.microsoft.com/office/drawing/2014/main" id="{24E826E1-376E-00A4-2BD3-3E7B823D3B19}"/>
                    </a:ext>
                  </a:extLst>
                </p:cNvPr>
                <p:cNvSpPr>
                  <a:spLocks noChangeShapeType="1"/>
                </p:cNvSpPr>
                <p:nvPr/>
              </p:nvSpPr>
              <p:spPr bwMode="auto">
                <a:xfrm flipV="1">
                  <a:off x="-150" y="2270"/>
                  <a:ext cx="230" cy="1"/>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nvGrpSpPr>
                <p:cNvPr id="63" name="Group 82">
                  <a:extLst>
                    <a:ext uri="{FF2B5EF4-FFF2-40B4-BE49-F238E27FC236}">
                      <a16:creationId xmlns:a16="http://schemas.microsoft.com/office/drawing/2014/main" id="{70BDBC87-4A30-394D-2B0B-E14826CA4AB6}"/>
                    </a:ext>
                  </a:extLst>
                </p:cNvPr>
                <p:cNvGrpSpPr>
                  <a:grpSpLocks/>
                </p:cNvGrpSpPr>
                <p:nvPr/>
              </p:nvGrpSpPr>
              <p:grpSpPr bwMode="auto">
                <a:xfrm>
                  <a:off x="68" y="2192"/>
                  <a:ext cx="387" cy="139"/>
                  <a:chOff x="322" y="890"/>
                  <a:chExt cx="872" cy="339"/>
                </a:xfrm>
              </p:grpSpPr>
              <p:sp>
                <p:nvSpPr>
                  <p:cNvPr id="69" name="Rectangle 83">
                    <a:extLst>
                      <a:ext uri="{FF2B5EF4-FFF2-40B4-BE49-F238E27FC236}">
                        <a16:creationId xmlns:a16="http://schemas.microsoft.com/office/drawing/2014/main" id="{C604118D-C2F3-BD1E-0119-B2B8D348AE95}"/>
                      </a:ext>
                    </a:extLst>
                  </p:cNvPr>
                  <p:cNvSpPr>
                    <a:spLocks noChangeArrowheads="1"/>
                  </p:cNvSpPr>
                  <p:nvPr/>
                </p:nvSpPr>
                <p:spPr bwMode="auto">
                  <a:xfrm>
                    <a:off x="340" y="1000"/>
                    <a:ext cx="850" cy="229"/>
                  </a:xfrm>
                  <a:prstGeom prst="rect">
                    <a:avLst/>
                  </a:pr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0" name="Rectangle 84">
                    <a:extLst>
                      <a:ext uri="{FF2B5EF4-FFF2-40B4-BE49-F238E27FC236}">
                        <a16:creationId xmlns:a16="http://schemas.microsoft.com/office/drawing/2014/main" id="{11D46C10-8F83-B622-0475-A2C5ACE6B562}"/>
                      </a:ext>
                    </a:extLst>
                  </p:cNvPr>
                  <p:cNvSpPr>
                    <a:spLocks noChangeArrowheads="1"/>
                  </p:cNvSpPr>
                  <p:nvPr/>
                </p:nvSpPr>
                <p:spPr bwMode="auto">
                  <a:xfrm>
                    <a:off x="409" y="1073"/>
                    <a:ext cx="40"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1" name="Rectangle 85">
                    <a:extLst>
                      <a:ext uri="{FF2B5EF4-FFF2-40B4-BE49-F238E27FC236}">
                        <a16:creationId xmlns:a16="http://schemas.microsoft.com/office/drawing/2014/main" id="{225F91BF-F30A-56D6-5C57-AE5B8D4586B8}"/>
                      </a:ext>
                    </a:extLst>
                  </p:cNvPr>
                  <p:cNvSpPr>
                    <a:spLocks noChangeArrowheads="1"/>
                  </p:cNvSpPr>
                  <p:nvPr/>
                </p:nvSpPr>
                <p:spPr bwMode="auto">
                  <a:xfrm>
                    <a:off x="468" y="1073"/>
                    <a:ext cx="54" cy="57"/>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2" name="Rectangle 86">
                    <a:extLst>
                      <a:ext uri="{FF2B5EF4-FFF2-40B4-BE49-F238E27FC236}">
                        <a16:creationId xmlns:a16="http://schemas.microsoft.com/office/drawing/2014/main" id="{8EA41CF6-0D6F-F565-BFCC-3B255C5DCCD7}"/>
                      </a:ext>
                    </a:extLst>
                  </p:cNvPr>
                  <p:cNvSpPr>
                    <a:spLocks noChangeArrowheads="1"/>
                  </p:cNvSpPr>
                  <p:nvPr/>
                </p:nvSpPr>
                <p:spPr bwMode="auto">
                  <a:xfrm>
                    <a:off x="537" y="1068"/>
                    <a:ext cx="59"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3" name="Rectangle 87">
                    <a:extLst>
                      <a:ext uri="{FF2B5EF4-FFF2-40B4-BE49-F238E27FC236}">
                        <a16:creationId xmlns:a16="http://schemas.microsoft.com/office/drawing/2014/main" id="{94CA36BE-D32D-07E3-6F5A-E9FD97415D22}"/>
                      </a:ext>
                    </a:extLst>
                  </p:cNvPr>
                  <p:cNvSpPr>
                    <a:spLocks noChangeArrowheads="1"/>
                  </p:cNvSpPr>
                  <p:nvPr/>
                </p:nvSpPr>
                <p:spPr bwMode="auto">
                  <a:xfrm>
                    <a:off x="616" y="1068"/>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4" name="AutoShape 88">
                    <a:extLst>
                      <a:ext uri="{FF2B5EF4-FFF2-40B4-BE49-F238E27FC236}">
                        <a16:creationId xmlns:a16="http://schemas.microsoft.com/office/drawing/2014/main" id="{2BC5DEA8-09AA-5E61-86DE-8C80BD04B5CF}"/>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pic>
              <p:nvPicPr>
                <p:cNvPr id="64" name="Picture 89" descr="desktop_computer_stylized_small">
                  <a:extLst>
                    <a:ext uri="{FF2B5EF4-FFF2-40B4-BE49-F238E27FC236}">
                      <a16:creationId xmlns:a16="http://schemas.microsoft.com/office/drawing/2014/main" id="{FB4F3066-07E1-D8A8-F1B2-01B5C2883C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5" name="Rectangle 90">
                  <a:extLst>
                    <a:ext uri="{FF2B5EF4-FFF2-40B4-BE49-F238E27FC236}">
                      <a16:creationId xmlns:a16="http://schemas.microsoft.com/office/drawing/2014/main" id="{ADE95A6A-4A3A-D0F4-43B1-A006507DAACF}"/>
                    </a:ext>
                  </a:extLst>
                </p:cNvPr>
                <p:cNvSpPr>
                  <a:spLocks noChangeArrowheads="1"/>
                </p:cNvSpPr>
                <p:nvPr/>
              </p:nvSpPr>
              <p:spPr bwMode="auto">
                <a:xfrm>
                  <a:off x="530" y="2233"/>
                  <a:ext cx="103" cy="90"/>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66" name="Freeform 91">
                  <a:extLst>
                    <a:ext uri="{FF2B5EF4-FFF2-40B4-BE49-F238E27FC236}">
                      <a16:creationId xmlns:a16="http://schemas.microsoft.com/office/drawing/2014/main" id="{197B2DA6-A9DC-CEF0-4DE6-D823A8FBF637}"/>
                    </a:ext>
                  </a:extLst>
                </p:cNvPr>
                <p:cNvSpPr>
                  <a:spLocks/>
                </p:cNvSpPr>
                <p:nvPr/>
              </p:nvSpPr>
              <p:spPr bwMode="auto">
                <a:xfrm>
                  <a:off x="282" y="1951"/>
                  <a:ext cx="302" cy="274"/>
                </a:xfrm>
                <a:custGeom>
                  <a:avLst/>
                  <a:gdLst>
                    <a:gd name="T0" fmla="*/ 37 w 381"/>
                    <a:gd name="T1" fmla="*/ 274 h 274"/>
                    <a:gd name="T2" fmla="*/ 37 w 381"/>
                    <a:gd name="T3" fmla="*/ 130 h 274"/>
                    <a:gd name="T4" fmla="*/ 0 w 381"/>
                    <a:gd name="T5" fmla="*/ 0 h 274"/>
                    <a:gd name="T6" fmla="*/ 0 60000 65536"/>
                    <a:gd name="T7" fmla="*/ 0 60000 65536"/>
                    <a:gd name="T8" fmla="*/ 0 60000 65536"/>
                  </a:gdLst>
                  <a:ahLst/>
                  <a:cxnLst>
                    <a:cxn ang="T6">
                      <a:pos x="T0" y="T1"/>
                    </a:cxn>
                    <a:cxn ang="T7">
                      <a:pos x="T2" y="T3"/>
                    </a:cxn>
                    <a:cxn ang="T8">
                      <a:pos x="T4" y="T5"/>
                    </a:cxn>
                  </a:cxnLst>
                  <a:rect l="0" t="0" r="r" b="b"/>
                  <a:pathLst>
                    <a:path w="381" h="274">
                      <a:moveTo>
                        <a:pt x="381" y="274"/>
                      </a:moveTo>
                      <a:lnTo>
                        <a:pt x="381" y="130"/>
                      </a:lnTo>
                      <a:lnTo>
                        <a:pt x="0" y="0"/>
                      </a:lnTo>
                    </a:path>
                  </a:pathLst>
                </a:custGeom>
                <a:noFill/>
                <a:ln w="9525">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67" name="Line 92">
                  <a:extLst>
                    <a:ext uri="{FF2B5EF4-FFF2-40B4-BE49-F238E27FC236}">
                      <a16:creationId xmlns:a16="http://schemas.microsoft.com/office/drawing/2014/main" id="{25DE7C96-1A5B-1990-BF3C-68DE7834FE7A}"/>
                    </a:ext>
                  </a:extLst>
                </p:cNvPr>
                <p:cNvSpPr>
                  <a:spLocks noChangeShapeType="1"/>
                </p:cNvSpPr>
                <p:nvPr/>
              </p:nvSpPr>
              <p:spPr bwMode="auto">
                <a:xfrm flipH="1">
                  <a:off x="470" y="2271"/>
                  <a:ext cx="151"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pic>
              <p:nvPicPr>
                <p:cNvPr id="68" name="Picture 93" descr="tv">
                  <a:extLst>
                    <a:ext uri="{FF2B5EF4-FFF2-40B4-BE49-F238E27FC236}">
                      <a16:creationId xmlns:a16="http://schemas.microsoft.com/office/drawing/2014/main" id="{AD6C89B8-DB49-CA66-AF3D-F2875EA436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nvGrpSpPr>
            <p:cNvPr id="75" name="Group 77">
              <a:extLst>
                <a:ext uri="{FF2B5EF4-FFF2-40B4-BE49-F238E27FC236}">
                  <a16:creationId xmlns:a16="http://schemas.microsoft.com/office/drawing/2014/main" id="{119DCC21-7230-4523-B044-0100996294C0}"/>
                </a:ext>
              </a:extLst>
            </p:cNvPr>
            <p:cNvGrpSpPr>
              <a:grpSpLocks/>
            </p:cNvGrpSpPr>
            <p:nvPr/>
          </p:nvGrpSpPr>
          <p:grpSpPr bwMode="auto">
            <a:xfrm flipH="1">
              <a:off x="8015843" y="3161194"/>
              <a:ext cx="1034751" cy="625054"/>
              <a:chOff x="-490" y="1664"/>
              <a:chExt cx="1429" cy="842"/>
            </a:xfrm>
          </p:grpSpPr>
          <p:sp>
            <p:nvSpPr>
              <p:cNvPr id="76" name="AutoShape 78">
                <a:extLst>
                  <a:ext uri="{FF2B5EF4-FFF2-40B4-BE49-F238E27FC236}">
                    <a16:creationId xmlns:a16="http://schemas.microsoft.com/office/drawing/2014/main" id="{6C0077EC-DEA0-1CEC-B5F4-F756179728BE}"/>
                  </a:ext>
                </a:extLst>
              </p:cNvPr>
              <p:cNvSpPr>
                <a:spLocks noChangeArrowheads="1"/>
              </p:cNvSpPr>
              <p:nvPr/>
            </p:nvSpPr>
            <p:spPr bwMode="auto">
              <a:xfrm>
                <a:off x="-491" y="1664"/>
                <a:ext cx="1429" cy="295"/>
              </a:xfrm>
              <a:prstGeom prst="triangle">
                <a:avLst>
                  <a:gd name="adj" fmla="val 50000"/>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grpSp>
            <p:nvGrpSpPr>
              <p:cNvPr id="77" name="Group 79">
                <a:extLst>
                  <a:ext uri="{FF2B5EF4-FFF2-40B4-BE49-F238E27FC236}">
                    <a16:creationId xmlns:a16="http://schemas.microsoft.com/office/drawing/2014/main" id="{621DEEAC-9926-E9E1-7401-FC4A99628847}"/>
                  </a:ext>
                </a:extLst>
              </p:cNvPr>
              <p:cNvGrpSpPr>
                <a:grpSpLocks/>
              </p:cNvGrpSpPr>
              <p:nvPr/>
            </p:nvGrpSpPr>
            <p:grpSpPr bwMode="auto">
              <a:xfrm>
                <a:off x="-427" y="1737"/>
                <a:ext cx="1217" cy="769"/>
                <a:chOff x="-427" y="1737"/>
                <a:chExt cx="1217" cy="769"/>
              </a:xfrm>
            </p:grpSpPr>
            <p:sp>
              <p:nvSpPr>
                <p:cNvPr id="78" name="Rectangle 80">
                  <a:extLst>
                    <a:ext uri="{FF2B5EF4-FFF2-40B4-BE49-F238E27FC236}">
                      <a16:creationId xmlns:a16="http://schemas.microsoft.com/office/drawing/2014/main" id="{EBE1C25D-BF79-90F6-BA5D-10A1035CB468}"/>
                    </a:ext>
                  </a:extLst>
                </p:cNvPr>
                <p:cNvSpPr>
                  <a:spLocks noChangeArrowheads="1"/>
                </p:cNvSpPr>
                <p:nvPr/>
              </p:nvSpPr>
              <p:spPr bwMode="auto">
                <a:xfrm>
                  <a:off x="-337" y="1923"/>
                  <a:ext cx="1127" cy="584"/>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9" name="Line 7">
                  <a:extLst>
                    <a:ext uri="{FF2B5EF4-FFF2-40B4-BE49-F238E27FC236}">
                      <a16:creationId xmlns:a16="http://schemas.microsoft.com/office/drawing/2014/main" id="{596E7586-46CE-EB0D-6045-E3AE32003E1A}"/>
                    </a:ext>
                  </a:extLst>
                </p:cNvPr>
                <p:cNvSpPr>
                  <a:spLocks noChangeShapeType="1"/>
                </p:cNvSpPr>
                <p:nvPr/>
              </p:nvSpPr>
              <p:spPr bwMode="auto">
                <a:xfrm flipV="1">
                  <a:off x="-150" y="2270"/>
                  <a:ext cx="230" cy="1"/>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nvGrpSpPr>
                <p:cNvPr id="80" name="Group 82">
                  <a:extLst>
                    <a:ext uri="{FF2B5EF4-FFF2-40B4-BE49-F238E27FC236}">
                      <a16:creationId xmlns:a16="http://schemas.microsoft.com/office/drawing/2014/main" id="{75AF8432-5076-655F-2FCA-71C3528C2FEE}"/>
                    </a:ext>
                  </a:extLst>
                </p:cNvPr>
                <p:cNvGrpSpPr>
                  <a:grpSpLocks/>
                </p:cNvGrpSpPr>
                <p:nvPr/>
              </p:nvGrpSpPr>
              <p:grpSpPr bwMode="auto">
                <a:xfrm>
                  <a:off x="68" y="2192"/>
                  <a:ext cx="387" cy="139"/>
                  <a:chOff x="322" y="890"/>
                  <a:chExt cx="872" cy="339"/>
                </a:xfrm>
              </p:grpSpPr>
              <p:sp>
                <p:nvSpPr>
                  <p:cNvPr id="86" name="Rectangle 83">
                    <a:extLst>
                      <a:ext uri="{FF2B5EF4-FFF2-40B4-BE49-F238E27FC236}">
                        <a16:creationId xmlns:a16="http://schemas.microsoft.com/office/drawing/2014/main" id="{30AC1082-E388-D952-0839-C502D1CA8764}"/>
                      </a:ext>
                    </a:extLst>
                  </p:cNvPr>
                  <p:cNvSpPr>
                    <a:spLocks noChangeArrowheads="1"/>
                  </p:cNvSpPr>
                  <p:nvPr/>
                </p:nvSpPr>
                <p:spPr bwMode="auto">
                  <a:xfrm>
                    <a:off x="323" y="1001"/>
                    <a:ext cx="864" cy="229"/>
                  </a:xfrm>
                  <a:prstGeom prst="rect">
                    <a:avLst/>
                  </a:pr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87" name="Rectangle 84">
                    <a:extLst>
                      <a:ext uri="{FF2B5EF4-FFF2-40B4-BE49-F238E27FC236}">
                        <a16:creationId xmlns:a16="http://schemas.microsoft.com/office/drawing/2014/main" id="{B540EA78-68A0-C97B-5560-C7828F5647DF}"/>
                      </a:ext>
                    </a:extLst>
                  </p:cNvPr>
                  <p:cNvSpPr>
                    <a:spLocks noChangeArrowheads="1"/>
                  </p:cNvSpPr>
                  <p:nvPr/>
                </p:nvSpPr>
                <p:spPr bwMode="auto">
                  <a:xfrm>
                    <a:off x="392" y="1074"/>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88" name="Rectangle 85">
                    <a:extLst>
                      <a:ext uri="{FF2B5EF4-FFF2-40B4-BE49-F238E27FC236}">
                        <a16:creationId xmlns:a16="http://schemas.microsoft.com/office/drawing/2014/main" id="{D6E636CF-8410-DB29-3CBC-95F5338E9118}"/>
                      </a:ext>
                    </a:extLst>
                  </p:cNvPr>
                  <p:cNvSpPr>
                    <a:spLocks noChangeArrowheads="1"/>
                  </p:cNvSpPr>
                  <p:nvPr/>
                </p:nvSpPr>
                <p:spPr bwMode="auto">
                  <a:xfrm>
                    <a:off x="466" y="1074"/>
                    <a:ext cx="54" cy="57"/>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89" name="Rectangle 86">
                    <a:extLst>
                      <a:ext uri="{FF2B5EF4-FFF2-40B4-BE49-F238E27FC236}">
                        <a16:creationId xmlns:a16="http://schemas.microsoft.com/office/drawing/2014/main" id="{935ADA31-810F-D845-0B13-92EC3DAEC8EA}"/>
                      </a:ext>
                    </a:extLst>
                  </p:cNvPr>
                  <p:cNvSpPr>
                    <a:spLocks noChangeArrowheads="1"/>
                  </p:cNvSpPr>
                  <p:nvPr/>
                </p:nvSpPr>
                <p:spPr bwMode="auto">
                  <a:xfrm>
                    <a:off x="535" y="1069"/>
                    <a:ext cx="59"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90" name="Rectangle 87">
                    <a:extLst>
                      <a:ext uri="{FF2B5EF4-FFF2-40B4-BE49-F238E27FC236}">
                        <a16:creationId xmlns:a16="http://schemas.microsoft.com/office/drawing/2014/main" id="{71EB22E3-2211-5D17-2770-E9E0D261EB7E}"/>
                      </a:ext>
                    </a:extLst>
                  </p:cNvPr>
                  <p:cNvSpPr>
                    <a:spLocks noChangeArrowheads="1"/>
                  </p:cNvSpPr>
                  <p:nvPr/>
                </p:nvSpPr>
                <p:spPr bwMode="auto">
                  <a:xfrm>
                    <a:off x="614" y="1069"/>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91" name="AutoShape 88">
                    <a:extLst>
                      <a:ext uri="{FF2B5EF4-FFF2-40B4-BE49-F238E27FC236}">
                        <a16:creationId xmlns:a16="http://schemas.microsoft.com/office/drawing/2014/main" id="{3363CDF7-A4E0-7B93-EC9E-F5DF5A684853}"/>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pic>
              <p:nvPicPr>
                <p:cNvPr id="81" name="Picture 89" descr="desktop_computer_stylized_small">
                  <a:extLst>
                    <a:ext uri="{FF2B5EF4-FFF2-40B4-BE49-F238E27FC236}">
                      <a16:creationId xmlns:a16="http://schemas.microsoft.com/office/drawing/2014/main" id="{5D20855D-E2B1-88B2-D6F7-72BA6CD125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2" name="Rectangle 90">
                  <a:extLst>
                    <a:ext uri="{FF2B5EF4-FFF2-40B4-BE49-F238E27FC236}">
                      <a16:creationId xmlns:a16="http://schemas.microsoft.com/office/drawing/2014/main" id="{B9EB30EA-9193-3D67-C3D4-1996DA06DDB2}"/>
                    </a:ext>
                  </a:extLst>
                </p:cNvPr>
                <p:cNvSpPr>
                  <a:spLocks noChangeArrowheads="1"/>
                </p:cNvSpPr>
                <p:nvPr/>
              </p:nvSpPr>
              <p:spPr bwMode="auto">
                <a:xfrm>
                  <a:off x="529" y="2233"/>
                  <a:ext cx="103" cy="90"/>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83" name="Freeform 91">
                  <a:extLst>
                    <a:ext uri="{FF2B5EF4-FFF2-40B4-BE49-F238E27FC236}">
                      <a16:creationId xmlns:a16="http://schemas.microsoft.com/office/drawing/2014/main" id="{26ACBE25-AC38-6D68-9838-F3E691FC7F67}"/>
                    </a:ext>
                  </a:extLst>
                </p:cNvPr>
                <p:cNvSpPr>
                  <a:spLocks/>
                </p:cNvSpPr>
                <p:nvPr/>
              </p:nvSpPr>
              <p:spPr bwMode="auto">
                <a:xfrm>
                  <a:off x="282" y="1951"/>
                  <a:ext cx="302" cy="274"/>
                </a:xfrm>
                <a:custGeom>
                  <a:avLst/>
                  <a:gdLst>
                    <a:gd name="T0" fmla="*/ 37 w 381"/>
                    <a:gd name="T1" fmla="*/ 274 h 274"/>
                    <a:gd name="T2" fmla="*/ 37 w 381"/>
                    <a:gd name="T3" fmla="*/ 130 h 274"/>
                    <a:gd name="T4" fmla="*/ 0 w 381"/>
                    <a:gd name="T5" fmla="*/ 0 h 274"/>
                    <a:gd name="T6" fmla="*/ 0 60000 65536"/>
                    <a:gd name="T7" fmla="*/ 0 60000 65536"/>
                    <a:gd name="T8" fmla="*/ 0 60000 65536"/>
                  </a:gdLst>
                  <a:ahLst/>
                  <a:cxnLst>
                    <a:cxn ang="T6">
                      <a:pos x="T0" y="T1"/>
                    </a:cxn>
                    <a:cxn ang="T7">
                      <a:pos x="T2" y="T3"/>
                    </a:cxn>
                    <a:cxn ang="T8">
                      <a:pos x="T4" y="T5"/>
                    </a:cxn>
                  </a:cxnLst>
                  <a:rect l="0" t="0" r="r" b="b"/>
                  <a:pathLst>
                    <a:path w="381" h="274">
                      <a:moveTo>
                        <a:pt x="381" y="274"/>
                      </a:moveTo>
                      <a:lnTo>
                        <a:pt x="381" y="130"/>
                      </a:lnTo>
                      <a:lnTo>
                        <a:pt x="0" y="0"/>
                      </a:lnTo>
                    </a:path>
                  </a:pathLst>
                </a:custGeom>
                <a:noFill/>
                <a:ln w="9525">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84" name="Line 92">
                  <a:extLst>
                    <a:ext uri="{FF2B5EF4-FFF2-40B4-BE49-F238E27FC236}">
                      <a16:creationId xmlns:a16="http://schemas.microsoft.com/office/drawing/2014/main" id="{1E261DD5-CF3A-7C59-2BA8-BFB99276C555}"/>
                    </a:ext>
                  </a:extLst>
                </p:cNvPr>
                <p:cNvSpPr>
                  <a:spLocks noChangeShapeType="1"/>
                </p:cNvSpPr>
                <p:nvPr/>
              </p:nvSpPr>
              <p:spPr bwMode="auto">
                <a:xfrm flipH="1">
                  <a:off x="470" y="2272"/>
                  <a:ext cx="151"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pic>
              <p:nvPicPr>
                <p:cNvPr id="85" name="Picture 93" descr="tv">
                  <a:extLst>
                    <a:ext uri="{FF2B5EF4-FFF2-40B4-BE49-F238E27FC236}">
                      <a16:creationId xmlns:a16="http://schemas.microsoft.com/office/drawing/2014/main" id="{93E65954-33FC-7717-A404-58B6F16C81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nvGrpSpPr>
            <p:cNvPr id="92" name="Group 77">
              <a:extLst>
                <a:ext uri="{FF2B5EF4-FFF2-40B4-BE49-F238E27FC236}">
                  <a16:creationId xmlns:a16="http://schemas.microsoft.com/office/drawing/2014/main" id="{3978AF00-84D2-7718-5FCF-85C72CEBB492}"/>
                </a:ext>
              </a:extLst>
            </p:cNvPr>
            <p:cNvGrpSpPr>
              <a:grpSpLocks/>
            </p:cNvGrpSpPr>
            <p:nvPr/>
          </p:nvGrpSpPr>
          <p:grpSpPr bwMode="auto">
            <a:xfrm flipH="1">
              <a:off x="7815955" y="3866548"/>
              <a:ext cx="1034751" cy="625054"/>
              <a:chOff x="-490" y="1664"/>
              <a:chExt cx="1429" cy="842"/>
            </a:xfrm>
          </p:grpSpPr>
          <p:sp>
            <p:nvSpPr>
              <p:cNvPr id="93" name="AutoShape 78">
                <a:extLst>
                  <a:ext uri="{FF2B5EF4-FFF2-40B4-BE49-F238E27FC236}">
                    <a16:creationId xmlns:a16="http://schemas.microsoft.com/office/drawing/2014/main" id="{13557E58-C731-B399-78C9-37252DA15F83}"/>
                  </a:ext>
                </a:extLst>
              </p:cNvPr>
              <p:cNvSpPr>
                <a:spLocks noChangeArrowheads="1"/>
              </p:cNvSpPr>
              <p:nvPr/>
            </p:nvSpPr>
            <p:spPr bwMode="auto">
              <a:xfrm>
                <a:off x="-491" y="1664"/>
                <a:ext cx="1429" cy="295"/>
              </a:xfrm>
              <a:prstGeom prst="triangle">
                <a:avLst>
                  <a:gd name="adj" fmla="val 50000"/>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grpSp>
            <p:nvGrpSpPr>
              <p:cNvPr id="94" name="Group 79">
                <a:extLst>
                  <a:ext uri="{FF2B5EF4-FFF2-40B4-BE49-F238E27FC236}">
                    <a16:creationId xmlns:a16="http://schemas.microsoft.com/office/drawing/2014/main" id="{05FEFCA7-8E95-5BEF-0C68-A3C2DBFB9C72}"/>
                  </a:ext>
                </a:extLst>
              </p:cNvPr>
              <p:cNvGrpSpPr>
                <a:grpSpLocks/>
              </p:cNvGrpSpPr>
              <p:nvPr/>
            </p:nvGrpSpPr>
            <p:grpSpPr bwMode="auto">
              <a:xfrm>
                <a:off x="-427" y="1737"/>
                <a:ext cx="1217" cy="769"/>
                <a:chOff x="-427" y="1737"/>
                <a:chExt cx="1217" cy="769"/>
              </a:xfrm>
            </p:grpSpPr>
            <p:sp>
              <p:nvSpPr>
                <p:cNvPr id="95" name="Rectangle 80">
                  <a:extLst>
                    <a:ext uri="{FF2B5EF4-FFF2-40B4-BE49-F238E27FC236}">
                      <a16:creationId xmlns:a16="http://schemas.microsoft.com/office/drawing/2014/main" id="{25D32A7D-2B4A-B79E-AEC2-9BF1A98D7B98}"/>
                    </a:ext>
                  </a:extLst>
                </p:cNvPr>
                <p:cNvSpPr>
                  <a:spLocks noChangeArrowheads="1"/>
                </p:cNvSpPr>
                <p:nvPr/>
              </p:nvSpPr>
              <p:spPr bwMode="auto">
                <a:xfrm>
                  <a:off x="-337" y="1922"/>
                  <a:ext cx="1127" cy="584"/>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96" name="Line 7">
                  <a:extLst>
                    <a:ext uri="{FF2B5EF4-FFF2-40B4-BE49-F238E27FC236}">
                      <a16:creationId xmlns:a16="http://schemas.microsoft.com/office/drawing/2014/main" id="{45C0D619-EE4D-1B5A-293C-058E4878EA14}"/>
                    </a:ext>
                  </a:extLst>
                </p:cNvPr>
                <p:cNvSpPr>
                  <a:spLocks noChangeShapeType="1"/>
                </p:cNvSpPr>
                <p:nvPr/>
              </p:nvSpPr>
              <p:spPr bwMode="auto">
                <a:xfrm flipV="1">
                  <a:off x="-150" y="2270"/>
                  <a:ext cx="230" cy="1"/>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nvGrpSpPr>
                <p:cNvPr id="97" name="Group 82">
                  <a:extLst>
                    <a:ext uri="{FF2B5EF4-FFF2-40B4-BE49-F238E27FC236}">
                      <a16:creationId xmlns:a16="http://schemas.microsoft.com/office/drawing/2014/main" id="{FB527E9E-A1F0-AFD3-2491-3A009F1D7037}"/>
                    </a:ext>
                  </a:extLst>
                </p:cNvPr>
                <p:cNvGrpSpPr>
                  <a:grpSpLocks/>
                </p:cNvGrpSpPr>
                <p:nvPr/>
              </p:nvGrpSpPr>
              <p:grpSpPr bwMode="auto">
                <a:xfrm>
                  <a:off x="68" y="2192"/>
                  <a:ext cx="387" cy="139"/>
                  <a:chOff x="322" y="890"/>
                  <a:chExt cx="872" cy="339"/>
                </a:xfrm>
              </p:grpSpPr>
              <p:sp>
                <p:nvSpPr>
                  <p:cNvPr id="103" name="Rectangle 83">
                    <a:extLst>
                      <a:ext uri="{FF2B5EF4-FFF2-40B4-BE49-F238E27FC236}">
                        <a16:creationId xmlns:a16="http://schemas.microsoft.com/office/drawing/2014/main" id="{85362E14-7DD7-0935-D391-312ECA9FE9BD}"/>
                      </a:ext>
                    </a:extLst>
                  </p:cNvPr>
                  <p:cNvSpPr>
                    <a:spLocks noChangeArrowheads="1"/>
                  </p:cNvSpPr>
                  <p:nvPr/>
                </p:nvSpPr>
                <p:spPr bwMode="auto">
                  <a:xfrm>
                    <a:off x="323" y="999"/>
                    <a:ext cx="864" cy="229"/>
                  </a:xfrm>
                  <a:prstGeom prst="rect">
                    <a:avLst/>
                  </a:pr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04" name="Rectangle 84">
                    <a:extLst>
                      <a:ext uri="{FF2B5EF4-FFF2-40B4-BE49-F238E27FC236}">
                        <a16:creationId xmlns:a16="http://schemas.microsoft.com/office/drawing/2014/main" id="{D63FEDAA-FED4-9154-B21D-247538CA31FA}"/>
                      </a:ext>
                    </a:extLst>
                  </p:cNvPr>
                  <p:cNvSpPr>
                    <a:spLocks noChangeArrowheads="1"/>
                  </p:cNvSpPr>
                  <p:nvPr/>
                </p:nvSpPr>
                <p:spPr bwMode="auto">
                  <a:xfrm>
                    <a:off x="392" y="1072"/>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05" name="Rectangle 85">
                    <a:extLst>
                      <a:ext uri="{FF2B5EF4-FFF2-40B4-BE49-F238E27FC236}">
                        <a16:creationId xmlns:a16="http://schemas.microsoft.com/office/drawing/2014/main" id="{2DA7015E-4AFC-FBF4-7D87-D4CF66FFBB25}"/>
                      </a:ext>
                    </a:extLst>
                  </p:cNvPr>
                  <p:cNvSpPr>
                    <a:spLocks noChangeArrowheads="1"/>
                  </p:cNvSpPr>
                  <p:nvPr/>
                </p:nvSpPr>
                <p:spPr bwMode="auto">
                  <a:xfrm>
                    <a:off x="466" y="1072"/>
                    <a:ext cx="54" cy="57"/>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06" name="Rectangle 86">
                    <a:extLst>
                      <a:ext uri="{FF2B5EF4-FFF2-40B4-BE49-F238E27FC236}">
                        <a16:creationId xmlns:a16="http://schemas.microsoft.com/office/drawing/2014/main" id="{1C3559DB-3D56-0C82-9319-FF5BE0633AD0}"/>
                      </a:ext>
                    </a:extLst>
                  </p:cNvPr>
                  <p:cNvSpPr>
                    <a:spLocks noChangeArrowheads="1"/>
                  </p:cNvSpPr>
                  <p:nvPr/>
                </p:nvSpPr>
                <p:spPr bwMode="auto">
                  <a:xfrm>
                    <a:off x="536" y="1067"/>
                    <a:ext cx="59"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07" name="Rectangle 87">
                    <a:extLst>
                      <a:ext uri="{FF2B5EF4-FFF2-40B4-BE49-F238E27FC236}">
                        <a16:creationId xmlns:a16="http://schemas.microsoft.com/office/drawing/2014/main" id="{620EA1C6-C649-1372-263A-1AA81EB3000B}"/>
                      </a:ext>
                    </a:extLst>
                  </p:cNvPr>
                  <p:cNvSpPr>
                    <a:spLocks noChangeArrowheads="1"/>
                  </p:cNvSpPr>
                  <p:nvPr/>
                </p:nvSpPr>
                <p:spPr bwMode="auto">
                  <a:xfrm>
                    <a:off x="615" y="1067"/>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08" name="AutoShape 88">
                    <a:extLst>
                      <a:ext uri="{FF2B5EF4-FFF2-40B4-BE49-F238E27FC236}">
                        <a16:creationId xmlns:a16="http://schemas.microsoft.com/office/drawing/2014/main" id="{C7CB469B-BC83-BA51-C024-3A2B09A76864}"/>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pic>
              <p:nvPicPr>
                <p:cNvPr id="98" name="Picture 89" descr="desktop_computer_stylized_small">
                  <a:extLst>
                    <a:ext uri="{FF2B5EF4-FFF2-40B4-BE49-F238E27FC236}">
                      <a16:creationId xmlns:a16="http://schemas.microsoft.com/office/drawing/2014/main" id="{E8F4B078-78CB-3A99-2E20-79B28ADAA0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9" name="Rectangle 90">
                  <a:extLst>
                    <a:ext uri="{FF2B5EF4-FFF2-40B4-BE49-F238E27FC236}">
                      <a16:creationId xmlns:a16="http://schemas.microsoft.com/office/drawing/2014/main" id="{37F9F84A-8A16-E5F7-060B-5942F125CB07}"/>
                    </a:ext>
                  </a:extLst>
                </p:cNvPr>
                <p:cNvSpPr>
                  <a:spLocks noChangeArrowheads="1"/>
                </p:cNvSpPr>
                <p:nvPr/>
              </p:nvSpPr>
              <p:spPr bwMode="auto">
                <a:xfrm>
                  <a:off x="529" y="2232"/>
                  <a:ext cx="103" cy="90"/>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00" name="Freeform 91">
                  <a:extLst>
                    <a:ext uri="{FF2B5EF4-FFF2-40B4-BE49-F238E27FC236}">
                      <a16:creationId xmlns:a16="http://schemas.microsoft.com/office/drawing/2014/main" id="{55503B72-D966-8126-B784-C81028E4DDE7}"/>
                    </a:ext>
                  </a:extLst>
                </p:cNvPr>
                <p:cNvSpPr>
                  <a:spLocks/>
                </p:cNvSpPr>
                <p:nvPr/>
              </p:nvSpPr>
              <p:spPr bwMode="auto">
                <a:xfrm>
                  <a:off x="282" y="1951"/>
                  <a:ext cx="302" cy="274"/>
                </a:xfrm>
                <a:custGeom>
                  <a:avLst/>
                  <a:gdLst>
                    <a:gd name="T0" fmla="*/ 37 w 381"/>
                    <a:gd name="T1" fmla="*/ 274 h 274"/>
                    <a:gd name="T2" fmla="*/ 37 w 381"/>
                    <a:gd name="T3" fmla="*/ 130 h 274"/>
                    <a:gd name="T4" fmla="*/ 0 w 381"/>
                    <a:gd name="T5" fmla="*/ 0 h 274"/>
                    <a:gd name="T6" fmla="*/ 0 60000 65536"/>
                    <a:gd name="T7" fmla="*/ 0 60000 65536"/>
                    <a:gd name="T8" fmla="*/ 0 60000 65536"/>
                  </a:gdLst>
                  <a:ahLst/>
                  <a:cxnLst>
                    <a:cxn ang="T6">
                      <a:pos x="T0" y="T1"/>
                    </a:cxn>
                    <a:cxn ang="T7">
                      <a:pos x="T2" y="T3"/>
                    </a:cxn>
                    <a:cxn ang="T8">
                      <a:pos x="T4" y="T5"/>
                    </a:cxn>
                  </a:cxnLst>
                  <a:rect l="0" t="0" r="r" b="b"/>
                  <a:pathLst>
                    <a:path w="381" h="274">
                      <a:moveTo>
                        <a:pt x="381" y="274"/>
                      </a:moveTo>
                      <a:lnTo>
                        <a:pt x="381" y="130"/>
                      </a:lnTo>
                      <a:lnTo>
                        <a:pt x="0" y="0"/>
                      </a:lnTo>
                    </a:path>
                  </a:pathLst>
                </a:custGeom>
                <a:noFill/>
                <a:ln w="9525">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101" name="Line 92">
                  <a:extLst>
                    <a:ext uri="{FF2B5EF4-FFF2-40B4-BE49-F238E27FC236}">
                      <a16:creationId xmlns:a16="http://schemas.microsoft.com/office/drawing/2014/main" id="{B12933D7-516B-1581-4ADB-825AE1C3E672}"/>
                    </a:ext>
                  </a:extLst>
                </p:cNvPr>
                <p:cNvSpPr>
                  <a:spLocks noChangeShapeType="1"/>
                </p:cNvSpPr>
                <p:nvPr/>
              </p:nvSpPr>
              <p:spPr bwMode="auto">
                <a:xfrm flipH="1">
                  <a:off x="470" y="2271"/>
                  <a:ext cx="151"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pic>
              <p:nvPicPr>
                <p:cNvPr id="102" name="Picture 93" descr="tv">
                  <a:extLst>
                    <a:ext uri="{FF2B5EF4-FFF2-40B4-BE49-F238E27FC236}">
                      <a16:creationId xmlns:a16="http://schemas.microsoft.com/office/drawing/2014/main" id="{C50D5A7F-AAE3-F996-A7B0-DBF1CC76A1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nvGrpSpPr>
            <p:cNvPr id="109" name="Group 77">
              <a:extLst>
                <a:ext uri="{FF2B5EF4-FFF2-40B4-BE49-F238E27FC236}">
                  <a16:creationId xmlns:a16="http://schemas.microsoft.com/office/drawing/2014/main" id="{C5CA84E2-B292-D00E-6669-87195160CDB3}"/>
                </a:ext>
              </a:extLst>
            </p:cNvPr>
            <p:cNvGrpSpPr>
              <a:grpSpLocks/>
            </p:cNvGrpSpPr>
            <p:nvPr/>
          </p:nvGrpSpPr>
          <p:grpSpPr bwMode="auto">
            <a:xfrm flipH="1">
              <a:off x="6757254" y="3548682"/>
              <a:ext cx="1034751" cy="625054"/>
              <a:chOff x="-490" y="1664"/>
              <a:chExt cx="1429" cy="842"/>
            </a:xfrm>
          </p:grpSpPr>
          <p:sp>
            <p:nvSpPr>
              <p:cNvPr id="110" name="AutoShape 78">
                <a:extLst>
                  <a:ext uri="{FF2B5EF4-FFF2-40B4-BE49-F238E27FC236}">
                    <a16:creationId xmlns:a16="http://schemas.microsoft.com/office/drawing/2014/main" id="{64019F08-93C0-8E5A-E911-51123F63D6B2}"/>
                  </a:ext>
                </a:extLst>
              </p:cNvPr>
              <p:cNvSpPr>
                <a:spLocks noChangeArrowheads="1"/>
              </p:cNvSpPr>
              <p:nvPr/>
            </p:nvSpPr>
            <p:spPr bwMode="auto">
              <a:xfrm>
                <a:off x="-490" y="1664"/>
                <a:ext cx="1429" cy="295"/>
              </a:xfrm>
              <a:prstGeom prst="triangle">
                <a:avLst>
                  <a:gd name="adj" fmla="val 50000"/>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grpSp>
            <p:nvGrpSpPr>
              <p:cNvPr id="111" name="Group 79">
                <a:extLst>
                  <a:ext uri="{FF2B5EF4-FFF2-40B4-BE49-F238E27FC236}">
                    <a16:creationId xmlns:a16="http://schemas.microsoft.com/office/drawing/2014/main" id="{F95A3DAB-3D58-41E9-CC07-9EF117B64257}"/>
                  </a:ext>
                </a:extLst>
              </p:cNvPr>
              <p:cNvGrpSpPr>
                <a:grpSpLocks/>
              </p:cNvGrpSpPr>
              <p:nvPr/>
            </p:nvGrpSpPr>
            <p:grpSpPr bwMode="auto">
              <a:xfrm>
                <a:off x="-427" y="1737"/>
                <a:ext cx="1217" cy="769"/>
                <a:chOff x="-427" y="1737"/>
                <a:chExt cx="1217" cy="769"/>
              </a:xfrm>
            </p:grpSpPr>
            <p:sp>
              <p:nvSpPr>
                <p:cNvPr id="112" name="Rectangle 80">
                  <a:extLst>
                    <a:ext uri="{FF2B5EF4-FFF2-40B4-BE49-F238E27FC236}">
                      <a16:creationId xmlns:a16="http://schemas.microsoft.com/office/drawing/2014/main" id="{B980730B-5C1D-58E0-0D60-75DE286F6631}"/>
                    </a:ext>
                  </a:extLst>
                </p:cNvPr>
                <p:cNvSpPr>
                  <a:spLocks noChangeArrowheads="1"/>
                </p:cNvSpPr>
                <p:nvPr/>
              </p:nvSpPr>
              <p:spPr bwMode="auto">
                <a:xfrm>
                  <a:off x="-337" y="1923"/>
                  <a:ext cx="1127" cy="584"/>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13" name="Line 7">
                  <a:extLst>
                    <a:ext uri="{FF2B5EF4-FFF2-40B4-BE49-F238E27FC236}">
                      <a16:creationId xmlns:a16="http://schemas.microsoft.com/office/drawing/2014/main" id="{8C5CD516-DFC8-2072-D5B5-F950AC832F27}"/>
                    </a:ext>
                  </a:extLst>
                </p:cNvPr>
                <p:cNvSpPr>
                  <a:spLocks noChangeShapeType="1"/>
                </p:cNvSpPr>
                <p:nvPr/>
              </p:nvSpPr>
              <p:spPr bwMode="auto">
                <a:xfrm flipV="1">
                  <a:off x="-150" y="2270"/>
                  <a:ext cx="230" cy="1"/>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nvGrpSpPr>
                <p:cNvPr id="114" name="Group 82">
                  <a:extLst>
                    <a:ext uri="{FF2B5EF4-FFF2-40B4-BE49-F238E27FC236}">
                      <a16:creationId xmlns:a16="http://schemas.microsoft.com/office/drawing/2014/main" id="{CCF80ADC-6218-33B2-A853-CB31E346FA27}"/>
                    </a:ext>
                  </a:extLst>
                </p:cNvPr>
                <p:cNvGrpSpPr>
                  <a:grpSpLocks/>
                </p:cNvGrpSpPr>
                <p:nvPr/>
              </p:nvGrpSpPr>
              <p:grpSpPr bwMode="auto">
                <a:xfrm>
                  <a:off x="68" y="2192"/>
                  <a:ext cx="387" cy="139"/>
                  <a:chOff x="322" y="890"/>
                  <a:chExt cx="872" cy="339"/>
                </a:xfrm>
              </p:grpSpPr>
              <p:sp>
                <p:nvSpPr>
                  <p:cNvPr id="120" name="Rectangle 83">
                    <a:extLst>
                      <a:ext uri="{FF2B5EF4-FFF2-40B4-BE49-F238E27FC236}">
                        <a16:creationId xmlns:a16="http://schemas.microsoft.com/office/drawing/2014/main" id="{A1612BE0-1C9E-2A12-BAD4-A519CC81F185}"/>
                      </a:ext>
                    </a:extLst>
                  </p:cNvPr>
                  <p:cNvSpPr>
                    <a:spLocks noChangeArrowheads="1"/>
                  </p:cNvSpPr>
                  <p:nvPr/>
                </p:nvSpPr>
                <p:spPr bwMode="auto">
                  <a:xfrm>
                    <a:off x="324" y="1000"/>
                    <a:ext cx="864" cy="229"/>
                  </a:xfrm>
                  <a:prstGeom prst="rect">
                    <a:avLst/>
                  </a:pr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21" name="Rectangle 84">
                    <a:extLst>
                      <a:ext uri="{FF2B5EF4-FFF2-40B4-BE49-F238E27FC236}">
                        <a16:creationId xmlns:a16="http://schemas.microsoft.com/office/drawing/2014/main" id="{E0E0C021-8D2C-9C37-45E9-6ED922656B6C}"/>
                      </a:ext>
                    </a:extLst>
                  </p:cNvPr>
                  <p:cNvSpPr>
                    <a:spLocks noChangeArrowheads="1"/>
                  </p:cNvSpPr>
                  <p:nvPr/>
                </p:nvSpPr>
                <p:spPr bwMode="auto">
                  <a:xfrm>
                    <a:off x="393" y="1073"/>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22" name="Rectangle 85">
                    <a:extLst>
                      <a:ext uri="{FF2B5EF4-FFF2-40B4-BE49-F238E27FC236}">
                        <a16:creationId xmlns:a16="http://schemas.microsoft.com/office/drawing/2014/main" id="{E519ED56-D88D-FC6B-09AA-CD096570C042}"/>
                      </a:ext>
                    </a:extLst>
                  </p:cNvPr>
                  <p:cNvSpPr>
                    <a:spLocks noChangeArrowheads="1"/>
                  </p:cNvSpPr>
                  <p:nvPr/>
                </p:nvSpPr>
                <p:spPr bwMode="auto">
                  <a:xfrm>
                    <a:off x="467" y="1073"/>
                    <a:ext cx="54" cy="57"/>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23" name="Rectangle 86">
                    <a:extLst>
                      <a:ext uri="{FF2B5EF4-FFF2-40B4-BE49-F238E27FC236}">
                        <a16:creationId xmlns:a16="http://schemas.microsoft.com/office/drawing/2014/main" id="{F690BDC4-EFD0-0865-33A0-81858892153A}"/>
                      </a:ext>
                    </a:extLst>
                  </p:cNvPr>
                  <p:cNvSpPr>
                    <a:spLocks noChangeArrowheads="1"/>
                  </p:cNvSpPr>
                  <p:nvPr/>
                </p:nvSpPr>
                <p:spPr bwMode="auto">
                  <a:xfrm>
                    <a:off x="536" y="1068"/>
                    <a:ext cx="59"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24" name="Rectangle 87">
                    <a:extLst>
                      <a:ext uri="{FF2B5EF4-FFF2-40B4-BE49-F238E27FC236}">
                        <a16:creationId xmlns:a16="http://schemas.microsoft.com/office/drawing/2014/main" id="{365A93AA-7A8E-5E40-BDD6-427647FD5393}"/>
                      </a:ext>
                    </a:extLst>
                  </p:cNvPr>
                  <p:cNvSpPr>
                    <a:spLocks noChangeArrowheads="1"/>
                  </p:cNvSpPr>
                  <p:nvPr/>
                </p:nvSpPr>
                <p:spPr bwMode="auto">
                  <a:xfrm>
                    <a:off x="615" y="1068"/>
                    <a:ext cx="54" cy="57"/>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25" name="AutoShape 88">
                    <a:extLst>
                      <a:ext uri="{FF2B5EF4-FFF2-40B4-BE49-F238E27FC236}">
                        <a16:creationId xmlns:a16="http://schemas.microsoft.com/office/drawing/2014/main" id="{BF63661E-0350-2713-42DC-3D917E1E187A}"/>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pic>
              <p:nvPicPr>
                <p:cNvPr id="115" name="Picture 89" descr="desktop_computer_stylized_small">
                  <a:extLst>
                    <a:ext uri="{FF2B5EF4-FFF2-40B4-BE49-F238E27FC236}">
                      <a16:creationId xmlns:a16="http://schemas.microsoft.com/office/drawing/2014/main" id="{193B3DEE-999D-7B58-FC60-05F8933164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6" name="Rectangle 90">
                  <a:extLst>
                    <a:ext uri="{FF2B5EF4-FFF2-40B4-BE49-F238E27FC236}">
                      <a16:creationId xmlns:a16="http://schemas.microsoft.com/office/drawing/2014/main" id="{9710E4E7-EDE9-17F0-2F21-EFD8A086A505}"/>
                    </a:ext>
                  </a:extLst>
                </p:cNvPr>
                <p:cNvSpPr>
                  <a:spLocks noChangeArrowheads="1"/>
                </p:cNvSpPr>
                <p:nvPr/>
              </p:nvSpPr>
              <p:spPr bwMode="auto">
                <a:xfrm>
                  <a:off x="529" y="2233"/>
                  <a:ext cx="103" cy="90"/>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17" name="Freeform 91">
                  <a:extLst>
                    <a:ext uri="{FF2B5EF4-FFF2-40B4-BE49-F238E27FC236}">
                      <a16:creationId xmlns:a16="http://schemas.microsoft.com/office/drawing/2014/main" id="{CB587FAE-C37F-BDC9-6733-D44A008464BF}"/>
                    </a:ext>
                  </a:extLst>
                </p:cNvPr>
                <p:cNvSpPr>
                  <a:spLocks/>
                </p:cNvSpPr>
                <p:nvPr/>
              </p:nvSpPr>
              <p:spPr bwMode="auto">
                <a:xfrm>
                  <a:off x="282" y="1951"/>
                  <a:ext cx="302" cy="274"/>
                </a:xfrm>
                <a:custGeom>
                  <a:avLst/>
                  <a:gdLst>
                    <a:gd name="T0" fmla="*/ 37 w 381"/>
                    <a:gd name="T1" fmla="*/ 274 h 274"/>
                    <a:gd name="T2" fmla="*/ 37 w 381"/>
                    <a:gd name="T3" fmla="*/ 130 h 274"/>
                    <a:gd name="T4" fmla="*/ 0 w 381"/>
                    <a:gd name="T5" fmla="*/ 0 h 274"/>
                    <a:gd name="T6" fmla="*/ 0 60000 65536"/>
                    <a:gd name="T7" fmla="*/ 0 60000 65536"/>
                    <a:gd name="T8" fmla="*/ 0 60000 65536"/>
                  </a:gdLst>
                  <a:ahLst/>
                  <a:cxnLst>
                    <a:cxn ang="T6">
                      <a:pos x="T0" y="T1"/>
                    </a:cxn>
                    <a:cxn ang="T7">
                      <a:pos x="T2" y="T3"/>
                    </a:cxn>
                    <a:cxn ang="T8">
                      <a:pos x="T4" y="T5"/>
                    </a:cxn>
                  </a:cxnLst>
                  <a:rect l="0" t="0" r="r" b="b"/>
                  <a:pathLst>
                    <a:path w="381" h="274">
                      <a:moveTo>
                        <a:pt x="381" y="274"/>
                      </a:moveTo>
                      <a:lnTo>
                        <a:pt x="381" y="130"/>
                      </a:lnTo>
                      <a:lnTo>
                        <a:pt x="0" y="0"/>
                      </a:lnTo>
                    </a:path>
                  </a:pathLst>
                </a:custGeom>
                <a:noFill/>
                <a:ln w="9525">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118" name="Line 92">
                  <a:extLst>
                    <a:ext uri="{FF2B5EF4-FFF2-40B4-BE49-F238E27FC236}">
                      <a16:creationId xmlns:a16="http://schemas.microsoft.com/office/drawing/2014/main" id="{9DF3AB91-5E26-FB00-2B76-64FBEAFE2060}"/>
                    </a:ext>
                  </a:extLst>
                </p:cNvPr>
                <p:cNvSpPr>
                  <a:spLocks noChangeShapeType="1"/>
                </p:cNvSpPr>
                <p:nvPr/>
              </p:nvSpPr>
              <p:spPr bwMode="auto">
                <a:xfrm flipH="1">
                  <a:off x="470" y="2271"/>
                  <a:ext cx="151"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pic>
              <p:nvPicPr>
                <p:cNvPr id="119" name="Picture 93" descr="tv">
                  <a:extLst>
                    <a:ext uri="{FF2B5EF4-FFF2-40B4-BE49-F238E27FC236}">
                      <a16:creationId xmlns:a16="http://schemas.microsoft.com/office/drawing/2014/main" id="{9BB1633D-E668-B731-31EC-FECF519B2F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spTree>
    <p:extLst>
      <p:ext uri="{BB962C8B-B14F-4D97-AF65-F5344CB8AC3E}">
        <p14:creationId xmlns:p14="http://schemas.microsoft.com/office/powerpoint/2010/main" val="42552765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fontScale="92500" lnSpcReduction="10000"/>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b="1" dirty="0">
                <a:solidFill>
                  <a:schemeClr val="accent4"/>
                </a:solidFill>
              </a:rPr>
              <a:t>6.4 </a:t>
            </a:r>
            <a:r>
              <a:rPr lang="zh-CN" altLang="en-US" sz="2400" b="1" dirty="0">
                <a:solidFill>
                  <a:schemeClr val="accent4"/>
                </a:solidFill>
              </a:rPr>
              <a:t>交换局域网</a:t>
            </a:r>
            <a:endParaRPr lang="en-US" altLang="zh-CN" sz="2400" b="1" dirty="0">
              <a:solidFill>
                <a:schemeClr val="accent4"/>
              </a:solidFill>
            </a:endParaRPr>
          </a:p>
          <a:p>
            <a:pPr lvl="1"/>
            <a:r>
              <a:rPr lang="en-US" altLang="zh-CN" sz="2400" dirty="0"/>
              <a:t>MAC</a:t>
            </a:r>
            <a:r>
              <a:rPr lang="zh-CN" altLang="en-US" sz="2400" dirty="0"/>
              <a:t>地址和</a:t>
            </a:r>
            <a:r>
              <a:rPr lang="en-US" altLang="zh-CN" sz="2400" dirty="0"/>
              <a:t>ARP</a:t>
            </a:r>
          </a:p>
          <a:p>
            <a:pPr lvl="1"/>
            <a:r>
              <a:rPr lang="zh-CN" altLang="en-US" sz="2400" dirty="0"/>
              <a:t>以太网</a:t>
            </a:r>
            <a:endParaRPr lang="en-US" altLang="zh-CN" sz="2400" dirty="0"/>
          </a:p>
          <a:p>
            <a:pPr lvl="1"/>
            <a:r>
              <a:rPr lang="zh-CN" altLang="en-US" sz="2400" dirty="0"/>
              <a:t>交换机</a:t>
            </a:r>
            <a:endParaRPr lang="en-US" altLang="zh-CN" sz="2400" dirty="0"/>
          </a:p>
          <a:p>
            <a:pPr lvl="1"/>
            <a:r>
              <a:rPr lang="zh-CN" altLang="en-US" sz="2400" dirty="0"/>
              <a:t>虚拟局域网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1498953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1C297-0B00-194D-2902-40DF32D98375}"/>
              </a:ext>
            </a:extLst>
          </p:cNvPr>
          <p:cNvSpPr>
            <a:spLocks noGrp="1"/>
          </p:cNvSpPr>
          <p:nvPr>
            <p:ph type="title"/>
          </p:nvPr>
        </p:nvSpPr>
        <p:spPr/>
        <p:txBody>
          <a:bodyPr/>
          <a:lstStyle/>
          <a:p>
            <a:r>
              <a:rPr lang="zh-CN" altLang="en-US" dirty="0"/>
              <a:t>交换局域网</a:t>
            </a:r>
          </a:p>
        </p:txBody>
      </p:sp>
      <p:sp>
        <p:nvSpPr>
          <p:cNvPr id="3" name="内容占位符 2">
            <a:extLst>
              <a:ext uri="{FF2B5EF4-FFF2-40B4-BE49-F238E27FC236}">
                <a16:creationId xmlns:a16="http://schemas.microsoft.com/office/drawing/2014/main" id="{8621D856-2B06-9370-4956-5E1BF258CCC3}"/>
              </a:ext>
            </a:extLst>
          </p:cNvPr>
          <p:cNvSpPr>
            <a:spLocks noGrp="1"/>
          </p:cNvSpPr>
          <p:nvPr>
            <p:ph idx="1"/>
          </p:nvPr>
        </p:nvSpPr>
        <p:spPr>
          <a:xfrm>
            <a:off x="442913" y="728662"/>
            <a:ext cx="11289710" cy="5722937"/>
          </a:xfrm>
        </p:spPr>
        <p:txBody>
          <a:bodyPr>
            <a:noAutofit/>
          </a:bodyPr>
          <a:lstStyle/>
          <a:p>
            <a:r>
              <a:rPr lang="zh-CN" altLang="en-US" dirty="0"/>
              <a:t>路由器：</a:t>
            </a:r>
            <a:endParaRPr lang="en-US" altLang="zh-CN" dirty="0"/>
          </a:p>
          <a:p>
            <a:pPr lvl="1"/>
            <a:r>
              <a:rPr lang="zh-CN" altLang="en-US" sz="2000" dirty="0"/>
              <a:t>网络层的互连设备</a:t>
            </a:r>
            <a:endParaRPr lang="en-US" altLang="zh-CN" sz="2000" dirty="0"/>
          </a:p>
          <a:p>
            <a:pPr lvl="1"/>
            <a:r>
              <a:rPr lang="zh-CN" altLang="en-US" sz="2000" dirty="0"/>
              <a:t>连接多个</a:t>
            </a:r>
            <a:r>
              <a:rPr lang="en-US" altLang="zh-CN" sz="2000" dirty="0"/>
              <a:t>IP</a:t>
            </a:r>
            <a:r>
              <a:rPr lang="zh-CN" altLang="en-US" sz="2000" dirty="0"/>
              <a:t>子网</a:t>
            </a:r>
            <a:endParaRPr lang="en-US" altLang="zh-CN" sz="2000" dirty="0"/>
          </a:p>
          <a:p>
            <a:r>
              <a:rPr lang="zh-CN" altLang="en-US" dirty="0"/>
              <a:t>交换机：</a:t>
            </a:r>
            <a:endParaRPr lang="en-US" altLang="zh-CN" dirty="0"/>
          </a:p>
          <a:p>
            <a:pPr lvl="1"/>
            <a:r>
              <a:rPr lang="zh-CN" altLang="en-US" sz="2000" dirty="0"/>
              <a:t>数据链路层的互连设备</a:t>
            </a:r>
            <a:endParaRPr lang="en-US" altLang="zh-CN" sz="2000" dirty="0"/>
          </a:p>
          <a:p>
            <a:pPr lvl="1"/>
            <a:r>
              <a:rPr lang="zh-CN" altLang="en-US" sz="2000" dirty="0"/>
              <a:t>通过交换机连接的主机属于同一个局域网</a:t>
            </a:r>
            <a:endParaRPr lang="en-US" altLang="zh-CN" sz="2000" dirty="0"/>
          </a:p>
          <a:p>
            <a:pPr lvl="2">
              <a:lnSpc>
                <a:spcPct val="100000"/>
              </a:lnSpc>
              <a:spcAft>
                <a:spcPts val="100"/>
              </a:spcAft>
            </a:pPr>
            <a:r>
              <a:rPr lang="zh-CN" altLang="en-US" dirty="0"/>
              <a:t>节点（主机和路由器）通过网卡连接到局域网</a:t>
            </a:r>
            <a:endParaRPr lang="en-US" altLang="zh-CN" dirty="0"/>
          </a:p>
          <a:p>
            <a:pPr lvl="2">
              <a:lnSpc>
                <a:spcPct val="100000"/>
              </a:lnSpc>
              <a:spcAft>
                <a:spcPts val="100"/>
              </a:spcAft>
            </a:pPr>
            <a:r>
              <a:rPr lang="zh-CN" altLang="en-US" dirty="0"/>
              <a:t>每个网卡</a:t>
            </a:r>
            <a:r>
              <a:rPr lang="en-US" altLang="zh-CN" dirty="0"/>
              <a:t>(</a:t>
            </a:r>
            <a:r>
              <a:rPr lang="zh-CN" altLang="en-US" dirty="0"/>
              <a:t>接口）有一个在</a:t>
            </a:r>
            <a:r>
              <a:rPr lang="zh-CN" altLang="en-US" b="1" dirty="0">
                <a:solidFill>
                  <a:srgbClr val="FF0000"/>
                </a:solidFill>
              </a:rPr>
              <a:t>该局域网上唯一</a:t>
            </a:r>
            <a:r>
              <a:rPr lang="zh-CN" altLang="en-US" dirty="0"/>
              <a:t>的</a:t>
            </a:r>
            <a:r>
              <a:rPr lang="en-US" altLang="zh-CN" dirty="0"/>
              <a:t>MAC</a:t>
            </a:r>
            <a:r>
              <a:rPr lang="zh-CN" altLang="en-US" dirty="0"/>
              <a:t>地址</a:t>
            </a:r>
            <a:r>
              <a:rPr lang="en-US" altLang="zh-CN" dirty="0"/>
              <a:t>/LAN</a:t>
            </a:r>
            <a:r>
              <a:rPr lang="zh-CN" altLang="en-US" dirty="0"/>
              <a:t>地址</a:t>
            </a:r>
            <a:r>
              <a:rPr lang="en-US" altLang="zh-CN" dirty="0"/>
              <a:t>/</a:t>
            </a:r>
            <a:r>
              <a:rPr lang="zh-CN" altLang="en-US" dirty="0"/>
              <a:t>硬件地址</a:t>
            </a:r>
            <a:r>
              <a:rPr lang="en-US" altLang="zh-CN" dirty="0"/>
              <a:t>/</a:t>
            </a:r>
            <a:r>
              <a:rPr lang="zh-CN" altLang="en-US" dirty="0"/>
              <a:t>物理地址等</a:t>
            </a:r>
            <a:endParaRPr lang="en-US" altLang="zh-CN" dirty="0"/>
          </a:p>
          <a:p>
            <a:pPr lvl="2">
              <a:lnSpc>
                <a:spcPct val="100000"/>
              </a:lnSpc>
              <a:spcAft>
                <a:spcPts val="100"/>
              </a:spcAft>
            </a:pPr>
            <a:r>
              <a:rPr lang="zh-CN" altLang="en-US" dirty="0"/>
              <a:t>节点要发送帧给同一个局域网的节点时，只需要构造一个</a:t>
            </a:r>
            <a:r>
              <a:rPr lang="en-US" altLang="zh-CN" dirty="0"/>
              <a:t>MAC</a:t>
            </a:r>
            <a:r>
              <a:rPr lang="zh-CN" altLang="en-US" dirty="0"/>
              <a:t>帧，获得媒体的访问权后发送即可</a:t>
            </a:r>
            <a:endParaRPr lang="en-US" altLang="zh-CN" dirty="0"/>
          </a:p>
          <a:p>
            <a:pPr lvl="2">
              <a:lnSpc>
                <a:spcPct val="100000"/>
              </a:lnSpc>
              <a:spcAft>
                <a:spcPts val="100"/>
              </a:spcAft>
            </a:pPr>
            <a:r>
              <a:rPr lang="zh-CN" altLang="en-US" dirty="0"/>
              <a:t>帧的头部中包括了源</a:t>
            </a:r>
            <a:r>
              <a:rPr lang="en-US" altLang="zh-CN" dirty="0"/>
              <a:t>MAC</a:t>
            </a:r>
            <a:r>
              <a:rPr lang="zh-CN" altLang="en-US" dirty="0"/>
              <a:t>地址和目的</a:t>
            </a:r>
            <a:r>
              <a:rPr lang="en-US" altLang="zh-CN" dirty="0"/>
              <a:t>MAC</a:t>
            </a:r>
            <a:r>
              <a:rPr lang="zh-CN" altLang="en-US" dirty="0"/>
              <a:t>地址，通过</a:t>
            </a:r>
            <a:r>
              <a:rPr lang="en-US" altLang="zh-CN" dirty="0"/>
              <a:t>MAC</a:t>
            </a:r>
            <a:r>
              <a:rPr lang="zh-CN" altLang="en-US" dirty="0"/>
              <a:t>地址标识是哪个</a:t>
            </a:r>
            <a:r>
              <a:rPr lang="en-US" altLang="zh-CN" dirty="0"/>
              <a:t>(</a:t>
            </a:r>
            <a:r>
              <a:rPr lang="zh-CN" altLang="en-US" dirty="0"/>
              <a:t>节点的</a:t>
            </a:r>
            <a:r>
              <a:rPr lang="en-US" altLang="zh-CN" dirty="0"/>
              <a:t>)</a:t>
            </a:r>
            <a:r>
              <a:rPr lang="zh-CN" altLang="en-US" dirty="0"/>
              <a:t>接口发送，发送给哪个或者哪些</a:t>
            </a:r>
            <a:r>
              <a:rPr lang="en-US" altLang="zh-CN" dirty="0"/>
              <a:t>(</a:t>
            </a:r>
            <a:r>
              <a:rPr lang="zh-CN" altLang="en-US" dirty="0"/>
              <a:t>节点的</a:t>
            </a:r>
            <a:r>
              <a:rPr lang="en-US" altLang="zh-CN" dirty="0"/>
              <a:t>)</a:t>
            </a:r>
            <a:r>
              <a:rPr lang="zh-CN" altLang="en-US" dirty="0"/>
              <a:t>接口</a:t>
            </a:r>
            <a:endParaRPr lang="en-US" altLang="zh-CN" dirty="0"/>
          </a:p>
          <a:p>
            <a:pPr lvl="3">
              <a:lnSpc>
                <a:spcPct val="100000"/>
              </a:lnSpc>
              <a:spcAft>
                <a:spcPts val="100"/>
              </a:spcAft>
            </a:pPr>
            <a:r>
              <a:rPr lang="zh-CN" altLang="en-US" dirty="0"/>
              <a:t>单播地址：某个节点</a:t>
            </a:r>
            <a:endParaRPr lang="en-US" altLang="zh-CN" dirty="0"/>
          </a:p>
          <a:p>
            <a:pPr lvl="3">
              <a:lnSpc>
                <a:spcPct val="100000"/>
              </a:lnSpc>
              <a:spcAft>
                <a:spcPts val="100"/>
              </a:spcAft>
            </a:pPr>
            <a:r>
              <a:rPr lang="zh-CN" altLang="en-US" dirty="0"/>
              <a:t>组播地址：对于该组播地址感兴趣的一组节点</a:t>
            </a:r>
            <a:endParaRPr lang="en-US" altLang="zh-CN" dirty="0"/>
          </a:p>
          <a:p>
            <a:pPr lvl="3">
              <a:lnSpc>
                <a:spcPct val="100000"/>
              </a:lnSpc>
              <a:spcAft>
                <a:spcPts val="100"/>
              </a:spcAft>
            </a:pPr>
            <a:r>
              <a:rPr lang="zh-CN" altLang="en-US" dirty="0"/>
              <a:t>广播地址：局域网上的所有节点</a:t>
            </a:r>
            <a:endParaRPr lang="en-US" altLang="zh-CN" dirty="0"/>
          </a:p>
          <a:p>
            <a:pPr marL="0" indent="0">
              <a:lnSpc>
                <a:spcPct val="100000"/>
              </a:lnSpc>
              <a:spcAft>
                <a:spcPts val="100"/>
              </a:spcAft>
              <a:buNone/>
            </a:pPr>
            <a:endParaRPr lang="en-US" altLang="zh-CN" u="sng" dirty="0">
              <a:solidFill>
                <a:srgbClr val="FF0000"/>
              </a:solidFill>
            </a:endParaRPr>
          </a:p>
        </p:txBody>
      </p:sp>
      <p:grpSp>
        <p:nvGrpSpPr>
          <p:cNvPr id="193" name="组合 192">
            <a:extLst>
              <a:ext uri="{FF2B5EF4-FFF2-40B4-BE49-F238E27FC236}">
                <a16:creationId xmlns:a16="http://schemas.microsoft.com/office/drawing/2014/main" id="{7ED70357-5083-4E34-5585-D6548020264B}"/>
              </a:ext>
            </a:extLst>
          </p:cNvPr>
          <p:cNvGrpSpPr/>
          <p:nvPr/>
        </p:nvGrpSpPr>
        <p:grpSpPr>
          <a:xfrm>
            <a:off x="6922786" y="48826"/>
            <a:ext cx="5113490" cy="3380174"/>
            <a:chOff x="5839053" y="1478209"/>
            <a:chExt cx="5113490" cy="3380174"/>
          </a:xfrm>
        </p:grpSpPr>
        <p:sp>
          <p:nvSpPr>
            <p:cNvPr id="4" name="Freeform 81">
              <a:extLst>
                <a:ext uri="{FF2B5EF4-FFF2-40B4-BE49-F238E27FC236}">
                  <a16:creationId xmlns:a16="http://schemas.microsoft.com/office/drawing/2014/main" id="{3C2BF45B-DB28-0030-074B-882C4FBE1B95}"/>
                </a:ext>
              </a:extLst>
            </p:cNvPr>
            <p:cNvSpPr>
              <a:spLocks/>
            </p:cNvSpPr>
            <p:nvPr/>
          </p:nvSpPr>
          <p:spPr bwMode="auto">
            <a:xfrm rot="5400000">
              <a:off x="6747321" y="592447"/>
              <a:ext cx="3296953" cy="5113490"/>
            </a:xfrm>
            <a:custGeom>
              <a:avLst/>
              <a:gdLst>
                <a:gd name="T0" fmla="*/ 2147483647 w 10000"/>
                <a:gd name="T1" fmla="*/ 2147483647 h 9831"/>
                <a:gd name="T2" fmla="*/ 2147483647 w 10000"/>
                <a:gd name="T3" fmla="*/ 2147483647 h 9831"/>
                <a:gd name="T4" fmla="*/ 2147483647 w 10000"/>
                <a:gd name="T5" fmla="*/ 2147483647 h 9831"/>
                <a:gd name="T6" fmla="*/ 2147483647 w 10000"/>
                <a:gd name="T7" fmla="*/ 2147483647 h 9831"/>
                <a:gd name="T8" fmla="*/ 2147483647 w 10000"/>
                <a:gd name="T9" fmla="*/ 2147483647 h 9831"/>
                <a:gd name="T10" fmla="*/ 2147483647 w 10000"/>
                <a:gd name="T11" fmla="*/ 2147483647 h 9831"/>
                <a:gd name="T12" fmla="*/ 2147483647 w 10000"/>
                <a:gd name="T13" fmla="*/ 2147483647 h 9831"/>
                <a:gd name="T14" fmla="*/ 2147483647 w 10000"/>
                <a:gd name="T15" fmla="*/ 2147483647 h 9831"/>
                <a:gd name="T16" fmla="*/ 2147483647 w 10000"/>
                <a:gd name="T17" fmla="*/ 2147483647 h 9831"/>
                <a:gd name="T18" fmla="*/ 2147483647 w 10000"/>
                <a:gd name="T19" fmla="*/ 2147483647 h 9831"/>
                <a:gd name="T20" fmla="*/ 2147483647 w 10000"/>
                <a:gd name="T21" fmla="*/ 2147483647 h 9831"/>
                <a:gd name="T22" fmla="*/ 2147483647 w 10000"/>
                <a:gd name="T23" fmla="*/ 2147483647 h 98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connsiteX0" fmla="*/ 3018 w 10166"/>
                <a:gd name="connsiteY0" fmla="*/ 121 h 10000"/>
                <a:gd name="connsiteX1" fmla="*/ 545 w 10166"/>
                <a:gd name="connsiteY1" fmla="*/ 527 h 10000"/>
                <a:gd name="connsiteX2" fmla="*/ 8 w 10166"/>
                <a:gd name="connsiteY2" fmla="*/ 3524 h 10000"/>
                <a:gd name="connsiteX3" fmla="*/ 354 w 10166"/>
                <a:gd name="connsiteY3" fmla="*/ 6305 h 10000"/>
                <a:gd name="connsiteX4" fmla="*/ 1947 w 10166"/>
                <a:gd name="connsiteY4" fmla="*/ 6681 h 10000"/>
                <a:gd name="connsiteX5" fmla="*/ 5285 w 10166"/>
                <a:gd name="connsiteY5" fmla="*/ 9001 h 10000"/>
                <a:gd name="connsiteX6" fmla="*/ 8172 w 10166"/>
                <a:gd name="connsiteY6" fmla="*/ 9974 h 10000"/>
                <a:gd name="connsiteX7" fmla="*/ 9864 w 10166"/>
                <a:gd name="connsiteY7" fmla="*/ 8031 h 10000"/>
                <a:gd name="connsiteX8" fmla="*/ 9830 w 10166"/>
                <a:gd name="connsiteY8" fmla="*/ 3652 h 10000"/>
                <a:gd name="connsiteX9" fmla="*/ 9852 w 10166"/>
                <a:gd name="connsiteY9" fmla="*/ 791 h 10000"/>
                <a:gd name="connsiteX10" fmla="*/ 5984 w 10166"/>
                <a:gd name="connsiteY10" fmla="*/ 50 h 10000"/>
                <a:gd name="connsiteX11" fmla="*/ 3018 w 10166"/>
                <a:gd name="connsiteY11" fmla="*/ 121 h 10000"/>
                <a:gd name="connsiteX0" fmla="*/ 3018 w 10281"/>
                <a:gd name="connsiteY0" fmla="*/ 121 h 10000"/>
                <a:gd name="connsiteX1" fmla="*/ 545 w 10281"/>
                <a:gd name="connsiteY1" fmla="*/ 527 h 10000"/>
                <a:gd name="connsiteX2" fmla="*/ 8 w 10281"/>
                <a:gd name="connsiteY2" fmla="*/ 3524 h 10000"/>
                <a:gd name="connsiteX3" fmla="*/ 354 w 10281"/>
                <a:gd name="connsiteY3" fmla="*/ 6305 h 10000"/>
                <a:gd name="connsiteX4" fmla="*/ 1947 w 10281"/>
                <a:gd name="connsiteY4" fmla="*/ 6681 h 10000"/>
                <a:gd name="connsiteX5" fmla="*/ 5285 w 10281"/>
                <a:gd name="connsiteY5" fmla="*/ 9001 h 10000"/>
                <a:gd name="connsiteX6" fmla="*/ 8172 w 10281"/>
                <a:gd name="connsiteY6" fmla="*/ 9974 h 10000"/>
                <a:gd name="connsiteX7" fmla="*/ 9864 w 10281"/>
                <a:gd name="connsiteY7" fmla="*/ 8031 h 10000"/>
                <a:gd name="connsiteX8" fmla="*/ 10169 w 10281"/>
                <a:gd name="connsiteY8" fmla="*/ 3708 h 10000"/>
                <a:gd name="connsiteX9" fmla="*/ 9852 w 10281"/>
                <a:gd name="connsiteY9" fmla="*/ 791 h 10000"/>
                <a:gd name="connsiteX10" fmla="*/ 5984 w 10281"/>
                <a:gd name="connsiteY10" fmla="*/ 50 h 10000"/>
                <a:gd name="connsiteX11" fmla="*/ 3018 w 10281"/>
                <a:gd name="connsiteY11" fmla="*/ 12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81" h="10000">
                  <a:moveTo>
                    <a:pt x="3018" y="121"/>
                  </a:moveTo>
                  <a:cubicBezTo>
                    <a:pt x="2111" y="201"/>
                    <a:pt x="1047" y="-40"/>
                    <a:pt x="545" y="527"/>
                  </a:cubicBezTo>
                  <a:cubicBezTo>
                    <a:pt x="43" y="1094"/>
                    <a:pt x="40" y="2561"/>
                    <a:pt x="8" y="3524"/>
                  </a:cubicBezTo>
                  <a:cubicBezTo>
                    <a:pt x="-24" y="4487"/>
                    <a:pt x="32" y="5779"/>
                    <a:pt x="354" y="6305"/>
                  </a:cubicBezTo>
                  <a:cubicBezTo>
                    <a:pt x="677" y="6830"/>
                    <a:pt x="1127" y="6231"/>
                    <a:pt x="1947" y="6681"/>
                  </a:cubicBezTo>
                  <a:cubicBezTo>
                    <a:pt x="2769" y="7131"/>
                    <a:pt x="4247" y="8453"/>
                    <a:pt x="5285" y="9001"/>
                  </a:cubicBezTo>
                  <a:cubicBezTo>
                    <a:pt x="6321" y="9549"/>
                    <a:pt x="7408" y="10134"/>
                    <a:pt x="8172" y="9974"/>
                  </a:cubicBezTo>
                  <a:cubicBezTo>
                    <a:pt x="8934" y="9811"/>
                    <a:pt x="9531" y="9075"/>
                    <a:pt x="9864" y="8031"/>
                  </a:cubicBezTo>
                  <a:cubicBezTo>
                    <a:pt x="10197" y="6987"/>
                    <a:pt x="10171" y="4915"/>
                    <a:pt x="10169" y="3708"/>
                  </a:cubicBezTo>
                  <a:cubicBezTo>
                    <a:pt x="10167" y="2501"/>
                    <a:pt x="10574" y="1287"/>
                    <a:pt x="9852" y="791"/>
                  </a:cubicBezTo>
                  <a:cubicBezTo>
                    <a:pt x="9131" y="296"/>
                    <a:pt x="7123" y="162"/>
                    <a:pt x="5984" y="50"/>
                  </a:cubicBezTo>
                  <a:cubicBezTo>
                    <a:pt x="4845" y="-62"/>
                    <a:pt x="3924" y="42"/>
                    <a:pt x="3018" y="121"/>
                  </a:cubicBezTo>
                  <a:close/>
                </a:path>
              </a:pathLst>
            </a:custGeom>
            <a:solidFill>
              <a:srgbClr val="9CE0FA"/>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 name="Line 34">
              <a:extLst>
                <a:ext uri="{FF2B5EF4-FFF2-40B4-BE49-F238E27FC236}">
                  <a16:creationId xmlns:a16="http://schemas.microsoft.com/office/drawing/2014/main" id="{65506375-16EA-BC9C-D879-3FD9B2F6DC82}"/>
                </a:ext>
              </a:extLst>
            </p:cNvPr>
            <p:cNvSpPr>
              <a:spLocks noChangeShapeType="1"/>
            </p:cNvSpPr>
            <p:nvPr/>
          </p:nvSpPr>
          <p:spPr bwMode="auto">
            <a:xfrm>
              <a:off x="8430554" y="2646893"/>
              <a:ext cx="0" cy="108858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 name="Line 35">
              <a:extLst>
                <a:ext uri="{FF2B5EF4-FFF2-40B4-BE49-F238E27FC236}">
                  <a16:creationId xmlns:a16="http://schemas.microsoft.com/office/drawing/2014/main" id="{7753FCD9-6616-5FE2-D2CA-B03722B10AC4}"/>
                </a:ext>
              </a:extLst>
            </p:cNvPr>
            <p:cNvSpPr>
              <a:spLocks noChangeShapeType="1"/>
            </p:cNvSpPr>
            <p:nvPr/>
          </p:nvSpPr>
          <p:spPr bwMode="auto">
            <a:xfrm flipH="1" flipV="1">
              <a:off x="8563062" y="2598591"/>
              <a:ext cx="1259908" cy="120403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 name="Line 59">
              <a:extLst>
                <a:ext uri="{FF2B5EF4-FFF2-40B4-BE49-F238E27FC236}">
                  <a16:creationId xmlns:a16="http://schemas.microsoft.com/office/drawing/2014/main" id="{418238A9-D606-7A3B-A056-37608B126C33}"/>
                </a:ext>
              </a:extLst>
            </p:cNvPr>
            <p:cNvSpPr>
              <a:spLocks noChangeShapeType="1"/>
            </p:cNvSpPr>
            <p:nvPr/>
          </p:nvSpPr>
          <p:spPr bwMode="auto">
            <a:xfrm flipV="1">
              <a:off x="8633660" y="2140302"/>
              <a:ext cx="837404" cy="31455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 name="Line 60">
              <a:extLst>
                <a:ext uri="{FF2B5EF4-FFF2-40B4-BE49-F238E27FC236}">
                  <a16:creationId xmlns:a16="http://schemas.microsoft.com/office/drawing/2014/main" id="{32CDC6F7-7AD4-0257-E8D3-38B7BCE2B1EC}"/>
                </a:ext>
              </a:extLst>
            </p:cNvPr>
            <p:cNvSpPr>
              <a:spLocks noChangeShapeType="1"/>
            </p:cNvSpPr>
            <p:nvPr/>
          </p:nvSpPr>
          <p:spPr bwMode="auto">
            <a:xfrm flipV="1">
              <a:off x="8492464" y="1901144"/>
              <a:ext cx="458346" cy="563141"/>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77">
              <a:extLst>
                <a:ext uri="{FF2B5EF4-FFF2-40B4-BE49-F238E27FC236}">
                  <a16:creationId xmlns:a16="http://schemas.microsoft.com/office/drawing/2014/main" id="{A0BFE849-758D-B8BB-6DE3-53F18AAF13D0}"/>
                </a:ext>
              </a:extLst>
            </p:cNvPr>
            <p:cNvSpPr>
              <a:spLocks noChangeShapeType="1"/>
            </p:cNvSpPr>
            <p:nvPr/>
          </p:nvSpPr>
          <p:spPr bwMode="auto">
            <a:xfrm>
              <a:off x="7744121" y="2015421"/>
              <a:ext cx="589768" cy="47831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0" name="Group 115">
              <a:extLst>
                <a:ext uri="{FF2B5EF4-FFF2-40B4-BE49-F238E27FC236}">
                  <a16:creationId xmlns:a16="http://schemas.microsoft.com/office/drawing/2014/main" id="{BF8FCA06-48AC-1126-CDFB-AC99765179A2}"/>
                </a:ext>
              </a:extLst>
            </p:cNvPr>
            <p:cNvGrpSpPr/>
            <p:nvPr/>
          </p:nvGrpSpPr>
          <p:grpSpPr>
            <a:xfrm>
              <a:off x="8141247" y="2330335"/>
              <a:ext cx="625610" cy="355986"/>
              <a:chOff x="3668110" y="2448910"/>
              <a:chExt cx="3794234" cy="2165130"/>
            </a:xfrm>
          </p:grpSpPr>
          <p:sp>
            <p:nvSpPr>
              <p:cNvPr id="11" name="Rectangle 156">
                <a:extLst>
                  <a:ext uri="{FF2B5EF4-FFF2-40B4-BE49-F238E27FC236}">
                    <a16:creationId xmlns:a16="http://schemas.microsoft.com/office/drawing/2014/main" id="{A8DF3392-C78D-E855-FD6C-92B32E3C3381}"/>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157">
                <a:extLst>
                  <a:ext uri="{FF2B5EF4-FFF2-40B4-BE49-F238E27FC236}">
                    <a16:creationId xmlns:a16="http://schemas.microsoft.com/office/drawing/2014/main" id="{AE9FC69C-1CC3-3101-F478-3E5AFB6EBB9F}"/>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 name="Group 158">
                <a:extLst>
                  <a:ext uri="{FF2B5EF4-FFF2-40B4-BE49-F238E27FC236}">
                    <a16:creationId xmlns:a16="http://schemas.microsoft.com/office/drawing/2014/main" id="{0EC34548-061C-FEAF-ACA8-692E2F999D69}"/>
                  </a:ext>
                </a:extLst>
              </p:cNvPr>
              <p:cNvGrpSpPr/>
              <p:nvPr/>
            </p:nvGrpSpPr>
            <p:grpSpPr>
              <a:xfrm>
                <a:off x="3941378" y="2603243"/>
                <a:ext cx="3202061" cy="1066110"/>
                <a:chOff x="7939341" y="3037317"/>
                <a:chExt cx="897649" cy="353919"/>
              </a:xfrm>
            </p:grpSpPr>
            <p:sp>
              <p:nvSpPr>
                <p:cNvPr id="14" name="Freeform 159">
                  <a:extLst>
                    <a:ext uri="{FF2B5EF4-FFF2-40B4-BE49-F238E27FC236}">
                      <a16:creationId xmlns:a16="http://schemas.microsoft.com/office/drawing/2014/main" id="{EB045229-234A-1434-F4E2-851A0540A831}"/>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160">
                  <a:extLst>
                    <a:ext uri="{FF2B5EF4-FFF2-40B4-BE49-F238E27FC236}">
                      <a16:creationId xmlns:a16="http://schemas.microsoft.com/office/drawing/2014/main" id="{396147D5-038D-494C-C8B5-8788D4ABD2A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61">
                  <a:extLst>
                    <a:ext uri="{FF2B5EF4-FFF2-40B4-BE49-F238E27FC236}">
                      <a16:creationId xmlns:a16="http://schemas.microsoft.com/office/drawing/2014/main" id="{2296A2F2-FD77-99C0-A135-D1FB5D5BC9F0}"/>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162">
                  <a:extLst>
                    <a:ext uri="{FF2B5EF4-FFF2-40B4-BE49-F238E27FC236}">
                      <a16:creationId xmlns:a16="http://schemas.microsoft.com/office/drawing/2014/main" id="{158769D9-E3CC-C338-4C13-2C82D68015D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8" name="Line 20">
              <a:extLst>
                <a:ext uri="{FF2B5EF4-FFF2-40B4-BE49-F238E27FC236}">
                  <a16:creationId xmlns:a16="http://schemas.microsoft.com/office/drawing/2014/main" id="{C16626F5-27A0-E295-02FE-1884B3135932}"/>
                </a:ext>
              </a:extLst>
            </p:cNvPr>
            <p:cNvSpPr>
              <a:spLocks noChangeShapeType="1"/>
            </p:cNvSpPr>
            <p:nvPr/>
          </p:nvSpPr>
          <p:spPr bwMode="auto">
            <a:xfrm flipH="1">
              <a:off x="6428821" y="3670679"/>
              <a:ext cx="38014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 name="Line 21">
              <a:extLst>
                <a:ext uri="{FF2B5EF4-FFF2-40B4-BE49-F238E27FC236}">
                  <a16:creationId xmlns:a16="http://schemas.microsoft.com/office/drawing/2014/main" id="{306D6330-2F3D-F0F0-44FE-83B48335A80F}"/>
                </a:ext>
              </a:extLst>
            </p:cNvPr>
            <p:cNvSpPr>
              <a:spLocks noChangeShapeType="1"/>
            </p:cNvSpPr>
            <p:nvPr/>
          </p:nvSpPr>
          <p:spPr bwMode="auto">
            <a:xfrm flipH="1">
              <a:off x="6693836" y="3706023"/>
              <a:ext cx="185728" cy="23326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 name="Line 22">
              <a:extLst>
                <a:ext uri="{FF2B5EF4-FFF2-40B4-BE49-F238E27FC236}">
                  <a16:creationId xmlns:a16="http://schemas.microsoft.com/office/drawing/2014/main" id="{650C4995-B899-0B1C-DB84-578FDDA12A57}"/>
                </a:ext>
              </a:extLst>
            </p:cNvPr>
            <p:cNvSpPr>
              <a:spLocks noChangeShapeType="1"/>
            </p:cNvSpPr>
            <p:nvPr/>
          </p:nvSpPr>
          <p:spPr bwMode="auto">
            <a:xfrm>
              <a:off x="6980574" y="3727229"/>
              <a:ext cx="49962" cy="21913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21" name="Group 44">
              <a:extLst>
                <a:ext uri="{FF2B5EF4-FFF2-40B4-BE49-F238E27FC236}">
                  <a16:creationId xmlns:a16="http://schemas.microsoft.com/office/drawing/2014/main" id="{7F35A674-7174-2784-6B9D-E3D77E5BAD1C}"/>
                </a:ext>
              </a:extLst>
            </p:cNvPr>
            <p:cNvGrpSpPr>
              <a:grpSpLocks/>
            </p:cNvGrpSpPr>
            <p:nvPr/>
          </p:nvGrpSpPr>
          <p:grpSpPr bwMode="auto">
            <a:xfrm>
              <a:off x="6117102" y="3524592"/>
              <a:ext cx="388834" cy="356970"/>
              <a:chOff x="-44" y="1473"/>
              <a:chExt cx="981" cy="1105"/>
            </a:xfrm>
          </p:grpSpPr>
          <p:pic>
            <p:nvPicPr>
              <p:cNvPr id="22" name="Picture 45" descr="desktop_computer_stylized_medium">
                <a:extLst>
                  <a:ext uri="{FF2B5EF4-FFF2-40B4-BE49-F238E27FC236}">
                    <a16:creationId xmlns:a16="http://schemas.microsoft.com/office/drawing/2014/main" id="{40488D19-7AC3-2BD1-DE66-C9AB84073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3" name="Freeform 46">
                <a:extLst>
                  <a:ext uri="{FF2B5EF4-FFF2-40B4-BE49-F238E27FC236}">
                    <a16:creationId xmlns:a16="http://schemas.microsoft.com/office/drawing/2014/main" id="{0CF2F43D-43D7-9E7B-C985-ACC9875FBBD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4" name="Group 44">
              <a:extLst>
                <a:ext uri="{FF2B5EF4-FFF2-40B4-BE49-F238E27FC236}">
                  <a16:creationId xmlns:a16="http://schemas.microsoft.com/office/drawing/2014/main" id="{0CD17832-36B3-AEFB-A4B8-460C4BFE62DC}"/>
                </a:ext>
              </a:extLst>
            </p:cNvPr>
            <p:cNvGrpSpPr>
              <a:grpSpLocks/>
            </p:cNvGrpSpPr>
            <p:nvPr/>
          </p:nvGrpSpPr>
          <p:grpSpPr bwMode="auto">
            <a:xfrm>
              <a:off x="6395150" y="3863890"/>
              <a:ext cx="388834" cy="356970"/>
              <a:chOff x="-44" y="1473"/>
              <a:chExt cx="981" cy="1105"/>
            </a:xfrm>
          </p:grpSpPr>
          <p:pic>
            <p:nvPicPr>
              <p:cNvPr id="25" name="Picture 45" descr="desktop_computer_stylized_medium">
                <a:extLst>
                  <a:ext uri="{FF2B5EF4-FFF2-40B4-BE49-F238E27FC236}">
                    <a16:creationId xmlns:a16="http://schemas.microsoft.com/office/drawing/2014/main" id="{B541FFEF-11AA-0824-1BE0-69B998B9E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 name="Freeform 46">
                <a:extLst>
                  <a:ext uri="{FF2B5EF4-FFF2-40B4-BE49-F238E27FC236}">
                    <a16:creationId xmlns:a16="http://schemas.microsoft.com/office/drawing/2014/main" id="{E53E85D6-C064-74B8-2331-3C10760BFA7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7" name="Group 44">
              <a:extLst>
                <a:ext uri="{FF2B5EF4-FFF2-40B4-BE49-F238E27FC236}">
                  <a16:creationId xmlns:a16="http://schemas.microsoft.com/office/drawing/2014/main" id="{88C36C1A-0533-F759-9EE2-19EF2F426D5D}"/>
                </a:ext>
              </a:extLst>
            </p:cNvPr>
            <p:cNvGrpSpPr>
              <a:grpSpLocks/>
            </p:cNvGrpSpPr>
            <p:nvPr/>
          </p:nvGrpSpPr>
          <p:grpSpPr bwMode="auto">
            <a:xfrm>
              <a:off x="6756831" y="3887453"/>
              <a:ext cx="388834" cy="356970"/>
              <a:chOff x="-44" y="1473"/>
              <a:chExt cx="981" cy="1105"/>
            </a:xfrm>
          </p:grpSpPr>
          <p:pic>
            <p:nvPicPr>
              <p:cNvPr id="28" name="Picture 45" descr="desktop_computer_stylized_medium">
                <a:extLst>
                  <a:ext uri="{FF2B5EF4-FFF2-40B4-BE49-F238E27FC236}">
                    <a16:creationId xmlns:a16="http://schemas.microsoft.com/office/drawing/2014/main" id="{922B0C6A-E302-D79A-C86D-B8A500DE1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 name="Freeform 46">
                <a:extLst>
                  <a:ext uri="{FF2B5EF4-FFF2-40B4-BE49-F238E27FC236}">
                    <a16:creationId xmlns:a16="http://schemas.microsoft.com/office/drawing/2014/main" id="{BCB15F6F-C267-376D-33A1-CC721382157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0" name="Line 21">
              <a:extLst>
                <a:ext uri="{FF2B5EF4-FFF2-40B4-BE49-F238E27FC236}">
                  <a16:creationId xmlns:a16="http://schemas.microsoft.com/office/drawing/2014/main" id="{CF8C7A43-54C1-EF0D-9B1C-BA7E8CAF5053}"/>
                </a:ext>
              </a:extLst>
            </p:cNvPr>
            <p:cNvSpPr>
              <a:spLocks noChangeShapeType="1"/>
            </p:cNvSpPr>
            <p:nvPr/>
          </p:nvSpPr>
          <p:spPr bwMode="auto">
            <a:xfrm>
              <a:off x="7130459" y="3675391"/>
              <a:ext cx="258498" cy="226199"/>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 name="Line 22">
              <a:extLst>
                <a:ext uri="{FF2B5EF4-FFF2-40B4-BE49-F238E27FC236}">
                  <a16:creationId xmlns:a16="http://schemas.microsoft.com/office/drawing/2014/main" id="{CE984A93-4846-DEC6-A9D8-1F0DBEC85728}"/>
                </a:ext>
              </a:extLst>
            </p:cNvPr>
            <p:cNvSpPr>
              <a:spLocks noChangeShapeType="1"/>
            </p:cNvSpPr>
            <p:nvPr/>
          </p:nvSpPr>
          <p:spPr bwMode="auto">
            <a:xfrm flipH="1">
              <a:off x="7289034" y="4042965"/>
              <a:ext cx="82546" cy="21795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2" name="Line 20">
              <a:extLst>
                <a:ext uri="{FF2B5EF4-FFF2-40B4-BE49-F238E27FC236}">
                  <a16:creationId xmlns:a16="http://schemas.microsoft.com/office/drawing/2014/main" id="{B2D116A3-49AC-4834-2B47-E08347953C13}"/>
                </a:ext>
              </a:extLst>
            </p:cNvPr>
            <p:cNvSpPr>
              <a:spLocks noChangeShapeType="1"/>
            </p:cNvSpPr>
            <p:nvPr/>
          </p:nvSpPr>
          <p:spPr bwMode="auto">
            <a:xfrm>
              <a:off x="7494806" y="3737418"/>
              <a:ext cx="1677" cy="2254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3" name="Group 44">
              <a:extLst>
                <a:ext uri="{FF2B5EF4-FFF2-40B4-BE49-F238E27FC236}">
                  <a16:creationId xmlns:a16="http://schemas.microsoft.com/office/drawing/2014/main" id="{C4C43048-22FD-2BD6-26CC-0B3EBD9414EF}"/>
                </a:ext>
              </a:extLst>
            </p:cNvPr>
            <p:cNvGrpSpPr>
              <a:grpSpLocks/>
            </p:cNvGrpSpPr>
            <p:nvPr/>
          </p:nvGrpSpPr>
          <p:grpSpPr bwMode="auto">
            <a:xfrm>
              <a:off x="7033794" y="4164310"/>
              <a:ext cx="388834" cy="356970"/>
              <a:chOff x="-44" y="1473"/>
              <a:chExt cx="981" cy="1105"/>
            </a:xfrm>
          </p:grpSpPr>
          <p:pic>
            <p:nvPicPr>
              <p:cNvPr id="34" name="Picture 45" descr="desktop_computer_stylized_medium">
                <a:extLst>
                  <a:ext uri="{FF2B5EF4-FFF2-40B4-BE49-F238E27FC236}">
                    <a16:creationId xmlns:a16="http://schemas.microsoft.com/office/drawing/2014/main" id="{3089CA3F-70A5-B206-7FDF-4AE5402C1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5" name="Freeform 46">
                <a:extLst>
                  <a:ext uri="{FF2B5EF4-FFF2-40B4-BE49-F238E27FC236}">
                    <a16:creationId xmlns:a16="http://schemas.microsoft.com/office/drawing/2014/main" id="{B830AD71-3E7D-343C-F796-C3101926816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36" name="Group 44">
              <a:extLst>
                <a:ext uri="{FF2B5EF4-FFF2-40B4-BE49-F238E27FC236}">
                  <a16:creationId xmlns:a16="http://schemas.microsoft.com/office/drawing/2014/main" id="{A5F0F526-6CB0-D70D-CB8E-FAF297853BFC}"/>
                </a:ext>
              </a:extLst>
            </p:cNvPr>
            <p:cNvGrpSpPr>
              <a:grpSpLocks/>
            </p:cNvGrpSpPr>
            <p:nvPr/>
          </p:nvGrpSpPr>
          <p:grpSpPr bwMode="auto">
            <a:xfrm>
              <a:off x="7283351" y="3487476"/>
              <a:ext cx="388834" cy="356970"/>
              <a:chOff x="-44" y="1473"/>
              <a:chExt cx="981" cy="1105"/>
            </a:xfrm>
          </p:grpSpPr>
          <p:pic>
            <p:nvPicPr>
              <p:cNvPr id="37" name="Picture 45" descr="desktop_computer_stylized_medium">
                <a:extLst>
                  <a:ext uri="{FF2B5EF4-FFF2-40B4-BE49-F238E27FC236}">
                    <a16:creationId xmlns:a16="http://schemas.microsoft.com/office/drawing/2014/main" id="{1503AF32-1374-885C-3CA4-0F3B1306F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8" name="Freeform 46">
                <a:extLst>
                  <a:ext uri="{FF2B5EF4-FFF2-40B4-BE49-F238E27FC236}">
                    <a16:creationId xmlns:a16="http://schemas.microsoft.com/office/drawing/2014/main" id="{AEAE7847-449C-5CF3-A24F-7BC12E4523E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9" name="Line 20">
              <a:extLst>
                <a:ext uri="{FF2B5EF4-FFF2-40B4-BE49-F238E27FC236}">
                  <a16:creationId xmlns:a16="http://schemas.microsoft.com/office/drawing/2014/main" id="{A532FF89-07C4-D010-7459-D886DDFFA89B}"/>
                </a:ext>
              </a:extLst>
            </p:cNvPr>
            <p:cNvSpPr>
              <a:spLocks noChangeShapeType="1"/>
            </p:cNvSpPr>
            <p:nvPr/>
          </p:nvSpPr>
          <p:spPr bwMode="auto">
            <a:xfrm flipH="1">
              <a:off x="9315749" y="3869781"/>
              <a:ext cx="38014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0" name="Line 21">
              <a:extLst>
                <a:ext uri="{FF2B5EF4-FFF2-40B4-BE49-F238E27FC236}">
                  <a16:creationId xmlns:a16="http://schemas.microsoft.com/office/drawing/2014/main" id="{3A93E616-85DA-A1BC-FCC7-49AC72D5012E}"/>
                </a:ext>
              </a:extLst>
            </p:cNvPr>
            <p:cNvSpPr>
              <a:spLocks noChangeShapeType="1"/>
            </p:cNvSpPr>
            <p:nvPr/>
          </p:nvSpPr>
          <p:spPr bwMode="auto">
            <a:xfrm flipH="1">
              <a:off x="9580764" y="3905124"/>
              <a:ext cx="185728" cy="23326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 name="Line 22">
              <a:extLst>
                <a:ext uri="{FF2B5EF4-FFF2-40B4-BE49-F238E27FC236}">
                  <a16:creationId xmlns:a16="http://schemas.microsoft.com/office/drawing/2014/main" id="{FD845BAF-5CBB-76FD-38D1-A35ABA1E7793}"/>
                </a:ext>
              </a:extLst>
            </p:cNvPr>
            <p:cNvSpPr>
              <a:spLocks noChangeShapeType="1"/>
            </p:cNvSpPr>
            <p:nvPr/>
          </p:nvSpPr>
          <p:spPr bwMode="auto">
            <a:xfrm>
              <a:off x="9867502" y="3926330"/>
              <a:ext cx="49962" cy="21913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2" name="Group 44">
              <a:extLst>
                <a:ext uri="{FF2B5EF4-FFF2-40B4-BE49-F238E27FC236}">
                  <a16:creationId xmlns:a16="http://schemas.microsoft.com/office/drawing/2014/main" id="{6EFA009D-71E4-AC69-9381-42E220BEB996}"/>
                </a:ext>
              </a:extLst>
            </p:cNvPr>
            <p:cNvGrpSpPr>
              <a:grpSpLocks/>
            </p:cNvGrpSpPr>
            <p:nvPr/>
          </p:nvGrpSpPr>
          <p:grpSpPr bwMode="auto">
            <a:xfrm>
              <a:off x="9105040" y="3731941"/>
              <a:ext cx="388834" cy="356970"/>
              <a:chOff x="-44" y="1473"/>
              <a:chExt cx="981" cy="1105"/>
            </a:xfrm>
          </p:grpSpPr>
          <p:pic>
            <p:nvPicPr>
              <p:cNvPr id="43" name="Picture 45" descr="desktop_computer_stylized_medium">
                <a:extLst>
                  <a:ext uri="{FF2B5EF4-FFF2-40B4-BE49-F238E27FC236}">
                    <a16:creationId xmlns:a16="http://schemas.microsoft.com/office/drawing/2014/main" id="{80C7039F-FFEF-34C7-4661-7DC628042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4" name="Freeform 46">
                <a:extLst>
                  <a:ext uri="{FF2B5EF4-FFF2-40B4-BE49-F238E27FC236}">
                    <a16:creationId xmlns:a16="http://schemas.microsoft.com/office/drawing/2014/main" id="{AEB7E6A5-8100-56C6-C64B-7464E5C4FAC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5" name="Group 44">
              <a:extLst>
                <a:ext uri="{FF2B5EF4-FFF2-40B4-BE49-F238E27FC236}">
                  <a16:creationId xmlns:a16="http://schemas.microsoft.com/office/drawing/2014/main" id="{78DE5695-15BE-583D-EE78-BD35CA145FBA}"/>
                </a:ext>
              </a:extLst>
            </p:cNvPr>
            <p:cNvGrpSpPr>
              <a:grpSpLocks/>
            </p:cNvGrpSpPr>
            <p:nvPr/>
          </p:nvGrpSpPr>
          <p:grpSpPr bwMode="auto">
            <a:xfrm>
              <a:off x="9282078" y="4062992"/>
              <a:ext cx="389920" cy="356970"/>
              <a:chOff x="-44" y="1473"/>
              <a:chExt cx="981" cy="1105"/>
            </a:xfrm>
          </p:grpSpPr>
          <p:pic>
            <p:nvPicPr>
              <p:cNvPr id="46" name="Picture 45" descr="desktop_computer_stylized_medium">
                <a:extLst>
                  <a:ext uri="{FF2B5EF4-FFF2-40B4-BE49-F238E27FC236}">
                    <a16:creationId xmlns:a16="http://schemas.microsoft.com/office/drawing/2014/main" id="{57F05951-9412-9EC8-AF0F-9548B88AFD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7" name="Freeform 46">
                <a:extLst>
                  <a:ext uri="{FF2B5EF4-FFF2-40B4-BE49-F238E27FC236}">
                    <a16:creationId xmlns:a16="http://schemas.microsoft.com/office/drawing/2014/main" id="{4E462599-BA27-EDBD-F872-1C1EABCB0E2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8" name="Group 44">
              <a:extLst>
                <a:ext uri="{FF2B5EF4-FFF2-40B4-BE49-F238E27FC236}">
                  <a16:creationId xmlns:a16="http://schemas.microsoft.com/office/drawing/2014/main" id="{B01537C9-218A-0C36-3755-60BDBF42FF56}"/>
                </a:ext>
              </a:extLst>
            </p:cNvPr>
            <p:cNvGrpSpPr>
              <a:grpSpLocks/>
            </p:cNvGrpSpPr>
            <p:nvPr/>
          </p:nvGrpSpPr>
          <p:grpSpPr bwMode="auto">
            <a:xfrm>
              <a:off x="9643759" y="4085377"/>
              <a:ext cx="388834" cy="358148"/>
              <a:chOff x="-44" y="1473"/>
              <a:chExt cx="981" cy="1105"/>
            </a:xfrm>
          </p:grpSpPr>
          <p:pic>
            <p:nvPicPr>
              <p:cNvPr id="49" name="Picture 45" descr="desktop_computer_stylized_medium">
                <a:extLst>
                  <a:ext uri="{FF2B5EF4-FFF2-40B4-BE49-F238E27FC236}">
                    <a16:creationId xmlns:a16="http://schemas.microsoft.com/office/drawing/2014/main" id="{1BD3B37A-8BE6-C753-4A5C-80FA5FCE1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0" name="Freeform 46">
                <a:extLst>
                  <a:ext uri="{FF2B5EF4-FFF2-40B4-BE49-F238E27FC236}">
                    <a16:creationId xmlns:a16="http://schemas.microsoft.com/office/drawing/2014/main" id="{DBD9AF1F-AB1E-4F5D-DA71-988CD5C396A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1" name="Line 20">
              <a:extLst>
                <a:ext uri="{FF2B5EF4-FFF2-40B4-BE49-F238E27FC236}">
                  <a16:creationId xmlns:a16="http://schemas.microsoft.com/office/drawing/2014/main" id="{14F98C8A-3C72-E974-9049-E160A40BFECE}"/>
                </a:ext>
              </a:extLst>
            </p:cNvPr>
            <p:cNvSpPr>
              <a:spLocks noChangeShapeType="1"/>
            </p:cNvSpPr>
            <p:nvPr/>
          </p:nvSpPr>
          <p:spPr bwMode="auto">
            <a:xfrm flipH="1" flipV="1">
              <a:off x="8614110" y="3903947"/>
              <a:ext cx="414901" cy="232089"/>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2" name="Line 21">
              <a:extLst>
                <a:ext uri="{FF2B5EF4-FFF2-40B4-BE49-F238E27FC236}">
                  <a16:creationId xmlns:a16="http://schemas.microsoft.com/office/drawing/2014/main" id="{FB5A598B-9445-FCB4-6601-3A3845E9B18A}"/>
                </a:ext>
              </a:extLst>
            </p:cNvPr>
            <p:cNvSpPr>
              <a:spLocks noChangeShapeType="1"/>
            </p:cNvSpPr>
            <p:nvPr/>
          </p:nvSpPr>
          <p:spPr bwMode="auto">
            <a:xfrm flipH="1">
              <a:off x="8296961" y="3869781"/>
              <a:ext cx="185728" cy="23326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 name="Line 22">
              <a:extLst>
                <a:ext uri="{FF2B5EF4-FFF2-40B4-BE49-F238E27FC236}">
                  <a16:creationId xmlns:a16="http://schemas.microsoft.com/office/drawing/2014/main" id="{BC3B348E-42AC-AD7A-52D8-66634F3CA04B}"/>
                </a:ext>
              </a:extLst>
            </p:cNvPr>
            <p:cNvSpPr>
              <a:spLocks noChangeShapeType="1"/>
            </p:cNvSpPr>
            <p:nvPr/>
          </p:nvSpPr>
          <p:spPr bwMode="auto">
            <a:xfrm>
              <a:off x="8583698" y="3890987"/>
              <a:ext cx="49962" cy="21913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4" name="Group 44">
              <a:extLst>
                <a:ext uri="{FF2B5EF4-FFF2-40B4-BE49-F238E27FC236}">
                  <a16:creationId xmlns:a16="http://schemas.microsoft.com/office/drawing/2014/main" id="{6DAF0490-0B41-6777-168F-DCD278499A3D}"/>
                </a:ext>
              </a:extLst>
            </p:cNvPr>
            <p:cNvGrpSpPr>
              <a:grpSpLocks/>
            </p:cNvGrpSpPr>
            <p:nvPr/>
          </p:nvGrpSpPr>
          <p:grpSpPr bwMode="auto">
            <a:xfrm>
              <a:off x="8712947" y="4024115"/>
              <a:ext cx="389920" cy="356970"/>
              <a:chOff x="-44" y="1473"/>
              <a:chExt cx="981" cy="1105"/>
            </a:xfrm>
          </p:grpSpPr>
          <p:pic>
            <p:nvPicPr>
              <p:cNvPr id="55" name="Picture 45" descr="desktop_computer_stylized_medium">
                <a:extLst>
                  <a:ext uri="{FF2B5EF4-FFF2-40B4-BE49-F238E27FC236}">
                    <a16:creationId xmlns:a16="http://schemas.microsoft.com/office/drawing/2014/main" id="{89C4D9B8-3040-F9B6-716A-166CAB23E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6" name="Freeform 46">
                <a:extLst>
                  <a:ext uri="{FF2B5EF4-FFF2-40B4-BE49-F238E27FC236}">
                    <a16:creationId xmlns:a16="http://schemas.microsoft.com/office/drawing/2014/main" id="{F72FE5A9-EBA6-F72F-286E-D8E6E33E72F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7" name="Group 44">
              <a:extLst>
                <a:ext uri="{FF2B5EF4-FFF2-40B4-BE49-F238E27FC236}">
                  <a16:creationId xmlns:a16="http://schemas.microsoft.com/office/drawing/2014/main" id="{14F8B96B-F644-B020-E978-92511654B238}"/>
                </a:ext>
              </a:extLst>
            </p:cNvPr>
            <p:cNvGrpSpPr>
              <a:grpSpLocks/>
            </p:cNvGrpSpPr>
            <p:nvPr/>
          </p:nvGrpSpPr>
          <p:grpSpPr bwMode="auto">
            <a:xfrm>
              <a:off x="7998275" y="4027649"/>
              <a:ext cx="389920" cy="358148"/>
              <a:chOff x="-44" y="1473"/>
              <a:chExt cx="981" cy="1105"/>
            </a:xfrm>
          </p:grpSpPr>
          <p:pic>
            <p:nvPicPr>
              <p:cNvPr id="58" name="Picture 45" descr="desktop_computer_stylized_medium">
                <a:extLst>
                  <a:ext uri="{FF2B5EF4-FFF2-40B4-BE49-F238E27FC236}">
                    <a16:creationId xmlns:a16="http://schemas.microsoft.com/office/drawing/2014/main" id="{0D289C6C-7CB7-F4BE-40CB-C407B3B4C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9" name="Freeform 46">
                <a:extLst>
                  <a:ext uri="{FF2B5EF4-FFF2-40B4-BE49-F238E27FC236}">
                    <a16:creationId xmlns:a16="http://schemas.microsoft.com/office/drawing/2014/main" id="{EEFD1192-D88B-710B-C3F9-DA3E67964DE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0" name="Group 44">
              <a:extLst>
                <a:ext uri="{FF2B5EF4-FFF2-40B4-BE49-F238E27FC236}">
                  <a16:creationId xmlns:a16="http://schemas.microsoft.com/office/drawing/2014/main" id="{868949DD-CD0C-6AF6-55CA-9AB2783CE7F9}"/>
                </a:ext>
              </a:extLst>
            </p:cNvPr>
            <p:cNvGrpSpPr>
              <a:grpSpLocks/>
            </p:cNvGrpSpPr>
            <p:nvPr/>
          </p:nvGrpSpPr>
          <p:grpSpPr bwMode="auto">
            <a:xfrm>
              <a:off x="8359956" y="4051211"/>
              <a:ext cx="389920" cy="356970"/>
              <a:chOff x="-44" y="1473"/>
              <a:chExt cx="981" cy="1105"/>
            </a:xfrm>
          </p:grpSpPr>
          <p:pic>
            <p:nvPicPr>
              <p:cNvPr id="61" name="Picture 45" descr="desktop_computer_stylized_medium">
                <a:extLst>
                  <a:ext uri="{FF2B5EF4-FFF2-40B4-BE49-F238E27FC236}">
                    <a16:creationId xmlns:a16="http://schemas.microsoft.com/office/drawing/2014/main" id="{8E61A6B0-030F-B4A8-38AF-8D7BECB05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2" name="Freeform 46">
                <a:extLst>
                  <a:ext uri="{FF2B5EF4-FFF2-40B4-BE49-F238E27FC236}">
                    <a16:creationId xmlns:a16="http://schemas.microsoft.com/office/drawing/2014/main" id="{AC7CBCF7-2EA3-C98F-B985-6EA647CB017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3" name="Line 20">
              <a:extLst>
                <a:ext uri="{FF2B5EF4-FFF2-40B4-BE49-F238E27FC236}">
                  <a16:creationId xmlns:a16="http://schemas.microsoft.com/office/drawing/2014/main" id="{F886498E-9301-97C7-479E-643510E696D8}"/>
                </a:ext>
              </a:extLst>
            </p:cNvPr>
            <p:cNvSpPr>
              <a:spLocks noChangeShapeType="1"/>
            </p:cNvSpPr>
            <p:nvPr/>
          </p:nvSpPr>
          <p:spPr bwMode="auto">
            <a:xfrm flipH="1">
              <a:off x="9873538" y="3774358"/>
              <a:ext cx="38014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4" name="Group 44">
              <a:extLst>
                <a:ext uri="{FF2B5EF4-FFF2-40B4-BE49-F238E27FC236}">
                  <a16:creationId xmlns:a16="http://schemas.microsoft.com/office/drawing/2014/main" id="{0E80D705-4315-D82B-0E9C-91318D4D01AB}"/>
                </a:ext>
              </a:extLst>
            </p:cNvPr>
            <p:cNvGrpSpPr>
              <a:grpSpLocks/>
            </p:cNvGrpSpPr>
            <p:nvPr/>
          </p:nvGrpSpPr>
          <p:grpSpPr bwMode="auto">
            <a:xfrm>
              <a:off x="9985482" y="3545718"/>
              <a:ext cx="389920" cy="356970"/>
              <a:chOff x="-44" y="1487"/>
              <a:chExt cx="981" cy="1105"/>
            </a:xfrm>
          </p:grpSpPr>
          <p:pic>
            <p:nvPicPr>
              <p:cNvPr id="65" name="Picture 45" descr="desktop_computer_stylized_medium">
                <a:extLst>
                  <a:ext uri="{FF2B5EF4-FFF2-40B4-BE49-F238E27FC236}">
                    <a16:creationId xmlns:a16="http://schemas.microsoft.com/office/drawing/2014/main" id="{8AC90F22-25AA-D12D-2CBD-FE02F1D7F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87"/>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Freeform 46">
                <a:extLst>
                  <a:ext uri="{FF2B5EF4-FFF2-40B4-BE49-F238E27FC236}">
                    <a16:creationId xmlns:a16="http://schemas.microsoft.com/office/drawing/2014/main" id="{13E3AEB0-C7AD-B1F0-ACE4-8FEB370B943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7" name="Group 906">
              <a:extLst>
                <a:ext uri="{FF2B5EF4-FFF2-40B4-BE49-F238E27FC236}">
                  <a16:creationId xmlns:a16="http://schemas.microsoft.com/office/drawing/2014/main" id="{93BBE738-B30A-C6B4-E198-F3FFA3F8461F}"/>
                </a:ext>
              </a:extLst>
            </p:cNvPr>
            <p:cNvGrpSpPr>
              <a:grpSpLocks/>
            </p:cNvGrpSpPr>
            <p:nvPr/>
          </p:nvGrpSpPr>
          <p:grpSpPr bwMode="auto">
            <a:xfrm>
              <a:off x="8943206" y="1709110"/>
              <a:ext cx="250896" cy="430014"/>
              <a:chOff x="4140" y="429"/>
              <a:chExt cx="1425" cy="2396"/>
            </a:xfrm>
          </p:grpSpPr>
          <p:sp>
            <p:nvSpPr>
              <p:cNvPr id="68" name="Freeform 907">
                <a:extLst>
                  <a:ext uri="{FF2B5EF4-FFF2-40B4-BE49-F238E27FC236}">
                    <a16:creationId xmlns:a16="http://schemas.microsoft.com/office/drawing/2014/main" id="{38A8B1E4-4212-A329-C675-83BA402C0561}"/>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9" name="Rectangle 908">
                <a:extLst>
                  <a:ext uri="{FF2B5EF4-FFF2-40B4-BE49-F238E27FC236}">
                    <a16:creationId xmlns:a16="http://schemas.microsoft.com/office/drawing/2014/main" id="{A9A18EBE-1BCF-50F2-2DC1-E2C40099AE87}"/>
                  </a:ext>
                </a:extLst>
              </p:cNvPr>
              <p:cNvSpPr>
                <a:spLocks noChangeArrowheads="1"/>
              </p:cNvSpPr>
              <p:nvPr/>
            </p:nvSpPr>
            <p:spPr bwMode="auto">
              <a:xfrm>
                <a:off x="4208" y="429"/>
                <a:ext cx="1043"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70" name="Freeform 909">
                <a:extLst>
                  <a:ext uri="{FF2B5EF4-FFF2-40B4-BE49-F238E27FC236}">
                    <a16:creationId xmlns:a16="http://schemas.microsoft.com/office/drawing/2014/main" id="{516F45A0-7054-6F34-BB44-33BDEF18D258}"/>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 name="Freeform 910">
                <a:extLst>
                  <a:ext uri="{FF2B5EF4-FFF2-40B4-BE49-F238E27FC236}">
                    <a16:creationId xmlns:a16="http://schemas.microsoft.com/office/drawing/2014/main" id="{8B677C48-D1BB-5E74-92AE-ACBCE971EC79}"/>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 name="Rectangle 911">
                <a:extLst>
                  <a:ext uri="{FF2B5EF4-FFF2-40B4-BE49-F238E27FC236}">
                    <a16:creationId xmlns:a16="http://schemas.microsoft.com/office/drawing/2014/main" id="{81566D49-0619-B7F5-9256-984E6E200E7A}"/>
                  </a:ext>
                </a:extLst>
              </p:cNvPr>
              <p:cNvSpPr>
                <a:spLocks noChangeArrowheads="1"/>
              </p:cNvSpPr>
              <p:nvPr/>
            </p:nvSpPr>
            <p:spPr bwMode="auto">
              <a:xfrm>
                <a:off x="4214" y="692"/>
                <a:ext cx="592"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73" name="Group 912">
                <a:extLst>
                  <a:ext uri="{FF2B5EF4-FFF2-40B4-BE49-F238E27FC236}">
                    <a16:creationId xmlns:a16="http://schemas.microsoft.com/office/drawing/2014/main" id="{5F1B6565-638A-12F1-7979-783F268F5C57}"/>
                  </a:ext>
                </a:extLst>
              </p:cNvPr>
              <p:cNvGrpSpPr>
                <a:grpSpLocks/>
              </p:cNvGrpSpPr>
              <p:nvPr/>
            </p:nvGrpSpPr>
            <p:grpSpPr bwMode="auto">
              <a:xfrm>
                <a:off x="4749" y="668"/>
                <a:ext cx="581" cy="145"/>
                <a:chOff x="614" y="2568"/>
                <a:chExt cx="725" cy="139"/>
              </a:xfrm>
            </p:grpSpPr>
            <p:sp>
              <p:nvSpPr>
                <p:cNvPr id="98" name="AutoShape 913">
                  <a:extLst>
                    <a:ext uri="{FF2B5EF4-FFF2-40B4-BE49-F238E27FC236}">
                      <a16:creationId xmlns:a16="http://schemas.microsoft.com/office/drawing/2014/main" id="{13250370-C8FB-9A4C-2D40-275A3EA4CB98}"/>
                    </a:ext>
                  </a:extLst>
                </p:cNvPr>
                <p:cNvSpPr>
                  <a:spLocks noChangeArrowheads="1"/>
                </p:cNvSpPr>
                <p:nvPr/>
              </p:nvSpPr>
              <p:spPr bwMode="auto">
                <a:xfrm>
                  <a:off x="616" y="2565"/>
                  <a:ext cx="724" cy="12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9" name="AutoShape 914">
                  <a:extLst>
                    <a:ext uri="{FF2B5EF4-FFF2-40B4-BE49-F238E27FC236}">
                      <a16:creationId xmlns:a16="http://schemas.microsoft.com/office/drawing/2014/main" id="{958C8A83-C8DF-7FB2-3CEF-049F8B02625F}"/>
                    </a:ext>
                  </a:extLst>
                </p:cNvPr>
                <p:cNvSpPr>
                  <a:spLocks noChangeArrowheads="1"/>
                </p:cNvSpPr>
                <p:nvPr/>
              </p:nvSpPr>
              <p:spPr bwMode="auto">
                <a:xfrm>
                  <a:off x="632" y="2584"/>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74" name="Rectangle 915">
                <a:extLst>
                  <a:ext uri="{FF2B5EF4-FFF2-40B4-BE49-F238E27FC236}">
                    <a16:creationId xmlns:a16="http://schemas.microsoft.com/office/drawing/2014/main" id="{4270DF07-A37E-6A3F-A6F0-F918B764D41C}"/>
                  </a:ext>
                </a:extLst>
              </p:cNvPr>
              <p:cNvSpPr>
                <a:spLocks noChangeArrowheads="1"/>
              </p:cNvSpPr>
              <p:nvPr/>
            </p:nvSpPr>
            <p:spPr bwMode="auto">
              <a:xfrm>
                <a:off x="4226" y="1020"/>
                <a:ext cx="592"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75" name="Group 916">
                <a:extLst>
                  <a:ext uri="{FF2B5EF4-FFF2-40B4-BE49-F238E27FC236}">
                    <a16:creationId xmlns:a16="http://schemas.microsoft.com/office/drawing/2014/main" id="{0FB660D6-D14F-2785-F0D5-8FC1F6772A90}"/>
                  </a:ext>
                </a:extLst>
              </p:cNvPr>
              <p:cNvGrpSpPr>
                <a:grpSpLocks/>
              </p:cNvGrpSpPr>
              <p:nvPr/>
            </p:nvGrpSpPr>
            <p:grpSpPr bwMode="auto">
              <a:xfrm>
                <a:off x="4747" y="994"/>
                <a:ext cx="581" cy="134"/>
                <a:chOff x="614" y="2568"/>
                <a:chExt cx="725" cy="139"/>
              </a:xfrm>
            </p:grpSpPr>
            <p:sp>
              <p:nvSpPr>
                <p:cNvPr id="96" name="AutoShape 917">
                  <a:extLst>
                    <a:ext uri="{FF2B5EF4-FFF2-40B4-BE49-F238E27FC236}">
                      <a16:creationId xmlns:a16="http://schemas.microsoft.com/office/drawing/2014/main" id="{7FC04EE6-9100-0898-89BD-F24AC7DFE0AB}"/>
                    </a:ext>
                  </a:extLst>
                </p:cNvPr>
                <p:cNvSpPr>
                  <a:spLocks noChangeArrowheads="1"/>
                </p:cNvSpPr>
                <p:nvPr/>
              </p:nvSpPr>
              <p:spPr bwMode="auto">
                <a:xfrm>
                  <a:off x="611" y="2568"/>
                  <a:ext cx="731" cy="136"/>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7" name="AutoShape 918">
                  <a:extLst>
                    <a:ext uri="{FF2B5EF4-FFF2-40B4-BE49-F238E27FC236}">
                      <a16:creationId xmlns:a16="http://schemas.microsoft.com/office/drawing/2014/main" id="{13919957-C581-5EEA-7071-0A0F8DA36E1C}"/>
                    </a:ext>
                  </a:extLst>
                </p:cNvPr>
                <p:cNvSpPr>
                  <a:spLocks noChangeArrowheads="1"/>
                </p:cNvSpPr>
                <p:nvPr/>
              </p:nvSpPr>
              <p:spPr bwMode="auto">
                <a:xfrm>
                  <a:off x="626" y="2581"/>
                  <a:ext cx="700"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76" name="Rectangle 919">
                <a:extLst>
                  <a:ext uri="{FF2B5EF4-FFF2-40B4-BE49-F238E27FC236}">
                    <a16:creationId xmlns:a16="http://schemas.microsoft.com/office/drawing/2014/main" id="{AAC07D59-C0FC-5E19-63C1-B771A5398732}"/>
                  </a:ext>
                </a:extLst>
              </p:cNvPr>
              <p:cNvSpPr>
                <a:spLocks noChangeArrowheads="1"/>
              </p:cNvSpPr>
              <p:nvPr/>
            </p:nvSpPr>
            <p:spPr bwMode="auto">
              <a:xfrm>
                <a:off x="4214" y="1361"/>
                <a:ext cx="598"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77" name="Rectangle 920">
                <a:extLst>
                  <a:ext uri="{FF2B5EF4-FFF2-40B4-BE49-F238E27FC236}">
                    <a16:creationId xmlns:a16="http://schemas.microsoft.com/office/drawing/2014/main" id="{7A7A7429-389E-EAE5-EA3F-27B93DB3AE77}"/>
                  </a:ext>
                </a:extLst>
              </p:cNvPr>
              <p:cNvSpPr>
                <a:spLocks noChangeArrowheads="1"/>
              </p:cNvSpPr>
              <p:nvPr/>
            </p:nvSpPr>
            <p:spPr bwMode="auto">
              <a:xfrm>
                <a:off x="4226" y="1657"/>
                <a:ext cx="598"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78" name="Group 921">
                <a:extLst>
                  <a:ext uri="{FF2B5EF4-FFF2-40B4-BE49-F238E27FC236}">
                    <a16:creationId xmlns:a16="http://schemas.microsoft.com/office/drawing/2014/main" id="{A49B0E66-181F-1048-DC70-AB58CC1AA03E}"/>
                  </a:ext>
                </a:extLst>
              </p:cNvPr>
              <p:cNvGrpSpPr>
                <a:grpSpLocks/>
              </p:cNvGrpSpPr>
              <p:nvPr/>
            </p:nvGrpSpPr>
            <p:grpSpPr bwMode="auto">
              <a:xfrm>
                <a:off x="4735" y="1627"/>
                <a:ext cx="582" cy="151"/>
                <a:chOff x="614" y="2568"/>
                <a:chExt cx="725" cy="139"/>
              </a:xfrm>
            </p:grpSpPr>
            <p:sp>
              <p:nvSpPr>
                <p:cNvPr id="94" name="AutoShape 922">
                  <a:extLst>
                    <a:ext uri="{FF2B5EF4-FFF2-40B4-BE49-F238E27FC236}">
                      <a16:creationId xmlns:a16="http://schemas.microsoft.com/office/drawing/2014/main" id="{B0D02B56-2BD0-4C2E-056E-A36DBF0DE9D3}"/>
                    </a:ext>
                  </a:extLst>
                </p:cNvPr>
                <p:cNvSpPr>
                  <a:spLocks noChangeArrowheads="1"/>
                </p:cNvSpPr>
                <p:nvPr/>
              </p:nvSpPr>
              <p:spPr bwMode="auto">
                <a:xfrm>
                  <a:off x="611" y="2571"/>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5" name="AutoShape 923">
                  <a:extLst>
                    <a:ext uri="{FF2B5EF4-FFF2-40B4-BE49-F238E27FC236}">
                      <a16:creationId xmlns:a16="http://schemas.microsoft.com/office/drawing/2014/main" id="{2451D238-0C66-6F97-148A-B3199970FDC7}"/>
                    </a:ext>
                  </a:extLst>
                </p:cNvPr>
                <p:cNvSpPr>
                  <a:spLocks noChangeArrowheads="1"/>
                </p:cNvSpPr>
                <p:nvPr/>
              </p:nvSpPr>
              <p:spPr bwMode="auto">
                <a:xfrm>
                  <a:off x="626" y="2589"/>
                  <a:ext cx="699" cy="12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79" name="Freeform 924">
                <a:extLst>
                  <a:ext uri="{FF2B5EF4-FFF2-40B4-BE49-F238E27FC236}">
                    <a16:creationId xmlns:a16="http://schemas.microsoft.com/office/drawing/2014/main" id="{8D0DE1BE-4337-65D5-DBB6-E56CE6FD0C57}"/>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80" name="Group 925">
                <a:extLst>
                  <a:ext uri="{FF2B5EF4-FFF2-40B4-BE49-F238E27FC236}">
                    <a16:creationId xmlns:a16="http://schemas.microsoft.com/office/drawing/2014/main" id="{40ED9271-8652-637C-732B-3229956F5BA4}"/>
                  </a:ext>
                </a:extLst>
              </p:cNvPr>
              <p:cNvGrpSpPr>
                <a:grpSpLocks/>
              </p:cNvGrpSpPr>
              <p:nvPr/>
            </p:nvGrpSpPr>
            <p:grpSpPr bwMode="auto">
              <a:xfrm>
                <a:off x="4739" y="1327"/>
                <a:ext cx="582" cy="139"/>
                <a:chOff x="614" y="2568"/>
                <a:chExt cx="725" cy="139"/>
              </a:xfrm>
            </p:grpSpPr>
            <p:sp>
              <p:nvSpPr>
                <p:cNvPr id="92" name="AutoShape 926">
                  <a:extLst>
                    <a:ext uri="{FF2B5EF4-FFF2-40B4-BE49-F238E27FC236}">
                      <a16:creationId xmlns:a16="http://schemas.microsoft.com/office/drawing/2014/main" id="{D20174C6-5B73-B579-1FD5-ED3B81527CF9}"/>
                    </a:ext>
                  </a:extLst>
                </p:cNvPr>
                <p:cNvSpPr>
                  <a:spLocks noChangeArrowheads="1"/>
                </p:cNvSpPr>
                <p:nvPr/>
              </p:nvSpPr>
              <p:spPr bwMode="auto">
                <a:xfrm>
                  <a:off x="613" y="2569"/>
                  <a:ext cx="715"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3" name="AutoShape 927">
                  <a:extLst>
                    <a:ext uri="{FF2B5EF4-FFF2-40B4-BE49-F238E27FC236}">
                      <a16:creationId xmlns:a16="http://schemas.microsoft.com/office/drawing/2014/main" id="{FC77EB49-2CC5-275A-2B0A-E873BEA8184D}"/>
                    </a:ext>
                  </a:extLst>
                </p:cNvPr>
                <p:cNvSpPr>
                  <a:spLocks noChangeArrowheads="1"/>
                </p:cNvSpPr>
                <p:nvPr/>
              </p:nvSpPr>
              <p:spPr bwMode="auto">
                <a:xfrm>
                  <a:off x="629" y="2582"/>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81" name="Rectangle 928">
                <a:extLst>
                  <a:ext uri="{FF2B5EF4-FFF2-40B4-BE49-F238E27FC236}">
                    <a16:creationId xmlns:a16="http://schemas.microsoft.com/office/drawing/2014/main" id="{E575CDF6-C23B-419D-EF5B-03B6258983E1}"/>
                  </a:ext>
                </a:extLst>
              </p:cNvPr>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2" name="Freeform 929">
                <a:extLst>
                  <a:ext uri="{FF2B5EF4-FFF2-40B4-BE49-F238E27FC236}">
                    <a16:creationId xmlns:a16="http://schemas.microsoft.com/office/drawing/2014/main" id="{01FDA16B-E990-2811-3F59-8C56D100EBE7}"/>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 name="Freeform 930">
                <a:extLst>
                  <a:ext uri="{FF2B5EF4-FFF2-40B4-BE49-F238E27FC236}">
                    <a16:creationId xmlns:a16="http://schemas.microsoft.com/office/drawing/2014/main" id="{96113787-839E-5F9A-55C2-05EC9D78D582}"/>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4" name="Oval 931">
                <a:extLst>
                  <a:ext uri="{FF2B5EF4-FFF2-40B4-BE49-F238E27FC236}">
                    <a16:creationId xmlns:a16="http://schemas.microsoft.com/office/drawing/2014/main" id="{6FBD2952-1352-5FFB-49CE-2F48D2B06DF4}"/>
                  </a:ext>
                </a:extLst>
              </p:cNvPr>
              <p:cNvSpPr>
                <a:spLocks noChangeArrowheads="1"/>
              </p:cNvSpPr>
              <p:nvPr/>
            </p:nvSpPr>
            <p:spPr bwMode="auto">
              <a:xfrm>
                <a:off x="5516" y="2608"/>
                <a:ext cx="49" cy="98"/>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5" name="Freeform 932">
                <a:extLst>
                  <a:ext uri="{FF2B5EF4-FFF2-40B4-BE49-F238E27FC236}">
                    <a16:creationId xmlns:a16="http://schemas.microsoft.com/office/drawing/2014/main" id="{CBA1AB0C-03A4-C547-63A1-F16CC381C476}"/>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6" name="AutoShape 933">
                <a:extLst>
                  <a:ext uri="{FF2B5EF4-FFF2-40B4-BE49-F238E27FC236}">
                    <a16:creationId xmlns:a16="http://schemas.microsoft.com/office/drawing/2014/main" id="{C4CCDAAD-DCEB-169D-8BA2-F22C9D8FC74A}"/>
                  </a:ext>
                </a:extLst>
              </p:cNvPr>
              <p:cNvSpPr>
                <a:spLocks noChangeArrowheads="1"/>
              </p:cNvSpPr>
              <p:nvPr/>
            </p:nvSpPr>
            <p:spPr bwMode="auto">
              <a:xfrm>
                <a:off x="4140" y="2681"/>
                <a:ext cx="1197" cy="144"/>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7" name="AutoShape 934">
                <a:extLst>
                  <a:ext uri="{FF2B5EF4-FFF2-40B4-BE49-F238E27FC236}">
                    <a16:creationId xmlns:a16="http://schemas.microsoft.com/office/drawing/2014/main" id="{E272338E-7390-6296-83AF-47611E97D7EF}"/>
                  </a:ext>
                </a:extLst>
              </p:cNvPr>
              <p:cNvSpPr>
                <a:spLocks noChangeArrowheads="1"/>
              </p:cNvSpPr>
              <p:nvPr/>
            </p:nvSpPr>
            <p:spPr bwMode="auto">
              <a:xfrm>
                <a:off x="4208" y="2713"/>
                <a:ext cx="1067"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8" name="Oval 935">
                <a:extLst>
                  <a:ext uri="{FF2B5EF4-FFF2-40B4-BE49-F238E27FC236}">
                    <a16:creationId xmlns:a16="http://schemas.microsoft.com/office/drawing/2014/main" id="{BAFB43C1-4CA7-677B-F96F-1D050CF79ED1}"/>
                  </a:ext>
                </a:extLst>
              </p:cNvPr>
              <p:cNvSpPr>
                <a:spLocks noChangeArrowheads="1"/>
              </p:cNvSpPr>
              <p:nvPr/>
            </p:nvSpPr>
            <p:spPr bwMode="auto">
              <a:xfrm>
                <a:off x="4307" y="2385"/>
                <a:ext cx="160"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9" name="Oval 936">
                <a:extLst>
                  <a:ext uri="{FF2B5EF4-FFF2-40B4-BE49-F238E27FC236}">
                    <a16:creationId xmlns:a16="http://schemas.microsoft.com/office/drawing/2014/main" id="{AB9D7273-1D73-448B-6C0C-F567064A8718}"/>
                  </a:ext>
                </a:extLst>
              </p:cNvPr>
              <p:cNvSpPr>
                <a:spLocks noChangeArrowheads="1"/>
              </p:cNvSpPr>
              <p:nvPr/>
            </p:nvSpPr>
            <p:spPr bwMode="auto">
              <a:xfrm>
                <a:off x="4485" y="2385"/>
                <a:ext cx="160"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90" name="Oval 937">
                <a:extLst>
                  <a:ext uri="{FF2B5EF4-FFF2-40B4-BE49-F238E27FC236}">
                    <a16:creationId xmlns:a16="http://schemas.microsoft.com/office/drawing/2014/main" id="{5FAC6234-6017-95A8-5C09-71F874AE8991}"/>
                  </a:ext>
                </a:extLst>
              </p:cNvPr>
              <p:cNvSpPr>
                <a:spLocks noChangeArrowheads="1"/>
              </p:cNvSpPr>
              <p:nvPr/>
            </p:nvSpPr>
            <p:spPr bwMode="auto">
              <a:xfrm>
                <a:off x="4664" y="2379"/>
                <a:ext cx="154"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1" name="Rectangle 938">
                <a:extLst>
                  <a:ext uri="{FF2B5EF4-FFF2-40B4-BE49-F238E27FC236}">
                    <a16:creationId xmlns:a16="http://schemas.microsoft.com/office/drawing/2014/main" id="{F307F606-FD60-70DB-547E-ABBD1F4BE9A9}"/>
                  </a:ext>
                </a:extLst>
              </p:cNvPr>
              <p:cNvSpPr>
                <a:spLocks noChangeArrowheads="1"/>
              </p:cNvSpPr>
              <p:nvPr/>
            </p:nvSpPr>
            <p:spPr bwMode="auto">
              <a:xfrm>
                <a:off x="5059" y="1834"/>
                <a:ext cx="86"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grpSp>
          <p:nvGrpSpPr>
            <p:cNvPr id="100" name="Group 906">
              <a:extLst>
                <a:ext uri="{FF2B5EF4-FFF2-40B4-BE49-F238E27FC236}">
                  <a16:creationId xmlns:a16="http://schemas.microsoft.com/office/drawing/2014/main" id="{2EA0A648-4980-7B75-51C8-E5039689D338}"/>
                </a:ext>
              </a:extLst>
            </p:cNvPr>
            <p:cNvGrpSpPr>
              <a:grpSpLocks/>
            </p:cNvGrpSpPr>
            <p:nvPr/>
          </p:nvGrpSpPr>
          <p:grpSpPr bwMode="auto">
            <a:xfrm>
              <a:off x="9357022" y="2087287"/>
              <a:ext cx="250895" cy="430013"/>
              <a:chOff x="4140" y="429"/>
              <a:chExt cx="1425" cy="2396"/>
            </a:xfrm>
          </p:grpSpPr>
          <p:sp>
            <p:nvSpPr>
              <p:cNvPr id="101" name="Freeform 907">
                <a:extLst>
                  <a:ext uri="{FF2B5EF4-FFF2-40B4-BE49-F238E27FC236}">
                    <a16:creationId xmlns:a16="http://schemas.microsoft.com/office/drawing/2014/main" id="{8D39873A-951B-0EB0-C469-1D6F1178FFE6}"/>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2" name="Rectangle 908">
                <a:extLst>
                  <a:ext uri="{FF2B5EF4-FFF2-40B4-BE49-F238E27FC236}">
                    <a16:creationId xmlns:a16="http://schemas.microsoft.com/office/drawing/2014/main" id="{C4A0F73B-383C-B376-252E-AA45CA192D81}"/>
                  </a:ext>
                </a:extLst>
              </p:cNvPr>
              <p:cNvSpPr>
                <a:spLocks noChangeArrowheads="1"/>
              </p:cNvSpPr>
              <p:nvPr/>
            </p:nvSpPr>
            <p:spPr bwMode="auto">
              <a:xfrm>
                <a:off x="4208" y="429"/>
                <a:ext cx="1043"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03" name="Freeform 909">
                <a:extLst>
                  <a:ext uri="{FF2B5EF4-FFF2-40B4-BE49-F238E27FC236}">
                    <a16:creationId xmlns:a16="http://schemas.microsoft.com/office/drawing/2014/main" id="{C5E2C94A-484A-ED3A-1777-9BA42872F9C0}"/>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4" name="Freeform 910">
                <a:extLst>
                  <a:ext uri="{FF2B5EF4-FFF2-40B4-BE49-F238E27FC236}">
                    <a16:creationId xmlns:a16="http://schemas.microsoft.com/office/drawing/2014/main" id="{3A741095-9419-8AEA-7613-DB2D84BEAE88}"/>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5" name="Rectangle 911">
                <a:extLst>
                  <a:ext uri="{FF2B5EF4-FFF2-40B4-BE49-F238E27FC236}">
                    <a16:creationId xmlns:a16="http://schemas.microsoft.com/office/drawing/2014/main" id="{4370FE85-B84D-A2C8-39FA-931DD7C3F113}"/>
                  </a:ext>
                </a:extLst>
              </p:cNvPr>
              <p:cNvSpPr>
                <a:spLocks noChangeArrowheads="1"/>
              </p:cNvSpPr>
              <p:nvPr/>
            </p:nvSpPr>
            <p:spPr bwMode="auto">
              <a:xfrm>
                <a:off x="4214" y="692"/>
                <a:ext cx="592"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106" name="Group 912">
                <a:extLst>
                  <a:ext uri="{FF2B5EF4-FFF2-40B4-BE49-F238E27FC236}">
                    <a16:creationId xmlns:a16="http://schemas.microsoft.com/office/drawing/2014/main" id="{BF7720FD-B0AD-B498-0339-E865B2EF1052}"/>
                  </a:ext>
                </a:extLst>
              </p:cNvPr>
              <p:cNvGrpSpPr>
                <a:grpSpLocks/>
              </p:cNvGrpSpPr>
              <p:nvPr/>
            </p:nvGrpSpPr>
            <p:grpSpPr bwMode="auto">
              <a:xfrm>
                <a:off x="4749" y="668"/>
                <a:ext cx="581" cy="145"/>
                <a:chOff x="614" y="2568"/>
                <a:chExt cx="725" cy="139"/>
              </a:xfrm>
            </p:grpSpPr>
            <p:sp>
              <p:nvSpPr>
                <p:cNvPr id="131" name="AutoShape 913">
                  <a:extLst>
                    <a:ext uri="{FF2B5EF4-FFF2-40B4-BE49-F238E27FC236}">
                      <a16:creationId xmlns:a16="http://schemas.microsoft.com/office/drawing/2014/main" id="{EEF1491F-CA2E-880C-B0AC-E53929281757}"/>
                    </a:ext>
                  </a:extLst>
                </p:cNvPr>
                <p:cNvSpPr>
                  <a:spLocks noChangeArrowheads="1"/>
                </p:cNvSpPr>
                <p:nvPr/>
              </p:nvSpPr>
              <p:spPr bwMode="auto">
                <a:xfrm>
                  <a:off x="616" y="2565"/>
                  <a:ext cx="724" cy="12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32" name="AutoShape 914">
                  <a:extLst>
                    <a:ext uri="{FF2B5EF4-FFF2-40B4-BE49-F238E27FC236}">
                      <a16:creationId xmlns:a16="http://schemas.microsoft.com/office/drawing/2014/main" id="{3BF04161-44DA-140C-8332-61FDEC365653}"/>
                    </a:ext>
                  </a:extLst>
                </p:cNvPr>
                <p:cNvSpPr>
                  <a:spLocks noChangeArrowheads="1"/>
                </p:cNvSpPr>
                <p:nvPr/>
              </p:nvSpPr>
              <p:spPr bwMode="auto">
                <a:xfrm>
                  <a:off x="632" y="2584"/>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07" name="Rectangle 915">
                <a:extLst>
                  <a:ext uri="{FF2B5EF4-FFF2-40B4-BE49-F238E27FC236}">
                    <a16:creationId xmlns:a16="http://schemas.microsoft.com/office/drawing/2014/main" id="{EA3D54D1-DF31-61A9-4882-7B7DA73C0AC7}"/>
                  </a:ext>
                </a:extLst>
              </p:cNvPr>
              <p:cNvSpPr>
                <a:spLocks noChangeArrowheads="1"/>
              </p:cNvSpPr>
              <p:nvPr/>
            </p:nvSpPr>
            <p:spPr bwMode="auto">
              <a:xfrm>
                <a:off x="4226" y="1020"/>
                <a:ext cx="592"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108" name="Group 916">
                <a:extLst>
                  <a:ext uri="{FF2B5EF4-FFF2-40B4-BE49-F238E27FC236}">
                    <a16:creationId xmlns:a16="http://schemas.microsoft.com/office/drawing/2014/main" id="{6DBAAFC6-4AE4-BCB5-A6D1-27FFDB3E8E10}"/>
                  </a:ext>
                </a:extLst>
              </p:cNvPr>
              <p:cNvGrpSpPr>
                <a:grpSpLocks/>
              </p:cNvGrpSpPr>
              <p:nvPr/>
            </p:nvGrpSpPr>
            <p:grpSpPr bwMode="auto">
              <a:xfrm>
                <a:off x="4747" y="994"/>
                <a:ext cx="581" cy="134"/>
                <a:chOff x="614" y="2568"/>
                <a:chExt cx="725" cy="139"/>
              </a:xfrm>
            </p:grpSpPr>
            <p:sp>
              <p:nvSpPr>
                <p:cNvPr id="129" name="AutoShape 917">
                  <a:extLst>
                    <a:ext uri="{FF2B5EF4-FFF2-40B4-BE49-F238E27FC236}">
                      <a16:creationId xmlns:a16="http://schemas.microsoft.com/office/drawing/2014/main" id="{38342FF2-E409-4226-6102-C9C8E7E9EBD2}"/>
                    </a:ext>
                  </a:extLst>
                </p:cNvPr>
                <p:cNvSpPr>
                  <a:spLocks noChangeArrowheads="1"/>
                </p:cNvSpPr>
                <p:nvPr/>
              </p:nvSpPr>
              <p:spPr bwMode="auto">
                <a:xfrm>
                  <a:off x="611" y="2568"/>
                  <a:ext cx="731" cy="136"/>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30" name="AutoShape 918">
                  <a:extLst>
                    <a:ext uri="{FF2B5EF4-FFF2-40B4-BE49-F238E27FC236}">
                      <a16:creationId xmlns:a16="http://schemas.microsoft.com/office/drawing/2014/main" id="{B718FC42-F287-ECE1-3A2E-83F48E197F68}"/>
                    </a:ext>
                  </a:extLst>
                </p:cNvPr>
                <p:cNvSpPr>
                  <a:spLocks noChangeArrowheads="1"/>
                </p:cNvSpPr>
                <p:nvPr/>
              </p:nvSpPr>
              <p:spPr bwMode="auto">
                <a:xfrm>
                  <a:off x="626" y="2581"/>
                  <a:ext cx="700"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09" name="Rectangle 919">
                <a:extLst>
                  <a:ext uri="{FF2B5EF4-FFF2-40B4-BE49-F238E27FC236}">
                    <a16:creationId xmlns:a16="http://schemas.microsoft.com/office/drawing/2014/main" id="{3CF9E265-9991-BD38-C576-943F77047B5B}"/>
                  </a:ext>
                </a:extLst>
              </p:cNvPr>
              <p:cNvSpPr>
                <a:spLocks noChangeArrowheads="1"/>
              </p:cNvSpPr>
              <p:nvPr/>
            </p:nvSpPr>
            <p:spPr bwMode="auto">
              <a:xfrm>
                <a:off x="4214" y="1361"/>
                <a:ext cx="598"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10" name="Rectangle 920">
                <a:extLst>
                  <a:ext uri="{FF2B5EF4-FFF2-40B4-BE49-F238E27FC236}">
                    <a16:creationId xmlns:a16="http://schemas.microsoft.com/office/drawing/2014/main" id="{79ED3941-5B10-B1A6-3364-0268BFD56B91}"/>
                  </a:ext>
                </a:extLst>
              </p:cNvPr>
              <p:cNvSpPr>
                <a:spLocks noChangeArrowheads="1"/>
              </p:cNvSpPr>
              <p:nvPr/>
            </p:nvSpPr>
            <p:spPr bwMode="auto">
              <a:xfrm>
                <a:off x="4226" y="1657"/>
                <a:ext cx="598" cy="46"/>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111" name="Group 921">
                <a:extLst>
                  <a:ext uri="{FF2B5EF4-FFF2-40B4-BE49-F238E27FC236}">
                    <a16:creationId xmlns:a16="http://schemas.microsoft.com/office/drawing/2014/main" id="{C122E3BD-9A08-672F-7750-752DFCC6ABCA}"/>
                  </a:ext>
                </a:extLst>
              </p:cNvPr>
              <p:cNvGrpSpPr>
                <a:grpSpLocks/>
              </p:cNvGrpSpPr>
              <p:nvPr/>
            </p:nvGrpSpPr>
            <p:grpSpPr bwMode="auto">
              <a:xfrm>
                <a:off x="4735" y="1627"/>
                <a:ext cx="582" cy="151"/>
                <a:chOff x="614" y="2568"/>
                <a:chExt cx="725" cy="139"/>
              </a:xfrm>
            </p:grpSpPr>
            <p:sp>
              <p:nvSpPr>
                <p:cNvPr id="127" name="AutoShape 922">
                  <a:extLst>
                    <a:ext uri="{FF2B5EF4-FFF2-40B4-BE49-F238E27FC236}">
                      <a16:creationId xmlns:a16="http://schemas.microsoft.com/office/drawing/2014/main" id="{4B1E7BB3-A82F-F629-96C5-82E2EA560F23}"/>
                    </a:ext>
                  </a:extLst>
                </p:cNvPr>
                <p:cNvSpPr>
                  <a:spLocks noChangeArrowheads="1"/>
                </p:cNvSpPr>
                <p:nvPr/>
              </p:nvSpPr>
              <p:spPr bwMode="auto">
                <a:xfrm>
                  <a:off x="611" y="2571"/>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8" name="AutoShape 923">
                  <a:extLst>
                    <a:ext uri="{FF2B5EF4-FFF2-40B4-BE49-F238E27FC236}">
                      <a16:creationId xmlns:a16="http://schemas.microsoft.com/office/drawing/2014/main" id="{181150D1-7B32-CEC2-2E52-86A7AA8C5366}"/>
                    </a:ext>
                  </a:extLst>
                </p:cNvPr>
                <p:cNvSpPr>
                  <a:spLocks noChangeArrowheads="1"/>
                </p:cNvSpPr>
                <p:nvPr/>
              </p:nvSpPr>
              <p:spPr bwMode="auto">
                <a:xfrm>
                  <a:off x="626" y="2589"/>
                  <a:ext cx="699" cy="12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12" name="Freeform 924">
                <a:extLst>
                  <a:ext uri="{FF2B5EF4-FFF2-40B4-BE49-F238E27FC236}">
                    <a16:creationId xmlns:a16="http://schemas.microsoft.com/office/drawing/2014/main" id="{4564A885-720B-C9E2-5E67-B3814564FA3F}"/>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13" name="Group 925">
                <a:extLst>
                  <a:ext uri="{FF2B5EF4-FFF2-40B4-BE49-F238E27FC236}">
                    <a16:creationId xmlns:a16="http://schemas.microsoft.com/office/drawing/2014/main" id="{E06FA73F-4108-1F04-6DD1-03C329461789}"/>
                  </a:ext>
                </a:extLst>
              </p:cNvPr>
              <p:cNvGrpSpPr>
                <a:grpSpLocks/>
              </p:cNvGrpSpPr>
              <p:nvPr/>
            </p:nvGrpSpPr>
            <p:grpSpPr bwMode="auto">
              <a:xfrm>
                <a:off x="4739" y="1327"/>
                <a:ext cx="582" cy="139"/>
                <a:chOff x="614" y="2568"/>
                <a:chExt cx="725" cy="139"/>
              </a:xfrm>
            </p:grpSpPr>
            <p:sp>
              <p:nvSpPr>
                <p:cNvPr id="125" name="AutoShape 926">
                  <a:extLst>
                    <a:ext uri="{FF2B5EF4-FFF2-40B4-BE49-F238E27FC236}">
                      <a16:creationId xmlns:a16="http://schemas.microsoft.com/office/drawing/2014/main" id="{C312DC21-7249-C364-CA4D-D35E01A1E1FA}"/>
                    </a:ext>
                  </a:extLst>
                </p:cNvPr>
                <p:cNvSpPr>
                  <a:spLocks noChangeArrowheads="1"/>
                </p:cNvSpPr>
                <p:nvPr/>
              </p:nvSpPr>
              <p:spPr bwMode="auto">
                <a:xfrm>
                  <a:off x="613" y="2569"/>
                  <a:ext cx="715"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6" name="AutoShape 927">
                  <a:extLst>
                    <a:ext uri="{FF2B5EF4-FFF2-40B4-BE49-F238E27FC236}">
                      <a16:creationId xmlns:a16="http://schemas.microsoft.com/office/drawing/2014/main" id="{CCDE0B23-D6E7-334B-6CCA-9B1D50D2E43D}"/>
                    </a:ext>
                  </a:extLst>
                </p:cNvPr>
                <p:cNvSpPr>
                  <a:spLocks noChangeArrowheads="1"/>
                </p:cNvSpPr>
                <p:nvPr/>
              </p:nvSpPr>
              <p:spPr bwMode="auto">
                <a:xfrm>
                  <a:off x="629" y="2582"/>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14" name="Rectangle 928">
                <a:extLst>
                  <a:ext uri="{FF2B5EF4-FFF2-40B4-BE49-F238E27FC236}">
                    <a16:creationId xmlns:a16="http://schemas.microsoft.com/office/drawing/2014/main" id="{0F77D370-3B44-AE6E-5663-5EC744F8A8E2}"/>
                  </a:ext>
                </a:extLst>
              </p:cNvPr>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15" name="Freeform 929">
                <a:extLst>
                  <a:ext uri="{FF2B5EF4-FFF2-40B4-BE49-F238E27FC236}">
                    <a16:creationId xmlns:a16="http://schemas.microsoft.com/office/drawing/2014/main" id="{6730E3F5-424A-3EEB-8A68-92AAD85DD6D6}"/>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6" name="Freeform 930">
                <a:extLst>
                  <a:ext uri="{FF2B5EF4-FFF2-40B4-BE49-F238E27FC236}">
                    <a16:creationId xmlns:a16="http://schemas.microsoft.com/office/drawing/2014/main" id="{F8F9250A-A222-7671-620D-8EC6E6D1FF82}"/>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7" name="Oval 931">
                <a:extLst>
                  <a:ext uri="{FF2B5EF4-FFF2-40B4-BE49-F238E27FC236}">
                    <a16:creationId xmlns:a16="http://schemas.microsoft.com/office/drawing/2014/main" id="{C0BA4D25-89A3-52F6-69C6-1FFAD576350B}"/>
                  </a:ext>
                </a:extLst>
              </p:cNvPr>
              <p:cNvSpPr>
                <a:spLocks noChangeArrowheads="1"/>
              </p:cNvSpPr>
              <p:nvPr/>
            </p:nvSpPr>
            <p:spPr bwMode="auto">
              <a:xfrm>
                <a:off x="5516" y="2608"/>
                <a:ext cx="49" cy="98"/>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18" name="Freeform 932">
                <a:extLst>
                  <a:ext uri="{FF2B5EF4-FFF2-40B4-BE49-F238E27FC236}">
                    <a16:creationId xmlns:a16="http://schemas.microsoft.com/office/drawing/2014/main" id="{0B6D002C-11FC-7035-4939-EECDE0F05F24}"/>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9" name="AutoShape 933">
                <a:extLst>
                  <a:ext uri="{FF2B5EF4-FFF2-40B4-BE49-F238E27FC236}">
                    <a16:creationId xmlns:a16="http://schemas.microsoft.com/office/drawing/2014/main" id="{8971B249-0425-A086-E9AA-700866F1CDF1}"/>
                  </a:ext>
                </a:extLst>
              </p:cNvPr>
              <p:cNvSpPr>
                <a:spLocks noChangeArrowheads="1"/>
              </p:cNvSpPr>
              <p:nvPr/>
            </p:nvSpPr>
            <p:spPr bwMode="auto">
              <a:xfrm>
                <a:off x="4140" y="2681"/>
                <a:ext cx="1197" cy="144"/>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0" name="AutoShape 934">
                <a:extLst>
                  <a:ext uri="{FF2B5EF4-FFF2-40B4-BE49-F238E27FC236}">
                    <a16:creationId xmlns:a16="http://schemas.microsoft.com/office/drawing/2014/main" id="{F6621650-DA96-5D47-2056-0351480115F6}"/>
                  </a:ext>
                </a:extLst>
              </p:cNvPr>
              <p:cNvSpPr>
                <a:spLocks noChangeArrowheads="1"/>
              </p:cNvSpPr>
              <p:nvPr/>
            </p:nvSpPr>
            <p:spPr bwMode="auto">
              <a:xfrm>
                <a:off x="4208" y="2713"/>
                <a:ext cx="1067"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1" name="Oval 935">
                <a:extLst>
                  <a:ext uri="{FF2B5EF4-FFF2-40B4-BE49-F238E27FC236}">
                    <a16:creationId xmlns:a16="http://schemas.microsoft.com/office/drawing/2014/main" id="{5E0A9E89-EA54-E30F-8728-0496B2C25308}"/>
                  </a:ext>
                </a:extLst>
              </p:cNvPr>
              <p:cNvSpPr>
                <a:spLocks noChangeArrowheads="1"/>
              </p:cNvSpPr>
              <p:nvPr/>
            </p:nvSpPr>
            <p:spPr bwMode="auto">
              <a:xfrm>
                <a:off x="4307" y="2385"/>
                <a:ext cx="160"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2" name="Oval 936">
                <a:extLst>
                  <a:ext uri="{FF2B5EF4-FFF2-40B4-BE49-F238E27FC236}">
                    <a16:creationId xmlns:a16="http://schemas.microsoft.com/office/drawing/2014/main" id="{B475AFE6-AABF-2F53-CB7F-8E68296C2BEB}"/>
                  </a:ext>
                </a:extLst>
              </p:cNvPr>
              <p:cNvSpPr>
                <a:spLocks noChangeArrowheads="1"/>
              </p:cNvSpPr>
              <p:nvPr/>
            </p:nvSpPr>
            <p:spPr bwMode="auto">
              <a:xfrm>
                <a:off x="4485" y="2385"/>
                <a:ext cx="160"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23" name="Oval 937">
                <a:extLst>
                  <a:ext uri="{FF2B5EF4-FFF2-40B4-BE49-F238E27FC236}">
                    <a16:creationId xmlns:a16="http://schemas.microsoft.com/office/drawing/2014/main" id="{A337471D-41CA-B7FF-CADF-A2597F883DC6}"/>
                  </a:ext>
                </a:extLst>
              </p:cNvPr>
              <p:cNvSpPr>
                <a:spLocks noChangeArrowheads="1"/>
              </p:cNvSpPr>
              <p:nvPr/>
            </p:nvSpPr>
            <p:spPr bwMode="auto">
              <a:xfrm>
                <a:off x="4664" y="2379"/>
                <a:ext cx="154"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4" name="Rectangle 938">
                <a:extLst>
                  <a:ext uri="{FF2B5EF4-FFF2-40B4-BE49-F238E27FC236}">
                    <a16:creationId xmlns:a16="http://schemas.microsoft.com/office/drawing/2014/main" id="{2237D371-FAFA-5233-B3C7-890CFF21F7DA}"/>
                  </a:ext>
                </a:extLst>
              </p:cNvPr>
              <p:cNvSpPr>
                <a:spLocks noChangeArrowheads="1"/>
              </p:cNvSpPr>
              <p:nvPr/>
            </p:nvSpPr>
            <p:spPr bwMode="auto">
              <a:xfrm>
                <a:off x="5059" y="1834"/>
                <a:ext cx="86"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grpSp>
          <p:nvGrpSpPr>
            <p:cNvPr id="133" name="Group 116">
              <a:extLst>
                <a:ext uri="{FF2B5EF4-FFF2-40B4-BE49-F238E27FC236}">
                  <a16:creationId xmlns:a16="http://schemas.microsoft.com/office/drawing/2014/main" id="{74B847C0-1610-AF0E-B79C-1FFBACAEB751}"/>
                </a:ext>
              </a:extLst>
            </p:cNvPr>
            <p:cNvGrpSpPr/>
            <p:nvPr/>
          </p:nvGrpSpPr>
          <p:grpSpPr>
            <a:xfrm>
              <a:off x="7306268" y="1797007"/>
              <a:ext cx="612237" cy="328385"/>
              <a:chOff x="7493876" y="2774731"/>
              <a:chExt cx="1481958" cy="894622"/>
            </a:xfrm>
          </p:grpSpPr>
          <p:sp>
            <p:nvSpPr>
              <p:cNvPr id="134" name="Freeform 149">
                <a:extLst>
                  <a:ext uri="{FF2B5EF4-FFF2-40B4-BE49-F238E27FC236}">
                    <a16:creationId xmlns:a16="http://schemas.microsoft.com/office/drawing/2014/main" id="{4F8EB040-03AC-6BE1-E513-DF1EC55C52D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5" name="Oval 150">
                <a:extLst>
                  <a:ext uri="{FF2B5EF4-FFF2-40B4-BE49-F238E27FC236}">
                    <a16:creationId xmlns:a16="http://schemas.microsoft.com/office/drawing/2014/main" id="{6ED43D3B-1623-AF5E-8C03-6330F382286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36" name="Group 151">
                <a:extLst>
                  <a:ext uri="{FF2B5EF4-FFF2-40B4-BE49-F238E27FC236}">
                    <a16:creationId xmlns:a16="http://schemas.microsoft.com/office/drawing/2014/main" id="{D2CC2354-0E7D-8579-115E-CEB3DE4A7D02}"/>
                  </a:ext>
                </a:extLst>
              </p:cNvPr>
              <p:cNvGrpSpPr/>
              <p:nvPr/>
            </p:nvGrpSpPr>
            <p:grpSpPr>
              <a:xfrm>
                <a:off x="7713663" y="2848339"/>
                <a:ext cx="1042107" cy="425543"/>
                <a:chOff x="7786941" y="2884917"/>
                <a:chExt cx="897649" cy="353919"/>
              </a:xfrm>
            </p:grpSpPr>
            <p:sp>
              <p:nvSpPr>
                <p:cNvPr id="137" name="Freeform 152">
                  <a:extLst>
                    <a:ext uri="{FF2B5EF4-FFF2-40B4-BE49-F238E27FC236}">
                      <a16:creationId xmlns:a16="http://schemas.microsoft.com/office/drawing/2014/main" id="{6F6665FF-9B7E-1C83-5F9D-F836926F3CA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Freeform 153">
                  <a:extLst>
                    <a:ext uri="{FF2B5EF4-FFF2-40B4-BE49-F238E27FC236}">
                      <a16:creationId xmlns:a16="http://schemas.microsoft.com/office/drawing/2014/main" id="{6DF30971-A206-914F-0926-91118F5DACF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Freeform 154">
                  <a:extLst>
                    <a:ext uri="{FF2B5EF4-FFF2-40B4-BE49-F238E27FC236}">
                      <a16:creationId xmlns:a16="http://schemas.microsoft.com/office/drawing/2014/main" id="{7563DC35-EE45-8C79-CD17-98C40856872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155">
                  <a:extLst>
                    <a:ext uri="{FF2B5EF4-FFF2-40B4-BE49-F238E27FC236}">
                      <a16:creationId xmlns:a16="http://schemas.microsoft.com/office/drawing/2014/main" id="{9C0EA747-011A-2D0A-2B53-1A48844923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1" name="Group 118">
              <a:extLst>
                <a:ext uri="{FF2B5EF4-FFF2-40B4-BE49-F238E27FC236}">
                  <a16:creationId xmlns:a16="http://schemas.microsoft.com/office/drawing/2014/main" id="{FD1B1055-BAA3-A891-AECF-4C77534C0EE6}"/>
                </a:ext>
              </a:extLst>
            </p:cNvPr>
            <p:cNvGrpSpPr/>
            <p:nvPr/>
          </p:nvGrpSpPr>
          <p:grpSpPr>
            <a:xfrm>
              <a:off x="7216902" y="3860489"/>
              <a:ext cx="455726" cy="262502"/>
              <a:chOff x="3668110" y="2448910"/>
              <a:chExt cx="3794234" cy="2165130"/>
            </a:xfrm>
          </p:grpSpPr>
          <p:sp>
            <p:nvSpPr>
              <p:cNvPr id="142" name="Rectangle 135">
                <a:extLst>
                  <a:ext uri="{FF2B5EF4-FFF2-40B4-BE49-F238E27FC236}">
                    <a16:creationId xmlns:a16="http://schemas.microsoft.com/office/drawing/2014/main" id="{E8FB7F46-E95A-1D83-1DD9-6DB437E5F50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36">
                <a:extLst>
                  <a:ext uri="{FF2B5EF4-FFF2-40B4-BE49-F238E27FC236}">
                    <a16:creationId xmlns:a16="http://schemas.microsoft.com/office/drawing/2014/main" id="{A614C71B-D0B2-61E9-8540-9DD8B7079E8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4" name="Group 137">
                <a:extLst>
                  <a:ext uri="{FF2B5EF4-FFF2-40B4-BE49-F238E27FC236}">
                    <a16:creationId xmlns:a16="http://schemas.microsoft.com/office/drawing/2014/main" id="{CBD46283-561E-6069-47BC-486A6A2ED9AE}"/>
                  </a:ext>
                </a:extLst>
              </p:cNvPr>
              <p:cNvGrpSpPr/>
              <p:nvPr/>
            </p:nvGrpSpPr>
            <p:grpSpPr>
              <a:xfrm>
                <a:off x="3941378" y="2603243"/>
                <a:ext cx="3202061" cy="1066110"/>
                <a:chOff x="7939341" y="3037317"/>
                <a:chExt cx="897649" cy="353919"/>
              </a:xfrm>
            </p:grpSpPr>
            <p:sp>
              <p:nvSpPr>
                <p:cNvPr id="145" name="Freeform 138">
                  <a:extLst>
                    <a:ext uri="{FF2B5EF4-FFF2-40B4-BE49-F238E27FC236}">
                      <a16:creationId xmlns:a16="http://schemas.microsoft.com/office/drawing/2014/main" id="{3A570A82-1A7A-2A17-0C3E-E3A44FA841F6}"/>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Freeform 139">
                  <a:extLst>
                    <a:ext uri="{FF2B5EF4-FFF2-40B4-BE49-F238E27FC236}">
                      <a16:creationId xmlns:a16="http://schemas.microsoft.com/office/drawing/2014/main" id="{41B2AF49-2A63-07A6-3B37-A044B5E74DA6}"/>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Freeform 140">
                  <a:extLst>
                    <a:ext uri="{FF2B5EF4-FFF2-40B4-BE49-F238E27FC236}">
                      <a16:creationId xmlns:a16="http://schemas.microsoft.com/office/drawing/2014/main" id="{BE800743-33C4-BFDD-8C18-CF72E058A6ED}"/>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Freeform 141">
                  <a:extLst>
                    <a:ext uri="{FF2B5EF4-FFF2-40B4-BE49-F238E27FC236}">
                      <a16:creationId xmlns:a16="http://schemas.microsoft.com/office/drawing/2014/main" id="{5706AB2D-00D9-4CF3-7EA5-5C2288C37863}"/>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9" name="Group 119">
              <a:extLst>
                <a:ext uri="{FF2B5EF4-FFF2-40B4-BE49-F238E27FC236}">
                  <a16:creationId xmlns:a16="http://schemas.microsoft.com/office/drawing/2014/main" id="{73137AC5-AA5F-236A-08CE-52AC8AFA81F7}"/>
                </a:ext>
              </a:extLst>
            </p:cNvPr>
            <p:cNvGrpSpPr/>
            <p:nvPr/>
          </p:nvGrpSpPr>
          <p:grpSpPr>
            <a:xfrm>
              <a:off x="8269259" y="3707746"/>
              <a:ext cx="455726" cy="262502"/>
              <a:chOff x="3668110" y="2448910"/>
              <a:chExt cx="3794234" cy="2165130"/>
            </a:xfrm>
          </p:grpSpPr>
          <p:sp>
            <p:nvSpPr>
              <p:cNvPr id="150" name="Rectangle 128">
                <a:extLst>
                  <a:ext uri="{FF2B5EF4-FFF2-40B4-BE49-F238E27FC236}">
                    <a16:creationId xmlns:a16="http://schemas.microsoft.com/office/drawing/2014/main" id="{FC1D0407-B1B0-9228-382A-77407F8E745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29">
                <a:extLst>
                  <a:ext uri="{FF2B5EF4-FFF2-40B4-BE49-F238E27FC236}">
                    <a16:creationId xmlns:a16="http://schemas.microsoft.com/office/drawing/2014/main" id="{3E495791-4617-D96B-A2C8-5319D7F21F88}"/>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2" name="Group 130">
                <a:extLst>
                  <a:ext uri="{FF2B5EF4-FFF2-40B4-BE49-F238E27FC236}">
                    <a16:creationId xmlns:a16="http://schemas.microsoft.com/office/drawing/2014/main" id="{664A1B8C-49BE-9EEC-1786-F7F334321A18}"/>
                  </a:ext>
                </a:extLst>
              </p:cNvPr>
              <p:cNvGrpSpPr/>
              <p:nvPr/>
            </p:nvGrpSpPr>
            <p:grpSpPr>
              <a:xfrm>
                <a:off x="3941378" y="2603243"/>
                <a:ext cx="3202061" cy="1066110"/>
                <a:chOff x="7939341" y="3037317"/>
                <a:chExt cx="897649" cy="353919"/>
              </a:xfrm>
            </p:grpSpPr>
            <p:sp>
              <p:nvSpPr>
                <p:cNvPr id="153" name="Freeform 131">
                  <a:extLst>
                    <a:ext uri="{FF2B5EF4-FFF2-40B4-BE49-F238E27FC236}">
                      <a16:creationId xmlns:a16="http://schemas.microsoft.com/office/drawing/2014/main" id="{E355CBFF-DEF1-E74B-4837-C8FA84A3341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Freeform 132">
                  <a:extLst>
                    <a:ext uri="{FF2B5EF4-FFF2-40B4-BE49-F238E27FC236}">
                      <a16:creationId xmlns:a16="http://schemas.microsoft.com/office/drawing/2014/main" id="{AE024BCA-841F-DD31-8883-158BB7AA86E0}"/>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 name="Freeform 133">
                  <a:extLst>
                    <a:ext uri="{FF2B5EF4-FFF2-40B4-BE49-F238E27FC236}">
                      <a16:creationId xmlns:a16="http://schemas.microsoft.com/office/drawing/2014/main" id="{BFD6054A-0631-1782-CB1D-309E5C30D9A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Freeform 134">
                  <a:extLst>
                    <a:ext uri="{FF2B5EF4-FFF2-40B4-BE49-F238E27FC236}">
                      <a16:creationId xmlns:a16="http://schemas.microsoft.com/office/drawing/2014/main" id="{6C67F6F1-A4E8-DA63-D8C8-9AF3BBA85C60}"/>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57" name="Rectangle 7">
              <a:extLst>
                <a:ext uri="{FF2B5EF4-FFF2-40B4-BE49-F238E27FC236}">
                  <a16:creationId xmlns:a16="http://schemas.microsoft.com/office/drawing/2014/main" id="{C0D29119-8170-9C2D-16C3-40C2F072EBC4}"/>
                </a:ext>
              </a:extLst>
            </p:cNvPr>
            <p:cNvSpPr/>
            <p:nvPr/>
          </p:nvSpPr>
          <p:spPr>
            <a:xfrm>
              <a:off x="6386263" y="3202113"/>
              <a:ext cx="748665" cy="169545"/>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extBox 3">
              <a:extLst>
                <a:ext uri="{FF2B5EF4-FFF2-40B4-BE49-F238E27FC236}">
                  <a16:creationId xmlns:a16="http://schemas.microsoft.com/office/drawing/2014/main" id="{ED3B38D2-6A52-C17A-7B14-3F632ECD27F0}"/>
                </a:ext>
              </a:extLst>
            </p:cNvPr>
            <p:cNvSpPr txBox="1"/>
            <p:nvPr/>
          </p:nvSpPr>
          <p:spPr>
            <a:xfrm>
              <a:off x="6428821" y="4554967"/>
              <a:ext cx="1764961" cy="303416"/>
            </a:xfrm>
            <a:prstGeom prst="rect">
              <a:avLst/>
            </a:prstGeom>
            <a:noFill/>
          </p:spPr>
          <p:txBody>
            <a:bodyPr wrap="square" rtlCol="0">
              <a:spAutoFit/>
            </a:bodyPr>
            <a:lstStyle/>
            <a:p>
              <a:pPr>
                <a:lnSpc>
                  <a:spcPct val="85000"/>
                </a:lnSpc>
              </a:pPr>
              <a:r>
                <a:rPr lang="en-US" sz="1600" dirty="0"/>
                <a:t>Computer Science</a:t>
              </a:r>
            </a:p>
          </p:txBody>
        </p:sp>
        <p:grpSp>
          <p:nvGrpSpPr>
            <p:cNvPr id="159" name="Group 8">
              <a:extLst>
                <a:ext uri="{FF2B5EF4-FFF2-40B4-BE49-F238E27FC236}">
                  <a16:creationId xmlns:a16="http://schemas.microsoft.com/office/drawing/2014/main" id="{A33F6D87-029E-A5E2-0E30-794A8B2C538E}"/>
                </a:ext>
              </a:extLst>
            </p:cNvPr>
            <p:cNvGrpSpPr/>
            <p:nvPr/>
          </p:nvGrpSpPr>
          <p:grpSpPr>
            <a:xfrm>
              <a:off x="10030829" y="4537460"/>
              <a:ext cx="390965" cy="303481"/>
              <a:chOff x="3878580" y="5130446"/>
              <a:chExt cx="390965" cy="303481"/>
            </a:xfrm>
          </p:grpSpPr>
          <p:sp>
            <p:nvSpPr>
              <p:cNvPr id="160" name="Rectangle 322">
                <a:extLst>
                  <a:ext uri="{FF2B5EF4-FFF2-40B4-BE49-F238E27FC236}">
                    <a16:creationId xmlns:a16="http://schemas.microsoft.com/office/drawing/2014/main" id="{1B4B4F84-CB48-44F1-9410-43BF6F5278FF}"/>
                  </a:ext>
                </a:extLst>
              </p:cNvPr>
              <p:cNvSpPr/>
              <p:nvPr/>
            </p:nvSpPr>
            <p:spPr>
              <a:xfrm>
                <a:off x="3878580" y="5172075"/>
                <a:ext cx="356235" cy="169545"/>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321">
                <a:extLst>
                  <a:ext uri="{FF2B5EF4-FFF2-40B4-BE49-F238E27FC236}">
                    <a16:creationId xmlns:a16="http://schemas.microsoft.com/office/drawing/2014/main" id="{551B2A58-9CE4-7881-C4FD-2C0DE05C59C1}"/>
                  </a:ext>
                </a:extLst>
              </p:cNvPr>
              <p:cNvSpPr txBox="1"/>
              <p:nvPr/>
            </p:nvSpPr>
            <p:spPr>
              <a:xfrm>
                <a:off x="3882901" y="5130446"/>
                <a:ext cx="386644" cy="303481"/>
              </a:xfrm>
              <a:prstGeom prst="rect">
                <a:avLst/>
              </a:prstGeom>
              <a:noFill/>
            </p:spPr>
            <p:txBody>
              <a:bodyPr wrap="none" rtlCol="0">
                <a:spAutoFit/>
              </a:bodyPr>
              <a:lstStyle/>
              <a:p>
                <a:pPr>
                  <a:lnSpc>
                    <a:spcPct val="85000"/>
                  </a:lnSpc>
                </a:pPr>
                <a:r>
                  <a:rPr lang="en-US" sz="1600" dirty="0"/>
                  <a:t>EE</a:t>
                </a:r>
              </a:p>
            </p:txBody>
          </p:sp>
        </p:grpSp>
        <p:grpSp>
          <p:nvGrpSpPr>
            <p:cNvPr id="162" name="Group 120">
              <a:extLst>
                <a:ext uri="{FF2B5EF4-FFF2-40B4-BE49-F238E27FC236}">
                  <a16:creationId xmlns:a16="http://schemas.microsoft.com/office/drawing/2014/main" id="{8419CC1D-CE97-CC99-17A9-FE14518801DD}"/>
                </a:ext>
              </a:extLst>
            </p:cNvPr>
            <p:cNvGrpSpPr/>
            <p:nvPr/>
          </p:nvGrpSpPr>
          <p:grpSpPr>
            <a:xfrm>
              <a:off x="9589274" y="3726402"/>
              <a:ext cx="455726" cy="262502"/>
              <a:chOff x="3668110" y="2448910"/>
              <a:chExt cx="3794234" cy="2165130"/>
            </a:xfrm>
          </p:grpSpPr>
          <p:sp>
            <p:nvSpPr>
              <p:cNvPr id="163" name="Rectangle 121">
                <a:extLst>
                  <a:ext uri="{FF2B5EF4-FFF2-40B4-BE49-F238E27FC236}">
                    <a16:creationId xmlns:a16="http://schemas.microsoft.com/office/drawing/2014/main" id="{0CCA6031-65BF-2C1C-FC61-24EFC08AC53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Freeform 122">
                <a:extLst>
                  <a:ext uri="{FF2B5EF4-FFF2-40B4-BE49-F238E27FC236}">
                    <a16:creationId xmlns:a16="http://schemas.microsoft.com/office/drawing/2014/main" id="{9FC650C9-0571-2DF4-D9B1-6458E0741672}"/>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5" name="Group 123">
                <a:extLst>
                  <a:ext uri="{FF2B5EF4-FFF2-40B4-BE49-F238E27FC236}">
                    <a16:creationId xmlns:a16="http://schemas.microsoft.com/office/drawing/2014/main" id="{279C3E36-D254-3DC8-6F24-E2848FEFBFDC}"/>
                  </a:ext>
                </a:extLst>
              </p:cNvPr>
              <p:cNvGrpSpPr/>
              <p:nvPr/>
            </p:nvGrpSpPr>
            <p:grpSpPr>
              <a:xfrm>
                <a:off x="3941378" y="2603243"/>
                <a:ext cx="3202061" cy="1066110"/>
                <a:chOff x="7939341" y="3037317"/>
                <a:chExt cx="897649" cy="353919"/>
              </a:xfrm>
            </p:grpSpPr>
            <p:sp>
              <p:nvSpPr>
                <p:cNvPr id="166" name="Freeform 124">
                  <a:extLst>
                    <a:ext uri="{FF2B5EF4-FFF2-40B4-BE49-F238E27FC236}">
                      <a16:creationId xmlns:a16="http://schemas.microsoft.com/office/drawing/2014/main" id="{6C2A7C4D-35F9-CEDF-C23B-3596A85FD712}"/>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25">
                  <a:extLst>
                    <a:ext uri="{FF2B5EF4-FFF2-40B4-BE49-F238E27FC236}">
                      <a16:creationId xmlns:a16="http://schemas.microsoft.com/office/drawing/2014/main" id="{FF670320-0798-BF2E-986D-6C1130F4BBA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26">
                  <a:extLst>
                    <a:ext uri="{FF2B5EF4-FFF2-40B4-BE49-F238E27FC236}">
                      <a16:creationId xmlns:a16="http://schemas.microsoft.com/office/drawing/2014/main" id="{357CD10A-42E4-9F07-DBA2-7A085A5BBE9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127">
                  <a:extLst>
                    <a:ext uri="{FF2B5EF4-FFF2-40B4-BE49-F238E27FC236}">
                      <a16:creationId xmlns:a16="http://schemas.microsoft.com/office/drawing/2014/main" id="{9DF3E55E-B7B0-4579-9DB7-F60675549EF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0" name="Group 117">
              <a:extLst>
                <a:ext uri="{FF2B5EF4-FFF2-40B4-BE49-F238E27FC236}">
                  <a16:creationId xmlns:a16="http://schemas.microsoft.com/office/drawing/2014/main" id="{160D2428-2599-BF62-F206-933C729ED3F4}"/>
                </a:ext>
              </a:extLst>
            </p:cNvPr>
            <p:cNvGrpSpPr/>
            <p:nvPr/>
          </p:nvGrpSpPr>
          <p:grpSpPr>
            <a:xfrm>
              <a:off x="6740953" y="3555705"/>
              <a:ext cx="446640" cy="251686"/>
              <a:chOff x="3668110" y="2448910"/>
              <a:chExt cx="3794234" cy="2165130"/>
            </a:xfrm>
          </p:grpSpPr>
          <p:sp>
            <p:nvSpPr>
              <p:cNvPr id="171" name="Rectangle 142">
                <a:extLst>
                  <a:ext uri="{FF2B5EF4-FFF2-40B4-BE49-F238E27FC236}">
                    <a16:creationId xmlns:a16="http://schemas.microsoft.com/office/drawing/2014/main" id="{B6276ACD-86B7-4463-3AE2-3F678022CDB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Freeform 143">
                <a:extLst>
                  <a:ext uri="{FF2B5EF4-FFF2-40B4-BE49-F238E27FC236}">
                    <a16:creationId xmlns:a16="http://schemas.microsoft.com/office/drawing/2014/main" id="{36FA994B-1ACA-A948-163A-B65CC8D25E0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3" name="Group 144">
                <a:extLst>
                  <a:ext uri="{FF2B5EF4-FFF2-40B4-BE49-F238E27FC236}">
                    <a16:creationId xmlns:a16="http://schemas.microsoft.com/office/drawing/2014/main" id="{F735DD55-E73F-B9F8-B4EE-D818B8D4B2B2}"/>
                  </a:ext>
                </a:extLst>
              </p:cNvPr>
              <p:cNvGrpSpPr/>
              <p:nvPr/>
            </p:nvGrpSpPr>
            <p:grpSpPr>
              <a:xfrm>
                <a:off x="3941378" y="2603243"/>
                <a:ext cx="3202061" cy="1066110"/>
                <a:chOff x="7939341" y="3037317"/>
                <a:chExt cx="897649" cy="353919"/>
              </a:xfrm>
            </p:grpSpPr>
            <p:sp>
              <p:nvSpPr>
                <p:cNvPr id="174" name="Freeform 145">
                  <a:extLst>
                    <a:ext uri="{FF2B5EF4-FFF2-40B4-BE49-F238E27FC236}">
                      <a16:creationId xmlns:a16="http://schemas.microsoft.com/office/drawing/2014/main" id="{95528A9D-1DBD-3576-6C88-3222B5CFB71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46">
                  <a:extLst>
                    <a:ext uri="{FF2B5EF4-FFF2-40B4-BE49-F238E27FC236}">
                      <a16:creationId xmlns:a16="http://schemas.microsoft.com/office/drawing/2014/main" id="{4A2772EB-ED94-017F-EAC9-97C6B11E49CA}"/>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47">
                  <a:extLst>
                    <a:ext uri="{FF2B5EF4-FFF2-40B4-BE49-F238E27FC236}">
                      <a16:creationId xmlns:a16="http://schemas.microsoft.com/office/drawing/2014/main" id="{E80395DD-57B6-AE8D-9FB3-2DC6D624603C}"/>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Freeform 148">
                  <a:extLst>
                    <a:ext uri="{FF2B5EF4-FFF2-40B4-BE49-F238E27FC236}">
                      <a16:creationId xmlns:a16="http://schemas.microsoft.com/office/drawing/2014/main" id="{F34557BF-164B-13E7-7BDA-E5661D9C1121}"/>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78" name="Line 33">
              <a:extLst>
                <a:ext uri="{FF2B5EF4-FFF2-40B4-BE49-F238E27FC236}">
                  <a16:creationId xmlns:a16="http://schemas.microsoft.com/office/drawing/2014/main" id="{32C8A2EE-1412-A027-3737-1995B3DDEBEE}"/>
                </a:ext>
              </a:extLst>
            </p:cNvPr>
            <p:cNvSpPr>
              <a:spLocks noChangeShapeType="1"/>
            </p:cNvSpPr>
            <p:nvPr/>
          </p:nvSpPr>
          <p:spPr bwMode="auto">
            <a:xfrm flipH="1">
              <a:off x="7087583" y="2694795"/>
              <a:ext cx="1147604" cy="85916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9" name="Line 22">
              <a:extLst>
                <a:ext uri="{FF2B5EF4-FFF2-40B4-BE49-F238E27FC236}">
                  <a16:creationId xmlns:a16="http://schemas.microsoft.com/office/drawing/2014/main" id="{FBE6A7FA-5314-E49A-07C8-F31A351D940A}"/>
                </a:ext>
              </a:extLst>
            </p:cNvPr>
            <p:cNvSpPr>
              <a:spLocks noChangeShapeType="1"/>
            </p:cNvSpPr>
            <p:nvPr/>
          </p:nvSpPr>
          <p:spPr bwMode="auto">
            <a:xfrm>
              <a:off x="10040619" y="3940666"/>
              <a:ext cx="223945" cy="79475"/>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80" name="Group 44">
              <a:extLst>
                <a:ext uri="{FF2B5EF4-FFF2-40B4-BE49-F238E27FC236}">
                  <a16:creationId xmlns:a16="http://schemas.microsoft.com/office/drawing/2014/main" id="{2AE6E985-1357-DC11-FCE1-8A6B65536C82}"/>
                </a:ext>
              </a:extLst>
            </p:cNvPr>
            <p:cNvGrpSpPr>
              <a:grpSpLocks/>
            </p:cNvGrpSpPr>
            <p:nvPr/>
          </p:nvGrpSpPr>
          <p:grpSpPr bwMode="auto">
            <a:xfrm>
              <a:off x="10010911" y="3938047"/>
              <a:ext cx="388834" cy="356970"/>
              <a:chOff x="-44" y="1473"/>
              <a:chExt cx="981" cy="1105"/>
            </a:xfrm>
          </p:grpSpPr>
          <p:pic>
            <p:nvPicPr>
              <p:cNvPr id="181" name="Picture 45" descr="desktop_computer_stylized_medium">
                <a:extLst>
                  <a:ext uri="{FF2B5EF4-FFF2-40B4-BE49-F238E27FC236}">
                    <a16:creationId xmlns:a16="http://schemas.microsoft.com/office/drawing/2014/main" id="{C31A7C6C-6A12-A01D-142D-174005B35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 name="Freeform 46">
                <a:extLst>
                  <a:ext uri="{FF2B5EF4-FFF2-40B4-BE49-F238E27FC236}">
                    <a16:creationId xmlns:a16="http://schemas.microsoft.com/office/drawing/2014/main" id="{545C5450-0F75-2892-2830-C9139377616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83" name="TextBox 3">
              <a:extLst>
                <a:ext uri="{FF2B5EF4-FFF2-40B4-BE49-F238E27FC236}">
                  <a16:creationId xmlns:a16="http://schemas.microsoft.com/office/drawing/2014/main" id="{4CF148A2-606F-BC2C-6FA0-5B6B20F8086A}"/>
                </a:ext>
              </a:extLst>
            </p:cNvPr>
            <p:cNvSpPr txBox="1"/>
            <p:nvPr/>
          </p:nvSpPr>
          <p:spPr>
            <a:xfrm>
              <a:off x="7036005" y="1499583"/>
              <a:ext cx="750526" cy="303416"/>
            </a:xfrm>
            <a:prstGeom prst="rect">
              <a:avLst/>
            </a:prstGeom>
            <a:noFill/>
          </p:spPr>
          <p:txBody>
            <a:bodyPr wrap="square" rtlCol="0">
              <a:spAutoFit/>
            </a:bodyPr>
            <a:lstStyle/>
            <a:p>
              <a:pPr>
                <a:lnSpc>
                  <a:spcPct val="85000"/>
                </a:lnSpc>
              </a:pPr>
              <a:r>
                <a:rPr lang="en-US" sz="1600" dirty="0"/>
                <a:t>Router</a:t>
              </a:r>
            </a:p>
          </p:txBody>
        </p:sp>
        <p:sp>
          <p:nvSpPr>
            <p:cNvPr id="184" name="TextBox 3">
              <a:extLst>
                <a:ext uri="{FF2B5EF4-FFF2-40B4-BE49-F238E27FC236}">
                  <a16:creationId xmlns:a16="http://schemas.microsoft.com/office/drawing/2014/main" id="{9CBB6445-3E2D-313D-A9DD-1C7507EBD1F0}"/>
                </a:ext>
              </a:extLst>
            </p:cNvPr>
            <p:cNvSpPr txBox="1"/>
            <p:nvPr/>
          </p:nvSpPr>
          <p:spPr>
            <a:xfrm>
              <a:off x="8854134" y="2541267"/>
              <a:ext cx="750526" cy="303416"/>
            </a:xfrm>
            <a:prstGeom prst="rect">
              <a:avLst/>
            </a:prstGeom>
            <a:noFill/>
          </p:spPr>
          <p:txBody>
            <a:bodyPr wrap="square" rtlCol="0">
              <a:spAutoFit/>
            </a:bodyPr>
            <a:lstStyle/>
            <a:p>
              <a:pPr>
                <a:lnSpc>
                  <a:spcPct val="85000"/>
                </a:lnSpc>
              </a:pPr>
              <a:r>
                <a:rPr lang="en-US" sz="1600" dirty="0"/>
                <a:t>Switch</a:t>
              </a:r>
            </a:p>
          </p:txBody>
        </p:sp>
        <p:sp>
          <p:nvSpPr>
            <p:cNvPr id="185" name="TextBox 3">
              <a:extLst>
                <a:ext uri="{FF2B5EF4-FFF2-40B4-BE49-F238E27FC236}">
                  <a16:creationId xmlns:a16="http://schemas.microsoft.com/office/drawing/2014/main" id="{BD1CF18D-FFA2-573C-87EF-EA7B8E33FFBC}"/>
                </a:ext>
              </a:extLst>
            </p:cNvPr>
            <p:cNvSpPr txBox="1"/>
            <p:nvPr/>
          </p:nvSpPr>
          <p:spPr>
            <a:xfrm>
              <a:off x="8494383" y="3410878"/>
              <a:ext cx="750526" cy="303416"/>
            </a:xfrm>
            <a:prstGeom prst="rect">
              <a:avLst/>
            </a:prstGeom>
            <a:noFill/>
          </p:spPr>
          <p:txBody>
            <a:bodyPr wrap="square" rtlCol="0">
              <a:spAutoFit/>
            </a:bodyPr>
            <a:lstStyle/>
            <a:p>
              <a:pPr>
                <a:lnSpc>
                  <a:spcPct val="85000"/>
                </a:lnSpc>
              </a:pPr>
              <a:r>
                <a:rPr lang="en-US" sz="1600" dirty="0"/>
                <a:t>Switch</a:t>
              </a:r>
            </a:p>
          </p:txBody>
        </p:sp>
        <p:sp>
          <p:nvSpPr>
            <p:cNvPr id="190" name="TextBox 3">
              <a:extLst>
                <a:ext uri="{FF2B5EF4-FFF2-40B4-BE49-F238E27FC236}">
                  <a16:creationId xmlns:a16="http://schemas.microsoft.com/office/drawing/2014/main" id="{84A80476-4C5A-B4B9-76AB-6A6003ED5AE8}"/>
                </a:ext>
              </a:extLst>
            </p:cNvPr>
            <p:cNvSpPr txBox="1"/>
            <p:nvPr/>
          </p:nvSpPr>
          <p:spPr>
            <a:xfrm>
              <a:off x="6428821" y="3224699"/>
              <a:ext cx="750526" cy="303416"/>
            </a:xfrm>
            <a:prstGeom prst="rect">
              <a:avLst/>
            </a:prstGeom>
            <a:noFill/>
          </p:spPr>
          <p:txBody>
            <a:bodyPr wrap="square" rtlCol="0">
              <a:spAutoFit/>
            </a:bodyPr>
            <a:lstStyle/>
            <a:p>
              <a:pPr>
                <a:lnSpc>
                  <a:spcPct val="85000"/>
                </a:lnSpc>
              </a:pPr>
              <a:r>
                <a:rPr lang="en-US" sz="1600" dirty="0"/>
                <a:t>Switch</a:t>
              </a:r>
            </a:p>
          </p:txBody>
        </p:sp>
        <p:sp>
          <p:nvSpPr>
            <p:cNvPr id="191" name="TextBox 3">
              <a:extLst>
                <a:ext uri="{FF2B5EF4-FFF2-40B4-BE49-F238E27FC236}">
                  <a16:creationId xmlns:a16="http://schemas.microsoft.com/office/drawing/2014/main" id="{003441FC-C900-2E90-8D0B-86F25691CA2F}"/>
                </a:ext>
              </a:extLst>
            </p:cNvPr>
            <p:cNvSpPr txBox="1"/>
            <p:nvPr/>
          </p:nvSpPr>
          <p:spPr>
            <a:xfrm>
              <a:off x="9604660" y="3258844"/>
              <a:ext cx="750526" cy="303416"/>
            </a:xfrm>
            <a:prstGeom prst="rect">
              <a:avLst/>
            </a:prstGeom>
            <a:noFill/>
          </p:spPr>
          <p:txBody>
            <a:bodyPr wrap="square" rtlCol="0">
              <a:spAutoFit/>
            </a:bodyPr>
            <a:lstStyle/>
            <a:p>
              <a:pPr>
                <a:lnSpc>
                  <a:spcPct val="85000"/>
                </a:lnSpc>
              </a:pPr>
              <a:r>
                <a:rPr lang="en-US" sz="1600" dirty="0"/>
                <a:t>Switch</a:t>
              </a:r>
            </a:p>
          </p:txBody>
        </p:sp>
        <p:sp>
          <p:nvSpPr>
            <p:cNvPr id="192" name="TextBox 3">
              <a:extLst>
                <a:ext uri="{FF2B5EF4-FFF2-40B4-BE49-F238E27FC236}">
                  <a16:creationId xmlns:a16="http://schemas.microsoft.com/office/drawing/2014/main" id="{FBF8973C-A155-EB9B-312D-BE1BDF59D46D}"/>
                </a:ext>
              </a:extLst>
            </p:cNvPr>
            <p:cNvSpPr txBox="1"/>
            <p:nvPr/>
          </p:nvSpPr>
          <p:spPr>
            <a:xfrm>
              <a:off x="9386897" y="1478209"/>
              <a:ext cx="1186051" cy="303416"/>
            </a:xfrm>
            <a:prstGeom prst="rect">
              <a:avLst/>
            </a:prstGeom>
            <a:noFill/>
          </p:spPr>
          <p:txBody>
            <a:bodyPr wrap="square" rtlCol="0">
              <a:spAutoFit/>
            </a:bodyPr>
            <a:lstStyle/>
            <a:p>
              <a:pPr>
                <a:lnSpc>
                  <a:spcPct val="85000"/>
                </a:lnSpc>
              </a:pPr>
              <a:r>
                <a:rPr lang="en-US" sz="1600" dirty="0"/>
                <a:t>IP </a:t>
              </a:r>
              <a:r>
                <a:rPr lang="en-US" altLang="zh-CN" sz="1600" dirty="0"/>
                <a:t>Subnet</a:t>
              </a:r>
              <a:endParaRPr lang="en-US" sz="1600" dirty="0"/>
            </a:p>
          </p:txBody>
        </p:sp>
      </p:grpSp>
    </p:spTree>
    <p:extLst>
      <p:ext uri="{BB962C8B-B14F-4D97-AF65-F5344CB8AC3E}">
        <p14:creationId xmlns:p14="http://schemas.microsoft.com/office/powerpoint/2010/main" val="1064897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F1ABB-6523-A0CC-749C-8BABF353961D}"/>
              </a:ext>
            </a:extLst>
          </p:cNvPr>
          <p:cNvSpPr>
            <a:spLocks noGrp="1"/>
          </p:cNvSpPr>
          <p:nvPr>
            <p:ph type="title"/>
          </p:nvPr>
        </p:nvSpPr>
        <p:spPr/>
        <p:txBody>
          <a:bodyPr/>
          <a:lstStyle/>
          <a:p>
            <a:r>
              <a:rPr lang="en-US" altLang="zh-CN" dirty="0"/>
              <a:t>IEEE802 MAC</a:t>
            </a:r>
            <a:r>
              <a:rPr lang="zh-CN" altLang="en-US" dirty="0"/>
              <a:t>地址</a:t>
            </a:r>
          </a:p>
        </p:txBody>
      </p:sp>
      <p:sp>
        <p:nvSpPr>
          <p:cNvPr id="3" name="内容占位符 2">
            <a:extLst>
              <a:ext uri="{FF2B5EF4-FFF2-40B4-BE49-F238E27FC236}">
                <a16:creationId xmlns:a16="http://schemas.microsoft.com/office/drawing/2014/main" id="{AC28F3FB-05B3-267E-0360-13295605FCD0}"/>
              </a:ext>
            </a:extLst>
          </p:cNvPr>
          <p:cNvSpPr>
            <a:spLocks noGrp="1"/>
          </p:cNvSpPr>
          <p:nvPr>
            <p:ph idx="1"/>
          </p:nvPr>
        </p:nvSpPr>
        <p:spPr>
          <a:xfrm>
            <a:off x="442913" y="728663"/>
            <a:ext cx="11289710" cy="5221979"/>
          </a:xfrm>
        </p:spPr>
        <p:txBody>
          <a:bodyPr>
            <a:normAutofit/>
          </a:bodyPr>
          <a:lstStyle/>
          <a:p>
            <a:pPr>
              <a:lnSpc>
                <a:spcPct val="100000"/>
              </a:lnSpc>
              <a:spcAft>
                <a:spcPts val="100"/>
              </a:spcAft>
            </a:pPr>
            <a:r>
              <a:rPr lang="zh-CN" altLang="en-US" sz="1800" dirty="0"/>
              <a:t>局域网的</a:t>
            </a:r>
            <a:r>
              <a:rPr lang="en-US" altLang="zh-CN" sz="1800" dirty="0"/>
              <a:t>MAC</a:t>
            </a:r>
            <a:r>
              <a:rPr lang="zh-CN" altLang="en-US" sz="1800" dirty="0"/>
              <a:t>地址长度为</a:t>
            </a:r>
            <a:r>
              <a:rPr lang="en-US" altLang="zh-CN" sz="1800" dirty="0"/>
              <a:t>6</a:t>
            </a:r>
            <a:r>
              <a:rPr lang="zh-CN" altLang="en-US" sz="1800" dirty="0"/>
              <a:t>个字节（</a:t>
            </a:r>
            <a:r>
              <a:rPr lang="en-US" altLang="zh-CN" sz="1800" dirty="0"/>
              <a:t>48</a:t>
            </a:r>
            <a:r>
              <a:rPr lang="zh-CN" altLang="en-US" sz="1800" dirty="0"/>
              <a:t>个比特）</a:t>
            </a:r>
            <a:endParaRPr lang="en-US" altLang="zh-CN" sz="1800" dirty="0"/>
          </a:p>
          <a:p>
            <a:pPr lvl="1">
              <a:lnSpc>
                <a:spcPct val="100000"/>
              </a:lnSpc>
              <a:spcAft>
                <a:spcPts val="100"/>
              </a:spcAft>
            </a:pPr>
            <a:r>
              <a:rPr lang="zh-CN" altLang="en-US" dirty="0"/>
              <a:t>书写格式：每个字节采用十六进制描述，之间以冒号或者连字符隔开，比如</a:t>
            </a:r>
            <a:r>
              <a:rPr lang="en-US" altLang="zh-CN" dirty="0"/>
              <a:t>AC:DE:48:12:78:80</a:t>
            </a:r>
          </a:p>
          <a:p>
            <a:pPr>
              <a:lnSpc>
                <a:spcPct val="100000"/>
              </a:lnSpc>
              <a:spcAft>
                <a:spcPts val="100"/>
              </a:spcAft>
            </a:pPr>
            <a:r>
              <a:rPr lang="en-US" altLang="zh-CN" sz="1800" dirty="0"/>
              <a:t>MAC</a:t>
            </a:r>
            <a:r>
              <a:rPr lang="zh-CN" altLang="en-US" sz="1800" dirty="0"/>
              <a:t>地址用于标识某个网卡，并不需要描述是哪个局域网上的网卡，采用</a:t>
            </a:r>
            <a:r>
              <a:rPr lang="zh-CN" altLang="en-US" sz="1800" u="sng" dirty="0">
                <a:solidFill>
                  <a:srgbClr val="FF0000"/>
                </a:solidFill>
              </a:rPr>
              <a:t>平坦地址空间</a:t>
            </a:r>
            <a:endParaRPr lang="zh-CN" altLang="en-US" sz="1800" dirty="0"/>
          </a:p>
          <a:p>
            <a:pPr>
              <a:lnSpc>
                <a:spcPct val="100000"/>
              </a:lnSpc>
              <a:spcAft>
                <a:spcPts val="100"/>
              </a:spcAft>
            </a:pPr>
            <a:r>
              <a:rPr lang="zh-CN" altLang="en-US" sz="1800" dirty="0"/>
              <a:t>每个网卡有一个在世界上唯一的</a:t>
            </a:r>
            <a:r>
              <a:rPr lang="en-US" altLang="zh-CN" sz="1800" dirty="0"/>
              <a:t>MAC</a:t>
            </a:r>
            <a:r>
              <a:rPr lang="zh-CN" altLang="en-US" sz="1800" dirty="0"/>
              <a:t>地址：全球唯一意味着局域网也唯一</a:t>
            </a:r>
            <a:endParaRPr lang="en-US" altLang="zh-CN" sz="1800" dirty="0"/>
          </a:p>
          <a:p>
            <a:pPr lvl="1"/>
            <a:r>
              <a:rPr lang="zh-CN" altLang="en-US" dirty="0"/>
              <a:t>前面</a:t>
            </a:r>
            <a:r>
              <a:rPr lang="en-US" altLang="zh-CN" dirty="0"/>
              <a:t>24</a:t>
            </a:r>
            <a:r>
              <a:rPr lang="zh-CN" altLang="en-US" dirty="0"/>
              <a:t>个比特为</a:t>
            </a:r>
            <a:r>
              <a:rPr lang="en-US" altLang="zh-CN" dirty="0"/>
              <a:t>OUI</a:t>
            </a:r>
            <a:r>
              <a:rPr lang="zh-CN" altLang="en-US" dirty="0"/>
              <a:t>（组织唯一标识符），标识某个厂商或机构</a:t>
            </a:r>
            <a:r>
              <a:rPr lang="en-US" altLang="zh-CN" dirty="0"/>
              <a:t>(</a:t>
            </a:r>
            <a:r>
              <a:rPr lang="en-US" altLang="zh-CN" dirty="0">
                <a:hlinkClick r:id="rId2"/>
              </a:rPr>
              <a:t>http://standards.ieee.org/regauth/oui/index.shtml</a:t>
            </a:r>
            <a:r>
              <a:rPr lang="en-US" altLang="zh-CN" dirty="0"/>
              <a:t>)</a:t>
            </a:r>
          </a:p>
          <a:p>
            <a:pPr lvl="1"/>
            <a:r>
              <a:rPr lang="zh-CN" altLang="en-US" dirty="0"/>
              <a:t>网卡制造商保证其生产的任意两块网卡的地址都不相同（</a:t>
            </a:r>
            <a:r>
              <a:rPr lang="en-US" altLang="zh-CN" dirty="0"/>
              <a:t>OUI</a:t>
            </a:r>
            <a:r>
              <a:rPr lang="zh-CN" altLang="en-US" dirty="0"/>
              <a:t>相同，但是</a:t>
            </a:r>
            <a:r>
              <a:rPr lang="en-US" altLang="zh-CN" dirty="0"/>
              <a:t>OUA</a:t>
            </a:r>
            <a:r>
              <a:rPr lang="zh-CN" altLang="en-US" dirty="0"/>
              <a:t>不同）</a:t>
            </a:r>
            <a:endParaRPr lang="en-US" altLang="zh-CN" dirty="0"/>
          </a:p>
          <a:p>
            <a:pPr lvl="1"/>
            <a:r>
              <a:rPr lang="zh-CN" altLang="en-US" dirty="0"/>
              <a:t>第</a:t>
            </a:r>
            <a:r>
              <a:rPr lang="en-US" altLang="zh-CN" dirty="0"/>
              <a:t>1</a:t>
            </a:r>
            <a:r>
              <a:rPr lang="zh-CN" altLang="en-US" dirty="0"/>
              <a:t>个字节的最低位和次低位有特殊的含义：</a:t>
            </a:r>
            <a:endParaRPr lang="en-US" altLang="zh-CN" dirty="0"/>
          </a:p>
          <a:p>
            <a:pPr lvl="2"/>
            <a:r>
              <a:rPr lang="zh-CN" altLang="en-US" sz="1800" dirty="0"/>
              <a:t>最低位为</a:t>
            </a:r>
            <a:r>
              <a:rPr lang="en-US" altLang="zh-CN" sz="1800" dirty="0"/>
              <a:t>I/G(Individual/Group)</a:t>
            </a:r>
            <a:r>
              <a:rPr lang="zh-CN" altLang="en-US" sz="1800" dirty="0"/>
              <a:t>，为</a:t>
            </a:r>
            <a:r>
              <a:rPr lang="en-US" altLang="zh-CN" sz="1800" dirty="0"/>
              <a:t>0</a:t>
            </a:r>
            <a:r>
              <a:rPr lang="zh-CN" altLang="en-US" sz="1800" dirty="0"/>
              <a:t>时表示单播地址，为</a:t>
            </a:r>
            <a:r>
              <a:rPr lang="en-US" altLang="zh-CN" sz="1800" dirty="0"/>
              <a:t>1</a:t>
            </a:r>
            <a:r>
              <a:rPr lang="zh-CN" altLang="en-US" sz="1800" dirty="0"/>
              <a:t>时表示组播地址</a:t>
            </a:r>
            <a:endParaRPr lang="en-US" altLang="zh-CN" sz="1800" dirty="0"/>
          </a:p>
          <a:p>
            <a:pPr lvl="2"/>
            <a:r>
              <a:rPr lang="zh-CN" altLang="en-US" sz="1800" dirty="0"/>
              <a:t>次低位为</a:t>
            </a:r>
            <a:r>
              <a:rPr lang="en-US" altLang="zh-CN" sz="1800" dirty="0"/>
              <a:t>U/L(Universal/Local)</a:t>
            </a:r>
            <a:r>
              <a:rPr lang="zh-CN" altLang="en-US" sz="1800" dirty="0"/>
              <a:t>，为</a:t>
            </a:r>
            <a:r>
              <a:rPr lang="en-US" altLang="zh-CN" sz="1800" dirty="0"/>
              <a:t>0</a:t>
            </a:r>
            <a:r>
              <a:rPr lang="zh-CN" altLang="en-US" sz="1800" dirty="0"/>
              <a:t>时为全局地址，为</a:t>
            </a:r>
            <a:r>
              <a:rPr lang="en-US" altLang="zh-CN" sz="1800" dirty="0"/>
              <a:t>1</a:t>
            </a:r>
            <a:r>
              <a:rPr lang="zh-CN" altLang="en-US" sz="1800" dirty="0"/>
              <a:t>时是本地管理地址</a:t>
            </a:r>
            <a:endParaRPr lang="en-US" altLang="zh-CN" sz="1800" dirty="0"/>
          </a:p>
          <a:p>
            <a:pPr lvl="1"/>
            <a:r>
              <a:rPr lang="zh-CN" altLang="en-US" b="1" dirty="0">
                <a:solidFill>
                  <a:schemeClr val="tx2"/>
                </a:solidFill>
              </a:rPr>
              <a:t>比如：</a:t>
            </a:r>
            <a:r>
              <a:rPr lang="zh-CN" altLang="en-US" dirty="0"/>
              <a:t>AC-DE-48-12-7B-80，该地址并不是组播地址</a:t>
            </a:r>
            <a:r>
              <a:rPr lang="en-US" altLang="zh-CN" dirty="0"/>
              <a:t>!!!</a:t>
            </a:r>
          </a:p>
          <a:p>
            <a:pPr marL="457200" lvl="1" indent="0">
              <a:buNone/>
            </a:pPr>
            <a:r>
              <a:rPr lang="en-US" altLang="zh-CN" dirty="0"/>
              <a:t>          0xAC = 0b101011</a:t>
            </a:r>
            <a:r>
              <a:rPr lang="en-US" altLang="zh-CN" b="1" dirty="0">
                <a:solidFill>
                  <a:schemeClr val="accent4"/>
                </a:solidFill>
              </a:rPr>
              <a:t>00</a:t>
            </a:r>
            <a:r>
              <a:rPr lang="en-US" altLang="zh-CN" dirty="0"/>
              <a:t>     I/G</a:t>
            </a:r>
            <a:r>
              <a:rPr lang="zh-CN" altLang="en-US" dirty="0"/>
              <a:t>和</a:t>
            </a:r>
            <a:r>
              <a:rPr lang="en-US" altLang="zh-CN" dirty="0"/>
              <a:t>U/L</a:t>
            </a:r>
            <a:r>
              <a:rPr lang="zh-CN" altLang="en-US" dirty="0"/>
              <a:t>位都是</a:t>
            </a:r>
            <a:r>
              <a:rPr lang="en-US" altLang="zh-CN" dirty="0"/>
              <a:t>0</a:t>
            </a:r>
            <a:r>
              <a:rPr lang="zh-CN" altLang="en-US" dirty="0"/>
              <a:t>，表示全局单播地址</a:t>
            </a:r>
            <a:endParaRPr lang="en-US" altLang="zh-CN" dirty="0"/>
          </a:p>
          <a:p>
            <a:r>
              <a:rPr lang="zh-CN" altLang="en-US" sz="1800" dirty="0"/>
              <a:t>随机</a:t>
            </a:r>
            <a:r>
              <a:rPr lang="en-US" altLang="zh-CN" sz="1800" dirty="0"/>
              <a:t>MAC</a:t>
            </a:r>
            <a:r>
              <a:rPr lang="zh-CN" altLang="en-US" sz="1800" dirty="0"/>
              <a:t>地址：许多操作系统允许临时生成一个地址作为该网络接口的</a:t>
            </a:r>
            <a:r>
              <a:rPr lang="en-US" altLang="zh-CN" sz="1800" dirty="0"/>
              <a:t>MAC</a:t>
            </a:r>
            <a:r>
              <a:rPr lang="zh-CN" altLang="en-US" sz="1800" dirty="0"/>
              <a:t>地址，保证用户隐私</a:t>
            </a:r>
          </a:p>
          <a:p>
            <a:pPr lvl="1"/>
            <a:r>
              <a:rPr lang="en-US" altLang="zh-CN" dirty="0"/>
              <a:t>B2:18:…</a:t>
            </a:r>
            <a:r>
              <a:rPr lang="zh-CN" altLang="en-US" dirty="0"/>
              <a:t>， </a:t>
            </a:r>
            <a:r>
              <a:rPr lang="en-US" altLang="zh-CN" dirty="0"/>
              <a:t>0xB2=0b101100</a:t>
            </a:r>
            <a:r>
              <a:rPr lang="en-US" altLang="zh-CN" b="1" dirty="0">
                <a:solidFill>
                  <a:schemeClr val="accent4"/>
                </a:solidFill>
              </a:rPr>
              <a:t>10</a:t>
            </a:r>
            <a:r>
              <a:rPr lang="zh-CN" altLang="en-US" dirty="0"/>
              <a:t>，该地址的</a:t>
            </a:r>
            <a:r>
              <a:rPr lang="en-US" altLang="zh-CN" dirty="0"/>
              <a:t>U/L</a:t>
            </a:r>
            <a:r>
              <a:rPr lang="zh-CN" altLang="en-US" dirty="0"/>
              <a:t>比特位</a:t>
            </a:r>
            <a:r>
              <a:rPr lang="en-US" altLang="zh-CN" dirty="0"/>
              <a:t>1</a:t>
            </a:r>
            <a:r>
              <a:rPr lang="zh-CN" altLang="en-US" dirty="0"/>
              <a:t>，表示本地管理地址</a:t>
            </a:r>
            <a:endParaRPr lang="en-US" altLang="zh-CN" dirty="0"/>
          </a:p>
        </p:txBody>
      </p:sp>
      <p:grpSp>
        <p:nvGrpSpPr>
          <p:cNvPr id="30" name="组合 29">
            <a:extLst>
              <a:ext uri="{FF2B5EF4-FFF2-40B4-BE49-F238E27FC236}">
                <a16:creationId xmlns:a16="http://schemas.microsoft.com/office/drawing/2014/main" id="{91E4E456-E73D-4C5E-724A-4FC9FF0AAAAF}"/>
              </a:ext>
            </a:extLst>
          </p:cNvPr>
          <p:cNvGrpSpPr/>
          <p:nvPr/>
        </p:nvGrpSpPr>
        <p:grpSpPr>
          <a:xfrm>
            <a:off x="3724259" y="-97744"/>
            <a:ext cx="8133912" cy="1130849"/>
            <a:chOff x="2221918" y="5070114"/>
            <a:chExt cx="8133912" cy="1130849"/>
          </a:xfrm>
        </p:grpSpPr>
        <p:sp>
          <p:nvSpPr>
            <p:cNvPr id="31" name="Rectangle 150">
              <a:extLst>
                <a:ext uri="{FF2B5EF4-FFF2-40B4-BE49-F238E27FC236}">
                  <a16:creationId xmlns:a16="http://schemas.microsoft.com/office/drawing/2014/main" id="{DE0EC2EB-0E85-5D74-4B81-E51F50C00A2E}"/>
                </a:ext>
              </a:extLst>
            </p:cNvPr>
            <p:cNvSpPr>
              <a:spLocks noChangeArrowheads="1"/>
            </p:cNvSpPr>
            <p:nvPr/>
          </p:nvSpPr>
          <p:spPr bwMode="auto">
            <a:xfrm>
              <a:off x="7301486" y="5509042"/>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00"/>
                  </a:solidFill>
                  <a:effectLst/>
                  <a:uLnTx/>
                  <a:uFillTx/>
                  <a:ea typeface="宋体"/>
                  <a:cs typeface="Times New Roman"/>
                </a:rPr>
                <a:t> </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32" name="Rectangle 151">
              <a:extLst>
                <a:ext uri="{FF2B5EF4-FFF2-40B4-BE49-F238E27FC236}">
                  <a16:creationId xmlns:a16="http://schemas.microsoft.com/office/drawing/2014/main" id="{C9932F02-40F6-B2BC-ED50-3EA0986C5FA3}"/>
                </a:ext>
              </a:extLst>
            </p:cNvPr>
            <p:cNvSpPr>
              <a:spLocks noChangeArrowheads="1"/>
            </p:cNvSpPr>
            <p:nvPr/>
          </p:nvSpPr>
          <p:spPr bwMode="auto">
            <a:xfrm>
              <a:off x="6680576" y="5421044"/>
              <a:ext cx="3289507" cy="353519"/>
            </a:xfrm>
            <a:prstGeom prst="rect">
              <a:avLst/>
            </a:prstGeom>
            <a:noFill/>
            <a:ln w="14">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33" name="Rectangle 152">
              <a:extLst>
                <a:ext uri="{FF2B5EF4-FFF2-40B4-BE49-F238E27FC236}">
                  <a16:creationId xmlns:a16="http://schemas.microsoft.com/office/drawing/2014/main" id="{480A66CD-E5EB-0453-4311-95DF692CF433}"/>
                </a:ext>
              </a:extLst>
            </p:cNvPr>
            <p:cNvSpPr>
              <a:spLocks noChangeArrowheads="1"/>
            </p:cNvSpPr>
            <p:nvPr/>
          </p:nvSpPr>
          <p:spPr bwMode="auto">
            <a:xfrm>
              <a:off x="6754511" y="5475239"/>
              <a:ext cx="3601319" cy="223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ea typeface="宋体"/>
                  <a:cs typeface="Times New Roman"/>
                </a:rPr>
                <a:t>Organizationally Unique Address</a:t>
              </a:r>
              <a:endParaRPr kumimoji="0" lang="zh-CN" altLang="en-US" sz="1800" b="0" i="0" u="none" strike="noStrike" kern="100" cap="none" spc="0" normalizeH="0" baseline="0" noProof="0" dirty="0">
                <a:ln>
                  <a:noFill/>
                </a:ln>
                <a:solidFill>
                  <a:prstClr val="black"/>
                </a:solidFill>
                <a:effectLst/>
                <a:uLnTx/>
                <a:uFillTx/>
                <a:ea typeface="宋体"/>
                <a:cs typeface="Times New Roman"/>
              </a:endParaRPr>
            </a:p>
          </p:txBody>
        </p:sp>
        <p:sp>
          <p:nvSpPr>
            <p:cNvPr id="34" name="Rectangle 154">
              <a:extLst>
                <a:ext uri="{FF2B5EF4-FFF2-40B4-BE49-F238E27FC236}">
                  <a16:creationId xmlns:a16="http://schemas.microsoft.com/office/drawing/2014/main" id="{EC144963-DD8D-31AB-2AD0-77219F7509D6}"/>
                </a:ext>
              </a:extLst>
            </p:cNvPr>
            <p:cNvSpPr>
              <a:spLocks noChangeArrowheads="1"/>
            </p:cNvSpPr>
            <p:nvPr/>
          </p:nvSpPr>
          <p:spPr bwMode="auto">
            <a:xfrm>
              <a:off x="2221918" y="5418434"/>
              <a:ext cx="876866" cy="35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35" name="Rectangle 155">
              <a:extLst>
                <a:ext uri="{FF2B5EF4-FFF2-40B4-BE49-F238E27FC236}">
                  <a16:creationId xmlns:a16="http://schemas.microsoft.com/office/drawing/2014/main" id="{52C03B20-E746-0A05-D883-CF9B39234683}"/>
                </a:ext>
              </a:extLst>
            </p:cNvPr>
            <p:cNvSpPr>
              <a:spLocks noChangeArrowheads="1"/>
            </p:cNvSpPr>
            <p:nvPr/>
          </p:nvSpPr>
          <p:spPr bwMode="auto">
            <a:xfrm>
              <a:off x="2396284" y="5498503"/>
              <a:ext cx="305520"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ea typeface="宋体"/>
                  <a:cs typeface="Times New Roman"/>
                </a:rPr>
                <a:t>I/G</a:t>
              </a:r>
              <a:endParaRPr kumimoji="0" lang="zh-CN" altLang="en-US" sz="1800" b="0" i="0" u="none" strike="noStrike" kern="100" cap="none" spc="0" normalizeH="0" baseline="0" noProof="0" dirty="0">
                <a:ln>
                  <a:noFill/>
                </a:ln>
                <a:solidFill>
                  <a:prstClr val="black"/>
                </a:solidFill>
                <a:effectLst/>
                <a:uLnTx/>
                <a:uFillTx/>
                <a:ea typeface="宋体"/>
                <a:cs typeface="Times New Roman"/>
              </a:endParaRPr>
            </a:p>
          </p:txBody>
        </p:sp>
        <p:sp>
          <p:nvSpPr>
            <p:cNvPr id="36" name="Rectangle 156">
              <a:extLst>
                <a:ext uri="{FF2B5EF4-FFF2-40B4-BE49-F238E27FC236}">
                  <a16:creationId xmlns:a16="http://schemas.microsoft.com/office/drawing/2014/main" id="{A89F9406-8A89-7DC4-57BD-922232AA6563}"/>
                </a:ext>
              </a:extLst>
            </p:cNvPr>
            <p:cNvSpPr>
              <a:spLocks noChangeArrowheads="1"/>
            </p:cNvSpPr>
            <p:nvPr/>
          </p:nvSpPr>
          <p:spPr bwMode="auto">
            <a:xfrm>
              <a:off x="2725906" y="5498645"/>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00"/>
                  </a:solidFill>
                  <a:effectLst/>
                  <a:uLnTx/>
                  <a:uFillTx/>
                  <a:ea typeface="宋体"/>
                  <a:cs typeface="Times New Roman"/>
                </a:rPr>
                <a:t> </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37" name="Rectangle 157">
              <a:extLst>
                <a:ext uri="{FF2B5EF4-FFF2-40B4-BE49-F238E27FC236}">
                  <a16:creationId xmlns:a16="http://schemas.microsoft.com/office/drawing/2014/main" id="{FAD2CD79-2C28-273C-7648-5CB15F3F63C8}"/>
                </a:ext>
              </a:extLst>
            </p:cNvPr>
            <p:cNvSpPr>
              <a:spLocks noChangeArrowheads="1"/>
            </p:cNvSpPr>
            <p:nvPr/>
          </p:nvSpPr>
          <p:spPr bwMode="auto">
            <a:xfrm>
              <a:off x="2221918" y="5418434"/>
              <a:ext cx="1042857" cy="356129"/>
            </a:xfrm>
            <a:prstGeom prst="rect">
              <a:avLst/>
            </a:prstGeom>
            <a:noFill/>
            <a:ln w="14">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38" name="Rectangle 158">
              <a:extLst>
                <a:ext uri="{FF2B5EF4-FFF2-40B4-BE49-F238E27FC236}">
                  <a16:creationId xmlns:a16="http://schemas.microsoft.com/office/drawing/2014/main" id="{974EB07F-B8EB-D026-078F-82DAFBEFB300}"/>
                </a:ext>
              </a:extLst>
            </p:cNvPr>
            <p:cNvSpPr>
              <a:spLocks noChangeArrowheads="1"/>
            </p:cNvSpPr>
            <p:nvPr/>
          </p:nvSpPr>
          <p:spPr bwMode="auto">
            <a:xfrm>
              <a:off x="2873854" y="5418434"/>
              <a:ext cx="453114" cy="356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39" name="Rectangle 159">
              <a:extLst>
                <a:ext uri="{FF2B5EF4-FFF2-40B4-BE49-F238E27FC236}">
                  <a16:creationId xmlns:a16="http://schemas.microsoft.com/office/drawing/2014/main" id="{B6BB5F23-FD95-056E-C303-E0612B18A8CD}"/>
                </a:ext>
              </a:extLst>
            </p:cNvPr>
            <p:cNvSpPr>
              <a:spLocks noChangeArrowheads="1"/>
            </p:cNvSpPr>
            <p:nvPr/>
          </p:nvSpPr>
          <p:spPr bwMode="auto">
            <a:xfrm>
              <a:off x="2884227" y="5498563"/>
              <a:ext cx="348822"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ea typeface="宋体"/>
                  <a:cs typeface="Times New Roman"/>
                </a:rPr>
                <a:t>U/L</a:t>
              </a:r>
              <a:endParaRPr kumimoji="0" lang="zh-CN" altLang="en-US" sz="1800" b="0" i="0" u="none" strike="noStrike" kern="100" cap="none" spc="0" normalizeH="0" baseline="0" noProof="0" dirty="0">
                <a:ln>
                  <a:noFill/>
                </a:ln>
                <a:solidFill>
                  <a:prstClr val="black"/>
                </a:solidFill>
                <a:effectLst/>
                <a:uLnTx/>
                <a:uFillTx/>
                <a:ea typeface="宋体"/>
                <a:cs typeface="Times New Roman"/>
              </a:endParaRPr>
            </a:p>
          </p:txBody>
        </p:sp>
        <p:cxnSp>
          <p:nvCxnSpPr>
            <p:cNvPr id="40" name="Line 161">
              <a:extLst>
                <a:ext uri="{FF2B5EF4-FFF2-40B4-BE49-F238E27FC236}">
                  <a16:creationId xmlns:a16="http://schemas.microsoft.com/office/drawing/2014/main" id="{E68478D0-C348-418E-BF0C-C6B90EA4B03C}"/>
                </a:ext>
              </a:extLst>
            </p:cNvPr>
            <p:cNvCxnSpPr/>
            <p:nvPr/>
          </p:nvCxnSpPr>
          <p:spPr bwMode="auto">
            <a:xfrm>
              <a:off x="2774443" y="5418434"/>
              <a:ext cx="0" cy="347578"/>
            </a:xfrm>
            <a:prstGeom prst="line">
              <a:avLst/>
            </a:prstGeom>
            <a:noFill/>
            <a:ln w="14">
              <a:solidFill>
                <a:srgbClr val="000000"/>
              </a:solidFill>
              <a:prstDash val="solid"/>
              <a:round/>
              <a:headEnd/>
              <a:tailEnd/>
            </a:ln>
            <a:extLst>
              <a:ext uri="{909E8E84-426E-40DD-AFC4-6F175D3DCCD1}">
                <a14:hiddenFill xmlns:a14="http://schemas.microsoft.com/office/drawing/2010/main">
                  <a:noFill/>
                </a14:hiddenFill>
              </a:ext>
            </a:extLst>
          </p:spPr>
        </p:cxnSp>
        <p:sp>
          <p:nvSpPr>
            <p:cNvPr id="41" name="Rectangle 162">
              <a:extLst>
                <a:ext uri="{FF2B5EF4-FFF2-40B4-BE49-F238E27FC236}">
                  <a16:creationId xmlns:a16="http://schemas.microsoft.com/office/drawing/2014/main" id="{5A8266C8-FB3C-11C3-F6CC-765CD0E5272C}"/>
                </a:ext>
              </a:extLst>
            </p:cNvPr>
            <p:cNvSpPr>
              <a:spLocks noChangeArrowheads="1"/>
            </p:cNvSpPr>
            <p:nvPr/>
          </p:nvSpPr>
          <p:spPr bwMode="auto">
            <a:xfrm>
              <a:off x="2439631" y="5070114"/>
              <a:ext cx="876866" cy="35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42" name="Rectangle 163">
              <a:extLst>
                <a:ext uri="{FF2B5EF4-FFF2-40B4-BE49-F238E27FC236}">
                  <a16:creationId xmlns:a16="http://schemas.microsoft.com/office/drawing/2014/main" id="{D4F48961-A797-E9CE-D50F-CC7D3039C83A}"/>
                </a:ext>
              </a:extLst>
            </p:cNvPr>
            <p:cNvSpPr>
              <a:spLocks noChangeArrowheads="1"/>
            </p:cNvSpPr>
            <p:nvPr/>
          </p:nvSpPr>
          <p:spPr bwMode="auto">
            <a:xfrm>
              <a:off x="2498462" y="5150324"/>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ea typeface="宋体"/>
                  <a:cs typeface="Times New Roman"/>
                </a:rPr>
                <a:t>1</a:t>
              </a:r>
              <a:endParaRPr kumimoji="0" lang="zh-CN" altLang="en-US" sz="1800" b="0" i="0" u="none" strike="noStrike" kern="100" cap="none" spc="0" normalizeH="0" baseline="0" noProof="0" dirty="0">
                <a:ln>
                  <a:noFill/>
                </a:ln>
                <a:solidFill>
                  <a:prstClr val="black"/>
                </a:solidFill>
                <a:effectLst/>
                <a:uLnTx/>
                <a:uFillTx/>
                <a:ea typeface="宋体"/>
                <a:cs typeface="Times New Roman"/>
              </a:endParaRPr>
            </a:p>
          </p:txBody>
        </p:sp>
        <p:sp>
          <p:nvSpPr>
            <p:cNvPr id="43" name="Rectangle 164">
              <a:extLst>
                <a:ext uri="{FF2B5EF4-FFF2-40B4-BE49-F238E27FC236}">
                  <a16:creationId xmlns:a16="http://schemas.microsoft.com/office/drawing/2014/main" id="{8A2BBC0F-488A-FC4B-CB4B-2642B706C94A}"/>
                </a:ext>
              </a:extLst>
            </p:cNvPr>
            <p:cNvSpPr>
              <a:spLocks noChangeArrowheads="1"/>
            </p:cNvSpPr>
            <p:nvPr/>
          </p:nvSpPr>
          <p:spPr bwMode="auto">
            <a:xfrm>
              <a:off x="2734325" y="5150324"/>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00"/>
                  </a:solidFill>
                  <a:effectLst/>
                  <a:uLnTx/>
                  <a:uFillTx/>
                  <a:ea typeface="宋体"/>
                  <a:cs typeface="Times New Roman"/>
                </a:rPr>
                <a:t> </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44" name="Rectangle 165">
              <a:extLst>
                <a:ext uri="{FF2B5EF4-FFF2-40B4-BE49-F238E27FC236}">
                  <a16:creationId xmlns:a16="http://schemas.microsoft.com/office/drawing/2014/main" id="{9375156B-FA03-0583-BF84-C572BCFE2F3C}"/>
                </a:ext>
              </a:extLst>
            </p:cNvPr>
            <p:cNvSpPr>
              <a:spLocks noChangeArrowheads="1"/>
            </p:cNvSpPr>
            <p:nvPr/>
          </p:nvSpPr>
          <p:spPr bwMode="auto">
            <a:xfrm>
              <a:off x="3090364" y="5070114"/>
              <a:ext cx="876866" cy="35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45" name="Rectangle 166">
              <a:extLst>
                <a:ext uri="{FF2B5EF4-FFF2-40B4-BE49-F238E27FC236}">
                  <a16:creationId xmlns:a16="http://schemas.microsoft.com/office/drawing/2014/main" id="{C9DA4E82-4679-E126-60CE-5524DBB096F0}"/>
                </a:ext>
              </a:extLst>
            </p:cNvPr>
            <p:cNvSpPr>
              <a:spLocks noChangeArrowheads="1"/>
            </p:cNvSpPr>
            <p:nvPr/>
          </p:nvSpPr>
          <p:spPr bwMode="auto">
            <a:xfrm>
              <a:off x="2894383" y="5150324"/>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ea typeface="宋体"/>
                  <a:cs typeface="Times New Roman"/>
                </a:rPr>
                <a:t>1</a:t>
              </a:r>
              <a:endParaRPr kumimoji="0" lang="zh-CN" altLang="en-US" sz="1800" b="0" i="0" u="none" strike="noStrike" kern="100" cap="none" spc="0" normalizeH="0" baseline="0" noProof="0" dirty="0">
                <a:ln>
                  <a:noFill/>
                </a:ln>
                <a:solidFill>
                  <a:prstClr val="black"/>
                </a:solidFill>
                <a:effectLst/>
                <a:uLnTx/>
                <a:uFillTx/>
                <a:ea typeface="宋体"/>
                <a:cs typeface="Times New Roman"/>
              </a:endParaRPr>
            </a:p>
          </p:txBody>
        </p:sp>
        <p:sp>
          <p:nvSpPr>
            <p:cNvPr id="46" name="Rectangle 167">
              <a:extLst>
                <a:ext uri="{FF2B5EF4-FFF2-40B4-BE49-F238E27FC236}">
                  <a16:creationId xmlns:a16="http://schemas.microsoft.com/office/drawing/2014/main" id="{4413FCE4-4869-DA8A-6ED7-A60050922A1E}"/>
                </a:ext>
              </a:extLst>
            </p:cNvPr>
            <p:cNvSpPr>
              <a:spLocks noChangeArrowheads="1"/>
            </p:cNvSpPr>
            <p:nvPr/>
          </p:nvSpPr>
          <p:spPr bwMode="auto">
            <a:xfrm>
              <a:off x="3386261" y="5150324"/>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00"/>
                  </a:solidFill>
                  <a:effectLst/>
                  <a:uLnTx/>
                  <a:uFillTx/>
                  <a:ea typeface="宋体"/>
                  <a:cs typeface="Times New Roman"/>
                </a:rPr>
                <a:t> </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47" name="Rectangle 168">
              <a:extLst>
                <a:ext uri="{FF2B5EF4-FFF2-40B4-BE49-F238E27FC236}">
                  <a16:creationId xmlns:a16="http://schemas.microsoft.com/office/drawing/2014/main" id="{7C5C1019-7B13-F099-099F-3AE994CB6A2D}"/>
                </a:ext>
              </a:extLst>
            </p:cNvPr>
            <p:cNvSpPr>
              <a:spLocks noChangeArrowheads="1"/>
            </p:cNvSpPr>
            <p:nvPr/>
          </p:nvSpPr>
          <p:spPr bwMode="auto">
            <a:xfrm>
              <a:off x="5043767" y="5070114"/>
              <a:ext cx="876866" cy="35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48" name="Rectangle 169">
              <a:extLst>
                <a:ext uri="{FF2B5EF4-FFF2-40B4-BE49-F238E27FC236}">
                  <a16:creationId xmlns:a16="http://schemas.microsoft.com/office/drawing/2014/main" id="{A0C253FA-5BB5-07F5-D1A0-91DE848D4733}"/>
                </a:ext>
              </a:extLst>
            </p:cNvPr>
            <p:cNvSpPr>
              <a:spLocks noChangeArrowheads="1"/>
            </p:cNvSpPr>
            <p:nvPr/>
          </p:nvSpPr>
          <p:spPr bwMode="auto">
            <a:xfrm>
              <a:off x="5167590" y="5150273"/>
              <a:ext cx="454402"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ea typeface="宋体"/>
                  <a:cs typeface="Times New Roman"/>
                </a:rPr>
                <a:t>22</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49" name="Rectangle 171">
              <a:extLst>
                <a:ext uri="{FF2B5EF4-FFF2-40B4-BE49-F238E27FC236}">
                  <a16:creationId xmlns:a16="http://schemas.microsoft.com/office/drawing/2014/main" id="{7EAD0138-0917-4EB0-0DAC-E9B4C9B553B8}"/>
                </a:ext>
              </a:extLst>
            </p:cNvPr>
            <p:cNvSpPr>
              <a:spLocks noChangeArrowheads="1"/>
            </p:cNvSpPr>
            <p:nvPr/>
          </p:nvSpPr>
          <p:spPr bwMode="auto">
            <a:xfrm>
              <a:off x="8950571" y="5070114"/>
              <a:ext cx="876866" cy="35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50" name="Rectangle 172">
              <a:extLst>
                <a:ext uri="{FF2B5EF4-FFF2-40B4-BE49-F238E27FC236}">
                  <a16:creationId xmlns:a16="http://schemas.microsoft.com/office/drawing/2014/main" id="{CA6E4E97-9AC0-EF1F-DFAC-30D527CF0077}"/>
                </a:ext>
              </a:extLst>
            </p:cNvPr>
            <p:cNvSpPr>
              <a:spLocks noChangeArrowheads="1"/>
            </p:cNvSpPr>
            <p:nvPr/>
          </p:nvSpPr>
          <p:spPr bwMode="auto">
            <a:xfrm>
              <a:off x="8763528" y="5160359"/>
              <a:ext cx="61361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ea typeface="宋体"/>
                  <a:cs typeface="Times New Roman"/>
                </a:rPr>
                <a:t>24</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51" name="Rectangle 176">
              <a:extLst>
                <a:ext uri="{FF2B5EF4-FFF2-40B4-BE49-F238E27FC236}">
                  <a16:creationId xmlns:a16="http://schemas.microsoft.com/office/drawing/2014/main" id="{52084E5B-96FA-1407-4D4B-DF59A8C914D5}"/>
                </a:ext>
              </a:extLst>
            </p:cNvPr>
            <p:cNvSpPr>
              <a:spLocks noChangeArrowheads="1"/>
            </p:cNvSpPr>
            <p:nvPr/>
          </p:nvSpPr>
          <p:spPr bwMode="auto">
            <a:xfrm>
              <a:off x="2569473" y="5969245"/>
              <a:ext cx="217713"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a:ln>
                    <a:noFill/>
                  </a:ln>
                  <a:solidFill>
                    <a:prstClr val="black"/>
                  </a:solidFill>
                  <a:effectLst/>
                  <a:uLnTx/>
                  <a:uFillTx/>
                  <a:ea typeface="宋体"/>
                  <a:cs typeface="Times New Roman"/>
                </a:rPr>
                <a:t> </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52" name="Rectangle 179">
              <a:extLst>
                <a:ext uri="{FF2B5EF4-FFF2-40B4-BE49-F238E27FC236}">
                  <a16:creationId xmlns:a16="http://schemas.microsoft.com/office/drawing/2014/main" id="{863C7F84-1BB9-8E53-8326-0B469F7CB90E}"/>
                </a:ext>
              </a:extLst>
            </p:cNvPr>
            <p:cNvSpPr>
              <a:spLocks noChangeArrowheads="1"/>
            </p:cNvSpPr>
            <p:nvPr/>
          </p:nvSpPr>
          <p:spPr bwMode="auto">
            <a:xfrm>
              <a:off x="5017304" y="5964310"/>
              <a:ext cx="121486" cy="23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00"/>
                  </a:solidFill>
                  <a:effectLst/>
                  <a:uLnTx/>
                  <a:uFillTx/>
                  <a:ea typeface="宋体"/>
                  <a:cs typeface="Times New Roman"/>
                </a:rPr>
                <a:t> </a:t>
              </a:r>
              <a:endParaRPr kumimoji="0" lang="zh-CN" altLang="en-US" sz="1800" b="0" i="0" u="none" strike="noStrike" kern="100" cap="none" spc="0" normalizeH="0" baseline="0" noProof="0">
                <a:ln>
                  <a:noFill/>
                </a:ln>
                <a:solidFill>
                  <a:prstClr val="black"/>
                </a:solidFill>
                <a:effectLst/>
                <a:uLnTx/>
                <a:uFillTx/>
                <a:ea typeface="宋体"/>
                <a:cs typeface="Times New Roman"/>
              </a:endParaRPr>
            </a:p>
          </p:txBody>
        </p:sp>
        <p:sp>
          <p:nvSpPr>
            <p:cNvPr id="53" name="Rectangle 148">
              <a:extLst>
                <a:ext uri="{FF2B5EF4-FFF2-40B4-BE49-F238E27FC236}">
                  <a16:creationId xmlns:a16="http://schemas.microsoft.com/office/drawing/2014/main" id="{617CCB6A-AA34-7D71-64F5-09E4E119F157}"/>
                </a:ext>
              </a:extLst>
            </p:cNvPr>
            <p:cNvSpPr>
              <a:spLocks noChangeArrowheads="1"/>
            </p:cNvSpPr>
            <p:nvPr/>
          </p:nvSpPr>
          <p:spPr bwMode="auto">
            <a:xfrm>
              <a:off x="3270844" y="5420263"/>
              <a:ext cx="3415310" cy="356130"/>
            </a:xfrm>
            <a:prstGeom prst="rect">
              <a:avLst/>
            </a:prstGeom>
            <a:solidFill>
              <a:srgbClr val="ED7D31">
                <a:lumMod val="75000"/>
              </a:srgbClr>
            </a:solidFill>
            <a:ln w="14">
              <a:solidFill>
                <a:srgbClr val="000000"/>
              </a:solidFill>
              <a:prstDash val="solid"/>
              <a:miter lim="800000"/>
              <a:headEnd/>
              <a:tailEnd/>
            </a:ln>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54" name="Rectangle 149">
              <a:extLst>
                <a:ext uri="{FF2B5EF4-FFF2-40B4-BE49-F238E27FC236}">
                  <a16:creationId xmlns:a16="http://schemas.microsoft.com/office/drawing/2014/main" id="{DE2E9169-4A2B-6A6E-661D-ADABC75663FC}"/>
                </a:ext>
              </a:extLst>
            </p:cNvPr>
            <p:cNvSpPr>
              <a:spLocks noChangeArrowheads="1"/>
            </p:cNvSpPr>
            <p:nvPr/>
          </p:nvSpPr>
          <p:spPr bwMode="auto">
            <a:xfrm>
              <a:off x="3403394" y="5445496"/>
              <a:ext cx="3150209" cy="25936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ea typeface="宋体"/>
                  <a:cs typeface="Times New Roman"/>
                </a:rPr>
                <a:t>Organizationally Unique Identifier</a:t>
              </a:r>
              <a:endParaRPr kumimoji="0" lang="zh-CN" altLang="en-US" sz="1800" b="0" i="0" u="none" strike="noStrike" kern="100" cap="none" spc="0" normalizeH="0" baseline="0" noProof="0" dirty="0">
                <a:ln>
                  <a:noFill/>
                </a:ln>
                <a:solidFill>
                  <a:prstClr val="white"/>
                </a:solidFill>
                <a:effectLst/>
                <a:uLnTx/>
                <a:uFillTx/>
                <a:ea typeface="宋体"/>
                <a:cs typeface="Times New Roman"/>
              </a:endParaRPr>
            </a:p>
          </p:txBody>
        </p:sp>
      </p:grpSp>
      <p:sp>
        <p:nvSpPr>
          <p:cNvPr id="55" name="矩形 54">
            <a:extLst>
              <a:ext uri="{FF2B5EF4-FFF2-40B4-BE49-F238E27FC236}">
                <a16:creationId xmlns:a16="http://schemas.microsoft.com/office/drawing/2014/main" id="{55247CB4-7894-ACB6-9E17-3BC43E16F333}"/>
              </a:ext>
            </a:extLst>
          </p:cNvPr>
          <p:cNvSpPr/>
          <p:nvPr/>
        </p:nvSpPr>
        <p:spPr>
          <a:xfrm>
            <a:off x="10724710" y="688463"/>
            <a:ext cx="1338828" cy="369332"/>
          </a:xfrm>
          <a:prstGeom prst="rect">
            <a:avLst/>
          </a:prstGeom>
        </p:spPr>
        <p:txBody>
          <a:bodyPr wrap="none">
            <a:spAutoFit/>
          </a:bodyPr>
          <a:lstStyle/>
          <a:p>
            <a:r>
              <a:rPr lang="zh-CN" altLang="en-US" b="1" dirty="0">
                <a:solidFill>
                  <a:srgbClr val="FF3300"/>
                </a:solidFill>
              </a:rPr>
              <a:t>最低位在前</a:t>
            </a:r>
            <a:endParaRPr lang="zh-CN" altLang="en-US" dirty="0"/>
          </a:p>
        </p:txBody>
      </p:sp>
    </p:spTree>
    <p:extLst>
      <p:ext uri="{BB962C8B-B14F-4D97-AF65-F5344CB8AC3E}">
        <p14:creationId xmlns:p14="http://schemas.microsoft.com/office/powerpoint/2010/main" val="400780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F4F7E3-2767-46EE-AD10-CE565BA13844}"/>
              </a:ext>
            </a:extLst>
          </p:cNvPr>
          <p:cNvSpPr>
            <a:spLocks noGrp="1"/>
          </p:cNvSpPr>
          <p:nvPr>
            <p:ph type="title"/>
          </p:nvPr>
        </p:nvSpPr>
        <p:spPr/>
        <p:txBody>
          <a:bodyPr/>
          <a:lstStyle/>
          <a:p>
            <a:r>
              <a:rPr lang="en-US" altLang="zh-CN" dirty="0"/>
              <a:t>MAC</a:t>
            </a:r>
            <a:r>
              <a:rPr lang="zh-CN" altLang="en-US" dirty="0"/>
              <a:t>地址：帧的发送和接收</a:t>
            </a:r>
          </a:p>
        </p:txBody>
      </p:sp>
      <p:sp>
        <p:nvSpPr>
          <p:cNvPr id="3" name="内容占位符 2">
            <a:extLst>
              <a:ext uri="{FF2B5EF4-FFF2-40B4-BE49-F238E27FC236}">
                <a16:creationId xmlns:a16="http://schemas.microsoft.com/office/drawing/2014/main" id="{DE69E8A9-2D2D-4278-AA2E-AC0492FC07ED}"/>
              </a:ext>
            </a:extLst>
          </p:cNvPr>
          <p:cNvSpPr>
            <a:spLocks noGrp="1"/>
          </p:cNvSpPr>
          <p:nvPr>
            <p:ph idx="1"/>
          </p:nvPr>
        </p:nvSpPr>
        <p:spPr/>
        <p:txBody>
          <a:bodyPr>
            <a:noAutofit/>
          </a:bodyPr>
          <a:lstStyle/>
          <a:p>
            <a:pPr marL="342900" indent="-342900"/>
            <a:r>
              <a:rPr lang="zh-CN" altLang="en-US" sz="1800" dirty="0"/>
              <a:t>局域网</a:t>
            </a:r>
            <a:r>
              <a:rPr lang="en-US" altLang="zh-CN" sz="1800" dirty="0"/>
              <a:t>(</a:t>
            </a:r>
            <a:r>
              <a:rPr lang="zh-CN" altLang="en-US" sz="1800" dirty="0"/>
              <a:t>以太网</a:t>
            </a:r>
            <a:r>
              <a:rPr lang="en-US" altLang="zh-CN" sz="1800" dirty="0"/>
              <a:t>)</a:t>
            </a:r>
            <a:r>
              <a:rPr lang="zh-CN" altLang="en-US" sz="1800" dirty="0"/>
              <a:t>支持三种数据传输模式：</a:t>
            </a:r>
            <a:endParaRPr lang="en-US" altLang="zh-CN" sz="1800" dirty="0"/>
          </a:p>
          <a:p>
            <a:pPr marL="800100" lvl="1" indent="-342900"/>
            <a:r>
              <a:rPr lang="zh-CN" altLang="en-US" dirty="0"/>
              <a:t>单播： 发送帧给指定的接收者</a:t>
            </a:r>
            <a:endParaRPr lang="en-US" altLang="zh-CN" dirty="0"/>
          </a:p>
          <a:p>
            <a:pPr marL="800100" lvl="1" indent="-342900"/>
            <a:r>
              <a:rPr lang="zh-CN" altLang="en-US" dirty="0"/>
              <a:t>广播：发送帧给链路上的所有接收者，广播帧的目的地址为全</a:t>
            </a:r>
            <a:r>
              <a:rPr lang="en-US" altLang="zh-CN" dirty="0"/>
              <a:t>1</a:t>
            </a:r>
            <a:r>
              <a:rPr lang="zh-CN" altLang="en-US" dirty="0"/>
              <a:t>，即</a:t>
            </a:r>
            <a:r>
              <a:rPr lang="en-US" altLang="zh-CN" dirty="0"/>
              <a:t>FF-FF-FF-FF-FF-FF</a:t>
            </a:r>
          </a:p>
          <a:p>
            <a:pPr marL="800100" lvl="1" indent="-342900"/>
            <a:r>
              <a:rPr lang="zh-CN" altLang="en-US" dirty="0"/>
              <a:t>组播：发送帧给链路上的某些接收者，组播地址中的第一个字节的最低位为</a:t>
            </a:r>
            <a:r>
              <a:rPr lang="en-US" altLang="zh-CN" dirty="0"/>
              <a:t>1</a:t>
            </a:r>
          </a:p>
          <a:p>
            <a:r>
              <a:rPr lang="zh-CN" altLang="en-US" sz="1800" dirty="0"/>
              <a:t>节点</a:t>
            </a:r>
            <a:r>
              <a:rPr lang="en-US" altLang="zh-CN" sz="1800" dirty="0"/>
              <a:t>(</a:t>
            </a:r>
            <a:r>
              <a:rPr lang="zh-CN" altLang="en-US" sz="1800" dirty="0"/>
              <a:t>网卡</a:t>
            </a:r>
            <a:r>
              <a:rPr lang="en-US" altLang="zh-CN" sz="1800" dirty="0"/>
              <a:t>)</a:t>
            </a:r>
            <a:r>
              <a:rPr lang="zh-CN" altLang="en-US" sz="1800" dirty="0"/>
              <a:t>从链路上收到一个单播帧之后，进行</a:t>
            </a:r>
            <a:r>
              <a:rPr lang="zh-CN" altLang="en-US" sz="1800" u="sng" dirty="0">
                <a:solidFill>
                  <a:srgbClr val="FF0000"/>
                </a:solidFill>
              </a:rPr>
              <a:t>过滤</a:t>
            </a:r>
          </a:p>
          <a:p>
            <a:pPr marL="742950" lvl="1" indent="-285750"/>
            <a:r>
              <a:rPr lang="zh-CN" altLang="en-US" dirty="0"/>
              <a:t>如果帧的目的地址和节点的</a:t>
            </a:r>
            <a:r>
              <a:rPr lang="en-US" altLang="zh-CN" dirty="0"/>
              <a:t>MAC</a:t>
            </a:r>
            <a:r>
              <a:rPr lang="zh-CN" altLang="en-US" dirty="0"/>
              <a:t>地址匹配，则其递交给高层</a:t>
            </a:r>
            <a:endParaRPr lang="en-US" altLang="zh-CN" dirty="0"/>
          </a:p>
          <a:p>
            <a:pPr marL="742950" lvl="1" indent="-285750"/>
            <a:r>
              <a:rPr lang="zh-CN" altLang="en-US" dirty="0"/>
              <a:t>如果不匹配，则丢弃该帧</a:t>
            </a:r>
          </a:p>
          <a:p>
            <a:r>
              <a:rPr lang="zh-CN" altLang="en-US" sz="1800" dirty="0"/>
              <a:t>收到广播帧时接收并递交给高层</a:t>
            </a:r>
            <a:endParaRPr lang="en-US" altLang="zh-CN" sz="1800" dirty="0"/>
          </a:p>
          <a:p>
            <a:r>
              <a:rPr lang="zh-CN" altLang="en-US" sz="1800" dirty="0"/>
              <a:t>收到组播帧时：</a:t>
            </a:r>
            <a:endParaRPr lang="en-US" altLang="zh-CN" sz="1800" dirty="0"/>
          </a:p>
          <a:p>
            <a:pPr marL="742950" lvl="1" indent="-285750"/>
            <a:r>
              <a:rPr lang="zh-CN" altLang="en-US" dirty="0"/>
              <a:t>网卡想要接收某些组播帧，必须通知网卡对哪些组播地址感兴趣</a:t>
            </a:r>
            <a:endParaRPr lang="en-US" altLang="zh-CN" dirty="0"/>
          </a:p>
          <a:p>
            <a:pPr marL="742950" lvl="1" indent="-285750"/>
            <a:r>
              <a:rPr lang="zh-CN" altLang="en-US" dirty="0"/>
              <a:t>网卡维护少数几个</a:t>
            </a:r>
            <a:r>
              <a:rPr lang="zh-CN" altLang="en-US" dirty="0">
                <a:solidFill>
                  <a:srgbClr val="FF0000"/>
                </a:solidFill>
              </a:rPr>
              <a:t>感兴趣的组播地址列表</a:t>
            </a:r>
            <a:endParaRPr lang="en-US" altLang="zh-CN" dirty="0">
              <a:solidFill>
                <a:srgbClr val="FF0000"/>
              </a:solidFill>
            </a:endParaRPr>
          </a:p>
          <a:p>
            <a:pPr marL="742950" lvl="1" indent="-285750"/>
            <a:r>
              <a:rPr lang="zh-CN" altLang="en-US" dirty="0"/>
              <a:t>网卡还可记录多个</a:t>
            </a:r>
            <a:r>
              <a:rPr lang="zh-CN" altLang="en-US" dirty="0">
                <a:solidFill>
                  <a:srgbClr val="FF0000"/>
                </a:solidFill>
              </a:rPr>
              <a:t>感兴趣的组播地址的散列值</a:t>
            </a:r>
            <a:endParaRPr lang="en-US" altLang="zh-CN" dirty="0">
              <a:solidFill>
                <a:srgbClr val="FF0000"/>
              </a:solidFill>
            </a:endParaRPr>
          </a:p>
          <a:p>
            <a:pPr marL="742950" lvl="1" indent="-285750"/>
            <a:r>
              <a:rPr lang="zh-CN" altLang="en-US" dirty="0"/>
              <a:t>首先将帧中的</a:t>
            </a:r>
            <a:r>
              <a:rPr lang="zh-CN" altLang="en-US" u="sng" dirty="0"/>
              <a:t>目的组播地址</a:t>
            </a:r>
            <a:r>
              <a:rPr lang="zh-CN" altLang="en-US" dirty="0"/>
              <a:t>与</a:t>
            </a:r>
            <a:r>
              <a:rPr lang="zh-CN" altLang="en-US" u="sng" dirty="0"/>
              <a:t>感兴趣的组播地址列表匹配</a:t>
            </a:r>
            <a:r>
              <a:rPr lang="zh-CN" altLang="en-US" dirty="0"/>
              <a:t>；如果不匹配时，计算</a:t>
            </a:r>
            <a:r>
              <a:rPr lang="zh-CN" altLang="en-US" u="sng" dirty="0"/>
              <a:t>目的组播地址的散列值</a:t>
            </a:r>
            <a:r>
              <a:rPr lang="en-US" altLang="zh-CN" dirty="0"/>
              <a:t>, </a:t>
            </a:r>
            <a:r>
              <a:rPr lang="zh-CN" altLang="en-US" dirty="0"/>
              <a:t>然后与保存的散列值比较，如果匹配，则接收并递交给高层</a:t>
            </a:r>
            <a:endParaRPr lang="en-US" altLang="zh-CN" dirty="0"/>
          </a:p>
          <a:p>
            <a:pPr marL="285750" indent="-285750"/>
            <a:r>
              <a:rPr lang="zh-CN" altLang="en-US" sz="1800" dirty="0"/>
              <a:t>网卡可设置为混杂</a:t>
            </a:r>
            <a:r>
              <a:rPr lang="en-US" altLang="zh-CN" sz="1800" dirty="0"/>
              <a:t>(promiscuous)</a:t>
            </a:r>
            <a:r>
              <a:rPr lang="zh-CN" altLang="en-US" sz="1800" dirty="0"/>
              <a:t>模式：所有收到的帧都交给高层</a:t>
            </a:r>
          </a:p>
        </p:txBody>
      </p:sp>
    </p:spTree>
    <p:extLst>
      <p:ext uri="{BB962C8B-B14F-4D97-AF65-F5344CB8AC3E}">
        <p14:creationId xmlns:p14="http://schemas.microsoft.com/office/powerpoint/2010/main" val="2646939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6C5513-2606-4490-B27F-37203696B37C}"/>
              </a:ext>
            </a:extLst>
          </p:cNvPr>
          <p:cNvSpPr>
            <a:spLocks noGrp="1"/>
          </p:cNvSpPr>
          <p:nvPr>
            <p:ph type="title"/>
          </p:nvPr>
        </p:nvSpPr>
        <p:spPr/>
        <p:txBody>
          <a:bodyPr/>
          <a:lstStyle/>
          <a:p>
            <a:r>
              <a:rPr lang="zh-CN" altLang="zh-CN" b="1" dirty="0"/>
              <a:t>地址解析协议</a:t>
            </a:r>
            <a:r>
              <a:rPr lang="en-US" altLang="zh-CN" b="1" dirty="0"/>
              <a:t>ARP</a:t>
            </a:r>
            <a:r>
              <a:rPr lang="zh-CN" altLang="zh-CN" dirty="0"/>
              <a:t>（</a:t>
            </a:r>
            <a:r>
              <a:rPr lang="en-US" altLang="zh-CN" dirty="0"/>
              <a:t>Address Resolution Protocol</a:t>
            </a:r>
            <a:r>
              <a:rPr lang="zh-CN" altLang="zh-CN" dirty="0"/>
              <a:t>）</a:t>
            </a:r>
            <a:endParaRPr lang="zh-CN" altLang="en-US" dirty="0"/>
          </a:p>
        </p:txBody>
      </p:sp>
      <p:sp>
        <p:nvSpPr>
          <p:cNvPr id="3" name="内容占位符 2">
            <a:extLst>
              <a:ext uri="{FF2B5EF4-FFF2-40B4-BE49-F238E27FC236}">
                <a16:creationId xmlns:a16="http://schemas.microsoft.com/office/drawing/2014/main" id="{17DA9C7D-E06F-4E29-A025-110DD529953E}"/>
              </a:ext>
            </a:extLst>
          </p:cNvPr>
          <p:cNvSpPr>
            <a:spLocks noGrp="1"/>
          </p:cNvSpPr>
          <p:nvPr>
            <p:ph idx="1"/>
          </p:nvPr>
        </p:nvSpPr>
        <p:spPr>
          <a:xfrm>
            <a:off x="442913" y="728663"/>
            <a:ext cx="11289710" cy="2831372"/>
          </a:xfrm>
        </p:spPr>
        <p:txBody>
          <a:bodyPr>
            <a:normAutofit lnSpcReduction="10000"/>
          </a:bodyPr>
          <a:lstStyle/>
          <a:p>
            <a:r>
              <a:rPr lang="zh-CN" altLang="en-US" sz="1800" dirty="0"/>
              <a:t>查找转发表，发现</a:t>
            </a:r>
            <a:r>
              <a:rPr lang="en-US" altLang="zh-CN" sz="1800" dirty="0"/>
              <a:t>IP</a:t>
            </a:r>
            <a:r>
              <a:rPr lang="zh-CN" altLang="en-US" sz="1800" dirty="0"/>
              <a:t>分组的目的地址在接口所在</a:t>
            </a:r>
            <a:r>
              <a:rPr lang="en-US" altLang="zh-CN" sz="1800" dirty="0"/>
              <a:t>LAN</a:t>
            </a:r>
            <a:r>
              <a:rPr lang="zh-CN" altLang="en-US" sz="1800" dirty="0"/>
              <a:t>，解析该</a:t>
            </a:r>
            <a:r>
              <a:rPr lang="en-US" altLang="zh-CN" sz="1800" dirty="0"/>
              <a:t>IP</a:t>
            </a:r>
            <a:r>
              <a:rPr lang="zh-CN" altLang="en-US" sz="1800" dirty="0"/>
              <a:t>地址对应的</a:t>
            </a:r>
            <a:r>
              <a:rPr lang="en-US" altLang="zh-CN" sz="1800" dirty="0"/>
              <a:t>MAC</a:t>
            </a:r>
            <a:r>
              <a:rPr lang="zh-CN" altLang="en-US" sz="1800" dirty="0"/>
              <a:t>地址</a:t>
            </a:r>
            <a:endParaRPr lang="en-US" altLang="zh-CN" sz="1800" dirty="0"/>
          </a:p>
          <a:p>
            <a:r>
              <a:rPr lang="zh-CN" altLang="en-US" sz="1800" dirty="0"/>
              <a:t>查找转发表，发现要通过接口上的下一跳路由器转发，解析下一跳路由器对应的</a:t>
            </a:r>
            <a:r>
              <a:rPr lang="en-US" altLang="zh-CN" sz="1800" dirty="0"/>
              <a:t>MAC</a:t>
            </a:r>
            <a:r>
              <a:rPr lang="zh-CN" altLang="en-US" sz="1800" dirty="0"/>
              <a:t>地址</a:t>
            </a:r>
            <a:endParaRPr lang="en-US" altLang="zh-CN" sz="1800" dirty="0"/>
          </a:p>
          <a:p>
            <a:pPr marL="0" indent="0">
              <a:buNone/>
            </a:pPr>
            <a:r>
              <a:rPr lang="en-US" altLang="zh-CN" sz="1800" dirty="0"/>
              <a:t>ARP</a:t>
            </a:r>
            <a:r>
              <a:rPr lang="zh-CN" altLang="en-US" sz="1800" dirty="0"/>
              <a:t>协议用于以太网等广播链路中，</a:t>
            </a:r>
            <a:r>
              <a:rPr lang="zh-CN" altLang="en-US" sz="1800" b="1" dirty="0">
                <a:solidFill>
                  <a:schemeClr val="accent4"/>
                </a:solidFill>
              </a:rPr>
              <a:t>将</a:t>
            </a:r>
            <a:r>
              <a:rPr lang="en-US" altLang="zh-CN" sz="1800" b="1" dirty="0">
                <a:solidFill>
                  <a:schemeClr val="accent4"/>
                </a:solidFill>
              </a:rPr>
              <a:t>IP</a:t>
            </a:r>
            <a:r>
              <a:rPr lang="zh-CN" altLang="en-US" sz="1800" b="1" dirty="0">
                <a:solidFill>
                  <a:schemeClr val="accent4"/>
                </a:solidFill>
              </a:rPr>
              <a:t>地址映射为</a:t>
            </a:r>
            <a:r>
              <a:rPr lang="en-US" altLang="zh-CN" sz="1800" b="1" dirty="0">
                <a:solidFill>
                  <a:schemeClr val="accent4"/>
                </a:solidFill>
                <a:sym typeface="Wingdings" pitchFamily="2" charset="2"/>
              </a:rPr>
              <a:t>MAC</a:t>
            </a:r>
            <a:r>
              <a:rPr lang="zh-CN" altLang="en-US" sz="1800" b="1" dirty="0">
                <a:solidFill>
                  <a:schemeClr val="accent4"/>
                </a:solidFill>
                <a:sym typeface="Wingdings" pitchFamily="2" charset="2"/>
              </a:rPr>
              <a:t>地址</a:t>
            </a:r>
            <a:r>
              <a:rPr lang="zh-CN" altLang="en-US" sz="1800" b="1" dirty="0">
                <a:solidFill>
                  <a:schemeClr val="accent6"/>
                </a:solidFill>
                <a:sym typeface="Wingdings" pitchFamily="2" charset="2"/>
              </a:rPr>
              <a:t>。</a:t>
            </a:r>
            <a:r>
              <a:rPr lang="en-US" altLang="zh-CN" sz="1800" b="1" dirty="0">
                <a:solidFill>
                  <a:schemeClr val="accent6"/>
                </a:solidFill>
                <a:sym typeface="Wingdings" pitchFamily="2" charset="2"/>
              </a:rPr>
              <a:t>RFC 826</a:t>
            </a:r>
            <a:endParaRPr lang="zh-CN" altLang="en-US" sz="1800" b="1" dirty="0">
              <a:solidFill>
                <a:schemeClr val="accent6"/>
              </a:solidFill>
              <a:sym typeface="Wingdings" pitchFamily="2" charset="2"/>
            </a:endParaRPr>
          </a:p>
          <a:p>
            <a:r>
              <a:rPr lang="en-US" altLang="zh-CN" sz="1800" dirty="0"/>
              <a:t>IP</a:t>
            </a:r>
            <a:r>
              <a:rPr lang="zh-CN" altLang="en-US" sz="1800" dirty="0"/>
              <a:t>地址和</a:t>
            </a:r>
            <a:r>
              <a:rPr lang="en-US" altLang="zh-CN" sz="1800" dirty="0"/>
              <a:t>MAC</a:t>
            </a:r>
            <a:r>
              <a:rPr lang="zh-CN" altLang="en-US" sz="1800" dirty="0"/>
              <a:t>地址映射保存在网络接口的</a:t>
            </a:r>
            <a:r>
              <a:rPr lang="en-US" altLang="zh-CN" sz="1800" u="sng" dirty="0">
                <a:solidFill>
                  <a:srgbClr val="FF0000"/>
                </a:solidFill>
              </a:rPr>
              <a:t>ARP</a:t>
            </a:r>
            <a:r>
              <a:rPr lang="zh-CN" altLang="en-US" sz="1800" u="sng" dirty="0">
                <a:solidFill>
                  <a:srgbClr val="FF0000"/>
                </a:solidFill>
              </a:rPr>
              <a:t>映射表</a:t>
            </a:r>
            <a:r>
              <a:rPr lang="zh-CN" altLang="en-US" sz="1800" dirty="0"/>
              <a:t>中，表项具有一定的生命期</a:t>
            </a:r>
            <a:r>
              <a:rPr lang="en-US" altLang="zh-CN" sz="1800" dirty="0"/>
              <a:t>(TTL)</a:t>
            </a:r>
            <a:r>
              <a:rPr lang="zh-CN" altLang="en-US" sz="1800" dirty="0"/>
              <a:t>，比如</a:t>
            </a:r>
            <a:r>
              <a:rPr lang="en-US" altLang="zh-CN" sz="1800" dirty="0"/>
              <a:t>20</a:t>
            </a:r>
            <a:r>
              <a:rPr lang="zh-CN" altLang="en-US" sz="1800" dirty="0"/>
              <a:t>分钟</a:t>
            </a:r>
            <a:endParaRPr lang="en-US" altLang="zh-CN" sz="1800" dirty="0"/>
          </a:p>
          <a:p>
            <a:r>
              <a:rPr lang="zh-CN" altLang="en-US" sz="1800" dirty="0"/>
              <a:t>假设</a:t>
            </a:r>
            <a:r>
              <a:rPr lang="en-US" altLang="zh-CN" sz="1800" dirty="0"/>
              <a:t>A</a:t>
            </a:r>
            <a:r>
              <a:rPr lang="zh-CN" altLang="en-US" sz="1800" dirty="0"/>
              <a:t>要解析</a:t>
            </a:r>
            <a:r>
              <a:rPr lang="en-US" altLang="zh-CN" sz="1800" dirty="0"/>
              <a:t>B</a:t>
            </a:r>
            <a:r>
              <a:rPr lang="zh-CN" altLang="en-US" sz="1800" dirty="0"/>
              <a:t>的</a:t>
            </a:r>
            <a:r>
              <a:rPr lang="en-US" altLang="zh-CN" sz="1800" dirty="0"/>
              <a:t>MAC</a:t>
            </a:r>
            <a:r>
              <a:rPr lang="zh-CN" altLang="en-US" sz="1800" dirty="0"/>
              <a:t>地址，如果</a:t>
            </a:r>
            <a:r>
              <a:rPr lang="en-US" altLang="zh-CN" sz="1800" dirty="0"/>
              <a:t>ARP</a:t>
            </a:r>
            <a:r>
              <a:rPr lang="zh-CN" altLang="en-US" sz="1800" dirty="0"/>
              <a:t>映射表没有匹配，采用链路层广播发送</a:t>
            </a:r>
            <a:r>
              <a:rPr lang="en-US" altLang="zh-CN" sz="1800" dirty="0"/>
              <a:t>ARP</a:t>
            </a:r>
            <a:r>
              <a:rPr lang="zh-CN" altLang="en-US" sz="1800" dirty="0"/>
              <a:t>请求</a:t>
            </a:r>
            <a:endParaRPr lang="en-US" altLang="zh-CN" sz="1800" dirty="0"/>
          </a:p>
          <a:p>
            <a:pPr lvl="1"/>
            <a:r>
              <a:rPr lang="en-US" altLang="zh-CN" dirty="0"/>
              <a:t>ARP</a:t>
            </a:r>
            <a:r>
              <a:rPr lang="zh-CN" altLang="en-US" dirty="0"/>
              <a:t>请求包含： </a:t>
            </a:r>
            <a:r>
              <a:rPr lang="en-US" altLang="zh-CN" dirty="0"/>
              <a:t>A(</a:t>
            </a:r>
            <a:r>
              <a:rPr lang="zh-CN" altLang="en-US" dirty="0"/>
              <a:t>发送者</a:t>
            </a:r>
            <a:r>
              <a:rPr lang="en-US" altLang="zh-CN" dirty="0"/>
              <a:t>)</a:t>
            </a:r>
            <a:r>
              <a:rPr lang="zh-CN" altLang="en-US" dirty="0"/>
              <a:t>的</a:t>
            </a:r>
            <a:r>
              <a:rPr lang="en-US" altLang="zh-CN" dirty="0"/>
              <a:t>MAC</a:t>
            </a:r>
            <a:r>
              <a:rPr lang="zh-CN" altLang="en-US" dirty="0"/>
              <a:t>地址和</a:t>
            </a:r>
            <a:r>
              <a:rPr lang="en-US" altLang="zh-CN" dirty="0"/>
              <a:t>IP</a:t>
            </a:r>
            <a:r>
              <a:rPr lang="zh-CN" altLang="en-US" dirty="0"/>
              <a:t>地址 </a:t>
            </a:r>
            <a:r>
              <a:rPr lang="en-US" altLang="zh-CN" dirty="0"/>
              <a:t>+ B(</a:t>
            </a:r>
            <a:r>
              <a:rPr lang="zh-CN" altLang="en-US" dirty="0"/>
              <a:t>目标</a:t>
            </a:r>
            <a:r>
              <a:rPr lang="en-US" altLang="zh-CN" dirty="0"/>
              <a:t>)</a:t>
            </a:r>
            <a:r>
              <a:rPr lang="zh-CN" altLang="en-US" dirty="0"/>
              <a:t>的</a:t>
            </a:r>
            <a:r>
              <a:rPr lang="en-US" altLang="zh-CN" dirty="0"/>
              <a:t>MAC</a:t>
            </a:r>
            <a:r>
              <a:rPr lang="zh-CN" altLang="en-US" dirty="0"/>
              <a:t>地址</a:t>
            </a:r>
            <a:r>
              <a:rPr lang="en-US" altLang="zh-CN" dirty="0"/>
              <a:t>(?</a:t>
            </a:r>
            <a:r>
              <a:rPr lang="zh-CN" altLang="en-US" dirty="0"/>
              <a:t>，一般为全</a:t>
            </a:r>
            <a:r>
              <a:rPr lang="en-US" altLang="zh-CN" dirty="0"/>
              <a:t>0</a:t>
            </a:r>
            <a:r>
              <a:rPr lang="zh-CN" altLang="en-US" dirty="0"/>
              <a:t>或全</a:t>
            </a:r>
            <a:r>
              <a:rPr lang="en-US" altLang="zh-CN" dirty="0"/>
              <a:t>1)</a:t>
            </a:r>
            <a:r>
              <a:rPr lang="zh-CN" altLang="en-US" dirty="0"/>
              <a:t>和</a:t>
            </a:r>
            <a:r>
              <a:rPr lang="en-US" altLang="zh-CN" dirty="0"/>
              <a:t>B</a:t>
            </a:r>
            <a:r>
              <a:rPr lang="zh-CN" altLang="en-US" dirty="0"/>
              <a:t>的</a:t>
            </a:r>
            <a:r>
              <a:rPr lang="en-US" altLang="zh-CN" dirty="0"/>
              <a:t>IP</a:t>
            </a:r>
            <a:r>
              <a:rPr lang="zh-CN" altLang="en-US" dirty="0"/>
              <a:t>地址</a:t>
            </a:r>
          </a:p>
          <a:p>
            <a:r>
              <a:rPr lang="zh-CN" altLang="en-US" sz="1800" dirty="0"/>
              <a:t>目标节点</a:t>
            </a:r>
            <a:r>
              <a:rPr lang="en-US" altLang="zh-CN" sz="1800" dirty="0"/>
              <a:t>B</a:t>
            </a:r>
            <a:r>
              <a:rPr lang="zh-CN" altLang="en-US" sz="1800" dirty="0"/>
              <a:t>采用链路层单播发送</a:t>
            </a:r>
            <a:r>
              <a:rPr lang="en-US" altLang="zh-CN" sz="1800" dirty="0"/>
              <a:t>ARP</a:t>
            </a:r>
            <a:r>
              <a:rPr lang="zh-CN" altLang="en-US" sz="1800" dirty="0"/>
              <a:t>响应给</a:t>
            </a:r>
            <a:r>
              <a:rPr lang="en-US" altLang="zh-CN" sz="1800" dirty="0"/>
              <a:t>A</a:t>
            </a:r>
            <a:r>
              <a:rPr lang="zh-CN" altLang="en-US" sz="1800" dirty="0"/>
              <a:t>：</a:t>
            </a:r>
            <a:r>
              <a:rPr lang="en-US" altLang="zh-CN" sz="1800" dirty="0"/>
              <a:t>B</a:t>
            </a:r>
            <a:r>
              <a:rPr lang="zh-CN" altLang="en-US" sz="1800" dirty="0"/>
              <a:t>的</a:t>
            </a:r>
            <a:r>
              <a:rPr lang="en-US" altLang="zh-CN" sz="1800" b="1" dirty="0">
                <a:solidFill>
                  <a:schemeClr val="accent4"/>
                </a:solidFill>
              </a:rPr>
              <a:t>MAC</a:t>
            </a:r>
            <a:r>
              <a:rPr lang="zh-CN" altLang="en-US" sz="1800" b="1" dirty="0">
                <a:solidFill>
                  <a:schemeClr val="accent4"/>
                </a:solidFill>
              </a:rPr>
              <a:t>地址</a:t>
            </a:r>
            <a:r>
              <a:rPr lang="zh-CN" altLang="en-US" sz="1800" dirty="0"/>
              <a:t>和</a:t>
            </a:r>
            <a:r>
              <a:rPr lang="en-US" altLang="zh-CN" sz="1800" dirty="0"/>
              <a:t>IP</a:t>
            </a:r>
            <a:r>
              <a:rPr lang="zh-CN" altLang="en-US" sz="1800" dirty="0"/>
              <a:t>地址</a:t>
            </a:r>
            <a:r>
              <a:rPr lang="en-US" altLang="zh-CN" sz="1800" dirty="0"/>
              <a:t>+ A</a:t>
            </a:r>
            <a:r>
              <a:rPr lang="zh-CN" altLang="en-US" sz="1800" dirty="0"/>
              <a:t>的</a:t>
            </a:r>
            <a:r>
              <a:rPr lang="en-US" altLang="zh-CN" sz="1800" dirty="0"/>
              <a:t>MAC</a:t>
            </a:r>
            <a:r>
              <a:rPr lang="zh-CN" altLang="en-US" sz="1800" dirty="0"/>
              <a:t>地址和</a:t>
            </a:r>
            <a:r>
              <a:rPr lang="en-US" altLang="zh-CN" sz="1800" dirty="0"/>
              <a:t>IP</a:t>
            </a:r>
            <a:r>
              <a:rPr lang="zh-CN" altLang="en-US" sz="1800" dirty="0"/>
              <a:t>地址</a:t>
            </a:r>
            <a:endParaRPr lang="en-US" altLang="zh-CN" sz="1800" dirty="0"/>
          </a:p>
        </p:txBody>
      </p:sp>
      <p:grpSp>
        <p:nvGrpSpPr>
          <p:cNvPr id="18" name="组合 17">
            <a:extLst>
              <a:ext uri="{FF2B5EF4-FFF2-40B4-BE49-F238E27FC236}">
                <a16:creationId xmlns:a16="http://schemas.microsoft.com/office/drawing/2014/main" id="{481C52F3-616E-0C0B-D8C9-EAB40963739A}"/>
              </a:ext>
            </a:extLst>
          </p:cNvPr>
          <p:cNvGrpSpPr/>
          <p:nvPr/>
        </p:nvGrpSpPr>
        <p:grpSpPr>
          <a:xfrm>
            <a:off x="628515" y="5007311"/>
            <a:ext cx="9387940" cy="1482809"/>
            <a:chOff x="873527" y="5603483"/>
            <a:chExt cx="9387940" cy="1482809"/>
          </a:xfrm>
        </p:grpSpPr>
        <p:grpSp>
          <p:nvGrpSpPr>
            <p:cNvPr id="4" name="组合 3">
              <a:extLst>
                <a:ext uri="{FF2B5EF4-FFF2-40B4-BE49-F238E27FC236}">
                  <a16:creationId xmlns:a16="http://schemas.microsoft.com/office/drawing/2014/main" id="{E9097568-E2AB-47C0-AB8D-358FADDF8BA1}"/>
                </a:ext>
              </a:extLst>
            </p:cNvPr>
            <p:cNvGrpSpPr/>
            <p:nvPr/>
          </p:nvGrpSpPr>
          <p:grpSpPr>
            <a:xfrm>
              <a:off x="873527" y="5603483"/>
              <a:ext cx="8158713" cy="1419952"/>
              <a:chOff x="3789447" y="5974011"/>
              <a:chExt cx="8158713" cy="1419952"/>
            </a:xfrm>
            <a:solidFill>
              <a:schemeClr val="bg1"/>
            </a:solidFill>
          </p:grpSpPr>
          <p:pic>
            <p:nvPicPr>
              <p:cNvPr id="5" name="图片 4">
                <a:extLst>
                  <a:ext uri="{FF2B5EF4-FFF2-40B4-BE49-F238E27FC236}">
                    <a16:creationId xmlns:a16="http://schemas.microsoft.com/office/drawing/2014/main" id="{A3C8EE46-2A0F-42F4-AB2C-5280AB1FD381}"/>
                  </a:ext>
                </a:extLst>
              </p:cNvPr>
              <p:cNvPicPr>
                <a:picLocks noChangeAspect="1"/>
              </p:cNvPicPr>
              <p:nvPr/>
            </p:nvPicPr>
            <p:blipFill>
              <a:blip r:embed="rId3"/>
              <a:stretch>
                <a:fillRect/>
              </a:stretch>
            </p:blipFill>
            <p:spPr>
              <a:xfrm>
                <a:off x="10591226" y="5985908"/>
                <a:ext cx="524792" cy="435930"/>
              </a:xfrm>
              <a:prstGeom prst="rect">
                <a:avLst/>
              </a:prstGeom>
              <a:grpFill/>
            </p:spPr>
          </p:pic>
          <p:pic>
            <p:nvPicPr>
              <p:cNvPr id="6" name="图片 5">
                <a:extLst>
                  <a:ext uri="{FF2B5EF4-FFF2-40B4-BE49-F238E27FC236}">
                    <a16:creationId xmlns:a16="http://schemas.microsoft.com/office/drawing/2014/main" id="{EEFE37AC-9A8B-477F-BCDA-4B618C528579}"/>
                  </a:ext>
                </a:extLst>
              </p:cNvPr>
              <p:cNvPicPr>
                <a:picLocks noChangeAspect="1"/>
              </p:cNvPicPr>
              <p:nvPr/>
            </p:nvPicPr>
            <p:blipFill>
              <a:blip r:embed="rId3"/>
              <a:stretch>
                <a:fillRect/>
              </a:stretch>
            </p:blipFill>
            <p:spPr>
              <a:xfrm>
                <a:off x="4394845" y="6023896"/>
                <a:ext cx="524792" cy="435930"/>
              </a:xfrm>
              <a:prstGeom prst="rect">
                <a:avLst/>
              </a:prstGeom>
              <a:grpFill/>
            </p:spPr>
          </p:pic>
          <p:cxnSp>
            <p:nvCxnSpPr>
              <p:cNvPr id="7" name="直接箭头连接符 6">
                <a:extLst>
                  <a:ext uri="{FF2B5EF4-FFF2-40B4-BE49-F238E27FC236}">
                    <a16:creationId xmlns:a16="http://schemas.microsoft.com/office/drawing/2014/main" id="{E5559606-7067-4B13-A100-B6960B31953E}"/>
                  </a:ext>
                </a:extLst>
              </p:cNvPr>
              <p:cNvCxnSpPr>
                <a:cxnSpLocks/>
              </p:cNvCxnSpPr>
              <p:nvPr/>
            </p:nvCxnSpPr>
            <p:spPr>
              <a:xfrm flipV="1">
                <a:off x="3888187" y="6735092"/>
                <a:ext cx="8059973" cy="25081"/>
              </a:xfrm>
              <a:prstGeom prst="straightConnector1">
                <a:avLst/>
              </a:prstGeom>
              <a:grp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箭头连接符 7">
                <a:extLst>
                  <a:ext uri="{FF2B5EF4-FFF2-40B4-BE49-F238E27FC236}">
                    <a16:creationId xmlns:a16="http://schemas.microsoft.com/office/drawing/2014/main" id="{4076E324-BD85-4E9D-82A4-F8CC5D8E19B5}"/>
                  </a:ext>
                </a:extLst>
              </p:cNvPr>
              <p:cNvCxnSpPr>
                <a:cxnSpLocks/>
              </p:cNvCxnSpPr>
              <p:nvPr/>
            </p:nvCxnSpPr>
            <p:spPr>
              <a:xfrm flipV="1">
                <a:off x="4633033" y="6446301"/>
                <a:ext cx="0" cy="289775"/>
              </a:xfrm>
              <a:prstGeom prst="straightConnector1">
                <a:avLst/>
              </a:prstGeom>
              <a:grp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8C02ECB6-85CD-4C42-A1C8-0FD1D3DDAC18}"/>
                  </a:ext>
                </a:extLst>
              </p:cNvPr>
              <p:cNvCxnSpPr>
                <a:cxnSpLocks/>
              </p:cNvCxnSpPr>
              <p:nvPr/>
            </p:nvCxnSpPr>
            <p:spPr>
              <a:xfrm flipV="1">
                <a:off x="10846429" y="6417105"/>
                <a:ext cx="0" cy="301681"/>
              </a:xfrm>
              <a:prstGeom prst="straightConnector1">
                <a:avLst/>
              </a:prstGeom>
              <a:grp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0" name="图片 9">
                <a:extLst>
                  <a:ext uri="{FF2B5EF4-FFF2-40B4-BE49-F238E27FC236}">
                    <a16:creationId xmlns:a16="http://schemas.microsoft.com/office/drawing/2014/main" id="{05684E84-D61C-460E-963B-B51344C165A9}"/>
                  </a:ext>
                </a:extLst>
              </p:cNvPr>
              <p:cNvPicPr>
                <a:picLocks noChangeAspect="1"/>
              </p:cNvPicPr>
              <p:nvPr/>
            </p:nvPicPr>
            <p:blipFill>
              <a:blip r:embed="rId3"/>
              <a:stretch>
                <a:fillRect/>
              </a:stretch>
            </p:blipFill>
            <p:spPr>
              <a:xfrm>
                <a:off x="7378028" y="6010371"/>
                <a:ext cx="524792" cy="435930"/>
              </a:xfrm>
              <a:prstGeom prst="rect">
                <a:avLst/>
              </a:prstGeom>
              <a:grpFill/>
            </p:spPr>
          </p:pic>
          <p:cxnSp>
            <p:nvCxnSpPr>
              <p:cNvPr id="11" name="直接箭头连接符 10">
                <a:extLst>
                  <a:ext uri="{FF2B5EF4-FFF2-40B4-BE49-F238E27FC236}">
                    <a16:creationId xmlns:a16="http://schemas.microsoft.com/office/drawing/2014/main" id="{656DEB7B-57A3-4AC4-897D-59CF8E2A7803}"/>
                  </a:ext>
                </a:extLst>
              </p:cNvPr>
              <p:cNvCxnSpPr>
                <a:cxnSpLocks/>
              </p:cNvCxnSpPr>
              <p:nvPr/>
            </p:nvCxnSpPr>
            <p:spPr>
              <a:xfrm flipV="1">
                <a:off x="7650405" y="6448267"/>
                <a:ext cx="0" cy="301681"/>
              </a:xfrm>
              <a:prstGeom prst="straightConnector1">
                <a:avLst/>
              </a:prstGeom>
              <a:grp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222F151D-1485-463B-86C8-5338FDF8ACAC}"/>
                  </a:ext>
                </a:extLst>
              </p:cNvPr>
              <p:cNvSpPr txBox="1"/>
              <p:nvPr/>
            </p:nvSpPr>
            <p:spPr>
              <a:xfrm>
                <a:off x="3998545" y="6047773"/>
                <a:ext cx="609600" cy="369332"/>
              </a:xfrm>
              <a:prstGeom prst="rect">
                <a:avLst/>
              </a:prstGeom>
              <a:noFill/>
            </p:spPr>
            <p:txBody>
              <a:bodyPr wrap="square" rtlCol="0">
                <a:spAutoFit/>
              </a:bodyPr>
              <a:lstStyle/>
              <a:p>
                <a:pPr algn="ctr"/>
                <a:r>
                  <a:rPr lang="en-US" altLang="zh-CN" b="1" dirty="0"/>
                  <a:t>A</a:t>
                </a:r>
                <a:endParaRPr lang="zh-CN" altLang="en-US" b="1" dirty="0"/>
              </a:p>
            </p:txBody>
          </p:sp>
          <p:sp>
            <p:nvSpPr>
              <p:cNvPr id="13" name="文本框 12">
                <a:extLst>
                  <a:ext uri="{FF2B5EF4-FFF2-40B4-BE49-F238E27FC236}">
                    <a16:creationId xmlns:a16="http://schemas.microsoft.com/office/drawing/2014/main" id="{A023DA0A-129A-4293-AE54-EC9712CD0FD4}"/>
                  </a:ext>
                </a:extLst>
              </p:cNvPr>
              <p:cNvSpPr txBox="1"/>
              <p:nvPr/>
            </p:nvSpPr>
            <p:spPr>
              <a:xfrm>
                <a:off x="6895008" y="6013575"/>
                <a:ext cx="609600" cy="369332"/>
              </a:xfrm>
              <a:prstGeom prst="rect">
                <a:avLst/>
              </a:prstGeom>
              <a:noFill/>
            </p:spPr>
            <p:txBody>
              <a:bodyPr wrap="square" rtlCol="0">
                <a:spAutoFit/>
              </a:bodyPr>
              <a:lstStyle/>
              <a:p>
                <a:pPr algn="ctr"/>
                <a:r>
                  <a:rPr lang="en-US" altLang="zh-CN" b="1" dirty="0"/>
                  <a:t>B</a:t>
                </a:r>
                <a:endParaRPr lang="zh-CN" altLang="en-US" b="1" dirty="0"/>
              </a:p>
            </p:txBody>
          </p:sp>
          <p:sp>
            <p:nvSpPr>
              <p:cNvPr id="14" name="文本框 13">
                <a:extLst>
                  <a:ext uri="{FF2B5EF4-FFF2-40B4-BE49-F238E27FC236}">
                    <a16:creationId xmlns:a16="http://schemas.microsoft.com/office/drawing/2014/main" id="{E983EF39-36A9-4260-A973-7B84191FE6EF}"/>
                  </a:ext>
                </a:extLst>
              </p:cNvPr>
              <p:cNvSpPr txBox="1"/>
              <p:nvPr/>
            </p:nvSpPr>
            <p:spPr>
              <a:xfrm>
                <a:off x="10174985" y="5974011"/>
                <a:ext cx="609600" cy="369332"/>
              </a:xfrm>
              <a:prstGeom prst="rect">
                <a:avLst/>
              </a:prstGeom>
              <a:noFill/>
            </p:spPr>
            <p:txBody>
              <a:bodyPr wrap="square" rtlCol="0">
                <a:spAutoFit/>
              </a:bodyPr>
              <a:lstStyle/>
              <a:p>
                <a:pPr algn="ctr"/>
                <a:r>
                  <a:rPr lang="en-US" altLang="zh-CN" b="1" dirty="0"/>
                  <a:t>C</a:t>
                </a:r>
                <a:endParaRPr lang="zh-CN" altLang="en-US" b="1" dirty="0"/>
              </a:p>
            </p:txBody>
          </p:sp>
          <p:sp>
            <p:nvSpPr>
              <p:cNvPr id="15" name="文本框 14">
                <a:extLst>
                  <a:ext uri="{FF2B5EF4-FFF2-40B4-BE49-F238E27FC236}">
                    <a16:creationId xmlns:a16="http://schemas.microsoft.com/office/drawing/2014/main" id="{805D5659-4669-44B5-9CAF-27760A323CC4}"/>
                  </a:ext>
                </a:extLst>
              </p:cNvPr>
              <p:cNvSpPr txBox="1"/>
              <p:nvPr/>
            </p:nvSpPr>
            <p:spPr>
              <a:xfrm>
                <a:off x="3789447" y="6747632"/>
                <a:ext cx="3515107" cy="646331"/>
              </a:xfrm>
              <a:prstGeom prst="rect">
                <a:avLst/>
              </a:prstGeom>
              <a:noFill/>
            </p:spPr>
            <p:txBody>
              <a:bodyPr wrap="square" rtlCol="0">
                <a:spAutoFit/>
              </a:bodyPr>
              <a:lstStyle/>
              <a:p>
                <a:r>
                  <a:rPr lang="en-US" altLang="zh-CN" b="1" dirty="0"/>
                  <a:t>① A-&gt;all: </a:t>
                </a:r>
                <a:r>
                  <a:rPr lang="zh-CN" altLang="en-US" b="1" dirty="0"/>
                  <a:t>谁的</a:t>
                </a:r>
                <a:r>
                  <a:rPr lang="en-US" altLang="zh-CN" b="1" dirty="0"/>
                  <a:t>IP</a:t>
                </a:r>
                <a:r>
                  <a:rPr lang="zh-CN" altLang="en-US" b="1" dirty="0"/>
                  <a:t>地址是</a:t>
                </a:r>
                <a:r>
                  <a:rPr lang="en-US" altLang="zh-CN" b="1" dirty="0"/>
                  <a:t>B</a:t>
                </a:r>
                <a:r>
                  <a:rPr lang="zh-CN" altLang="en-US" b="1" dirty="0"/>
                  <a:t>？</a:t>
                </a:r>
                <a:endParaRPr lang="en-US" altLang="zh-CN" b="1" dirty="0"/>
              </a:p>
              <a:p>
                <a:r>
                  <a:rPr lang="en-US" altLang="zh-CN" b="1" dirty="0">
                    <a:solidFill>
                      <a:schemeClr val="accent6"/>
                    </a:solidFill>
                  </a:rPr>
                  <a:t>+</a:t>
                </a:r>
                <a:r>
                  <a:rPr lang="zh-CN" altLang="en-US" b="1" dirty="0">
                    <a:solidFill>
                      <a:schemeClr val="accent6"/>
                    </a:solidFill>
                  </a:rPr>
                  <a:t>我的</a:t>
                </a:r>
                <a:r>
                  <a:rPr lang="en-US" altLang="zh-CN" b="1" dirty="0">
                    <a:solidFill>
                      <a:schemeClr val="accent6"/>
                    </a:solidFill>
                  </a:rPr>
                  <a:t>IP</a:t>
                </a:r>
                <a:r>
                  <a:rPr lang="zh-CN" altLang="en-US" b="1" dirty="0">
                    <a:solidFill>
                      <a:schemeClr val="accent6"/>
                    </a:solidFill>
                  </a:rPr>
                  <a:t>地址为</a:t>
                </a:r>
                <a:r>
                  <a:rPr lang="en-US" altLang="zh-CN" b="1" dirty="0">
                    <a:solidFill>
                      <a:schemeClr val="accent6"/>
                    </a:solidFill>
                  </a:rPr>
                  <a:t>A,</a:t>
                </a:r>
                <a:r>
                  <a:rPr lang="zh-CN" altLang="en-US" b="1" dirty="0">
                    <a:solidFill>
                      <a:schemeClr val="accent6"/>
                    </a:solidFill>
                  </a:rPr>
                  <a:t> </a:t>
                </a:r>
                <a:r>
                  <a:rPr lang="en-US" altLang="zh-CN" b="1" dirty="0">
                    <a:solidFill>
                      <a:schemeClr val="accent6"/>
                    </a:solidFill>
                  </a:rPr>
                  <a:t>MAC</a:t>
                </a:r>
                <a:r>
                  <a:rPr lang="zh-CN" altLang="en-US" b="1" dirty="0">
                    <a:solidFill>
                      <a:schemeClr val="accent6"/>
                    </a:solidFill>
                  </a:rPr>
                  <a:t>地址为</a:t>
                </a:r>
                <a:r>
                  <a:rPr lang="en-US" altLang="zh-CN" b="1" dirty="0">
                    <a:solidFill>
                      <a:schemeClr val="accent6"/>
                    </a:solidFill>
                  </a:rPr>
                  <a:t>M_A</a:t>
                </a:r>
                <a:endParaRPr lang="zh-CN" altLang="en-US" b="1" dirty="0">
                  <a:solidFill>
                    <a:schemeClr val="accent6"/>
                  </a:solidFill>
                </a:endParaRPr>
              </a:p>
            </p:txBody>
          </p:sp>
          <p:sp>
            <p:nvSpPr>
              <p:cNvPr id="16" name="文本框 15">
                <a:extLst>
                  <a:ext uri="{FF2B5EF4-FFF2-40B4-BE49-F238E27FC236}">
                    <a16:creationId xmlns:a16="http://schemas.microsoft.com/office/drawing/2014/main" id="{BF16468A-48BF-40DD-A905-36BFB5840355}"/>
                  </a:ext>
                </a:extLst>
              </p:cNvPr>
              <p:cNvSpPr txBox="1"/>
              <p:nvPr/>
            </p:nvSpPr>
            <p:spPr>
              <a:xfrm>
                <a:off x="7330956" y="6927692"/>
                <a:ext cx="3148829" cy="369332"/>
              </a:xfrm>
              <a:prstGeom prst="rect">
                <a:avLst/>
              </a:prstGeom>
              <a:grpFill/>
            </p:spPr>
            <p:txBody>
              <a:bodyPr wrap="square" rtlCol="0">
                <a:spAutoFit/>
              </a:bodyPr>
              <a:lstStyle/>
              <a:p>
                <a:r>
                  <a:rPr lang="en-US" altLang="zh-CN" b="1" dirty="0"/>
                  <a:t>② B-&gt;A: </a:t>
                </a:r>
                <a:r>
                  <a:rPr lang="zh-CN" altLang="en-US" b="1" dirty="0"/>
                  <a:t>我</a:t>
                </a:r>
                <a:r>
                  <a:rPr lang="en-US" altLang="zh-CN" b="1" dirty="0"/>
                  <a:t>(M_B)</a:t>
                </a:r>
                <a:r>
                  <a:rPr lang="zh-CN" altLang="en-US" b="1" dirty="0"/>
                  <a:t>的</a:t>
                </a:r>
                <a:r>
                  <a:rPr lang="en-US" altLang="zh-CN" b="1" dirty="0"/>
                  <a:t>IP</a:t>
                </a:r>
                <a:r>
                  <a:rPr lang="zh-CN" altLang="en-US" b="1" dirty="0"/>
                  <a:t>地址是</a:t>
                </a:r>
                <a:r>
                  <a:rPr lang="en-US" altLang="zh-CN" b="1" dirty="0"/>
                  <a:t>B</a:t>
                </a:r>
              </a:p>
            </p:txBody>
          </p:sp>
        </p:grpSp>
        <p:sp>
          <p:nvSpPr>
            <p:cNvPr id="17" name="文本框 16">
              <a:extLst>
                <a:ext uri="{FF2B5EF4-FFF2-40B4-BE49-F238E27FC236}">
                  <a16:creationId xmlns:a16="http://schemas.microsoft.com/office/drawing/2014/main" id="{33F19A69-D50E-4E44-8F44-DC3A39F2179B}"/>
                </a:ext>
              </a:extLst>
            </p:cNvPr>
            <p:cNvSpPr txBox="1"/>
            <p:nvPr/>
          </p:nvSpPr>
          <p:spPr>
            <a:xfrm>
              <a:off x="7675307" y="6439961"/>
              <a:ext cx="2586160" cy="646331"/>
            </a:xfrm>
            <a:prstGeom prst="rect">
              <a:avLst/>
            </a:prstGeom>
            <a:solidFill>
              <a:schemeClr val="bg1"/>
            </a:solidFill>
          </p:spPr>
          <p:txBody>
            <a:bodyPr wrap="square" rtlCol="0">
              <a:spAutoFit/>
            </a:bodyPr>
            <a:lstStyle/>
            <a:p>
              <a:r>
                <a:rPr lang="zh-CN" altLang="en-US" b="1" dirty="0"/>
                <a:t>如果缓存中有</a:t>
              </a:r>
              <a:r>
                <a:rPr lang="en-US" altLang="zh-CN" b="1" dirty="0"/>
                <a:t>A</a:t>
              </a:r>
              <a:r>
                <a:rPr lang="zh-CN" altLang="en-US" b="1" dirty="0"/>
                <a:t>，则更新相应的</a:t>
              </a:r>
              <a:r>
                <a:rPr lang="en-US" altLang="zh-CN" b="1" dirty="0"/>
                <a:t>MAC</a:t>
              </a:r>
              <a:r>
                <a:rPr lang="zh-CN" altLang="en-US" b="1" dirty="0"/>
                <a:t>地址 </a:t>
              </a:r>
              <a:r>
                <a:rPr lang="en-US" altLang="zh-CN" b="1" dirty="0"/>
                <a:t>+ TTL</a:t>
              </a:r>
            </a:p>
          </p:txBody>
        </p:sp>
      </p:grpSp>
      <p:graphicFrame>
        <p:nvGraphicFramePr>
          <p:cNvPr id="19" name="表格 18">
            <a:extLst>
              <a:ext uri="{FF2B5EF4-FFF2-40B4-BE49-F238E27FC236}">
                <a16:creationId xmlns:a16="http://schemas.microsoft.com/office/drawing/2014/main" id="{B67D04BC-6035-D313-A0C0-52E5963C5E7D}"/>
              </a:ext>
            </a:extLst>
          </p:cNvPr>
          <p:cNvGraphicFramePr>
            <a:graphicFrameLocks noGrp="1"/>
          </p:cNvGraphicFramePr>
          <p:nvPr>
            <p:extLst>
              <p:ext uri="{D42A27DB-BD31-4B8C-83A1-F6EECF244321}">
                <p14:modId xmlns:p14="http://schemas.microsoft.com/office/powerpoint/2010/main" val="987587498"/>
              </p:ext>
            </p:extLst>
          </p:nvPr>
        </p:nvGraphicFramePr>
        <p:xfrm>
          <a:off x="727255" y="3562001"/>
          <a:ext cx="4464000" cy="1112520"/>
        </p:xfrm>
        <a:graphic>
          <a:graphicData uri="http://schemas.openxmlformats.org/drawingml/2006/table">
            <a:tbl>
              <a:tblPr firstRow="1" bandRow="1">
                <a:tableStyleId>{72833802-FEF1-4C79-8D5D-14CF1EAF98D9}</a:tableStyleId>
              </a:tblPr>
              <a:tblGrid>
                <a:gridCol w="1440000">
                  <a:extLst>
                    <a:ext uri="{9D8B030D-6E8A-4147-A177-3AD203B41FA5}">
                      <a16:colId xmlns:a16="http://schemas.microsoft.com/office/drawing/2014/main" val="185471190"/>
                    </a:ext>
                  </a:extLst>
                </a:gridCol>
                <a:gridCol w="1944000">
                  <a:extLst>
                    <a:ext uri="{9D8B030D-6E8A-4147-A177-3AD203B41FA5}">
                      <a16:colId xmlns:a16="http://schemas.microsoft.com/office/drawing/2014/main" val="1643482232"/>
                    </a:ext>
                  </a:extLst>
                </a:gridCol>
                <a:gridCol w="1080000">
                  <a:extLst>
                    <a:ext uri="{9D8B030D-6E8A-4147-A177-3AD203B41FA5}">
                      <a16:colId xmlns:a16="http://schemas.microsoft.com/office/drawing/2014/main" val="1498632872"/>
                    </a:ext>
                  </a:extLst>
                </a:gridCol>
              </a:tblGrid>
              <a:tr h="370840">
                <a:tc>
                  <a:txBody>
                    <a:bodyPr/>
                    <a:lstStyle/>
                    <a:p>
                      <a:pPr algn="ctr"/>
                      <a:r>
                        <a:rPr lang="en-US" altLang="zh-CN" dirty="0"/>
                        <a:t>IP</a:t>
                      </a:r>
                      <a:r>
                        <a:rPr lang="zh-CN" altLang="en-US" dirty="0"/>
                        <a:t>地址</a:t>
                      </a:r>
                    </a:p>
                  </a:txBody>
                  <a:tcPr/>
                </a:tc>
                <a:tc>
                  <a:txBody>
                    <a:bodyPr/>
                    <a:lstStyle/>
                    <a:p>
                      <a:pPr algn="ctr"/>
                      <a:r>
                        <a:rPr lang="en-US" altLang="zh-CN" dirty="0"/>
                        <a:t>MAC</a:t>
                      </a:r>
                      <a:r>
                        <a:rPr lang="zh-CN" altLang="en-US" dirty="0"/>
                        <a:t>地址</a:t>
                      </a:r>
                    </a:p>
                  </a:txBody>
                  <a:tcPr/>
                </a:tc>
                <a:tc>
                  <a:txBody>
                    <a:bodyPr/>
                    <a:lstStyle/>
                    <a:p>
                      <a:pPr algn="ctr"/>
                      <a:r>
                        <a:rPr lang="en-US" altLang="zh-CN" dirty="0"/>
                        <a:t>TTL</a:t>
                      </a:r>
                      <a:endParaRPr lang="zh-CN" altLang="en-US" dirty="0"/>
                    </a:p>
                  </a:txBody>
                  <a:tcPr/>
                </a:tc>
                <a:extLst>
                  <a:ext uri="{0D108BD9-81ED-4DB2-BD59-A6C34878D82A}">
                    <a16:rowId xmlns:a16="http://schemas.microsoft.com/office/drawing/2014/main" val="4129814972"/>
                  </a:ext>
                </a:extLst>
              </a:tr>
              <a:tr h="370840">
                <a:tc>
                  <a:txBody>
                    <a:bodyPr/>
                    <a:lstStyle/>
                    <a:p>
                      <a:pPr algn="ctr"/>
                      <a:r>
                        <a:rPr lang="en-US" altLang="zh-CN" dirty="0"/>
                        <a:t>10.11.0.1</a:t>
                      </a:r>
                      <a:endParaRPr lang="zh-CN" altLang="en-US" dirty="0"/>
                    </a:p>
                  </a:txBody>
                  <a:tcPr/>
                </a:tc>
                <a:tc>
                  <a:txBody>
                    <a:bodyPr/>
                    <a:lstStyle/>
                    <a:p>
                      <a:pPr algn="ctr"/>
                      <a:r>
                        <a:rPr lang="en-US" altLang="zh-CN" dirty="0"/>
                        <a:t>20-20-20-20-20-20</a:t>
                      </a:r>
                      <a:endParaRPr lang="zh-CN" altLang="en-US" dirty="0"/>
                    </a:p>
                  </a:txBody>
                  <a:tcPr/>
                </a:tc>
                <a:tc>
                  <a:txBody>
                    <a:bodyPr/>
                    <a:lstStyle/>
                    <a:p>
                      <a:pPr algn="ctr"/>
                      <a:r>
                        <a:rPr lang="en-US" altLang="zh-CN" dirty="0"/>
                        <a:t>300</a:t>
                      </a:r>
                      <a:endParaRPr lang="zh-CN" altLang="en-US" dirty="0"/>
                    </a:p>
                  </a:txBody>
                  <a:tcPr/>
                </a:tc>
                <a:extLst>
                  <a:ext uri="{0D108BD9-81ED-4DB2-BD59-A6C34878D82A}">
                    <a16:rowId xmlns:a16="http://schemas.microsoft.com/office/drawing/2014/main" val="163584251"/>
                  </a:ext>
                </a:extLst>
              </a:tr>
              <a:tr h="370840">
                <a:tc>
                  <a:txBody>
                    <a:bodyPr/>
                    <a:lstStyle/>
                    <a:p>
                      <a:pPr algn="ctr"/>
                      <a:r>
                        <a:rPr lang="en-US" altLang="zh-CN" dirty="0"/>
                        <a:t>B</a:t>
                      </a:r>
                      <a:endParaRPr lang="zh-CN" altLang="en-US" dirty="0"/>
                    </a:p>
                  </a:txBody>
                  <a:tcPr/>
                </a:tc>
                <a:tc>
                  <a:txBody>
                    <a:bodyPr/>
                    <a:lstStyle/>
                    <a:p>
                      <a:pPr algn="ctr"/>
                      <a:r>
                        <a:rPr lang="en-US" altLang="zh-CN" dirty="0"/>
                        <a:t>M_B</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3163995851"/>
                  </a:ext>
                </a:extLst>
              </a:tr>
            </a:tbl>
          </a:graphicData>
        </a:graphic>
      </p:graphicFrame>
      <p:graphicFrame>
        <p:nvGraphicFramePr>
          <p:cNvPr id="20" name="表格 19">
            <a:extLst>
              <a:ext uri="{FF2B5EF4-FFF2-40B4-BE49-F238E27FC236}">
                <a16:creationId xmlns:a16="http://schemas.microsoft.com/office/drawing/2014/main" id="{51C48F65-4B41-CDEF-1FF8-55711C00D5F8}"/>
              </a:ext>
            </a:extLst>
          </p:cNvPr>
          <p:cNvGraphicFramePr>
            <a:graphicFrameLocks noGrp="1"/>
          </p:cNvGraphicFramePr>
          <p:nvPr>
            <p:extLst>
              <p:ext uri="{D42A27DB-BD31-4B8C-83A1-F6EECF244321}">
                <p14:modId xmlns:p14="http://schemas.microsoft.com/office/powerpoint/2010/main" val="1600356538"/>
              </p:ext>
            </p:extLst>
          </p:nvPr>
        </p:nvGraphicFramePr>
        <p:xfrm>
          <a:off x="6248163" y="3525415"/>
          <a:ext cx="4464000" cy="1112520"/>
        </p:xfrm>
        <a:graphic>
          <a:graphicData uri="http://schemas.openxmlformats.org/drawingml/2006/table">
            <a:tbl>
              <a:tblPr firstRow="1" bandRow="1">
                <a:tableStyleId>{72833802-FEF1-4C79-8D5D-14CF1EAF98D9}</a:tableStyleId>
              </a:tblPr>
              <a:tblGrid>
                <a:gridCol w="1440000">
                  <a:extLst>
                    <a:ext uri="{9D8B030D-6E8A-4147-A177-3AD203B41FA5}">
                      <a16:colId xmlns:a16="http://schemas.microsoft.com/office/drawing/2014/main" val="185471190"/>
                    </a:ext>
                  </a:extLst>
                </a:gridCol>
                <a:gridCol w="1944000">
                  <a:extLst>
                    <a:ext uri="{9D8B030D-6E8A-4147-A177-3AD203B41FA5}">
                      <a16:colId xmlns:a16="http://schemas.microsoft.com/office/drawing/2014/main" val="1643482232"/>
                    </a:ext>
                  </a:extLst>
                </a:gridCol>
                <a:gridCol w="1080000">
                  <a:extLst>
                    <a:ext uri="{9D8B030D-6E8A-4147-A177-3AD203B41FA5}">
                      <a16:colId xmlns:a16="http://schemas.microsoft.com/office/drawing/2014/main" val="1498632872"/>
                    </a:ext>
                  </a:extLst>
                </a:gridCol>
              </a:tblGrid>
              <a:tr h="370840">
                <a:tc>
                  <a:txBody>
                    <a:bodyPr/>
                    <a:lstStyle/>
                    <a:p>
                      <a:pPr algn="ctr"/>
                      <a:r>
                        <a:rPr lang="en-US" altLang="zh-CN" dirty="0"/>
                        <a:t>IP</a:t>
                      </a:r>
                      <a:r>
                        <a:rPr lang="zh-CN" altLang="en-US" dirty="0"/>
                        <a:t>地址</a:t>
                      </a:r>
                    </a:p>
                  </a:txBody>
                  <a:tcPr/>
                </a:tc>
                <a:tc>
                  <a:txBody>
                    <a:bodyPr/>
                    <a:lstStyle/>
                    <a:p>
                      <a:pPr algn="ctr"/>
                      <a:r>
                        <a:rPr lang="en-US" altLang="zh-CN" dirty="0"/>
                        <a:t>MAC</a:t>
                      </a:r>
                      <a:r>
                        <a:rPr lang="zh-CN" altLang="en-US" dirty="0"/>
                        <a:t>地址</a:t>
                      </a:r>
                    </a:p>
                  </a:txBody>
                  <a:tcPr/>
                </a:tc>
                <a:tc>
                  <a:txBody>
                    <a:bodyPr/>
                    <a:lstStyle/>
                    <a:p>
                      <a:pPr algn="ctr"/>
                      <a:r>
                        <a:rPr lang="en-US" altLang="zh-CN" dirty="0"/>
                        <a:t>TTL</a:t>
                      </a:r>
                      <a:endParaRPr lang="zh-CN" altLang="en-US" dirty="0"/>
                    </a:p>
                  </a:txBody>
                  <a:tcPr/>
                </a:tc>
                <a:extLst>
                  <a:ext uri="{0D108BD9-81ED-4DB2-BD59-A6C34878D82A}">
                    <a16:rowId xmlns:a16="http://schemas.microsoft.com/office/drawing/2014/main" val="4129814972"/>
                  </a:ext>
                </a:extLst>
              </a:tr>
              <a:tr h="370840">
                <a:tc>
                  <a:txBody>
                    <a:bodyPr/>
                    <a:lstStyle/>
                    <a:p>
                      <a:pPr algn="ctr"/>
                      <a:r>
                        <a:rPr lang="en-US" altLang="zh-CN" dirty="0"/>
                        <a:t>10.11.0.1</a:t>
                      </a:r>
                      <a:endParaRPr lang="zh-CN" altLang="en-US" dirty="0"/>
                    </a:p>
                  </a:txBody>
                  <a:tcPr/>
                </a:tc>
                <a:tc>
                  <a:txBody>
                    <a:bodyPr/>
                    <a:lstStyle/>
                    <a:p>
                      <a:pPr algn="ctr"/>
                      <a:r>
                        <a:rPr lang="en-US" altLang="zh-CN" dirty="0"/>
                        <a:t>20-20-20-20-20-20</a:t>
                      </a:r>
                      <a:endParaRPr lang="zh-CN" altLang="en-US" dirty="0"/>
                    </a:p>
                  </a:txBody>
                  <a:tcPr/>
                </a:tc>
                <a:tc>
                  <a:txBody>
                    <a:bodyPr/>
                    <a:lstStyle/>
                    <a:p>
                      <a:pPr algn="ctr"/>
                      <a:r>
                        <a:rPr lang="en-US" altLang="zh-CN" dirty="0"/>
                        <a:t>200</a:t>
                      </a:r>
                      <a:endParaRPr lang="zh-CN" altLang="en-US" dirty="0"/>
                    </a:p>
                  </a:txBody>
                  <a:tcPr/>
                </a:tc>
                <a:extLst>
                  <a:ext uri="{0D108BD9-81ED-4DB2-BD59-A6C34878D82A}">
                    <a16:rowId xmlns:a16="http://schemas.microsoft.com/office/drawing/2014/main" val="163584251"/>
                  </a:ext>
                </a:extLst>
              </a:tr>
              <a:tr h="370840">
                <a:tc>
                  <a:txBody>
                    <a:bodyPr/>
                    <a:lstStyle/>
                    <a:p>
                      <a:pPr algn="ctr"/>
                      <a:r>
                        <a:rPr lang="en-US" altLang="zh-CN" dirty="0"/>
                        <a:t>A</a:t>
                      </a:r>
                      <a:endParaRPr lang="zh-CN" altLang="en-US" dirty="0"/>
                    </a:p>
                  </a:txBody>
                  <a:tcPr/>
                </a:tc>
                <a:tc>
                  <a:txBody>
                    <a:bodyPr/>
                    <a:lstStyle/>
                    <a:p>
                      <a:pPr algn="ctr"/>
                      <a:r>
                        <a:rPr lang="en-US" altLang="zh-CN" dirty="0"/>
                        <a:t>M_A</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034993720"/>
                  </a:ext>
                </a:extLst>
              </a:tr>
            </a:tbl>
          </a:graphicData>
        </a:graphic>
      </p:graphicFrame>
      <p:sp>
        <p:nvSpPr>
          <p:cNvPr id="25" name="文本框 24">
            <a:extLst>
              <a:ext uri="{FF2B5EF4-FFF2-40B4-BE49-F238E27FC236}">
                <a16:creationId xmlns:a16="http://schemas.microsoft.com/office/drawing/2014/main" id="{C901B1F2-471A-B9B5-224E-814878F77521}"/>
              </a:ext>
            </a:extLst>
          </p:cNvPr>
          <p:cNvSpPr txBox="1"/>
          <p:nvPr/>
        </p:nvSpPr>
        <p:spPr>
          <a:xfrm>
            <a:off x="5578713" y="4044668"/>
            <a:ext cx="730249" cy="646331"/>
          </a:xfrm>
          <a:prstGeom prst="rect">
            <a:avLst/>
          </a:prstGeom>
          <a:noFill/>
        </p:spPr>
        <p:txBody>
          <a:bodyPr wrap="square">
            <a:spAutoFit/>
          </a:bodyPr>
          <a:lstStyle/>
          <a:p>
            <a:r>
              <a:rPr lang="zh-CN" altLang="en-US" b="1" dirty="0"/>
              <a:t>收到</a:t>
            </a:r>
            <a:r>
              <a:rPr lang="en-US" altLang="zh-CN" b="1" dirty="0"/>
              <a:t>① </a:t>
            </a:r>
            <a:r>
              <a:rPr lang="zh-CN" altLang="en-US" b="1" dirty="0"/>
              <a:t>后</a:t>
            </a:r>
            <a:endParaRPr lang="zh-CN" altLang="en-US" dirty="0"/>
          </a:p>
        </p:txBody>
      </p:sp>
      <p:sp>
        <p:nvSpPr>
          <p:cNvPr id="26" name="文本框 25">
            <a:extLst>
              <a:ext uri="{FF2B5EF4-FFF2-40B4-BE49-F238E27FC236}">
                <a16:creationId xmlns:a16="http://schemas.microsoft.com/office/drawing/2014/main" id="{2A957009-DDC4-A996-72C4-1816DCD8AE31}"/>
              </a:ext>
            </a:extLst>
          </p:cNvPr>
          <p:cNvSpPr txBox="1"/>
          <p:nvPr/>
        </p:nvSpPr>
        <p:spPr>
          <a:xfrm>
            <a:off x="0" y="3991604"/>
            <a:ext cx="730249" cy="646331"/>
          </a:xfrm>
          <a:prstGeom prst="rect">
            <a:avLst/>
          </a:prstGeom>
          <a:noFill/>
        </p:spPr>
        <p:txBody>
          <a:bodyPr wrap="square">
            <a:spAutoFit/>
          </a:bodyPr>
          <a:lstStyle/>
          <a:p>
            <a:r>
              <a:rPr lang="zh-CN" altLang="en-US" b="1" dirty="0"/>
              <a:t>收到</a:t>
            </a:r>
            <a:r>
              <a:rPr lang="en-US" altLang="zh-CN" b="1" dirty="0"/>
              <a:t>② </a:t>
            </a:r>
            <a:r>
              <a:rPr lang="zh-CN" altLang="en-US" b="1" dirty="0"/>
              <a:t>后</a:t>
            </a:r>
            <a:endParaRPr lang="zh-CN" altLang="en-US" dirty="0"/>
          </a:p>
        </p:txBody>
      </p:sp>
      <p:sp>
        <p:nvSpPr>
          <p:cNvPr id="27" name="文本框 26">
            <a:extLst>
              <a:ext uri="{FF2B5EF4-FFF2-40B4-BE49-F238E27FC236}">
                <a16:creationId xmlns:a16="http://schemas.microsoft.com/office/drawing/2014/main" id="{63EEFEFA-74B4-C7E1-53A2-365034DCD48F}"/>
              </a:ext>
            </a:extLst>
          </p:cNvPr>
          <p:cNvSpPr txBox="1"/>
          <p:nvPr/>
        </p:nvSpPr>
        <p:spPr>
          <a:xfrm>
            <a:off x="27406" y="3345273"/>
            <a:ext cx="730249" cy="338554"/>
          </a:xfrm>
          <a:prstGeom prst="rect">
            <a:avLst/>
          </a:prstGeom>
          <a:noFill/>
        </p:spPr>
        <p:txBody>
          <a:bodyPr wrap="square">
            <a:spAutoFit/>
          </a:bodyPr>
          <a:lstStyle/>
          <a:p>
            <a:r>
              <a:rPr lang="zh-CN" altLang="en-US" sz="1600" b="1" dirty="0">
                <a:solidFill>
                  <a:schemeClr val="accent1"/>
                </a:solidFill>
              </a:rPr>
              <a:t>节点</a:t>
            </a:r>
            <a:r>
              <a:rPr lang="en-US" altLang="zh-CN" sz="1600" b="1" dirty="0">
                <a:solidFill>
                  <a:schemeClr val="accent1"/>
                </a:solidFill>
              </a:rPr>
              <a:t>A</a:t>
            </a:r>
            <a:endParaRPr lang="zh-CN" altLang="en-US" sz="1600" dirty="0">
              <a:solidFill>
                <a:schemeClr val="accent1"/>
              </a:solidFill>
            </a:endParaRPr>
          </a:p>
        </p:txBody>
      </p:sp>
      <p:sp>
        <p:nvSpPr>
          <p:cNvPr id="28" name="文本框 27">
            <a:extLst>
              <a:ext uri="{FF2B5EF4-FFF2-40B4-BE49-F238E27FC236}">
                <a16:creationId xmlns:a16="http://schemas.microsoft.com/office/drawing/2014/main" id="{00B68FD8-0B3F-23CB-E7E7-0D94DF6C8547}"/>
              </a:ext>
            </a:extLst>
          </p:cNvPr>
          <p:cNvSpPr txBox="1"/>
          <p:nvPr/>
        </p:nvSpPr>
        <p:spPr>
          <a:xfrm>
            <a:off x="5578713" y="3488598"/>
            <a:ext cx="730249" cy="338554"/>
          </a:xfrm>
          <a:prstGeom prst="rect">
            <a:avLst/>
          </a:prstGeom>
          <a:noFill/>
        </p:spPr>
        <p:txBody>
          <a:bodyPr wrap="square">
            <a:spAutoFit/>
          </a:bodyPr>
          <a:lstStyle/>
          <a:p>
            <a:r>
              <a:rPr lang="zh-CN" altLang="en-US" sz="1600" b="1" dirty="0">
                <a:solidFill>
                  <a:schemeClr val="accent1"/>
                </a:solidFill>
              </a:rPr>
              <a:t>节点</a:t>
            </a:r>
            <a:r>
              <a:rPr lang="en-US" altLang="zh-CN" sz="1600" b="1" dirty="0">
                <a:solidFill>
                  <a:schemeClr val="accent1"/>
                </a:solidFill>
              </a:rPr>
              <a:t>B</a:t>
            </a:r>
            <a:endParaRPr lang="zh-CN" altLang="en-US" sz="1600" dirty="0">
              <a:solidFill>
                <a:schemeClr val="accent1"/>
              </a:solidFill>
            </a:endParaRPr>
          </a:p>
        </p:txBody>
      </p:sp>
      <p:graphicFrame>
        <p:nvGraphicFramePr>
          <p:cNvPr id="29" name="表格 28">
            <a:extLst>
              <a:ext uri="{FF2B5EF4-FFF2-40B4-BE49-F238E27FC236}">
                <a16:creationId xmlns:a16="http://schemas.microsoft.com/office/drawing/2014/main" id="{0F4AF910-6FA2-A0E7-C846-6951CD50A930}"/>
              </a:ext>
            </a:extLst>
          </p:cNvPr>
          <p:cNvGraphicFramePr>
            <a:graphicFrameLocks noGrp="1"/>
          </p:cNvGraphicFramePr>
          <p:nvPr>
            <p:extLst>
              <p:ext uri="{D42A27DB-BD31-4B8C-83A1-F6EECF244321}">
                <p14:modId xmlns:p14="http://schemas.microsoft.com/office/powerpoint/2010/main" val="856230713"/>
              </p:ext>
            </p:extLst>
          </p:nvPr>
        </p:nvGraphicFramePr>
        <p:xfrm>
          <a:off x="9071570" y="4856527"/>
          <a:ext cx="2988000" cy="741680"/>
        </p:xfrm>
        <a:graphic>
          <a:graphicData uri="http://schemas.openxmlformats.org/drawingml/2006/table">
            <a:tbl>
              <a:tblPr firstRow="1" bandRow="1">
                <a:tableStyleId>{72833802-FEF1-4C79-8D5D-14CF1EAF98D9}</a:tableStyleId>
              </a:tblPr>
              <a:tblGrid>
                <a:gridCol w="972000">
                  <a:extLst>
                    <a:ext uri="{9D8B030D-6E8A-4147-A177-3AD203B41FA5}">
                      <a16:colId xmlns:a16="http://schemas.microsoft.com/office/drawing/2014/main" val="185471190"/>
                    </a:ext>
                  </a:extLst>
                </a:gridCol>
                <a:gridCol w="1224000">
                  <a:extLst>
                    <a:ext uri="{9D8B030D-6E8A-4147-A177-3AD203B41FA5}">
                      <a16:colId xmlns:a16="http://schemas.microsoft.com/office/drawing/2014/main" val="1643482232"/>
                    </a:ext>
                  </a:extLst>
                </a:gridCol>
                <a:gridCol w="792000">
                  <a:extLst>
                    <a:ext uri="{9D8B030D-6E8A-4147-A177-3AD203B41FA5}">
                      <a16:colId xmlns:a16="http://schemas.microsoft.com/office/drawing/2014/main" val="1498632872"/>
                    </a:ext>
                  </a:extLst>
                </a:gridCol>
              </a:tblGrid>
              <a:tr h="370840">
                <a:tc>
                  <a:txBody>
                    <a:bodyPr/>
                    <a:lstStyle/>
                    <a:p>
                      <a:pPr algn="ctr"/>
                      <a:r>
                        <a:rPr lang="en-US" altLang="zh-CN" dirty="0"/>
                        <a:t>IP</a:t>
                      </a:r>
                      <a:r>
                        <a:rPr lang="zh-CN" altLang="en-US" dirty="0"/>
                        <a:t>地址</a:t>
                      </a:r>
                    </a:p>
                  </a:txBody>
                  <a:tcPr/>
                </a:tc>
                <a:tc>
                  <a:txBody>
                    <a:bodyPr/>
                    <a:lstStyle/>
                    <a:p>
                      <a:pPr algn="ctr"/>
                      <a:r>
                        <a:rPr lang="en-US" altLang="zh-CN" dirty="0"/>
                        <a:t>MAC</a:t>
                      </a:r>
                      <a:r>
                        <a:rPr lang="zh-CN" altLang="en-US" dirty="0"/>
                        <a:t>地址</a:t>
                      </a:r>
                    </a:p>
                  </a:txBody>
                  <a:tcPr/>
                </a:tc>
                <a:tc>
                  <a:txBody>
                    <a:bodyPr/>
                    <a:lstStyle/>
                    <a:p>
                      <a:pPr algn="ctr"/>
                      <a:r>
                        <a:rPr lang="en-US" altLang="zh-CN" dirty="0"/>
                        <a:t>TTL</a:t>
                      </a:r>
                      <a:endParaRPr lang="zh-CN" altLang="en-US" dirty="0"/>
                    </a:p>
                  </a:txBody>
                  <a:tcPr/>
                </a:tc>
                <a:extLst>
                  <a:ext uri="{0D108BD9-81ED-4DB2-BD59-A6C34878D82A}">
                    <a16:rowId xmlns:a16="http://schemas.microsoft.com/office/drawing/2014/main" val="4129814972"/>
                  </a:ext>
                </a:extLst>
              </a:tr>
              <a:tr h="370840">
                <a:tc>
                  <a:txBody>
                    <a:bodyPr/>
                    <a:lstStyle/>
                    <a:p>
                      <a:pPr algn="ctr"/>
                      <a:r>
                        <a:rPr lang="en-US" altLang="zh-CN" dirty="0"/>
                        <a:t>A</a:t>
                      </a:r>
                      <a:endParaRPr lang="zh-CN" altLang="en-US" dirty="0"/>
                    </a:p>
                  </a:txBody>
                  <a:tcPr/>
                </a:tc>
                <a:tc>
                  <a:txBody>
                    <a:bodyPr/>
                    <a:lstStyle/>
                    <a:p>
                      <a:pPr algn="ctr"/>
                      <a:r>
                        <a:rPr lang="en-US" altLang="zh-CN" dirty="0"/>
                        <a:t>M_A</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63584251"/>
                  </a:ext>
                </a:extLst>
              </a:tr>
            </a:tbl>
          </a:graphicData>
        </a:graphic>
      </p:graphicFrame>
      <p:sp>
        <p:nvSpPr>
          <p:cNvPr id="30" name="文本框 29">
            <a:extLst>
              <a:ext uri="{FF2B5EF4-FFF2-40B4-BE49-F238E27FC236}">
                <a16:creationId xmlns:a16="http://schemas.microsoft.com/office/drawing/2014/main" id="{C630D31D-AE1C-4F87-A0A5-077C4203A1C8}"/>
              </a:ext>
            </a:extLst>
          </p:cNvPr>
          <p:cNvSpPr txBox="1"/>
          <p:nvPr/>
        </p:nvSpPr>
        <p:spPr>
          <a:xfrm>
            <a:off x="8341321" y="4864217"/>
            <a:ext cx="730249" cy="338554"/>
          </a:xfrm>
          <a:prstGeom prst="rect">
            <a:avLst/>
          </a:prstGeom>
          <a:noFill/>
        </p:spPr>
        <p:txBody>
          <a:bodyPr wrap="square">
            <a:spAutoFit/>
          </a:bodyPr>
          <a:lstStyle/>
          <a:p>
            <a:r>
              <a:rPr lang="zh-CN" altLang="en-US" sz="1600" b="1" dirty="0">
                <a:solidFill>
                  <a:schemeClr val="accent1"/>
                </a:solidFill>
              </a:rPr>
              <a:t>节点</a:t>
            </a:r>
            <a:r>
              <a:rPr lang="en-US" altLang="zh-CN" sz="1600" b="1" dirty="0">
                <a:solidFill>
                  <a:schemeClr val="accent1"/>
                </a:solidFill>
              </a:rPr>
              <a:t>C</a:t>
            </a:r>
            <a:endParaRPr lang="zh-CN" altLang="en-US" sz="1600" dirty="0">
              <a:solidFill>
                <a:schemeClr val="accent1"/>
              </a:solidFill>
            </a:endParaRPr>
          </a:p>
        </p:txBody>
      </p:sp>
    </p:spTree>
    <p:extLst>
      <p:ext uri="{BB962C8B-B14F-4D97-AF65-F5344CB8AC3E}">
        <p14:creationId xmlns:p14="http://schemas.microsoft.com/office/powerpoint/2010/main" val="28038737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BC1D28-83F6-4CE9-852A-068BE8319C92}"/>
              </a:ext>
            </a:extLst>
          </p:cNvPr>
          <p:cNvSpPr>
            <a:spLocks noGrp="1"/>
          </p:cNvSpPr>
          <p:nvPr>
            <p:ph type="title"/>
          </p:nvPr>
        </p:nvSpPr>
        <p:spPr/>
        <p:txBody>
          <a:bodyPr>
            <a:normAutofit/>
          </a:bodyPr>
          <a:lstStyle/>
          <a:p>
            <a:r>
              <a:rPr lang="zh-CN" altLang="zh-CN" b="1" dirty="0"/>
              <a:t>地址解析协议</a:t>
            </a:r>
            <a:r>
              <a:rPr lang="en-US" altLang="zh-CN" b="1" dirty="0"/>
              <a:t>ARP: ARP</a:t>
            </a:r>
            <a:r>
              <a:rPr lang="zh-CN" altLang="en-US" b="1" dirty="0"/>
              <a:t>分组格式</a:t>
            </a:r>
            <a:endParaRPr lang="zh-CN" altLang="en-US" dirty="0"/>
          </a:p>
        </p:txBody>
      </p:sp>
      <p:sp>
        <p:nvSpPr>
          <p:cNvPr id="3" name="内容占位符 2">
            <a:extLst>
              <a:ext uri="{FF2B5EF4-FFF2-40B4-BE49-F238E27FC236}">
                <a16:creationId xmlns:a16="http://schemas.microsoft.com/office/drawing/2014/main" id="{A52B1551-1C6E-4AA3-B34F-DB9A4C0BA5F7}"/>
              </a:ext>
            </a:extLst>
          </p:cNvPr>
          <p:cNvSpPr>
            <a:spLocks noGrp="1"/>
          </p:cNvSpPr>
          <p:nvPr>
            <p:ph idx="1"/>
          </p:nvPr>
        </p:nvSpPr>
        <p:spPr>
          <a:xfrm>
            <a:off x="442913" y="728663"/>
            <a:ext cx="11289710" cy="1019207"/>
          </a:xfrm>
        </p:spPr>
        <p:txBody>
          <a:bodyPr/>
          <a:lstStyle/>
          <a:p>
            <a:r>
              <a:rPr lang="en-US" altLang="zh-CN" dirty="0"/>
              <a:t>ARP</a:t>
            </a:r>
            <a:r>
              <a:rPr lang="zh-CN" altLang="en-US" dirty="0"/>
              <a:t>请求：解析地址时广播方式发送，目的地址为</a:t>
            </a:r>
            <a:r>
              <a:rPr lang="en-US" altLang="zh-CN" dirty="0"/>
              <a:t>FF:FF:FF:FF:FF:FF</a:t>
            </a:r>
          </a:p>
          <a:p>
            <a:r>
              <a:rPr lang="en-US" altLang="zh-CN" dirty="0"/>
              <a:t>ARP</a:t>
            </a:r>
            <a:r>
              <a:rPr lang="zh-CN" altLang="en-US" dirty="0"/>
              <a:t>响应：单播发送</a:t>
            </a:r>
          </a:p>
        </p:txBody>
      </p:sp>
      <p:graphicFrame>
        <p:nvGraphicFramePr>
          <p:cNvPr id="5" name="内容占位符 4">
            <a:extLst>
              <a:ext uri="{FF2B5EF4-FFF2-40B4-BE49-F238E27FC236}">
                <a16:creationId xmlns:a16="http://schemas.microsoft.com/office/drawing/2014/main" id="{972E41FD-385C-422E-A589-0CB84F2D47B0}"/>
              </a:ext>
            </a:extLst>
          </p:cNvPr>
          <p:cNvGraphicFramePr>
            <a:graphicFrameLocks/>
          </p:cNvGraphicFramePr>
          <p:nvPr>
            <p:extLst>
              <p:ext uri="{D42A27DB-BD31-4B8C-83A1-F6EECF244321}">
                <p14:modId xmlns:p14="http://schemas.microsoft.com/office/powerpoint/2010/main" val="190970810"/>
              </p:ext>
            </p:extLst>
          </p:nvPr>
        </p:nvGraphicFramePr>
        <p:xfrm>
          <a:off x="1156789" y="1837375"/>
          <a:ext cx="9326879" cy="1019207"/>
        </p:xfrm>
        <a:graphic>
          <a:graphicData uri="http://schemas.openxmlformats.org/drawingml/2006/table">
            <a:tbl>
              <a:tblPr firstRow="1" firstCol="1" bandRow="1">
                <a:tableStyleId>{2D5ABB26-0587-4C30-8999-92F81FD0307C}</a:tableStyleId>
              </a:tblPr>
              <a:tblGrid>
                <a:gridCol w="1748788">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45945">
                  <a:extLst>
                    <a:ext uri="{9D8B030D-6E8A-4147-A177-3AD203B41FA5}">
                      <a16:colId xmlns:a16="http://schemas.microsoft.com/office/drawing/2014/main" val="20002"/>
                    </a:ext>
                  </a:extLst>
                </a:gridCol>
                <a:gridCol w="2105877">
                  <a:extLst>
                    <a:ext uri="{9D8B030D-6E8A-4147-A177-3AD203B41FA5}">
                      <a16:colId xmlns:a16="http://schemas.microsoft.com/office/drawing/2014/main" val="20003"/>
                    </a:ext>
                  </a:extLst>
                </a:gridCol>
                <a:gridCol w="1085691">
                  <a:extLst>
                    <a:ext uri="{9D8B030D-6E8A-4147-A177-3AD203B41FA5}">
                      <a16:colId xmlns:a16="http://schemas.microsoft.com/office/drawing/2014/main" val="20004"/>
                    </a:ext>
                  </a:extLst>
                </a:gridCol>
                <a:gridCol w="986098">
                  <a:extLst>
                    <a:ext uri="{9D8B030D-6E8A-4147-A177-3AD203B41FA5}">
                      <a16:colId xmlns:a16="http://schemas.microsoft.com/office/drawing/2014/main" val="20005"/>
                    </a:ext>
                  </a:extLst>
                </a:gridCol>
              </a:tblGrid>
              <a:tr h="455619">
                <a:tc>
                  <a:txBody>
                    <a:bodyPr/>
                    <a:lstStyle/>
                    <a:p>
                      <a:pPr algn="ctr">
                        <a:lnSpc>
                          <a:spcPct val="150000"/>
                        </a:lnSpc>
                        <a:spcAft>
                          <a:spcPts val="0"/>
                        </a:spcAft>
                      </a:pPr>
                      <a:r>
                        <a:rPr lang="en-US" sz="1800" kern="100" dirty="0">
                          <a:effectLst/>
                        </a:rPr>
                        <a:t>48</a:t>
                      </a:r>
                      <a:r>
                        <a:rPr lang="zh-CN" sz="1800" kern="100" dirty="0">
                          <a:effectLst/>
                        </a:rPr>
                        <a:t>比特</a:t>
                      </a:r>
                      <a:endParaRPr lang="zh-CN" sz="1800" kern="100" dirty="0">
                        <a:effectLst/>
                        <a:latin typeface="Times New Roman"/>
                        <a:ea typeface="宋体"/>
                        <a:cs typeface="Times New Roman"/>
                      </a:endParaRPr>
                    </a:p>
                  </a:txBody>
                  <a:tcPr marL="68580" marR="68580" marT="0" marB="0">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rPr>
                        <a:t>48</a:t>
                      </a:r>
                      <a:r>
                        <a:rPr lang="zh-CN" sz="1800" kern="100" dirty="0">
                          <a:effectLst/>
                        </a:rPr>
                        <a:t>比特</a:t>
                      </a:r>
                      <a:endParaRPr lang="zh-CN" sz="1800" kern="100" dirty="0">
                        <a:effectLst/>
                        <a:latin typeface="Times New Roman"/>
                        <a:ea typeface="宋体"/>
                        <a:cs typeface="Times New Roman"/>
                      </a:endParaRPr>
                    </a:p>
                  </a:txBody>
                  <a:tcPr marL="68580" marR="68580" marT="0" marB="0">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rPr>
                        <a:t>16</a:t>
                      </a:r>
                      <a:r>
                        <a:rPr lang="zh-CN" sz="1800" kern="100" dirty="0">
                          <a:effectLst/>
                        </a:rPr>
                        <a:t>比特</a:t>
                      </a:r>
                      <a:endParaRPr lang="zh-CN" sz="1800" kern="100" dirty="0">
                        <a:effectLst/>
                        <a:latin typeface="Times New Roman"/>
                        <a:ea typeface="宋体"/>
                        <a:cs typeface="Times New Roman"/>
                      </a:endParaRPr>
                    </a:p>
                  </a:txBody>
                  <a:tcPr marL="68580" marR="68580" marT="0" marB="0">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rPr>
                        <a:t>28</a:t>
                      </a:r>
                      <a:r>
                        <a:rPr lang="zh-CN" sz="1800" kern="100" dirty="0">
                          <a:effectLst/>
                        </a:rPr>
                        <a:t>字节</a:t>
                      </a:r>
                      <a:endParaRPr lang="zh-CN" sz="1800" kern="100" dirty="0">
                        <a:effectLst/>
                        <a:latin typeface="Times New Roman"/>
                        <a:ea typeface="宋体"/>
                        <a:cs typeface="Times New Roman"/>
                      </a:endParaRPr>
                    </a:p>
                  </a:txBody>
                  <a:tcPr marL="68580" marR="68580" marT="0" marB="0">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rPr>
                        <a:t>18</a:t>
                      </a:r>
                      <a:r>
                        <a:rPr lang="zh-CN" sz="1800" kern="100" dirty="0">
                          <a:effectLst/>
                        </a:rPr>
                        <a:t>字节</a:t>
                      </a:r>
                      <a:endParaRPr lang="zh-CN" sz="1800" kern="100" dirty="0">
                        <a:effectLst/>
                        <a:latin typeface="Times New Roman"/>
                        <a:ea typeface="宋体"/>
                        <a:cs typeface="Times New Roman"/>
                      </a:endParaRPr>
                    </a:p>
                  </a:txBody>
                  <a:tcPr marL="68580" marR="68580" marT="0" marB="0">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rPr>
                        <a:t>32</a:t>
                      </a:r>
                      <a:r>
                        <a:rPr lang="zh-CN" sz="1800" kern="100" dirty="0">
                          <a:effectLst/>
                        </a:rPr>
                        <a:t>比特</a:t>
                      </a:r>
                      <a:endParaRPr lang="zh-CN" sz="1800" kern="100" dirty="0">
                        <a:effectLst/>
                        <a:latin typeface="Times New Roman"/>
                        <a:ea typeface="宋体"/>
                        <a:cs typeface="Times New Roman"/>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63588">
                <a:tc>
                  <a:txBody>
                    <a:bodyPr/>
                    <a:lstStyle/>
                    <a:p>
                      <a:pPr algn="ctr">
                        <a:lnSpc>
                          <a:spcPct val="150000"/>
                        </a:lnSpc>
                        <a:spcAft>
                          <a:spcPts val="0"/>
                        </a:spcAft>
                      </a:pPr>
                      <a:r>
                        <a:rPr lang="zh-CN" sz="2000" kern="100" dirty="0">
                          <a:effectLst/>
                        </a:rPr>
                        <a:t>目的</a:t>
                      </a:r>
                      <a:r>
                        <a:rPr lang="en-US" sz="2000" kern="100" dirty="0">
                          <a:effectLst/>
                        </a:rPr>
                        <a:t>MAC</a:t>
                      </a:r>
                      <a:r>
                        <a:rPr lang="zh-CN" sz="2000" kern="100" dirty="0">
                          <a:effectLst/>
                        </a:rPr>
                        <a:t>地址</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2000" kern="100" dirty="0">
                          <a:effectLst/>
                        </a:rPr>
                        <a:t>源</a:t>
                      </a:r>
                      <a:r>
                        <a:rPr lang="en-US" sz="2000" kern="100" dirty="0">
                          <a:effectLst/>
                        </a:rPr>
                        <a:t>MAC</a:t>
                      </a:r>
                      <a:r>
                        <a:rPr lang="zh-CN" sz="2000" kern="100" dirty="0">
                          <a:effectLst/>
                        </a:rPr>
                        <a:t>地址</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2000" kern="100" dirty="0">
                          <a:effectLst/>
                        </a:rPr>
                        <a:t>协议（</a:t>
                      </a:r>
                      <a:r>
                        <a:rPr lang="en-US" sz="2000" kern="100" dirty="0">
                          <a:effectLst/>
                        </a:rPr>
                        <a:t>0x0806</a:t>
                      </a:r>
                      <a:r>
                        <a:rPr lang="zh-CN" sz="2000" kern="100" dirty="0">
                          <a:effectLst/>
                        </a:rPr>
                        <a:t>）</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dirty="0">
                          <a:effectLst/>
                        </a:rPr>
                        <a:t>ARP</a:t>
                      </a:r>
                      <a:r>
                        <a:rPr lang="zh-CN" sz="2000" kern="100" dirty="0">
                          <a:effectLst/>
                        </a:rPr>
                        <a:t>分组</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lnSpc>
                          <a:spcPct val="150000"/>
                        </a:lnSpc>
                        <a:spcAft>
                          <a:spcPts val="0"/>
                        </a:spcAft>
                      </a:pPr>
                      <a:r>
                        <a:rPr lang="zh-CN" sz="2000" kern="100" dirty="0">
                          <a:effectLst/>
                        </a:rPr>
                        <a:t>填充</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dirty="0">
                          <a:effectLst/>
                        </a:rPr>
                        <a:t>CRC</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6" name="表格 5">
            <a:extLst>
              <a:ext uri="{FF2B5EF4-FFF2-40B4-BE49-F238E27FC236}">
                <a16:creationId xmlns:a16="http://schemas.microsoft.com/office/drawing/2014/main" id="{10F41CD8-174F-4595-93FC-333755C7A429}"/>
              </a:ext>
            </a:extLst>
          </p:cNvPr>
          <p:cNvGraphicFramePr>
            <a:graphicFrameLocks noGrp="1"/>
          </p:cNvGraphicFramePr>
          <p:nvPr>
            <p:extLst>
              <p:ext uri="{D42A27DB-BD31-4B8C-83A1-F6EECF244321}">
                <p14:modId xmlns:p14="http://schemas.microsoft.com/office/powerpoint/2010/main" val="1595684796"/>
              </p:ext>
            </p:extLst>
          </p:nvPr>
        </p:nvGraphicFramePr>
        <p:xfrm>
          <a:off x="3313865" y="3161585"/>
          <a:ext cx="8031480" cy="3184788"/>
        </p:xfrm>
        <a:graphic>
          <a:graphicData uri="http://schemas.openxmlformats.org/drawingml/2006/table">
            <a:tbl>
              <a:tblPr firstRow="1" firstCol="1" bandRow="1">
                <a:tableStyleId>{2D5ABB26-0587-4C30-8999-92F81FD0307C}</a:tableStyleId>
              </a:tblPr>
              <a:tblGrid>
                <a:gridCol w="1716366">
                  <a:extLst>
                    <a:ext uri="{9D8B030D-6E8A-4147-A177-3AD203B41FA5}">
                      <a16:colId xmlns:a16="http://schemas.microsoft.com/office/drawing/2014/main" val="20000"/>
                    </a:ext>
                  </a:extLst>
                </a:gridCol>
                <a:gridCol w="1994871">
                  <a:extLst>
                    <a:ext uri="{9D8B030D-6E8A-4147-A177-3AD203B41FA5}">
                      <a16:colId xmlns:a16="http://schemas.microsoft.com/office/drawing/2014/main" val="20001"/>
                    </a:ext>
                  </a:extLst>
                </a:gridCol>
                <a:gridCol w="4320243">
                  <a:extLst>
                    <a:ext uri="{9D8B030D-6E8A-4147-A177-3AD203B41FA5}">
                      <a16:colId xmlns:a16="http://schemas.microsoft.com/office/drawing/2014/main" val="20002"/>
                    </a:ext>
                  </a:extLst>
                </a:gridCol>
              </a:tblGrid>
              <a:tr h="558078">
                <a:tc gridSpan="2">
                  <a:txBody>
                    <a:bodyPr/>
                    <a:lstStyle/>
                    <a:p>
                      <a:pPr algn="ctr">
                        <a:lnSpc>
                          <a:spcPct val="150000"/>
                        </a:lnSpc>
                        <a:spcAft>
                          <a:spcPts val="0"/>
                        </a:spcAft>
                      </a:pPr>
                      <a:r>
                        <a:rPr lang="zh-CN" sz="2000" kern="100" dirty="0">
                          <a:effectLst/>
                        </a:rPr>
                        <a:t>硬件类型</a:t>
                      </a:r>
                      <a:r>
                        <a:rPr lang="en-US" altLang="zh-CN" sz="2000" kern="100" dirty="0">
                          <a:effectLst/>
                        </a:rPr>
                        <a:t>(=1, Ethernet)</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a:txBody>
                    <a:bodyPr/>
                    <a:lstStyle/>
                    <a:p>
                      <a:pPr algn="ctr">
                        <a:lnSpc>
                          <a:spcPct val="150000"/>
                        </a:lnSpc>
                        <a:spcAft>
                          <a:spcPts val="0"/>
                        </a:spcAft>
                      </a:pPr>
                      <a:r>
                        <a:rPr lang="zh-CN" sz="2000" kern="100" dirty="0">
                          <a:effectLst/>
                        </a:rPr>
                        <a:t>协议类型</a:t>
                      </a:r>
                      <a:r>
                        <a:rPr lang="en-US" altLang="zh-CN" sz="2000" kern="100" dirty="0">
                          <a:effectLst/>
                        </a:rPr>
                        <a:t>(=0x0800, IP)</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575136">
                <a:tc>
                  <a:txBody>
                    <a:bodyPr/>
                    <a:lstStyle/>
                    <a:p>
                      <a:pPr algn="ctr">
                        <a:lnSpc>
                          <a:spcPct val="150000"/>
                        </a:lnSpc>
                        <a:spcAft>
                          <a:spcPts val="0"/>
                        </a:spcAft>
                      </a:pPr>
                      <a:r>
                        <a:rPr lang="zh-CN" sz="2000" kern="100" dirty="0">
                          <a:effectLst/>
                        </a:rPr>
                        <a:t>硬件地址长度</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spcAft>
                          <a:spcPts val="0"/>
                        </a:spcAft>
                      </a:pPr>
                      <a:r>
                        <a:rPr lang="zh-CN" sz="2000" kern="100" dirty="0">
                          <a:effectLst/>
                        </a:rPr>
                        <a:t>协议地址长度</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spcAft>
                          <a:spcPts val="0"/>
                        </a:spcAft>
                      </a:pPr>
                      <a:r>
                        <a:rPr lang="zh-CN" sz="2000" kern="100" dirty="0">
                          <a:effectLst/>
                        </a:rPr>
                        <a:t>操作（请求为</a:t>
                      </a:r>
                      <a:r>
                        <a:rPr lang="en-US" sz="2000" kern="100" dirty="0">
                          <a:effectLst/>
                        </a:rPr>
                        <a:t>1</a:t>
                      </a:r>
                      <a:r>
                        <a:rPr lang="zh-CN" sz="2000" kern="100" dirty="0">
                          <a:effectLst/>
                        </a:rPr>
                        <a:t>，响应为</a:t>
                      </a:r>
                      <a:r>
                        <a:rPr lang="en-US" sz="2000" kern="100" dirty="0">
                          <a:effectLst/>
                        </a:rPr>
                        <a:t>2</a:t>
                      </a:r>
                      <a:r>
                        <a:rPr lang="zh-CN" sz="2000" kern="100" dirty="0">
                          <a:effectLst/>
                        </a:rPr>
                        <a:t>）</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545288">
                <a:tc gridSpan="3">
                  <a:txBody>
                    <a:bodyPr/>
                    <a:lstStyle/>
                    <a:p>
                      <a:pPr algn="ctr">
                        <a:lnSpc>
                          <a:spcPct val="150000"/>
                        </a:lnSpc>
                        <a:spcAft>
                          <a:spcPts val="0"/>
                        </a:spcAft>
                      </a:pPr>
                      <a:r>
                        <a:rPr lang="zh-CN" sz="2000" kern="100" dirty="0">
                          <a:effectLst/>
                        </a:rPr>
                        <a:t>发送者硬件地址（</a:t>
                      </a:r>
                      <a:r>
                        <a:rPr lang="en-US" sz="2000" kern="100" dirty="0">
                          <a:effectLst/>
                        </a:rPr>
                        <a:t>Ethernet</a:t>
                      </a:r>
                      <a:r>
                        <a:rPr lang="zh-CN" sz="2000" kern="100" dirty="0">
                          <a:effectLst/>
                        </a:rPr>
                        <a:t>：</a:t>
                      </a:r>
                      <a:r>
                        <a:rPr lang="en-US" sz="2000" kern="100" dirty="0">
                          <a:effectLst/>
                        </a:rPr>
                        <a:t>6</a:t>
                      </a:r>
                      <a:r>
                        <a:rPr lang="zh-CN" sz="2000" kern="100" dirty="0">
                          <a:effectLst/>
                        </a:rPr>
                        <a:t>个字节）</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r h="485780">
                <a:tc gridSpan="3">
                  <a:txBody>
                    <a:bodyPr/>
                    <a:lstStyle/>
                    <a:p>
                      <a:pPr algn="ctr">
                        <a:lnSpc>
                          <a:spcPct val="150000"/>
                        </a:lnSpc>
                        <a:spcAft>
                          <a:spcPts val="0"/>
                        </a:spcAft>
                      </a:pPr>
                      <a:r>
                        <a:rPr lang="zh-CN" sz="2000" kern="100" dirty="0">
                          <a:effectLst/>
                        </a:rPr>
                        <a:t>发送者协议地址（</a:t>
                      </a:r>
                      <a:r>
                        <a:rPr lang="en-US" sz="2000" kern="100" dirty="0">
                          <a:effectLst/>
                        </a:rPr>
                        <a:t>IP</a:t>
                      </a:r>
                      <a:r>
                        <a:rPr lang="zh-CN" sz="2000" kern="100" dirty="0">
                          <a:effectLst/>
                        </a:rPr>
                        <a:t>：</a:t>
                      </a:r>
                      <a:r>
                        <a:rPr lang="en-US" sz="2000" kern="100" dirty="0">
                          <a:effectLst/>
                        </a:rPr>
                        <a:t>4</a:t>
                      </a:r>
                      <a:r>
                        <a:rPr lang="zh-CN" sz="2000" kern="100" dirty="0">
                          <a:effectLst/>
                        </a:rPr>
                        <a:t>个字节）</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86003">
                <a:tc gridSpan="3">
                  <a:txBody>
                    <a:bodyPr/>
                    <a:lstStyle/>
                    <a:p>
                      <a:pPr algn="ctr">
                        <a:lnSpc>
                          <a:spcPct val="150000"/>
                        </a:lnSpc>
                        <a:spcAft>
                          <a:spcPts val="0"/>
                        </a:spcAft>
                      </a:pPr>
                      <a:r>
                        <a:rPr lang="zh-CN" sz="2000" kern="100" dirty="0">
                          <a:effectLst/>
                        </a:rPr>
                        <a:t>目标硬件地址（</a:t>
                      </a:r>
                      <a:r>
                        <a:rPr lang="en-US" sz="2000" kern="100" dirty="0">
                          <a:effectLst/>
                        </a:rPr>
                        <a:t>Ethernet</a:t>
                      </a:r>
                      <a:r>
                        <a:rPr lang="zh-CN" sz="2000" kern="100" dirty="0">
                          <a:effectLst/>
                        </a:rPr>
                        <a:t>：</a:t>
                      </a:r>
                      <a:r>
                        <a:rPr lang="en-US" sz="2000" kern="100" dirty="0">
                          <a:effectLst/>
                        </a:rPr>
                        <a:t>6</a:t>
                      </a:r>
                      <a:r>
                        <a:rPr lang="zh-CN" sz="2000" kern="100" dirty="0">
                          <a:effectLst/>
                        </a:rPr>
                        <a:t>个字节）</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4"/>
                  </a:ext>
                </a:extLst>
              </a:tr>
              <a:tr h="434503">
                <a:tc gridSpan="3">
                  <a:txBody>
                    <a:bodyPr/>
                    <a:lstStyle/>
                    <a:p>
                      <a:pPr algn="ctr">
                        <a:lnSpc>
                          <a:spcPct val="150000"/>
                        </a:lnSpc>
                        <a:spcAft>
                          <a:spcPts val="0"/>
                        </a:spcAft>
                      </a:pPr>
                      <a:r>
                        <a:rPr lang="zh-CN" sz="2000" kern="100" dirty="0">
                          <a:effectLst/>
                        </a:rPr>
                        <a:t>目标协议地址（</a:t>
                      </a:r>
                      <a:r>
                        <a:rPr lang="en-US" sz="2000" kern="100" dirty="0">
                          <a:effectLst/>
                        </a:rPr>
                        <a:t>IP</a:t>
                      </a:r>
                      <a:r>
                        <a:rPr lang="zh-CN" sz="2000" kern="100" dirty="0">
                          <a:effectLst/>
                        </a:rPr>
                        <a:t>：</a:t>
                      </a:r>
                      <a:r>
                        <a:rPr lang="en-US" sz="2000" kern="100" dirty="0">
                          <a:effectLst/>
                        </a:rPr>
                        <a:t>4</a:t>
                      </a:r>
                      <a:r>
                        <a:rPr lang="zh-CN" sz="2000" kern="100" dirty="0">
                          <a:effectLst/>
                        </a:rPr>
                        <a:t>个字节）</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7" name="直接连接符 58">
            <a:extLst>
              <a:ext uri="{FF2B5EF4-FFF2-40B4-BE49-F238E27FC236}">
                <a16:creationId xmlns:a16="http://schemas.microsoft.com/office/drawing/2014/main" id="{C8E6F93F-F144-418F-8EFC-E8FAAE165C59}"/>
              </a:ext>
            </a:extLst>
          </p:cNvPr>
          <p:cNvSpPr>
            <a:spLocks noChangeShapeType="1"/>
          </p:cNvSpPr>
          <p:nvPr/>
        </p:nvSpPr>
        <p:spPr bwMode="auto">
          <a:xfrm flipH="1">
            <a:off x="3313864" y="2871075"/>
            <a:ext cx="2939396" cy="276015"/>
          </a:xfrm>
          <a:prstGeom prst="line">
            <a:avLst/>
          </a:prstGeom>
          <a:noFill/>
          <a:ln w="19050">
            <a:solidFill>
              <a:srgbClr val="4579B8"/>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直接连接符 59">
            <a:extLst>
              <a:ext uri="{FF2B5EF4-FFF2-40B4-BE49-F238E27FC236}">
                <a16:creationId xmlns:a16="http://schemas.microsoft.com/office/drawing/2014/main" id="{5F6B151A-2744-4C4B-A1C2-BBBA755FF600}"/>
              </a:ext>
            </a:extLst>
          </p:cNvPr>
          <p:cNvSpPr>
            <a:spLocks noChangeShapeType="1"/>
          </p:cNvSpPr>
          <p:nvPr/>
        </p:nvSpPr>
        <p:spPr bwMode="auto">
          <a:xfrm>
            <a:off x="8441508" y="2856581"/>
            <a:ext cx="2864857" cy="290509"/>
          </a:xfrm>
          <a:prstGeom prst="line">
            <a:avLst/>
          </a:prstGeom>
          <a:noFill/>
          <a:ln w="19050">
            <a:solidFill>
              <a:srgbClr val="4579B8"/>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Rectangle 3">
            <a:extLst>
              <a:ext uri="{FF2B5EF4-FFF2-40B4-BE49-F238E27FC236}">
                <a16:creationId xmlns:a16="http://schemas.microsoft.com/office/drawing/2014/main" id="{6B4E8167-8DC5-43AD-BC4D-8517886D1FDA}"/>
              </a:ext>
            </a:extLst>
          </p:cNvPr>
          <p:cNvSpPr>
            <a:spLocks noChangeArrowheads="1"/>
          </p:cNvSpPr>
          <p:nvPr/>
        </p:nvSpPr>
        <p:spPr bwMode="auto">
          <a:xfrm>
            <a:off x="4287641" y="25623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文本框 3">
            <a:extLst>
              <a:ext uri="{FF2B5EF4-FFF2-40B4-BE49-F238E27FC236}">
                <a16:creationId xmlns:a16="http://schemas.microsoft.com/office/drawing/2014/main" id="{DD1D106B-C5F2-4197-8427-53061CF05C7A}"/>
              </a:ext>
            </a:extLst>
          </p:cNvPr>
          <p:cNvSpPr txBox="1"/>
          <p:nvPr/>
        </p:nvSpPr>
        <p:spPr>
          <a:xfrm>
            <a:off x="201875" y="3361051"/>
            <a:ext cx="2834940" cy="1477328"/>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以太网帧携带用户数据：</a:t>
            </a:r>
            <a:r>
              <a:rPr lang="en-US" altLang="zh-CN" dirty="0"/>
              <a:t>28</a:t>
            </a:r>
            <a:r>
              <a:rPr lang="zh-CN" altLang="en-US" dirty="0"/>
              <a:t>字节</a:t>
            </a:r>
            <a:r>
              <a:rPr lang="en-US" altLang="zh-CN" dirty="0"/>
              <a:t>ARP+</a:t>
            </a:r>
            <a:r>
              <a:rPr lang="en-US" altLang="zh-CN" dirty="0">
                <a:highlight>
                  <a:srgbClr val="FFFF00"/>
                </a:highlight>
              </a:rPr>
              <a:t>18</a:t>
            </a:r>
            <a:r>
              <a:rPr lang="zh-CN" altLang="en-US" dirty="0">
                <a:highlight>
                  <a:srgbClr val="FFFF00"/>
                </a:highlight>
              </a:rPr>
              <a:t>字节填充</a:t>
            </a:r>
            <a:r>
              <a:rPr lang="en-US" altLang="zh-CN" dirty="0"/>
              <a:t>=46</a:t>
            </a:r>
            <a:r>
              <a:rPr lang="zh-CN" altLang="en-US" dirty="0"/>
              <a:t>字节</a:t>
            </a:r>
            <a:endParaRPr lang="en-US" altLang="zh-CN" dirty="0"/>
          </a:p>
          <a:p>
            <a:pPr marL="285750" indent="-285750">
              <a:buFont typeface="Arial" panose="020B0604020202020204" pitchFamily="34" charset="0"/>
              <a:buChar char="•"/>
            </a:pPr>
            <a:r>
              <a:rPr lang="en-US" altLang="zh-CN" dirty="0"/>
              <a:t>46 + 18</a:t>
            </a:r>
            <a:r>
              <a:rPr lang="zh-CN" altLang="en-US" dirty="0"/>
              <a:t>字节</a:t>
            </a:r>
            <a:r>
              <a:rPr lang="en-US" altLang="zh-CN" dirty="0"/>
              <a:t>Ethernet</a:t>
            </a:r>
            <a:r>
              <a:rPr lang="zh-CN" altLang="en-US" dirty="0"/>
              <a:t>头部 </a:t>
            </a:r>
            <a:r>
              <a:rPr lang="en-US" altLang="zh-CN" dirty="0"/>
              <a:t>= 64</a:t>
            </a:r>
            <a:r>
              <a:rPr lang="zh-CN" altLang="en-US" dirty="0"/>
              <a:t>字节</a:t>
            </a:r>
            <a:r>
              <a:rPr lang="en-US" altLang="zh-CN" dirty="0"/>
              <a:t>=512</a:t>
            </a:r>
            <a:r>
              <a:rPr lang="zh-CN" altLang="en-US" dirty="0"/>
              <a:t>比特</a:t>
            </a:r>
          </a:p>
        </p:txBody>
      </p:sp>
    </p:spTree>
    <p:extLst>
      <p:ext uri="{BB962C8B-B14F-4D97-AF65-F5344CB8AC3E}">
        <p14:creationId xmlns:p14="http://schemas.microsoft.com/office/powerpoint/2010/main" val="488294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62104-B6F9-416A-B6E8-6589DB72494E}"/>
              </a:ext>
            </a:extLst>
          </p:cNvPr>
          <p:cNvSpPr>
            <a:spLocks noGrp="1"/>
          </p:cNvSpPr>
          <p:nvPr>
            <p:ph type="title"/>
          </p:nvPr>
        </p:nvSpPr>
        <p:spPr/>
        <p:txBody>
          <a:bodyPr/>
          <a:lstStyle/>
          <a:p>
            <a:r>
              <a:rPr lang="zh-CN" altLang="zh-CN" b="1" dirty="0"/>
              <a:t>地址解析协议</a:t>
            </a:r>
            <a:r>
              <a:rPr lang="en-US" altLang="zh-CN" b="1" dirty="0"/>
              <a:t>ARP</a:t>
            </a:r>
            <a:endParaRPr lang="zh-CN" altLang="en-US" dirty="0"/>
          </a:p>
        </p:txBody>
      </p:sp>
      <p:sp>
        <p:nvSpPr>
          <p:cNvPr id="3" name="内容占位符 2">
            <a:extLst>
              <a:ext uri="{FF2B5EF4-FFF2-40B4-BE49-F238E27FC236}">
                <a16:creationId xmlns:a16="http://schemas.microsoft.com/office/drawing/2014/main" id="{ABA10437-D627-4D44-8A52-440241C35E85}"/>
              </a:ext>
            </a:extLst>
          </p:cNvPr>
          <p:cNvSpPr>
            <a:spLocks noGrp="1"/>
          </p:cNvSpPr>
          <p:nvPr>
            <p:ph idx="1"/>
          </p:nvPr>
        </p:nvSpPr>
        <p:spPr>
          <a:xfrm>
            <a:off x="621694" y="1139226"/>
            <a:ext cx="11289710" cy="3100201"/>
          </a:xfrm>
        </p:spPr>
        <p:txBody>
          <a:bodyPr>
            <a:normAutofit fontScale="92500" lnSpcReduction="20000"/>
          </a:bodyPr>
          <a:lstStyle/>
          <a:p>
            <a:r>
              <a:rPr lang="en-US" altLang="zh-CN" sz="2400" dirty="0"/>
              <a:t>S --&gt; D</a:t>
            </a:r>
            <a:r>
              <a:rPr lang="zh-CN" altLang="en-US" sz="2400" dirty="0"/>
              <a:t>途中经过每个广播链路时都要解析</a:t>
            </a:r>
            <a:r>
              <a:rPr lang="en-US" altLang="zh-CN" sz="2400" dirty="0"/>
              <a:t>IP</a:t>
            </a:r>
            <a:r>
              <a:rPr lang="zh-CN" altLang="en-US" sz="2400" dirty="0"/>
              <a:t>地址</a:t>
            </a:r>
            <a:endParaRPr lang="en-US" altLang="zh-CN" sz="2400" dirty="0"/>
          </a:p>
          <a:p>
            <a:r>
              <a:rPr lang="zh-CN" altLang="en-US" sz="2400" dirty="0"/>
              <a:t>无故（</a:t>
            </a:r>
            <a:r>
              <a:rPr lang="en-US" altLang="zh-CN" sz="2400" dirty="0"/>
              <a:t>Gratuitous</a:t>
            </a:r>
            <a:r>
              <a:rPr lang="zh-CN" altLang="en-US" sz="2400" dirty="0"/>
              <a:t>）</a:t>
            </a:r>
            <a:r>
              <a:rPr lang="en-US" altLang="zh-CN" sz="2400" dirty="0"/>
              <a:t>ARP</a:t>
            </a:r>
            <a:endParaRPr lang="zh-CN" altLang="en-US" sz="2400" dirty="0"/>
          </a:p>
          <a:p>
            <a:pPr lvl="1"/>
            <a:r>
              <a:rPr lang="zh-CN" altLang="en-US" sz="2400" dirty="0"/>
              <a:t>广播一个要求解析自己</a:t>
            </a:r>
            <a:r>
              <a:rPr lang="en-US" altLang="zh-CN" sz="2400" dirty="0"/>
              <a:t>IP</a:t>
            </a:r>
            <a:r>
              <a:rPr lang="zh-CN" altLang="en-US" sz="2400" dirty="0"/>
              <a:t>地址的</a:t>
            </a:r>
            <a:r>
              <a:rPr lang="en-US" altLang="zh-CN" sz="2400" dirty="0"/>
              <a:t>ARP</a:t>
            </a:r>
            <a:r>
              <a:rPr lang="zh-CN" altLang="en-US" sz="2400" dirty="0"/>
              <a:t>请求</a:t>
            </a:r>
            <a:r>
              <a:rPr lang="en-US" altLang="zh-CN" sz="2400" dirty="0"/>
              <a:t>: MAC address, </a:t>
            </a:r>
            <a:r>
              <a:rPr lang="en-US" altLang="zh-CN" sz="2400" dirty="0">
                <a:solidFill>
                  <a:srgbClr val="FF0000"/>
                </a:solidFill>
              </a:rPr>
              <a:t>sender IP</a:t>
            </a:r>
            <a:r>
              <a:rPr lang="en-US" altLang="zh-CN" sz="2400" dirty="0"/>
              <a:t>;   MAC address=</a:t>
            </a:r>
            <a:r>
              <a:rPr lang="zh-CN" altLang="en-US" sz="2400" dirty="0"/>
              <a:t>？</a:t>
            </a:r>
            <a:r>
              <a:rPr lang="en-US" altLang="zh-CN" sz="2400" dirty="0">
                <a:solidFill>
                  <a:srgbClr val="FF0000"/>
                </a:solidFill>
              </a:rPr>
              <a:t>sender IP</a:t>
            </a:r>
            <a:r>
              <a:rPr lang="en-US" altLang="zh-CN" sz="2400" dirty="0"/>
              <a:t>,</a:t>
            </a:r>
          </a:p>
          <a:p>
            <a:pPr lvl="1"/>
            <a:r>
              <a:rPr lang="zh-CN" altLang="en-US" sz="2400" dirty="0"/>
              <a:t>在启动或者改变</a:t>
            </a:r>
            <a:r>
              <a:rPr lang="en-US" altLang="zh-CN" sz="2400" dirty="0"/>
              <a:t>IP</a:t>
            </a:r>
            <a:r>
              <a:rPr lang="zh-CN" altLang="en-US" sz="2400" dirty="0"/>
              <a:t>地址时，可检查</a:t>
            </a:r>
            <a:r>
              <a:rPr lang="en-US" altLang="zh-CN" sz="2400" dirty="0"/>
              <a:t>IP</a:t>
            </a:r>
            <a:r>
              <a:rPr lang="zh-CN" altLang="en-US" sz="2400" dirty="0"/>
              <a:t>地址是否已经使用（</a:t>
            </a:r>
            <a:r>
              <a:rPr lang="en-US" altLang="zh-CN" sz="2400" dirty="0"/>
              <a:t>RFC5227</a:t>
            </a:r>
            <a:r>
              <a:rPr lang="zh-CN" altLang="en-US" sz="2400" dirty="0"/>
              <a:t>）</a:t>
            </a:r>
            <a:endParaRPr lang="en-US" altLang="zh-CN" sz="2400" dirty="0"/>
          </a:p>
          <a:p>
            <a:pPr marL="342900" indent="-342900"/>
            <a:r>
              <a:rPr lang="zh-CN" altLang="en-US" sz="2400" dirty="0"/>
              <a:t>相关命令和工具</a:t>
            </a:r>
            <a:endParaRPr lang="en-US" altLang="zh-CN" sz="2400" dirty="0"/>
          </a:p>
          <a:p>
            <a:pPr marL="800100" lvl="1" indent="-342900"/>
            <a:r>
              <a:rPr lang="en-US" altLang="zh-CN" sz="2400" dirty="0" err="1"/>
              <a:t>arp</a:t>
            </a:r>
            <a:r>
              <a:rPr lang="zh-CN" altLang="en-US" sz="2400" dirty="0"/>
              <a:t>或</a:t>
            </a:r>
            <a:r>
              <a:rPr lang="en-US" altLang="zh-CN" sz="2400" dirty="0" err="1"/>
              <a:t>ip</a:t>
            </a:r>
            <a:r>
              <a:rPr lang="en-US" altLang="zh-CN" sz="2400" dirty="0"/>
              <a:t> neighbor</a:t>
            </a:r>
            <a:r>
              <a:rPr lang="zh-CN" altLang="en-US" sz="2400" dirty="0"/>
              <a:t>命令：显示和修改</a:t>
            </a:r>
            <a:r>
              <a:rPr lang="en-US" altLang="zh-CN" sz="2400" dirty="0"/>
              <a:t>ARP</a:t>
            </a:r>
            <a:r>
              <a:rPr lang="zh-CN" altLang="en-US" sz="2400" dirty="0"/>
              <a:t>缓存</a:t>
            </a:r>
            <a:endParaRPr lang="en-US" altLang="zh-CN" sz="2400" dirty="0"/>
          </a:p>
          <a:p>
            <a:pPr marL="800100" lvl="1" indent="-342900"/>
            <a:r>
              <a:rPr lang="en-US" altLang="zh-CN" sz="2400" dirty="0"/>
              <a:t>Linux</a:t>
            </a:r>
            <a:r>
              <a:rPr lang="zh-CN" altLang="en-US" sz="2400" dirty="0"/>
              <a:t>系统的</a:t>
            </a:r>
            <a:r>
              <a:rPr lang="en-US" altLang="zh-CN" sz="2400" dirty="0" err="1"/>
              <a:t>arping</a:t>
            </a:r>
            <a:r>
              <a:rPr lang="zh-CN" altLang="en-US" sz="2400" dirty="0"/>
              <a:t>命令：通过</a:t>
            </a:r>
            <a:r>
              <a:rPr lang="en-US" altLang="zh-CN" sz="2400" dirty="0"/>
              <a:t>ARP</a:t>
            </a:r>
            <a:r>
              <a:rPr lang="zh-CN" altLang="en-US" sz="2400" dirty="0"/>
              <a:t>协议判断网段上对应</a:t>
            </a:r>
            <a:r>
              <a:rPr lang="en-US" altLang="zh-CN" sz="2400" dirty="0"/>
              <a:t>IP</a:t>
            </a:r>
            <a:r>
              <a:rPr lang="zh-CN" altLang="en-US" sz="2400" dirty="0"/>
              <a:t>地址的主机是否存在</a:t>
            </a:r>
          </a:p>
          <a:p>
            <a:endParaRPr lang="zh-CN" altLang="en-US" sz="2400" dirty="0"/>
          </a:p>
        </p:txBody>
      </p:sp>
      <p:grpSp>
        <p:nvGrpSpPr>
          <p:cNvPr id="4" name="组合 3">
            <a:extLst>
              <a:ext uri="{FF2B5EF4-FFF2-40B4-BE49-F238E27FC236}">
                <a16:creationId xmlns:a16="http://schemas.microsoft.com/office/drawing/2014/main" id="{451A617B-BBBB-4D6A-BA77-BA17F26E783E}"/>
              </a:ext>
            </a:extLst>
          </p:cNvPr>
          <p:cNvGrpSpPr/>
          <p:nvPr/>
        </p:nvGrpSpPr>
        <p:grpSpPr>
          <a:xfrm>
            <a:off x="1125305" y="4674011"/>
            <a:ext cx="8992575" cy="1795822"/>
            <a:chOff x="3888187" y="5379720"/>
            <a:chExt cx="8992575" cy="1795822"/>
          </a:xfrm>
        </p:grpSpPr>
        <p:pic>
          <p:nvPicPr>
            <p:cNvPr id="5" name="图片 4">
              <a:extLst>
                <a:ext uri="{FF2B5EF4-FFF2-40B4-BE49-F238E27FC236}">
                  <a16:creationId xmlns:a16="http://schemas.microsoft.com/office/drawing/2014/main" id="{A1181098-9B38-432D-89CC-ECD02245901A}"/>
                </a:ext>
              </a:extLst>
            </p:cNvPr>
            <p:cNvPicPr>
              <a:picLocks noChangeAspect="1"/>
            </p:cNvPicPr>
            <p:nvPr/>
          </p:nvPicPr>
          <p:blipFill>
            <a:blip r:embed="rId3"/>
            <a:stretch>
              <a:fillRect/>
            </a:stretch>
          </p:blipFill>
          <p:spPr>
            <a:xfrm>
              <a:off x="11250466" y="5435644"/>
              <a:ext cx="524792" cy="435930"/>
            </a:xfrm>
            <a:prstGeom prst="rect">
              <a:avLst/>
            </a:prstGeom>
          </p:spPr>
        </p:pic>
        <p:pic>
          <p:nvPicPr>
            <p:cNvPr id="6" name="图片 5">
              <a:extLst>
                <a:ext uri="{FF2B5EF4-FFF2-40B4-BE49-F238E27FC236}">
                  <a16:creationId xmlns:a16="http://schemas.microsoft.com/office/drawing/2014/main" id="{CB830D8D-344F-45F1-9135-0D2CD8CB5845}"/>
                </a:ext>
              </a:extLst>
            </p:cNvPr>
            <p:cNvPicPr>
              <a:picLocks noChangeAspect="1"/>
            </p:cNvPicPr>
            <p:nvPr/>
          </p:nvPicPr>
          <p:blipFill>
            <a:blip r:embed="rId3"/>
            <a:stretch>
              <a:fillRect/>
            </a:stretch>
          </p:blipFill>
          <p:spPr>
            <a:xfrm>
              <a:off x="4370637" y="5429268"/>
              <a:ext cx="524792" cy="435930"/>
            </a:xfrm>
            <a:prstGeom prst="rect">
              <a:avLst/>
            </a:prstGeom>
          </p:spPr>
        </p:pic>
        <p:cxnSp>
          <p:nvCxnSpPr>
            <p:cNvPr id="7" name="直接箭头连接符 6">
              <a:extLst>
                <a:ext uri="{FF2B5EF4-FFF2-40B4-BE49-F238E27FC236}">
                  <a16:creationId xmlns:a16="http://schemas.microsoft.com/office/drawing/2014/main" id="{208BDD1C-C60A-4D60-B85F-13E3FBBEAE23}"/>
                </a:ext>
              </a:extLst>
            </p:cNvPr>
            <p:cNvCxnSpPr>
              <a:cxnSpLocks/>
            </p:cNvCxnSpPr>
            <p:nvPr/>
          </p:nvCxnSpPr>
          <p:spPr>
            <a:xfrm flipV="1">
              <a:off x="3888187" y="6735092"/>
              <a:ext cx="8059973" cy="25081"/>
            </a:xfrm>
            <a:prstGeom prst="straightConnector1">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箭头连接符 7">
              <a:extLst>
                <a:ext uri="{FF2B5EF4-FFF2-40B4-BE49-F238E27FC236}">
                  <a16:creationId xmlns:a16="http://schemas.microsoft.com/office/drawing/2014/main" id="{034738F0-1D5F-4CC7-B202-407096F6DF3E}"/>
                </a:ext>
              </a:extLst>
            </p:cNvPr>
            <p:cNvCxnSpPr>
              <a:cxnSpLocks/>
              <a:endCxn id="6" idx="2"/>
            </p:cNvCxnSpPr>
            <p:nvPr/>
          </p:nvCxnSpPr>
          <p:spPr>
            <a:xfrm flipV="1">
              <a:off x="4633033" y="5865198"/>
              <a:ext cx="0" cy="837322"/>
            </a:xfrm>
            <a:prstGeom prst="straightConnector1">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807BA77E-F687-4345-80CC-2C978F7995F7}"/>
                </a:ext>
              </a:extLst>
            </p:cNvPr>
            <p:cNvCxnSpPr>
              <a:cxnSpLocks/>
            </p:cNvCxnSpPr>
            <p:nvPr/>
          </p:nvCxnSpPr>
          <p:spPr>
            <a:xfrm flipV="1">
              <a:off x="11467215" y="5881464"/>
              <a:ext cx="0" cy="837322"/>
            </a:xfrm>
            <a:prstGeom prst="straightConnector1">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0" name="图片 9">
              <a:extLst>
                <a:ext uri="{FF2B5EF4-FFF2-40B4-BE49-F238E27FC236}">
                  <a16:creationId xmlns:a16="http://schemas.microsoft.com/office/drawing/2014/main" id="{A4C9E03E-B6AE-408A-98E8-BC6805A5ABBD}"/>
                </a:ext>
              </a:extLst>
            </p:cNvPr>
            <p:cNvPicPr>
              <a:picLocks noChangeAspect="1"/>
            </p:cNvPicPr>
            <p:nvPr/>
          </p:nvPicPr>
          <p:blipFill>
            <a:blip r:embed="rId3"/>
            <a:stretch>
              <a:fillRect/>
            </a:stretch>
          </p:blipFill>
          <p:spPr>
            <a:xfrm>
              <a:off x="10309433" y="5435644"/>
              <a:ext cx="524792" cy="435930"/>
            </a:xfrm>
            <a:prstGeom prst="rect">
              <a:avLst/>
            </a:prstGeom>
          </p:spPr>
        </p:pic>
        <p:cxnSp>
          <p:nvCxnSpPr>
            <p:cNvPr id="11" name="直接箭头连接符 10">
              <a:extLst>
                <a:ext uri="{FF2B5EF4-FFF2-40B4-BE49-F238E27FC236}">
                  <a16:creationId xmlns:a16="http://schemas.microsoft.com/office/drawing/2014/main" id="{F6C46A28-7401-4D09-9A0A-A7BA559B49A1}"/>
                </a:ext>
              </a:extLst>
            </p:cNvPr>
            <p:cNvCxnSpPr>
              <a:cxnSpLocks/>
            </p:cNvCxnSpPr>
            <p:nvPr/>
          </p:nvCxnSpPr>
          <p:spPr>
            <a:xfrm flipV="1">
              <a:off x="10526182" y="5881464"/>
              <a:ext cx="0" cy="837322"/>
            </a:xfrm>
            <a:prstGeom prst="straightConnector1">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C9A75479-9DB7-449F-B5E3-171C8D306E69}"/>
                </a:ext>
              </a:extLst>
            </p:cNvPr>
            <p:cNvSpPr txBox="1"/>
            <p:nvPr/>
          </p:nvSpPr>
          <p:spPr>
            <a:xfrm>
              <a:off x="3954396" y="5379720"/>
              <a:ext cx="609600" cy="369332"/>
            </a:xfrm>
            <a:prstGeom prst="rect">
              <a:avLst/>
            </a:prstGeom>
            <a:noFill/>
          </p:spPr>
          <p:txBody>
            <a:bodyPr wrap="square" rtlCol="0">
              <a:spAutoFit/>
            </a:bodyPr>
            <a:lstStyle/>
            <a:p>
              <a:pPr algn="ctr"/>
              <a:r>
                <a:rPr lang="en-US" altLang="zh-CN" b="1" dirty="0"/>
                <a:t>A</a:t>
              </a:r>
              <a:endParaRPr lang="zh-CN" altLang="en-US" b="1" dirty="0"/>
            </a:p>
          </p:txBody>
        </p:sp>
        <p:sp>
          <p:nvSpPr>
            <p:cNvPr id="13" name="文本框 12">
              <a:extLst>
                <a:ext uri="{FF2B5EF4-FFF2-40B4-BE49-F238E27FC236}">
                  <a16:creationId xmlns:a16="http://schemas.microsoft.com/office/drawing/2014/main" id="{258C9668-107C-44A0-9B39-680F66267E1D}"/>
                </a:ext>
              </a:extLst>
            </p:cNvPr>
            <p:cNvSpPr txBox="1"/>
            <p:nvPr/>
          </p:nvSpPr>
          <p:spPr>
            <a:xfrm>
              <a:off x="9826413" y="5438848"/>
              <a:ext cx="609600" cy="369332"/>
            </a:xfrm>
            <a:prstGeom prst="rect">
              <a:avLst/>
            </a:prstGeom>
            <a:noFill/>
          </p:spPr>
          <p:txBody>
            <a:bodyPr wrap="square" rtlCol="0">
              <a:spAutoFit/>
            </a:bodyPr>
            <a:lstStyle/>
            <a:p>
              <a:pPr algn="ctr"/>
              <a:r>
                <a:rPr lang="en-US" altLang="zh-CN" b="1" dirty="0"/>
                <a:t>B</a:t>
              </a:r>
              <a:endParaRPr lang="zh-CN" altLang="en-US" b="1" dirty="0"/>
            </a:p>
          </p:txBody>
        </p:sp>
        <p:sp>
          <p:nvSpPr>
            <p:cNvPr id="14" name="文本框 13">
              <a:extLst>
                <a:ext uri="{FF2B5EF4-FFF2-40B4-BE49-F238E27FC236}">
                  <a16:creationId xmlns:a16="http://schemas.microsoft.com/office/drawing/2014/main" id="{E7575B9D-E3D0-4149-BDCF-7AE791317D26}"/>
                </a:ext>
              </a:extLst>
            </p:cNvPr>
            <p:cNvSpPr txBox="1"/>
            <p:nvPr/>
          </p:nvSpPr>
          <p:spPr>
            <a:xfrm>
              <a:off x="10834225" y="5423747"/>
              <a:ext cx="609600" cy="369332"/>
            </a:xfrm>
            <a:prstGeom prst="rect">
              <a:avLst/>
            </a:prstGeom>
            <a:noFill/>
          </p:spPr>
          <p:txBody>
            <a:bodyPr wrap="square" rtlCol="0">
              <a:spAutoFit/>
            </a:bodyPr>
            <a:lstStyle/>
            <a:p>
              <a:pPr algn="ctr"/>
              <a:r>
                <a:rPr lang="en-US" altLang="zh-CN" b="1" dirty="0"/>
                <a:t>C</a:t>
              </a:r>
              <a:endParaRPr lang="zh-CN" altLang="en-US" b="1" dirty="0"/>
            </a:p>
          </p:txBody>
        </p:sp>
        <p:sp>
          <p:nvSpPr>
            <p:cNvPr id="15" name="文本框 14">
              <a:extLst>
                <a:ext uri="{FF2B5EF4-FFF2-40B4-BE49-F238E27FC236}">
                  <a16:creationId xmlns:a16="http://schemas.microsoft.com/office/drawing/2014/main" id="{3FA2E5CD-FBEA-469F-A79E-32DB80E875EF}"/>
                </a:ext>
              </a:extLst>
            </p:cNvPr>
            <p:cNvSpPr txBox="1"/>
            <p:nvPr/>
          </p:nvSpPr>
          <p:spPr>
            <a:xfrm>
              <a:off x="4654047" y="5899289"/>
              <a:ext cx="3423152" cy="646331"/>
            </a:xfrm>
            <a:prstGeom prst="rect">
              <a:avLst/>
            </a:prstGeom>
            <a:noFill/>
          </p:spPr>
          <p:txBody>
            <a:bodyPr wrap="square" rtlCol="0">
              <a:spAutoFit/>
            </a:bodyPr>
            <a:lstStyle/>
            <a:p>
              <a:r>
                <a:rPr lang="en-US" altLang="zh-CN" b="1" dirty="0"/>
                <a:t>① A-&gt;all: </a:t>
              </a:r>
              <a:r>
                <a:rPr lang="zh-CN" altLang="en-US" b="1" dirty="0">
                  <a:solidFill>
                    <a:schemeClr val="accent4"/>
                  </a:solidFill>
                </a:rPr>
                <a:t>谁的</a:t>
              </a:r>
              <a:r>
                <a:rPr lang="en-US" altLang="zh-CN" b="1" dirty="0">
                  <a:solidFill>
                    <a:schemeClr val="accent4"/>
                  </a:solidFill>
                </a:rPr>
                <a:t>IP</a:t>
              </a:r>
              <a:r>
                <a:rPr lang="zh-CN" altLang="en-US" b="1" dirty="0">
                  <a:solidFill>
                    <a:schemeClr val="accent4"/>
                  </a:solidFill>
                </a:rPr>
                <a:t>地址是</a:t>
              </a:r>
              <a:r>
                <a:rPr lang="en-US" altLang="zh-CN" b="1" dirty="0">
                  <a:solidFill>
                    <a:schemeClr val="accent4"/>
                  </a:solidFill>
                </a:rPr>
                <a:t>A</a:t>
              </a:r>
              <a:r>
                <a:rPr lang="zh-CN" altLang="en-US" b="1" dirty="0"/>
                <a:t>？</a:t>
              </a:r>
              <a:endParaRPr lang="en-US" altLang="zh-CN" b="1" dirty="0"/>
            </a:p>
            <a:p>
              <a:r>
                <a:rPr lang="en-US" altLang="zh-CN" b="1" dirty="0">
                  <a:solidFill>
                    <a:schemeClr val="accent5"/>
                  </a:solidFill>
                </a:rPr>
                <a:t>+</a:t>
              </a:r>
              <a:r>
                <a:rPr lang="zh-CN" altLang="en-US" b="1" dirty="0">
                  <a:solidFill>
                    <a:schemeClr val="accent6"/>
                  </a:solidFill>
                </a:rPr>
                <a:t>我的</a:t>
              </a:r>
              <a:r>
                <a:rPr lang="en-US" altLang="zh-CN" b="1" dirty="0">
                  <a:solidFill>
                    <a:schemeClr val="accent4"/>
                  </a:solidFill>
                </a:rPr>
                <a:t>IP</a:t>
              </a:r>
              <a:r>
                <a:rPr lang="zh-CN" altLang="en-US" b="1" dirty="0">
                  <a:solidFill>
                    <a:schemeClr val="accent4"/>
                  </a:solidFill>
                </a:rPr>
                <a:t>地址为</a:t>
              </a:r>
              <a:r>
                <a:rPr lang="en-US" altLang="zh-CN" b="1" dirty="0">
                  <a:solidFill>
                    <a:schemeClr val="accent4"/>
                  </a:solidFill>
                </a:rPr>
                <a:t>A</a:t>
              </a:r>
              <a:r>
                <a:rPr lang="en-US" altLang="zh-CN" b="1" dirty="0">
                  <a:solidFill>
                    <a:schemeClr val="accent6"/>
                  </a:solidFill>
                </a:rPr>
                <a:t>,</a:t>
              </a:r>
              <a:r>
                <a:rPr lang="zh-CN" altLang="en-US" b="1" dirty="0">
                  <a:solidFill>
                    <a:schemeClr val="accent6"/>
                  </a:solidFill>
                </a:rPr>
                <a:t> </a:t>
              </a:r>
              <a:r>
                <a:rPr lang="en-US" altLang="zh-CN" b="1" dirty="0">
                  <a:solidFill>
                    <a:schemeClr val="accent6"/>
                  </a:solidFill>
                </a:rPr>
                <a:t>MAC</a:t>
              </a:r>
              <a:r>
                <a:rPr lang="zh-CN" altLang="en-US" b="1" dirty="0">
                  <a:solidFill>
                    <a:schemeClr val="accent6"/>
                  </a:solidFill>
                </a:rPr>
                <a:t>地址为</a:t>
              </a:r>
              <a:r>
                <a:rPr lang="en-US" altLang="zh-CN" b="1" dirty="0">
                  <a:solidFill>
                    <a:schemeClr val="accent6"/>
                  </a:solidFill>
                </a:rPr>
                <a:t>...</a:t>
              </a:r>
              <a:endParaRPr lang="zh-CN" altLang="en-US" b="1" dirty="0">
                <a:solidFill>
                  <a:schemeClr val="accent6"/>
                </a:solidFill>
              </a:endParaRPr>
            </a:p>
          </p:txBody>
        </p:sp>
        <p:sp>
          <p:nvSpPr>
            <p:cNvPr id="16" name="文本框 15">
              <a:extLst>
                <a:ext uri="{FF2B5EF4-FFF2-40B4-BE49-F238E27FC236}">
                  <a16:creationId xmlns:a16="http://schemas.microsoft.com/office/drawing/2014/main" id="{AB4F294E-10D8-487B-9956-8207B51B56EC}"/>
                </a:ext>
              </a:extLst>
            </p:cNvPr>
            <p:cNvSpPr txBox="1"/>
            <p:nvPr/>
          </p:nvSpPr>
          <p:spPr>
            <a:xfrm>
              <a:off x="7893516" y="5840752"/>
              <a:ext cx="3148829" cy="646331"/>
            </a:xfrm>
            <a:prstGeom prst="rect">
              <a:avLst/>
            </a:prstGeom>
            <a:noFill/>
          </p:spPr>
          <p:txBody>
            <a:bodyPr wrap="square" rtlCol="0">
              <a:spAutoFit/>
            </a:bodyPr>
            <a:lstStyle/>
            <a:p>
              <a:r>
                <a:rPr lang="zh-CN" altLang="en-US" b="1" dirty="0"/>
                <a:t>如果地址已经使用，则</a:t>
              </a:r>
              <a:endParaRPr lang="en-US" altLang="zh-CN" b="1" dirty="0"/>
            </a:p>
            <a:p>
              <a:r>
                <a:rPr lang="en-US" altLang="zh-CN" b="1" dirty="0"/>
                <a:t>② B-&gt;A: </a:t>
              </a:r>
              <a:r>
                <a:rPr lang="zh-CN" altLang="en-US" b="1" dirty="0"/>
                <a:t>我的</a:t>
              </a:r>
              <a:r>
                <a:rPr lang="en-US" altLang="zh-CN" b="1" dirty="0"/>
                <a:t>IP</a:t>
              </a:r>
              <a:r>
                <a:rPr lang="zh-CN" altLang="en-US" b="1" dirty="0"/>
                <a:t>地址是</a:t>
              </a:r>
              <a:r>
                <a:rPr lang="en-US" altLang="zh-CN" b="1" dirty="0"/>
                <a:t>A</a:t>
              </a:r>
            </a:p>
          </p:txBody>
        </p:sp>
        <p:sp>
          <p:nvSpPr>
            <p:cNvPr id="17" name="文本框 16">
              <a:extLst>
                <a:ext uri="{FF2B5EF4-FFF2-40B4-BE49-F238E27FC236}">
                  <a16:creationId xmlns:a16="http://schemas.microsoft.com/office/drawing/2014/main" id="{D5E10B4C-BD64-4E40-BF42-11FD8639954E}"/>
                </a:ext>
              </a:extLst>
            </p:cNvPr>
            <p:cNvSpPr txBox="1"/>
            <p:nvPr/>
          </p:nvSpPr>
          <p:spPr>
            <a:xfrm>
              <a:off x="8171601" y="6806210"/>
              <a:ext cx="4709161" cy="369332"/>
            </a:xfrm>
            <a:prstGeom prst="rect">
              <a:avLst/>
            </a:prstGeom>
            <a:solidFill>
              <a:schemeClr val="bg1"/>
            </a:solidFill>
          </p:spPr>
          <p:txBody>
            <a:bodyPr wrap="square" rtlCol="0">
              <a:spAutoFit/>
            </a:bodyPr>
            <a:lstStyle/>
            <a:p>
              <a:r>
                <a:rPr lang="zh-CN" altLang="en-US" b="1" dirty="0"/>
                <a:t>如果缓存中有</a:t>
              </a:r>
              <a:r>
                <a:rPr lang="en-US" altLang="zh-CN" b="1" dirty="0"/>
                <a:t>A</a:t>
              </a:r>
              <a:r>
                <a:rPr lang="zh-CN" altLang="en-US" b="1" dirty="0"/>
                <a:t>，则更新相应的</a:t>
              </a:r>
              <a:r>
                <a:rPr lang="en-US" altLang="zh-CN" b="1" dirty="0"/>
                <a:t>MAC</a:t>
              </a:r>
              <a:r>
                <a:rPr lang="zh-CN" altLang="en-US" b="1" dirty="0"/>
                <a:t>地址</a:t>
              </a:r>
              <a:endParaRPr lang="en-US" altLang="zh-CN" b="1" dirty="0"/>
            </a:p>
          </p:txBody>
        </p:sp>
      </p:grpSp>
      <p:grpSp>
        <p:nvGrpSpPr>
          <p:cNvPr id="18" name="组合 17">
            <a:extLst>
              <a:ext uri="{FF2B5EF4-FFF2-40B4-BE49-F238E27FC236}">
                <a16:creationId xmlns:a16="http://schemas.microsoft.com/office/drawing/2014/main" id="{55065AE4-72DD-3C2C-05AD-FB32D3A10D17}"/>
              </a:ext>
            </a:extLst>
          </p:cNvPr>
          <p:cNvGrpSpPr/>
          <p:nvPr/>
        </p:nvGrpSpPr>
        <p:grpSpPr>
          <a:xfrm>
            <a:off x="6729639" y="56708"/>
            <a:ext cx="5226561" cy="1790995"/>
            <a:chOff x="6839976" y="243122"/>
            <a:chExt cx="5226561" cy="1790995"/>
          </a:xfrm>
        </p:grpSpPr>
        <p:pic>
          <p:nvPicPr>
            <p:cNvPr id="19" name="图片 18">
              <a:extLst>
                <a:ext uri="{FF2B5EF4-FFF2-40B4-BE49-F238E27FC236}">
                  <a16:creationId xmlns:a16="http://schemas.microsoft.com/office/drawing/2014/main" id="{77ACFF7B-2D48-3DA2-8100-ED2F5E6AEDD0}"/>
                </a:ext>
              </a:extLst>
            </p:cNvPr>
            <p:cNvPicPr>
              <a:picLocks noChangeAspect="1"/>
            </p:cNvPicPr>
            <p:nvPr/>
          </p:nvPicPr>
          <p:blipFill>
            <a:blip r:embed="rId4">
              <a:duotone>
                <a:prstClr val="black"/>
                <a:srgbClr val="3E4095">
                  <a:tint val="45000"/>
                  <a:satMod val="400000"/>
                </a:srgbClr>
              </a:duotone>
            </a:blip>
            <a:stretch>
              <a:fillRect/>
            </a:stretch>
          </p:blipFill>
          <p:spPr>
            <a:xfrm>
              <a:off x="8800038" y="561182"/>
              <a:ext cx="772569" cy="334962"/>
            </a:xfrm>
            <a:prstGeom prst="rect">
              <a:avLst/>
            </a:prstGeom>
          </p:spPr>
        </p:pic>
        <p:cxnSp>
          <p:nvCxnSpPr>
            <p:cNvPr id="20" name="直接连接符 19">
              <a:extLst>
                <a:ext uri="{FF2B5EF4-FFF2-40B4-BE49-F238E27FC236}">
                  <a16:creationId xmlns:a16="http://schemas.microsoft.com/office/drawing/2014/main" id="{FDD3952E-1937-90A7-F298-0D4C1E2E6462}"/>
                </a:ext>
              </a:extLst>
            </p:cNvPr>
            <p:cNvCxnSpPr>
              <a:cxnSpLocks/>
              <a:endCxn id="19" idx="3"/>
            </p:cNvCxnSpPr>
            <p:nvPr/>
          </p:nvCxnSpPr>
          <p:spPr>
            <a:xfrm flipH="1">
              <a:off x="9572607" y="728663"/>
              <a:ext cx="1031704" cy="0"/>
            </a:xfrm>
            <a:prstGeom prst="line">
              <a:avLst/>
            </a:prstGeom>
            <a:noFill/>
            <a:ln w="28575" cap="flat" cmpd="sng" algn="ctr">
              <a:solidFill>
                <a:sysClr val="windowText" lastClr="000000"/>
              </a:solidFill>
              <a:prstDash val="solid"/>
              <a:miter lim="800000"/>
            </a:ln>
            <a:effectLst/>
          </p:spPr>
        </p:cxnSp>
        <p:pic>
          <p:nvPicPr>
            <p:cNvPr id="21" name="图片 20">
              <a:extLst>
                <a:ext uri="{FF2B5EF4-FFF2-40B4-BE49-F238E27FC236}">
                  <a16:creationId xmlns:a16="http://schemas.microsoft.com/office/drawing/2014/main" id="{BA95205C-F931-D726-640B-F52BD56503C8}"/>
                </a:ext>
              </a:extLst>
            </p:cNvPr>
            <p:cNvPicPr>
              <a:picLocks noChangeAspect="1"/>
            </p:cNvPicPr>
            <p:nvPr/>
          </p:nvPicPr>
          <p:blipFill>
            <a:blip r:embed="rId4">
              <a:duotone>
                <a:prstClr val="black"/>
                <a:srgbClr val="3E4095">
                  <a:tint val="45000"/>
                  <a:satMod val="400000"/>
                </a:srgbClr>
              </a:duotone>
            </a:blip>
            <a:stretch>
              <a:fillRect/>
            </a:stretch>
          </p:blipFill>
          <p:spPr>
            <a:xfrm>
              <a:off x="10580142" y="561182"/>
              <a:ext cx="772569" cy="334962"/>
            </a:xfrm>
            <a:prstGeom prst="rect">
              <a:avLst/>
            </a:prstGeom>
          </p:spPr>
        </p:pic>
        <p:cxnSp>
          <p:nvCxnSpPr>
            <p:cNvPr id="22" name="直接连接符 21">
              <a:extLst>
                <a:ext uri="{FF2B5EF4-FFF2-40B4-BE49-F238E27FC236}">
                  <a16:creationId xmlns:a16="http://schemas.microsoft.com/office/drawing/2014/main" id="{A3E872F0-4AA0-D941-BDD5-7D952B4B46B6}"/>
                </a:ext>
              </a:extLst>
            </p:cNvPr>
            <p:cNvCxnSpPr>
              <a:cxnSpLocks/>
            </p:cNvCxnSpPr>
            <p:nvPr/>
          </p:nvCxnSpPr>
          <p:spPr>
            <a:xfrm flipH="1">
              <a:off x="7768334" y="728663"/>
              <a:ext cx="1031704" cy="0"/>
            </a:xfrm>
            <a:prstGeom prst="line">
              <a:avLst/>
            </a:prstGeom>
            <a:noFill/>
            <a:ln w="28575" cap="flat" cmpd="sng" algn="ctr">
              <a:solidFill>
                <a:sysClr val="windowText" lastClr="000000"/>
              </a:solidFill>
              <a:prstDash val="solid"/>
              <a:miter lim="800000"/>
            </a:ln>
            <a:effectLst/>
          </p:spPr>
        </p:cxnSp>
        <p:pic>
          <p:nvPicPr>
            <p:cNvPr id="23" name="图片 22">
              <a:extLst>
                <a:ext uri="{FF2B5EF4-FFF2-40B4-BE49-F238E27FC236}">
                  <a16:creationId xmlns:a16="http://schemas.microsoft.com/office/drawing/2014/main" id="{2D67769B-F5C2-FE35-7C73-C0B256790B16}"/>
                </a:ext>
              </a:extLst>
            </p:cNvPr>
            <p:cNvPicPr>
              <a:picLocks noChangeAspect="1"/>
            </p:cNvPicPr>
            <p:nvPr/>
          </p:nvPicPr>
          <p:blipFill>
            <a:blip r:embed="rId4">
              <a:duotone>
                <a:prstClr val="black"/>
                <a:srgbClr val="3E4095">
                  <a:tint val="45000"/>
                  <a:satMod val="400000"/>
                </a:srgbClr>
              </a:duotone>
            </a:blip>
            <a:stretch>
              <a:fillRect/>
            </a:stretch>
          </p:blipFill>
          <p:spPr>
            <a:xfrm>
              <a:off x="7019606" y="569005"/>
              <a:ext cx="772569" cy="334962"/>
            </a:xfrm>
            <a:prstGeom prst="rect">
              <a:avLst/>
            </a:prstGeom>
          </p:spPr>
        </p:pic>
        <p:sp>
          <p:nvSpPr>
            <p:cNvPr id="24" name="文本框 23">
              <a:extLst>
                <a:ext uri="{FF2B5EF4-FFF2-40B4-BE49-F238E27FC236}">
                  <a16:creationId xmlns:a16="http://schemas.microsoft.com/office/drawing/2014/main" id="{9D8C0388-67EF-8D75-85BF-C7E88017BF87}"/>
                </a:ext>
              </a:extLst>
            </p:cNvPr>
            <p:cNvSpPr txBox="1"/>
            <p:nvPr/>
          </p:nvSpPr>
          <p:spPr>
            <a:xfrm>
              <a:off x="7099805" y="270958"/>
              <a:ext cx="61216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R1</a:t>
              </a:r>
              <a:endParaRPr kumimoji="0" lang="zh-CN" altLang="en-US" sz="1600" b="1" i="0" u="none" strike="noStrike" kern="0" cap="none" spc="0" normalizeH="0" baseline="0" noProof="0" dirty="0">
                <a:ln>
                  <a:noFill/>
                </a:ln>
                <a:solidFill>
                  <a:prstClr val="black"/>
                </a:solidFill>
                <a:effectLst/>
                <a:uLnTx/>
                <a:uFillTx/>
              </a:endParaRPr>
            </a:p>
          </p:txBody>
        </p:sp>
        <p:sp>
          <p:nvSpPr>
            <p:cNvPr id="25" name="文本框 24">
              <a:extLst>
                <a:ext uri="{FF2B5EF4-FFF2-40B4-BE49-F238E27FC236}">
                  <a16:creationId xmlns:a16="http://schemas.microsoft.com/office/drawing/2014/main" id="{8C3ACDA4-12E5-0DDD-E9D1-A0995FE2F9A9}"/>
                </a:ext>
              </a:extLst>
            </p:cNvPr>
            <p:cNvSpPr txBox="1"/>
            <p:nvPr/>
          </p:nvSpPr>
          <p:spPr>
            <a:xfrm>
              <a:off x="8804045" y="261300"/>
              <a:ext cx="61216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R2</a:t>
              </a:r>
              <a:endParaRPr kumimoji="0" lang="zh-CN" altLang="en-US" sz="1600" b="1" i="0" u="none" strike="noStrike" kern="0" cap="none" spc="0" normalizeH="0" baseline="0" noProof="0" dirty="0">
                <a:ln>
                  <a:noFill/>
                </a:ln>
                <a:solidFill>
                  <a:prstClr val="black"/>
                </a:solidFill>
                <a:effectLst/>
                <a:uLnTx/>
                <a:uFillTx/>
              </a:endParaRPr>
            </a:p>
          </p:txBody>
        </p:sp>
        <p:sp>
          <p:nvSpPr>
            <p:cNvPr id="26" name="文本框 25">
              <a:extLst>
                <a:ext uri="{FF2B5EF4-FFF2-40B4-BE49-F238E27FC236}">
                  <a16:creationId xmlns:a16="http://schemas.microsoft.com/office/drawing/2014/main" id="{DCA34122-2994-8BB7-5219-F14F336607A6}"/>
                </a:ext>
              </a:extLst>
            </p:cNvPr>
            <p:cNvSpPr txBox="1"/>
            <p:nvPr/>
          </p:nvSpPr>
          <p:spPr>
            <a:xfrm>
              <a:off x="10660341" y="243122"/>
              <a:ext cx="61216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R3</a:t>
              </a:r>
              <a:endParaRPr kumimoji="0" lang="zh-CN" altLang="en-US" sz="1600" b="1" i="0" u="none" strike="noStrike" kern="0" cap="none" spc="0" normalizeH="0" baseline="0" noProof="0" dirty="0">
                <a:ln>
                  <a:noFill/>
                </a:ln>
                <a:solidFill>
                  <a:prstClr val="black"/>
                </a:solidFill>
                <a:effectLst/>
                <a:uLnTx/>
                <a:uFillTx/>
              </a:endParaRPr>
            </a:p>
          </p:txBody>
        </p:sp>
        <p:sp>
          <p:nvSpPr>
            <p:cNvPr id="27" name="矩形 26">
              <a:extLst>
                <a:ext uri="{FF2B5EF4-FFF2-40B4-BE49-F238E27FC236}">
                  <a16:creationId xmlns:a16="http://schemas.microsoft.com/office/drawing/2014/main" id="{AFF28D81-ACDE-4089-8758-7D3A1207B2D4}"/>
                </a:ext>
              </a:extLst>
            </p:cNvPr>
            <p:cNvSpPr/>
            <p:nvPr/>
          </p:nvSpPr>
          <p:spPr>
            <a:xfrm>
              <a:off x="6839976" y="968195"/>
              <a:ext cx="1422779" cy="369331"/>
            </a:xfrm>
            <a:prstGeom prst="rect">
              <a:avLst/>
            </a:prstGeom>
            <a:solidFill>
              <a:srgbClr val="262699"/>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rPr>
                <a:t>MAC:  R1</a:t>
              </a: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sym typeface="Wingdings" panose="05000000000000000000" pitchFamily="2" charset="2"/>
                </a:rPr>
                <a:t>R2</a:t>
              </a:r>
              <a:endParaRPr kumimoji="0" lang="zh-CN" altLang="en-US" sz="1600" b="0" i="0" u="none" strike="noStrike" kern="0" cap="none" spc="0" normalizeH="0" baseline="0" noProof="0" dirty="0">
                <a:ln>
                  <a:noFill/>
                </a:ln>
                <a:solidFill>
                  <a:prstClr val="white"/>
                </a:solidFill>
                <a:effectLst/>
                <a:uLnTx/>
                <a:uFillTx/>
                <a:latin typeface="Calibri"/>
                <a:ea typeface="微软雅黑"/>
                <a:cs typeface="+mn-cs"/>
              </a:endParaRPr>
            </a:p>
          </p:txBody>
        </p:sp>
        <p:sp>
          <p:nvSpPr>
            <p:cNvPr id="28" name="矩形 27">
              <a:extLst>
                <a:ext uri="{FF2B5EF4-FFF2-40B4-BE49-F238E27FC236}">
                  <a16:creationId xmlns:a16="http://schemas.microsoft.com/office/drawing/2014/main" id="{51B8C8FF-C70E-7B66-9EEA-AE137B509472}"/>
                </a:ext>
              </a:extLst>
            </p:cNvPr>
            <p:cNvSpPr/>
            <p:nvPr/>
          </p:nvSpPr>
          <p:spPr>
            <a:xfrm>
              <a:off x="8266169" y="965477"/>
              <a:ext cx="1067737" cy="369332"/>
            </a:xfrm>
            <a:prstGeom prst="rect">
              <a:avLst/>
            </a:prstGeom>
            <a:solidFill>
              <a:srgbClr val="FFDE20"/>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IP</a:t>
              </a:r>
              <a:r>
                <a:rPr kumimoji="0" lang="zh-CN" altLang="en-US" sz="1800" b="0" i="0" u="none" strike="noStrike" kern="0" cap="none" spc="0" normalizeH="0" baseline="0" noProof="0" dirty="0">
                  <a:ln>
                    <a:noFill/>
                  </a:ln>
                  <a:solidFill>
                    <a:prstClr val="black"/>
                  </a:solidFill>
                  <a:effectLst/>
                  <a:uLnTx/>
                  <a:uFillTx/>
                  <a:latin typeface="Calibri"/>
                  <a:ea typeface="微软雅黑"/>
                  <a:cs typeface="+mn-cs"/>
                </a:rPr>
                <a:t>：</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S</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sym typeface="Wingdings" panose="05000000000000000000" pitchFamily="2" charset="2"/>
                </a:rPr>
                <a:t>D</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9" name="矩形 28">
              <a:extLst>
                <a:ext uri="{FF2B5EF4-FFF2-40B4-BE49-F238E27FC236}">
                  <a16:creationId xmlns:a16="http://schemas.microsoft.com/office/drawing/2014/main" id="{ACA77BCA-5496-6363-B7C3-7EA268942BEA}"/>
                </a:ext>
              </a:extLst>
            </p:cNvPr>
            <p:cNvSpPr/>
            <p:nvPr/>
          </p:nvSpPr>
          <p:spPr>
            <a:xfrm>
              <a:off x="9572607" y="963396"/>
              <a:ext cx="1422779" cy="369331"/>
            </a:xfrm>
            <a:prstGeom prst="rect">
              <a:avLst/>
            </a:prstGeom>
            <a:solidFill>
              <a:srgbClr val="262699"/>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rPr>
                <a:t>MAC:  R2</a:t>
              </a:r>
              <a:r>
                <a:rPr kumimoji="0" lang="en-US" altLang="zh-CN" sz="1600" b="0" i="0" u="none" strike="noStrike" kern="0" cap="none" spc="0" normalizeH="0" baseline="0" noProof="0" dirty="0">
                  <a:ln>
                    <a:noFill/>
                  </a:ln>
                  <a:solidFill>
                    <a:prstClr val="white"/>
                  </a:solidFill>
                  <a:effectLst/>
                  <a:uLnTx/>
                  <a:uFillTx/>
                  <a:latin typeface="Calibri"/>
                  <a:ea typeface="微软雅黑"/>
                  <a:cs typeface="+mn-cs"/>
                  <a:sym typeface="Wingdings" panose="05000000000000000000" pitchFamily="2" charset="2"/>
                </a:rPr>
                <a:t>R3</a:t>
              </a:r>
              <a:endParaRPr kumimoji="0" lang="zh-CN" altLang="en-US" sz="1600" b="0" i="0" u="none" strike="noStrike" kern="0" cap="none" spc="0" normalizeH="0" baseline="0" noProof="0" dirty="0">
                <a:ln>
                  <a:noFill/>
                </a:ln>
                <a:solidFill>
                  <a:prstClr val="white"/>
                </a:solidFill>
                <a:effectLst/>
                <a:uLnTx/>
                <a:uFillTx/>
                <a:latin typeface="Calibri"/>
                <a:ea typeface="微软雅黑"/>
                <a:cs typeface="+mn-cs"/>
              </a:endParaRPr>
            </a:p>
          </p:txBody>
        </p:sp>
        <p:sp>
          <p:nvSpPr>
            <p:cNvPr id="30" name="矩形 29">
              <a:extLst>
                <a:ext uri="{FF2B5EF4-FFF2-40B4-BE49-F238E27FC236}">
                  <a16:creationId xmlns:a16="http://schemas.microsoft.com/office/drawing/2014/main" id="{F64A7A2A-4AE8-1D39-E41A-B31166A29A44}"/>
                </a:ext>
              </a:extLst>
            </p:cNvPr>
            <p:cNvSpPr/>
            <p:nvPr/>
          </p:nvSpPr>
          <p:spPr>
            <a:xfrm>
              <a:off x="10998800" y="960678"/>
              <a:ext cx="1067737" cy="369332"/>
            </a:xfrm>
            <a:prstGeom prst="rect">
              <a:avLst/>
            </a:prstGeom>
            <a:solidFill>
              <a:srgbClr val="FFDE20"/>
            </a:solidFill>
            <a:ln w="12700" cap="flat" cmpd="sng" algn="ctr">
              <a:solidFill>
                <a:srgbClr val="3E409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IP</a:t>
              </a:r>
              <a:r>
                <a:rPr kumimoji="0" lang="zh-CN" altLang="en-US" sz="1800" b="0" i="0" u="none" strike="noStrike" kern="0" cap="none" spc="0" normalizeH="0" baseline="0" noProof="0" dirty="0">
                  <a:ln>
                    <a:noFill/>
                  </a:ln>
                  <a:solidFill>
                    <a:prstClr val="black"/>
                  </a:solidFill>
                  <a:effectLst/>
                  <a:uLnTx/>
                  <a:uFillTx/>
                  <a:latin typeface="Calibri"/>
                  <a:ea typeface="微软雅黑"/>
                  <a:cs typeface="+mn-cs"/>
                </a:rPr>
                <a:t>：</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S</a:t>
              </a: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sym typeface="Wingdings" panose="05000000000000000000" pitchFamily="2" charset="2"/>
                </a:rPr>
                <a:t>D</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1" name="文本框 30">
              <a:extLst>
                <a:ext uri="{FF2B5EF4-FFF2-40B4-BE49-F238E27FC236}">
                  <a16:creationId xmlns:a16="http://schemas.microsoft.com/office/drawing/2014/main" id="{7BB286F1-20CD-4912-4C11-235935E2C797}"/>
                </a:ext>
              </a:extLst>
            </p:cNvPr>
            <p:cNvSpPr txBox="1"/>
            <p:nvPr/>
          </p:nvSpPr>
          <p:spPr>
            <a:xfrm>
              <a:off x="8402321" y="1449342"/>
              <a:ext cx="3664216"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black"/>
                  </a:solidFill>
                  <a:effectLst/>
                  <a:uLnTx/>
                  <a:uFillTx/>
                </a:rPr>
                <a:t>R2</a:t>
              </a:r>
              <a:r>
                <a:rPr kumimoji="0" lang="zh-CN" altLang="en-US" sz="1600" b="1" i="0" u="none" strike="noStrike" kern="0" cap="none" spc="0" normalizeH="0" baseline="0" noProof="0" dirty="0">
                  <a:ln>
                    <a:noFill/>
                  </a:ln>
                  <a:solidFill>
                    <a:prstClr val="black"/>
                  </a:solidFill>
                  <a:effectLst/>
                  <a:uLnTx/>
                  <a:uFillTx/>
                </a:rPr>
                <a:t>：根据</a:t>
              </a:r>
              <a:r>
                <a:rPr kumimoji="0" lang="en-US" altLang="zh-CN" sz="1600" b="1" i="0" u="none" strike="noStrike" kern="0" cap="none" spc="0" normalizeH="0" baseline="0" noProof="0" dirty="0">
                  <a:ln>
                    <a:noFill/>
                  </a:ln>
                  <a:solidFill>
                    <a:prstClr val="black"/>
                  </a:solidFill>
                  <a:effectLst/>
                  <a:uLnTx/>
                  <a:uFillTx/>
                </a:rPr>
                <a:t>D</a:t>
              </a:r>
              <a:r>
                <a:rPr kumimoji="0" lang="zh-CN" altLang="en-US" sz="1600" b="1" i="0" u="none" strike="noStrike" kern="0" cap="none" spc="0" normalizeH="0" baseline="0" noProof="0" dirty="0">
                  <a:ln>
                    <a:noFill/>
                  </a:ln>
                  <a:solidFill>
                    <a:prstClr val="black"/>
                  </a:solidFill>
                  <a:effectLst/>
                  <a:uLnTx/>
                  <a:uFillTx/>
                </a:rPr>
                <a:t>查找转发表，下一跳为</a:t>
              </a:r>
              <a:r>
                <a:rPr kumimoji="0" lang="en-US" altLang="zh-CN" sz="1600" b="1" i="0" u="none" strike="noStrike" kern="0" cap="none" spc="0" normalizeH="0" baseline="0" noProof="0" dirty="0">
                  <a:ln>
                    <a:noFill/>
                  </a:ln>
                  <a:solidFill>
                    <a:prstClr val="black"/>
                  </a:solidFill>
                  <a:effectLst/>
                  <a:uLnTx/>
                  <a:uFillTx/>
                </a:rPr>
                <a:t>R3</a:t>
              </a:r>
              <a:r>
                <a:rPr kumimoji="0" lang="zh-CN" altLang="en-US" sz="1600" b="1" i="0" u="none" strike="noStrike" kern="0" cap="none" spc="0" normalizeH="0" baseline="0" noProof="0" dirty="0">
                  <a:ln>
                    <a:noFill/>
                  </a:ln>
                  <a:solidFill>
                    <a:prstClr val="black"/>
                  </a:solidFill>
                  <a:effectLst/>
                  <a:uLnTx/>
                  <a:uFillTx/>
                </a:rPr>
                <a:t>，通过</a:t>
              </a:r>
              <a:r>
                <a:rPr kumimoji="0" lang="en-US" altLang="zh-CN" sz="1600" b="1" i="0" u="none" strike="noStrike" kern="0" cap="none" spc="0" normalizeH="0" baseline="0" noProof="0" dirty="0">
                  <a:ln>
                    <a:noFill/>
                  </a:ln>
                  <a:solidFill>
                    <a:prstClr val="black"/>
                  </a:solidFill>
                  <a:effectLst/>
                  <a:uLnTx/>
                  <a:uFillTx/>
                </a:rPr>
                <a:t>ARP</a:t>
              </a:r>
              <a:r>
                <a:rPr kumimoji="0" lang="zh-CN" altLang="en-US" sz="1600" b="1" i="0" u="none" strike="noStrike" kern="0" cap="none" spc="0" normalizeH="0" baseline="0" noProof="0" dirty="0">
                  <a:ln>
                    <a:noFill/>
                  </a:ln>
                  <a:solidFill>
                    <a:prstClr val="black"/>
                  </a:solidFill>
                  <a:effectLst/>
                  <a:uLnTx/>
                  <a:uFillTx/>
                </a:rPr>
                <a:t>获得</a:t>
              </a:r>
              <a:r>
                <a:rPr kumimoji="0" lang="en-US" altLang="zh-CN" sz="1600" b="1" i="0" u="none" strike="noStrike" kern="0" cap="none" spc="0" normalizeH="0" baseline="0" noProof="0" dirty="0">
                  <a:ln>
                    <a:noFill/>
                  </a:ln>
                  <a:solidFill>
                    <a:prstClr val="black"/>
                  </a:solidFill>
                  <a:effectLst/>
                  <a:uLnTx/>
                  <a:uFillTx/>
                </a:rPr>
                <a:t>R3</a:t>
              </a:r>
              <a:r>
                <a:rPr kumimoji="0" lang="zh-CN" altLang="en-US" sz="1600" b="1" i="0" u="none" strike="noStrike" kern="0" cap="none" spc="0" normalizeH="0" baseline="0" noProof="0" dirty="0">
                  <a:ln>
                    <a:noFill/>
                  </a:ln>
                  <a:solidFill>
                    <a:prstClr val="black"/>
                  </a:solidFill>
                  <a:effectLst/>
                  <a:uLnTx/>
                  <a:uFillTx/>
                </a:rPr>
                <a:t>的</a:t>
              </a:r>
              <a:r>
                <a:rPr kumimoji="0" lang="en-US" altLang="zh-CN" sz="1600" b="1" i="0" u="none" strike="noStrike" kern="0" cap="none" spc="0" normalizeH="0" baseline="0" noProof="0" dirty="0">
                  <a:ln>
                    <a:noFill/>
                  </a:ln>
                  <a:solidFill>
                    <a:prstClr val="black"/>
                  </a:solidFill>
                  <a:effectLst/>
                  <a:uLnTx/>
                  <a:uFillTx/>
                </a:rPr>
                <a:t>MAC</a:t>
              </a:r>
              <a:r>
                <a:rPr kumimoji="0" lang="zh-CN" altLang="en-US" sz="1600" b="1" i="0" u="none" strike="noStrike" kern="0" cap="none" spc="0" normalizeH="0" baseline="0" noProof="0" dirty="0">
                  <a:ln>
                    <a:noFill/>
                  </a:ln>
                  <a:solidFill>
                    <a:prstClr val="black"/>
                  </a:solidFill>
                  <a:effectLst/>
                  <a:uLnTx/>
                  <a:uFillTx/>
                </a:rPr>
                <a:t>地址，转发给</a:t>
              </a:r>
              <a:r>
                <a:rPr kumimoji="0" lang="en-US" altLang="zh-CN" sz="1600" b="1" i="0" u="none" strike="noStrike" kern="0" cap="none" spc="0" normalizeH="0" baseline="0" noProof="0" dirty="0">
                  <a:ln>
                    <a:noFill/>
                  </a:ln>
                  <a:solidFill>
                    <a:prstClr val="black"/>
                  </a:solidFill>
                  <a:effectLst/>
                  <a:uLnTx/>
                  <a:uFillTx/>
                </a:rPr>
                <a:t>R3</a:t>
              </a:r>
              <a:endParaRPr kumimoji="0" lang="zh-CN" altLang="en-US" sz="1600" b="1" i="0" u="none" strike="noStrike" kern="0" cap="none" spc="0" normalizeH="0" baseline="0" noProof="0" dirty="0">
                <a:ln>
                  <a:noFill/>
                </a:ln>
                <a:solidFill>
                  <a:prstClr val="black"/>
                </a:solidFill>
                <a:effectLst/>
                <a:uLnTx/>
                <a:uFillTx/>
              </a:endParaRPr>
            </a:p>
          </p:txBody>
        </p:sp>
      </p:grpSp>
      <p:sp>
        <p:nvSpPr>
          <p:cNvPr id="32" name="文本框 31">
            <a:extLst>
              <a:ext uri="{FF2B5EF4-FFF2-40B4-BE49-F238E27FC236}">
                <a16:creationId xmlns:a16="http://schemas.microsoft.com/office/drawing/2014/main" id="{DDF79349-421A-7F4D-5A2C-B9351EFF2864}"/>
              </a:ext>
            </a:extLst>
          </p:cNvPr>
          <p:cNvSpPr txBox="1"/>
          <p:nvPr/>
        </p:nvSpPr>
        <p:spPr>
          <a:xfrm>
            <a:off x="10395967" y="5516745"/>
            <a:ext cx="1484702" cy="369332"/>
          </a:xfrm>
          <a:prstGeom prst="rect">
            <a:avLst/>
          </a:prstGeom>
          <a:noFill/>
        </p:spPr>
        <p:txBody>
          <a:bodyPr wrap="none" rtlCol="0">
            <a:spAutoFit/>
          </a:bodyPr>
          <a:lstStyle/>
          <a:p>
            <a:r>
              <a:rPr lang="en-US" altLang="zh-CN" dirty="0">
                <a:hlinkClick r:id="rId5" action="ppaction://hlinksldjump"/>
              </a:rPr>
              <a:t>ARP</a:t>
            </a:r>
            <a:r>
              <a:rPr lang="zh-CN" altLang="en-US" dirty="0">
                <a:hlinkClick r:id="rId5" action="ppaction://hlinksldjump"/>
              </a:rPr>
              <a:t>伪装攻击</a:t>
            </a:r>
            <a:endParaRPr lang="zh-CN" altLang="en-US" dirty="0"/>
          </a:p>
        </p:txBody>
      </p:sp>
    </p:spTree>
    <p:extLst>
      <p:ext uri="{BB962C8B-B14F-4D97-AF65-F5344CB8AC3E}">
        <p14:creationId xmlns:p14="http://schemas.microsoft.com/office/powerpoint/2010/main" val="1181816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fontScale="92500" lnSpcReduction="10000"/>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dirty="0"/>
              <a:t>6.4 </a:t>
            </a:r>
            <a:r>
              <a:rPr lang="zh-CN" altLang="en-US" sz="2400" dirty="0"/>
              <a:t>交换局域网</a:t>
            </a:r>
            <a:endParaRPr lang="en-US" altLang="zh-CN" sz="2400" dirty="0"/>
          </a:p>
          <a:p>
            <a:pPr lvl="1"/>
            <a:r>
              <a:rPr lang="en-US" altLang="zh-CN" sz="2400" dirty="0"/>
              <a:t>MAC</a:t>
            </a:r>
            <a:r>
              <a:rPr lang="zh-CN" altLang="en-US" sz="2400" dirty="0"/>
              <a:t>地址和</a:t>
            </a:r>
            <a:r>
              <a:rPr lang="en-US" altLang="zh-CN" sz="2400" dirty="0"/>
              <a:t>ARP</a:t>
            </a:r>
          </a:p>
          <a:p>
            <a:pPr lvl="1"/>
            <a:r>
              <a:rPr lang="zh-CN" altLang="en-US" sz="2400" b="1" dirty="0">
                <a:solidFill>
                  <a:schemeClr val="accent4"/>
                </a:solidFill>
              </a:rPr>
              <a:t>以太网</a:t>
            </a:r>
            <a:endParaRPr lang="en-US" altLang="zh-CN" sz="2400" b="1" dirty="0">
              <a:solidFill>
                <a:schemeClr val="accent4"/>
              </a:solidFill>
            </a:endParaRPr>
          </a:p>
          <a:p>
            <a:pPr lvl="1"/>
            <a:r>
              <a:rPr lang="zh-CN" altLang="en-US" sz="2400" dirty="0"/>
              <a:t>交换机</a:t>
            </a:r>
            <a:endParaRPr lang="en-US" altLang="zh-CN" sz="2400" dirty="0"/>
          </a:p>
          <a:p>
            <a:pPr lvl="1"/>
            <a:r>
              <a:rPr lang="zh-CN" altLang="en-US" sz="2400" dirty="0"/>
              <a:t>虚拟局域网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1943174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21FFAC-5E9F-11BF-EE28-A24741A64FF1}"/>
              </a:ext>
            </a:extLst>
          </p:cNvPr>
          <p:cNvSpPr>
            <a:spLocks noGrp="1"/>
          </p:cNvSpPr>
          <p:nvPr>
            <p:ph type="title"/>
          </p:nvPr>
        </p:nvSpPr>
        <p:spPr/>
        <p:txBody>
          <a:bodyPr/>
          <a:lstStyle/>
          <a:p>
            <a:r>
              <a:rPr lang="zh-CN" altLang="en-US" dirty="0"/>
              <a:t>以太网</a:t>
            </a:r>
            <a:r>
              <a:rPr lang="en-US" altLang="zh-CN" dirty="0"/>
              <a:t>(Ethernet)</a:t>
            </a:r>
            <a:endParaRPr lang="zh-CN" altLang="en-US" dirty="0"/>
          </a:p>
        </p:txBody>
      </p:sp>
      <p:sp>
        <p:nvSpPr>
          <p:cNvPr id="3" name="内容占位符 2">
            <a:extLst>
              <a:ext uri="{FF2B5EF4-FFF2-40B4-BE49-F238E27FC236}">
                <a16:creationId xmlns:a16="http://schemas.microsoft.com/office/drawing/2014/main" id="{2341FE38-2022-A2B8-5CCB-2EC6FFA04D31}"/>
              </a:ext>
            </a:extLst>
          </p:cNvPr>
          <p:cNvSpPr>
            <a:spLocks noGrp="1"/>
          </p:cNvSpPr>
          <p:nvPr>
            <p:ph idx="1"/>
          </p:nvPr>
        </p:nvSpPr>
        <p:spPr>
          <a:xfrm>
            <a:off x="442913" y="728663"/>
            <a:ext cx="11289710" cy="2700337"/>
          </a:xfrm>
        </p:spPr>
        <p:txBody>
          <a:bodyPr/>
          <a:lstStyle/>
          <a:p>
            <a:pPr marL="0" indent="0">
              <a:buNone/>
            </a:pPr>
            <a:r>
              <a:rPr lang="zh-CN" altLang="en-US" dirty="0"/>
              <a:t>以太网是目前最为广泛使用的局域网技术</a:t>
            </a:r>
          </a:p>
          <a:p>
            <a:r>
              <a:rPr lang="en-US" altLang="zh-CN" dirty="0"/>
              <a:t>1973</a:t>
            </a:r>
            <a:r>
              <a:rPr lang="zh-CN" altLang="en-US" dirty="0"/>
              <a:t>年</a:t>
            </a:r>
            <a:r>
              <a:rPr lang="en-US" altLang="zh-CN" dirty="0"/>
              <a:t>Robert Metcalfe</a:t>
            </a:r>
            <a:r>
              <a:rPr lang="zh-CN" altLang="en-US" dirty="0"/>
              <a:t>在博士论文中描述了其对局域网技术的研究，毕业之后加入</a:t>
            </a:r>
            <a:r>
              <a:rPr lang="en-US" altLang="zh-CN" dirty="0"/>
              <a:t>Xerox</a:t>
            </a:r>
            <a:r>
              <a:rPr lang="zh-CN" altLang="en-US" dirty="0"/>
              <a:t>公司，与同事</a:t>
            </a:r>
            <a:r>
              <a:rPr lang="en-US" altLang="zh-CN" dirty="0"/>
              <a:t>David Boggs</a:t>
            </a:r>
            <a:r>
              <a:rPr lang="zh-CN" altLang="en-US" dirty="0"/>
              <a:t>一起发明了以太网</a:t>
            </a:r>
          </a:p>
          <a:p>
            <a:r>
              <a:rPr lang="en-US" altLang="zh-CN" dirty="0"/>
              <a:t>1980</a:t>
            </a:r>
            <a:r>
              <a:rPr lang="zh-CN" altLang="en-US" dirty="0"/>
              <a:t>年，</a:t>
            </a:r>
            <a:r>
              <a:rPr lang="en-US" altLang="zh-CN" dirty="0"/>
              <a:t>Xerox</a:t>
            </a:r>
            <a:r>
              <a:rPr lang="zh-CN" altLang="en-US" dirty="0"/>
              <a:t>、</a:t>
            </a:r>
            <a:r>
              <a:rPr lang="en-US" altLang="zh-CN" dirty="0"/>
              <a:t>Intel</a:t>
            </a:r>
            <a:r>
              <a:rPr lang="zh-CN" altLang="en-US" dirty="0"/>
              <a:t>、</a:t>
            </a:r>
            <a:r>
              <a:rPr lang="en-US" altLang="zh-CN" dirty="0"/>
              <a:t>DEC</a:t>
            </a:r>
            <a:r>
              <a:rPr lang="zh-CN" altLang="en-US" dirty="0"/>
              <a:t>联合开发以太网的基带版本</a:t>
            </a:r>
            <a:r>
              <a:rPr lang="en-US" altLang="zh-CN" b="1" dirty="0">
                <a:solidFill>
                  <a:schemeClr val="accent4"/>
                </a:solidFill>
              </a:rPr>
              <a:t>DIX</a:t>
            </a:r>
            <a:r>
              <a:rPr lang="zh-CN" altLang="en-US" dirty="0"/>
              <a:t>，并在</a:t>
            </a:r>
            <a:r>
              <a:rPr lang="en-US" altLang="zh-CN" dirty="0"/>
              <a:t>1985</a:t>
            </a:r>
            <a:r>
              <a:rPr lang="zh-CN" altLang="en-US" dirty="0"/>
              <a:t>年发布了以太网的增强版本</a:t>
            </a:r>
            <a:r>
              <a:rPr lang="en-US" altLang="zh-CN" dirty="0"/>
              <a:t>(</a:t>
            </a:r>
            <a:r>
              <a:rPr lang="en-US" altLang="zh-CN" b="1" dirty="0"/>
              <a:t>Ethernet-II</a:t>
            </a:r>
            <a:r>
              <a:rPr lang="en-US" altLang="zh-CN" dirty="0"/>
              <a:t>)</a:t>
            </a:r>
            <a:endParaRPr lang="zh-CN" altLang="en-US" dirty="0"/>
          </a:p>
          <a:p>
            <a:r>
              <a:rPr lang="en-US" altLang="zh-CN" dirty="0"/>
              <a:t>IEEE 802.3</a:t>
            </a:r>
            <a:r>
              <a:rPr lang="zh-CN" altLang="en-US" dirty="0"/>
              <a:t>委员会以以太网为基础，制定了</a:t>
            </a:r>
            <a:r>
              <a:rPr lang="en-US" altLang="zh-CN" b="1" dirty="0">
                <a:solidFill>
                  <a:schemeClr val="accent4"/>
                </a:solidFill>
              </a:rPr>
              <a:t>IEEE 802.3</a:t>
            </a:r>
            <a:r>
              <a:rPr lang="zh-CN" altLang="en-US" dirty="0"/>
              <a:t>局域网规范，两个版本的整体技术一致</a:t>
            </a:r>
            <a:endParaRPr lang="en-US" altLang="zh-CN" dirty="0"/>
          </a:p>
          <a:p>
            <a:endParaRPr lang="zh-CN" altLang="en-US" dirty="0"/>
          </a:p>
        </p:txBody>
      </p:sp>
      <p:pic>
        <p:nvPicPr>
          <p:cNvPr id="4" name="Picture 4" descr="551 metcalfe-enet">
            <a:extLst>
              <a:ext uri="{FF2B5EF4-FFF2-40B4-BE49-F238E27FC236}">
                <a16:creationId xmlns:a16="http://schemas.microsoft.com/office/drawing/2014/main" id="{0BBE0F2F-A64E-FC7F-C707-31DB64B39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00" y="3429000"/>
            <a:ext cx="4089976" cy="2167236"/>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 Box 5">
            <a:extLst>
              <a:ext uri="{FF2B5EF4-FFF2-40B4-BE49-F238E27FC236}">
                <a16:creationId xmlns:a16="http://schemas.microsoft.com/office/drawing/2014/main" id="{F3F50147-74C6-7F32-1085-C0D5E1113387}"/>
              </a:ext>
            </a:extLst>
          </p:cNvPr>
          <p:cNvSpPr txBox="1">
            <a:spLocks noChangeArrowheads="1"/>
          </p:cNvSpPr>
          <p:nvPr/>
        </p:nvSpPr>
        <p:spPr bwMode="auto">
          <a:xfrm>
            <a:off x="843929" y="5596236"/>
            <a:ext cx="2952918" cy="4001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2000" dirty="0">
                <a:latin typeface="+mn-lt"/>
                <a:cs typeface="Arial"/>
              </a:rPr>
              <a:t>Metcalfe’s Ethernet sketch</a:t>
            </a:r>
          </a:p>
        </p:txBody>
      </p:sp>
      <p:sp>
        <p:nvSpPr>
          <p:cNvPr id="7" name="矩形 6">
            <a:extLst>
              <a:ext uri="{FF2B5EF4-FFF2-40B4-BE49-F238E27FC236}">
                <a16:creationId xmlns:a16="http://schemas.microsoft.com/office/drawing/2014/main" id="{46150F48-615B-1303-E0F0-5F19FCA40E87}"/>
              </a:ext>
            </a:extLst>
          </p:cNvPr>
          <p:cNvSpPr/>
          <p:nvPr/>
        </p:nvSpPr>
        <p:spPr>
          <a:xfrm>
            <a:off x="5165783" y="4949905"/>
            <a:ext cx="2453854" cy="923330"/>
          </a:xfrm>
          <a:prstGeom prst="rect">
            <a:avLst/>
          </a:prstGeom>
        </p:spPr>
        <p:txBody>
          <a:bodyPr wrap="square">
            <a:spAutoFit/>
          </a:bodyPr>
          <a:lstStyle/>
          <a:p>
            <a:r>
              <a:rPr lang="en-US" altLang="zh-CN" dirty="0"/>
              <a:t>1983</a:t>
            </a:r>
            <a:r>
              <a:rPr lang="zh-CN" altLang="en-US" dirty="0"/>
              <a:t>年的</a:t>
            </a:r>
            <a:r>
              <a:rPr lang="en-US" altLang="zh-CN" b="1" dirty="0">
                <a:solidFill>
                  <a:schemeClr val="accent4"/>
                </a:solidFill>
              </a:rPr>
              <a:t>10Base5</a:t>
            </a:r>
            <a:r>
              <a:rPr lang="zh-CN" altLang="en-US" dirty="0"/>
              <a:t>采用粗同轴电缆。每个网段覆盖范围最多</a:t>
            </a:r>
            <a:r>
              <a:rPr lang="en-US" altLang="zh-CN" dirty="0"/>
              <a:t>500</a:t>
            </a:r>
            <a:r>
              <a:rPr lang="zh-CN" altLang="en-US" dirty="0"/>
              <a:t>米</a:t>
            </a:r>
          </a:p>
        </p:txBody>
      </p:sp>
      <p:pic>
        <p:nvPicPr>
          <p:cNvPr id="8" name="图片 7">
            <a:extLst>
              <a:ext uri="{FF2B5EF4-FFF2-40B4-BE49-F238E27FC236}">
                <a16:creationId xmlns:a16="http://schemas.microsoft.com/office/drawing/2014/main" id="{FC333F18-579D-497C-F445-78231D188FB4}"/>
              </a:ext>
            </a:extLst>
          </p:cNvPr>
          <p:cNvPicPr>
            <a:picLocks noChangeAspect="1"/>
          </p:cNvPicPr>
          <p:nvPr/>
        </p:nvPicPr>
        <p:blipFill>
          <a:blip r:embed="rId4"/>
          <a:stretch>
            <a:fillRect/>
          </a:stretch>
        </p:blipFill>
        <p:spPr>
          <a:xfrm>
            <a:off x="5619298" y="3477787"/>
            <a:ext cx="1364235" cy="1331559"/>
          </a:xfrm>
          <a:prstGeom prst="rect">
            <a:avLst/>
          </a:prstGeom>
        </p:spPr>
      </p:pic>
      <p:pic>
        <p:nvPicPr>
          <p:cNvPr id="9" name="图片 8">
            <a:extLst>
              <a:ext uri="{FF2B5EF4-FFF2-40B4-BE49-F238E27FC236}">
                <a16:creationId xmlns:a16="http://schemas.microsoft.com/office/drawing/2014/main" id="{097BAC22-4DEE-E9F4-26C0-018F0121AAB4}"/>
              </a:ext>
            </a:extLst>
          </p:cNvPr>
          <p:cNvPicPr>
            <a:picLocks noChangeAspect="1"/>
          </p:cNvPicPr>
          <p:nvPr/>
        </p:nvPicPr>
        <p:blipFill>
          <a:blip r:embed="rId5"/>
          <a:stretch>
            <a:fillRect/>
          </a:stretch>
        </p:blipFill>
        <p:spPr>
          <a:xfrm>
            <a:off x="8237455" y="3429000"/>
            <a:ext cx="2539979" cy="1333616"/>
          </a:xfrm>
          <a:prstGeom prst="rect">
            <a:avLst/>
          </a:prstGeom>
        </p:spPr>
      </p:pic>
      <p:sp>
        <p:nvSpPr>
          <p:cNvPr id="10" name="矩形 9">
            <a:extLst>
              <a:ext uri="{FF2B5EF4-FFF2-40B4-BE49-F238E27FC236}">
                <a16:creationId xmlns:a16="http://schemas.microsoft.com/office/drawing/2014/main" id="{992F7DCE-2ECF-7DDD-3E44-B00C5F634E80}"/>
              </a:ext>
            </a:extLst>
          </p:cNvPr>
          <p:cNvSpPr/>
          <p:nvPr/>
        </p:nvSpPr>
        <p:spPr>
          <a:xfrm>
            <a:off x="8383131" y="4929008"/>
            <a:ext cx="2453854" cy="1200329"/>
          </a:xfrm>
          <a:prstGeom prst="rect">
            <a:avLst/>
          </a:prstGeom>
        </p:spPr>
        <p:txBody>
          <a:bodyPr wrap="square">
            <a:spAutoFit/>
          </a:bodyPr>
          <a:lstStyle/>
          <a:p>
            <a:r>
              <a:rPr lang="en-US" altLang="zh-CN" dirty="0"/>
              <a:t>1985</a:t>
            </a:r>
            <a:r>
              <a:rPr lang="zh-CN" altLang="en-US" dirty="0"/>
              <a:t>年的</a:t>
            </a:r>
            <a:r>
              <a:rPr lang="en-US" altLang="zh-CN" b="1" dirty="0">
                <a:solidFill>
                  <a:schemeClr val="accent4"/>
                </a:solidFill>
              </a:rPr>
              <a:t>10Base2</a:t>
            </a:r>
            <a:r>
              <a:rPr lang="zh-CN" altLang="en-US" dirty="0"/>
              <a:t>采用细同轴电缆，通过</a:t>
            </a:r>
            <a:r>
              <a:rPr lang="en-US" altLang="zh-CN" dirty="0"/>
              <a:t>T</a:t>
            </a:r>
            <a:r>
              <a:rPr lang="zh-CN" altLang="en-US" dirty="0"/>
              <a:t>型连接头连接。每个网段覆盖范围最多</a:t>
            </a:r>
            <a:r>
              <a:rPr lang="en-US" altLang="zh-CN" dirty="0"/>
              <a:t>200</a:t>
            </a:r>
            <a:r>
              <a:rPr lang="zh-CN" altLang="en-US" dirty="0"/>
              <a:t>米</a:t>
            </a:r>
          </a:p>
        </p:txBody>
      </p:sp>
    </p:spTree>
    <p:extLst>
      <p:ext uri="{BB962C8B-B14F-4D97-AF65-F5344CB8AC3E}">
        <p14:creationId xmlns:p14="http://schemas.microsoft.com/office/powerpoint/2010/main" val="1798279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7DA950-1157-783A-888D-0A73638DB4AA}"/>
              </a:ext>
            </a:extLst>
          </p:cNvPr>
          <p:cNvSpPr>
            <a:spLocks noGrp="1"/>
          </p:cNvSpPr>
          <p:nvPr>
            <p:ph type="title"/>
          </p:nvPr>
        </p:nvSpPr>
        <p:spPr/>
        <p:txBody>
          <a:bodyPr/>
          <a:lstStyle/>
          <a:p>
            <a:r>
              <a:rPr lang="zh-CN" altLang="en-US" dirty="0"/>
              <a:t>以太网</a:t>
            </a:r>
            <a:r>
              <a:rPr lang="en-US" altLang="zh-CN" dirty="0"/>
              <a:t>: </a:t>
            </a:r>
            <a:r>
              <a:rPr lang="zh-CN" altLang="en-US" dirty="0"/>
              <a:t>转发器和集线器</a:t>
            </a:r>
          </a:p>
        </p:txBody>
      </p:sp>
      <p:sp>
        <p:nvSpPr>
          <p:cNvPr id="3" name="内容占位符 2">
            <a:extLst>
              <a:ext uri="{FF2B5EF4-FFF2-40B4-BE49-F238E27FC236}">
                <a16:creationId xmlns:a16="http://schemas.microsoft.com/office/drawing/2014/main" id="{1A5631D9-057E-8965-CEB6-24C76B3AA13D}"/>
              </a:ext>
            </a:extLst>
          </p:cNvPr>
          <p:cNvSpPr>
            <a:spLocks noGrp="1"/>
          </p:cNvSpPr>
          <p:nvPr>
            <p:ph idx="1"/>
          </p:nvPr>
        </p:nvSpPr>
        <p:spPr>
          <a:xfrm>
            <a:off x="442913" y="728663"/>
            <a:ext cx="11289710" cy="2176546"/>
          </a:xfrm>
        </p:spPr>
        <p:txBody>
          <a:bodyPr>
            <a:normAutofit lnSpcReduction="10000"/>
          </a:bodyPr>
          <a:lstStyle/>
          <a:p>
            <a:r>
              <a:rPr lang="en-US" altLang="zh-CN" sz="1800" dirty="0"/>
              <a:t>1991</a:t>
            </a:r>
            <a:r>
              <a:rPr lang="zh-CN" altLang="en-US" sz="1800" dirty="0"/>
              <a:t>年的</a:t>
            </a:r>
            <a:r>
              <a:rPr lang="en-US" altLang="zh-CN" sz="1800" b="1" dirty="0">
                <a:solidFill>
                  <a:schemeClr val="accent4"/>
                </a:solidFill>
              </a:rPr>
              <a:t>10BaseT</a:t>
            </a:r>
            <a:r>
              <a:rPr lang="zh-CN" altLang="en-US" sz="1800" dirty="0"/>
              <a:t>引入集线器</a:t>
            </a:r>
            <a:r>
              <a:rPr lang="en-US" altLang="zh-CN" sz="1800" dirty="0"/>
              <a:t>(Hub)</a:t>
            </a:r>
            <a:r>
              <a:rPr lang="zh-CN" altLang="en-US" sz="1800" dirty="0"/>
              <a:t>，节点通过双绞线与集线器连接，组成星形拓扑结构</a:t>
            </a:r>
            <a:endParaRPr lang="en-US" altLang="zh-CN" sz="1800" dirty="0"/>
          </a:p>
          <a:p>
            <a:pPr lvl="1"/>
            <a:r>
              <a:rPr lang="zh-CN" altLang="en-US" dirty="0"/>
              <a:t>节点与</a:t>
            </a:r>
            <a:r>
              <a:rPr lang="en-US" altLang="zh-CN" dirty="0"/>
              <a:t>Hub</a:t>
            </a:r>
            <a:r>
              <a:rPr lang="zh-CN" altLang="en-US" dirty="0"/>
              <a:t>之间覆盖的距离最多</a:t>
            </a:r>
            <a:r>
              <a:rPr lang="en-US" altLang="zh-CN" dirty="0"/>
              <a:t>100</a:t>
            </a:r>
            <a:r>
              <a:rPr lang="zh-CN" altLang="en-US" dirty="0"/>
              <a:t>米</a:t>
            </a:r>
          </a:p>
          <a:p>
            <a:r>
              <a:rPr lang="zh-CN" altLang="en-US" sz="1800" dirty="0"/>
              <a:t>为了覆盖更远的距离：</a:t>
            </a:r>
            <a:r>
              <a:rPr lang="en-US" altLang="zh-CN" sz="1800" dirty="0"/>
              <a:t>Repeater = Hub</a:t>
            </a:r>
          </a:p>
          <a:p>
            <a:pPr lvl="1"/>
            <a:r>
              <a:rPr lang="en-US" altLang="zh-CN" dirty="0"/>
              <a:t>10Base5</a:t>
            </a:r>
            <a:r>
              <a:rPr lang="zh-CN" altLang="en-US" dirty="0"/>
              <a:t>和</a:t>
            </a:r>
            <a:r>
              <a:rPr lang="en-US" altLang="zh-CN" dirty="0"/>
              <a:t>10Base2</a:t>
            </a:r>
            <a:r>
              <a:rPr lang="zh-CN" altLang="en-US" dirty="0"/>
              <a:t>引入了中继器</a:t>
            </a:r>
            <a:r>
              <a:rPr lang="en-US" altLang="zh-CN" dirty="0"/>
              <a:t>/</a:t>
            </a:r>
            <a:r>
              <a:rPr lang="zh-CN" altLang="en-US" dirty="0"/>
              <a:t>转发器</a:t>
            </a:r>
            <a:r>
              <a:rPr lang="en-US" altLang="zh-CN" dirty="0"/>
              <a:t>(Repeater)</a:t>
            </a:r>
            <a:r>
              <a:rPr lang="zh-CN" altLang="en-US" dirty="0"/>
              <a:t>：将两个网段通过转发器连接</a:t>
            </a:r>
            <a:endParaRPr lang="en-US" altLang="zh-CN" dirty="0"/>
          </a:p>
          <a:p>
            <a:pPr lvl="1"/>
            <a:r>
              <a:rPr lang="en-US" altLang="zh-CN" dirty="0"/>
              <a:t>10BaseT</a:t>
            </a:r>
            <a:r>
              <a:rPr lang="zh-CN" altLang="en-US" dirty="0"/>
              <a:t>的集线器可以与另一个集线器级联，组成层次</a:t>
            </a:r>
            <a:r>
              <a:rPr lang="zh-CN" altLang="en-US" sz="1800" dirty="0"/>
              <a:t>星形拓扑结构</a:t>
            </a:r>
            <a:endParaRPr lang="en-US" altLang="zh-CN" sz="1800" dirty="0"/>
          </a:p>
          <a:p>
            <a:pPr lvl="1"/>
            <a:r>
              <a:rPr lang="en-US" altLang="zh-CN" sz="1800" dirty="0"/>
              <a:t>Hub: </a:t>
            </a:r>
            <a:r>
              <a:rPr lang="zh-CN" altLang="en-US" sz="1800" dirty="0"/>
              <a:t>多端口的</a:t>
            </a:r>
            <a:r>
              <a:rPr lang="en-US" altLang="zh-CN" sz="1800" dirty="0"/>
              <a:t>Repeater</a:t>
            </a:r>
            <a:endParaRPr lang="zh-CN" altLang="en-US" dirty="0"/>
          </a:p>
        </p:txBody>
      </p:sp>
      <p:grpSp>
        <p:nvGrpSpPr>
          <p:cNvPr id="1051" name="组合 1050">
            <a:extLst>
              <a:ext uri="{FF2B5EF4-FFF2-40B4-BE49-F238E27FC236}">
                <a16:creationId xmlns:a16="http://schemas.microsoft.com/office/drawing/2014/main" id="{30C9805D-391D-7A2A-7A79-0992B2F522FB}"/>
              </a:ext>
            </a:extLst>
          </p:cNvPr>
          <p:cNvGrpSpPr/>
          <p:nvPr/>
        </p:nvGrpSpPr>
        <p:grpSpPr>
          <a:xfrm>
            <a:off x="3363776" y="3652459"/>
            <a:ext cx="2502340" cy="1996284"/>
            <a:chOff x="2468443" y="3290290"/>
            <a:chExt cx="2502340" cy="1996284"/>
          </a:xfrm>
        </p:grpSpPr>
        <p:grpSp>
          <p:nvGrpSpPr>
            <p:cNvPr id="93" name="组合 92">
              <a:extLst>
                <a:ext uri="{FF2B5EF4-FFF2-40B4-BE49-F238E27FC236}">
                  <a16:creationId xmlns:a16="http://schemas.microsoft.com/office/drawing/2014/main" id="{A02A7589-C72D-051E-5D12-64BFC99AD47E}"/>
                </a:ext>
              </a:extLst>
            </p:cNvPr>
            <p:cNvGrpSpPr/>
            <p:nvPr/>
          </p:nvGrpSpPr>
          <p:grpSpPr>
            <a:xfrm>
              <a:off x="2468443" y="3290290"/>
              <a:ext cx="2502340" cy="1601398"/>
              <a:chOff x="5879416" y="2264571"/>
              <a:chExt cx="2502340" cy="1601398"/>
            </a:xfrm>
          </p:grpSpPr>
          <p:cxnSp>
            <p:nvCxnSpPr>
              <p:cNvPr id="37" name="Straight Connector 96">
                <a:extLst>
                  <a:ext uri="{FF2B5EF4-FFF2-40B4-BE49-F238E27FC236}">
                    <a16:creationId xmlns:a16="http://schemas.microsoft.com/office/drawing/2014/main" id="{FC0C2C8D-9AC4-4C15-3109-FD226F9EC538}"/>
                  </a:ext>
                </a:extLst>
              </p:cNvPr>
              <p:cNvCxnSpPr>
                <a:cxnSpLocks/>
                <a:stCxn id="83" idx="2"/>
              </p:cNvCxnSpPr>
              <p:nvPr/>
            </p:nvCxnSpPr>
            <p:spPr>
              <a:xfrm>
                <a:off x="7234713" y="2663262"/>
                <a:ext cx="892933" cy="5915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 Box 42">
                <a:extLst>
                  <a:ext uri="{FF2B5EF4-FFF2-40B4-BE49-F238E27FC236}">
                    <a16:creationId xmlns:a16="http://schemas.microsoft.com/office/drawing/2014/main" id="{55559F48-3FB1-93F4-1A98-9063B252B589}"/>
                  </a:ext>
                </a:extLst>
              </p:cNvPr>
              <p:cNvSpPr txBox="1">
                <a:spLocks noChangeArrowheads="1"/>
              </p:cNvSpPr>
              <p:nvPr/>
            </p:nvSpPr>
            <p:spPr bwMode="auto">
              <a:xfrm>
                <a:off x="6075569" y="2264571"/>
                <a:ext cx="153638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400" i="0" dirty="0">
                    <a:solidFill>
                      <a:srgbClr val="CC0000"/>
                    </a:solidFill>
                    <a:latin typeface="+mn-lt"/>
                    <a:cs typeface="Arial" charset="0"/>
                  </a:rPr>
                  <a:t>Hub</a:t>
                </a:r>
                <a:endParaRPr lang="en-US" sz="2400" i="0" dirty="0">
                  <a:solidFill>
                    <a:srgbClr val="CC0000"/>
                  </a:solidFill>
                  <a:latin typeface="+mn-lt"/>
                  <a:cs typeface="Arial" charset="0"/>
                </a:endParaRPr>
              </a:p>
            </p:txBody>
          </p:sp>
          <p:sp>
            <p:nvSpPr>
              <p:cNvPr id="43" name="Rectangle 37">
                <a:extLst>
                  <a:ext uri="{FF2B5EF4-FFF2-40B4-BE49-F238E27FC236}">
                    <a16:creationId xmlns:a16="http://schemas.microsoft.com/office/drawing/2014/main" id="{005CA3F8-FCA4-9397-123B-2AD666539F5C}"/>
                  </a:ext>
                </a:extLst>
              </p:cNvPr>
              <p:cNvSpPr>
                <a:spLocks noChangeArrowheads="1"/>
              </p:cNvSpPr>
              <p:nvPr/>
            </p:nvSpPr>
            <p:spPr bwMode="auto">
              <a:xfrm rot="10800000">
                <a:off x="7273144" y="312048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44" name="Group 49">
                <a:extLst>
                  <a:ext uri="{FF2B5EF4-FFF2-40B4-BE49-F238E27FC236}">
                    <a16:creationId xmlns:a16="http://schemas.microsoft.com/office/drawing/2014/main" id="{45F70B2E-4E96-669E-04A0-1D7719C747C5}"/>
                  </a:ext>
                </a:extLst>
              </p:cNvPr>
              <p:cNvGrpSpPr>
                <a:grpSpLocks/>
              </p:cNvGrpSpPr>
              <p:nvPr/>
            </p:nvGrpSpPr>
            <p:grpSpPr bwMode="auto">
              <a:xfrm>
                <a:off x="6749135" y="3210805"/>
                <a:ext cx="768201" cy="646029"/>
                <a:chOff x="-44" y="1473"/>
                <a:chExt cx="981" cy="1105"/>
              </a:xfrm>
            </p:grpSpPr>
            <p:pic>
              <p:nvPicPr>
                <p:cNvPr id="57" name="Picture 50" descr="desktop_computer_stylized_medium">
                  <a:extLst>
                    <a:ext uri="{FF2B5EF4-FFF2-40B4-BE49-F238E27FC236}">
                      <a16:creationId xmlns:a16="http://schemas.microsoft.com/office/drawing/2014/main" id="{B0BAADD2-495D-10C0-DBE6-12C52337A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8" name="Freeform 51">
                  <a:extLst>
                    <a:ext uri="{FF2B5EF4-FFF2-40B4-BE49-F238E27FC236}">
                      <a16:creationId xmlns:a16="http://schemas.microsoft.com/office/drawing/2014/main" id="{AA5E6A3B-8232-6FAB-58E1-87AF283188A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74" name="Rectangle 37">
                <a:extLst>
                  <a:ext uri="{FF2B5EF4-FFF2-40B4-BE49-F238E27FC236}">
                    <a16:creationId xmlns:a16="http://schemas.microsoft.com/office/drawing/2014/main" id="{2FE0B63E-D3F0-2FB6-1C51-C07146AD86FB}"/>
                  </a:ext>
                </a:extLst>
              </p:cNvPr>
              <p:cNvSpPr>
                <a:spLocks noChangeArrowheads="1"/>
              </p:cNvSpPr>
              <p:nvPr/>
            </p:nvSpPr>
            <p:spPr bwMode="auto">
              <a:xfrm rot="7151831">
                <a:off x="8107747" y="3129615"/>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75" name="Group 49">
                <a:extLst>
                  <a:ext uri="{FF2B5EF4-FFF2-40B4-BE49-F238E27FC236}">
                    <a16:creationId xmlns:a16="http://schemas.microsoft.com/office/drawing/2014/main" id="{097BD253-4145-DCF4-ED68-34092B238C17}"/>
                  </a:ext>
                </a:extLst>
              </p:cNvPr>
              <p:cNvGrpSpPr>
                <a:grpSpLocks/>
              </p:cNvGrpSpPr>
              <p:nvPr/>
            </p:nvGrpSpPr>
            <p:grpSpPr bwMode="auto">
              <a:xfrm>
                <a:off x="7613555" y="3219940"/>
                <a:ext cx="768201" cy="646029"/>
                <a:chOff x="-44" y="1473"/>
                <a:chExt cx="981" cy="1105"/>
              </a:xfrm>
            </p:grpSpPr>
            <p:pic>
              <p:nvPicPr>
                <p:cNvPr id="76" name="Picture 50" descr="desktop_computer_stylized_medium">
                  <a:extLst>
                    <a:ext uri="{FF2B5EF4-FFF2-40B4-BE49-F238E27FC236}">
                      <a16:creationId xmlns:a16="http://schemas.microsoft.com/office/drawing/2014/main" id="{4A3ECE0C-C9AE-5BF3-CB7C-91B83A75D6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7" name="Freeform 51">
                  <a:extLst>
                    <a:ext uri="{FF2B5EF4-FFF2-40B4-BE49-F238E27FC236}">
                      <a16:creationId xmlns:a16="http://schemas.microsoft.com/office/drawing/2014/main" id="{857B8AEC-9178-5792-EF3C-D93F790BC39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78" name="Rectangle 37">
                <a:extLst>
                  <a:ext uri="{FF2B5EF4-FFF2-40B4-BE49-F238E27FC236}">
                    <a16:creationId xmlns:a16="http://schemas.microsoft.com/office/drawing/2014/main" id="{7214A938-AEDC-73F9-CDB2-9B66EF6A8662}"/>
                  </a:ext>
                </a:extLst>
              </p:cNvPr>
              <p:cNvSpPr>
                <a:spLocks noChangeArrowheads="1"/>
              </p:cNvSpPr>
              <p:nvPr/>
            </p:nvSpPr>
            <p:spPr bwMode="auto">
              <a:xfrm rot="13689202">
                <a:off x="6373608" y="31146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79" name="Group 49">
                <a:extLst>
                  <a:ext uri="{FF2B5EF4-FFF2-40B4-BE49-F238E27FC236}">
                    <a16:creationId xmlns:a16="http://schemas.microsoft.com/office/drawing/2014/main" id="{FCF60B0D-52D4-F29B-3593-97E5F544DFB7}"/>
                  </a:ext>
                </a:extLst>
              </p:cNvPr>
              <p:cNvGrpSpPr>
                <a:grpSpLocks/>
              </p:cNvGrpSpPr>
              <p:nvPr/>
            </p:nvGrpSpPr>
            <p:grpSpPr bwMode="auto">
              <a:xfrm>
                <a:off x="5879416" y="3205015"/>
                <a:ext cx="768201" cy="646029"/>
                <a:chOff x="-44" y="1473"/>
                <a:chExt cx="981" cy="1105"/>
              </a:xfrm>
            </p:grpSpPr>
            <p:pic>
              <p:nvPicPr>
                <p:cNvPr id="80" name="Picture 50" descr="desktop_computer_stylized_medium">
                  <a:extLst>
                    <a:ext uri="{FF2B5EF4-FFF2-40B4-BE49-F238E27FC236}">
                      <a16:creationId xmlns:a16="http://schemas.microsoft.com/office/drawing/2014/main" id="{A33F8137-883C-391C-70DC-659EF36CE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1" name="Freeform 51">
                  <a:extLst>
                    <a:ext uri="{FF2B5EF4-FFF2-40B4-BE49-F238E27FC236}">
                      <a16:creationId xmlns:a16="http://schemas.microsoft.com/office/drawing/2014/main" id="{83866537-3198-8A64-1441-88D0F5FF05B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pic>
            <p:nvPicPr>
              <p:cNvPr id="83" name="图片 82">
                <a:extLst>
                  <a:ext uri="{FF2B5EF4-FFF2-40B4-BE49-F238E27FC236}">
                    <a16:creationId xmlns:a16="http://schemas.microsoft.com/office/drawing/2014/main" id="{5ABBABE0-119E-CFF9-9241-D23F3DFE26CE}"/>
                  </a:ext>
                </a:extLst>
              </p:cNvPr>
              <p:cNvPicPr>
                <a:picLocks noChangeAspect="1"/>
              </p:cNvPicPr>
              <p:nvPr/>
            </p:nvPicPr>
            <p:blipFill>
              <a:blip r:embed="rId3" cstate="print"/>
              <a:stretch>
                <a:fillRect/>
              </a:stretch>
            </p:blipFill>
            <p:spPr>
              <a:xfrm>
                <a:off x="6803496" y="2347608"/>
                <a:ext cx="862433" cy="315654"/>
              </a:xfrm>
              <a:prstGeom prst="rect">
                <a:avLst/>
              </a:prstGeom>
            </p:spPr>
          </p:pic>
          <p:cxnSp>
            <p:nvCxnSpPr>
              <p:cNvPr id="87" name="Straight Connector 96">
                <a:extLst>
                  <a:ext uri="{FF2B5EF4-FFF2-40B4-BE49-F238E27FC236}">
                    <a16:creationId xmlns:a16="http://schemas.microsoft.com/office/drawing/2014/main" id="{4D6E96F1-4A73-544C-CF38-06D73FCAD302}"/>
                  </a:ext>
                </a:extLst>
              </p:cNvPr>
              <p:cNvCxnSpPr>
                <a:cxnSpLocks/>
              </p:cNvCxnSpPr>
              <p:nvPr/>
            </p:nvCxnSpPr>
            <p:spPr>
              <a:xfrm>
                <a:off x="7264530" y="2663262"/>
                <a:ext cx="66402" cy="5756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96">
                <a:extLst>
                  <a:ext uri="{FF2B5EF4-FFF2-40B4-BE49-F238E27FC236}">
                    <a16:creationId xmlns:a16="http://schemas.microsoft.com/office/drawing/2014/main" id="{9000ACA6-05DE-A3D9-C70F-DA21F3A9C0B5}"/>
                  </a:ext>
                </a:extLst>
              </p:cNvPr>
              <p:cNvCxnSpPr>
                <a:cxnSpLocks/>
                <a:stCxn id="83" idx="2"/>
              </p:cNvCxnSpPr>
              <p:nvPr/>
            </p:nvCxnSpPr>
            <p:spPr>
              <a:xfrm flipH="1">
                <a:off x="6436204" y="2663262"/>
                <a:ext cx="798509" cy="588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文本框 94">
              <a:extLst>
                <a:ext uri="{FF2B5EF4-FFF2-40B4-BE49-F238E27FC236}">
                  <a16:creationId xmlns:a16="http://schemas.microsoft.com/office/drawing/2014/main" id="{CE2F3D17-8E56-A94E-3A02-0A84C04172B9}"/>
                </a:ext>
              </a:extLst>
            </p:cNvPr>
            <p:cNvSpPr txBox="1"/>
            <p:nvPr/>
          </p:nvSpPr>
          <p:spPr>
            <a:xfrm>
              <a:off x="3142523" y="4917242"/>
              <a:ext cx="1704749" cy="369332"/>
            </a:xfrm>
            <a:prstGeom prst="rect">
              <a:avLst/>
            </a:prstGeom>
            <a:noFill/>
          </p:spPr>
          <p:txBody>
            <a:bodyPr wrap="square">
              <a:spAutoFit/>
            </a:bodyPr>
            <a:lstStyle/>
            <a:p>
              <a:r>
                <a:rPr lang="zh-CN" altLang="en-US" dirty="0"/>
                <a:t>星形拓扑结构</a:t>
              </a:r>
            </a:p>
          </p:txBody>
        </p:sp>
      </p:grpSp>
      <p:sp>
        <p:nvSpPr>
          <p:cNvPr id="96" name="文本框 95">
            <a:extLst>
              <a:ext uri="{FF2B5EF4-FFF2-40B4-BE49-F238E27FC236}">
                <a16:creationId xmlns:a16="http://schemas.microsoft.com/office/drawing/2014/main" id="{42F96293-59BB-51BA-77E6-F81FA888C1D2}"/>
              </a:ext>
            </a:extLst>
          </p:cNvPr>
          <p:cNvSpPr txBox="1"/>
          <p:nvPr/>
        </p:nvSpPr>
        <p:spPr>
          <a:xfrm>
            <a:off x="733600" y="5443268"/>
            <a:ext cx="1704749" cy="369332"/>
          </a:xfrm>
          <a:prstGeom prst="rect">
            <a:avLst/>
          </a:prstGeom>
          <a:noFill/>
        </p:spPr>
        <p:txBody>
          <a:bodyPr wrap="square">
            <a:spAutoFit/>
          </a:bodyPr>
          <a:lstStyle/>
          <a:p>
            <a:r>
              <a:rPr lang="zh-CN" altLang="en-US" dirty="0"/>
              <a:t>总线拓扑结构</a:t>
            </a:r>
          </a:p>
        </p:txBody>
      </p:sp>
      <p:grpSp>
        <p:nvGrpSpPr>
          <p:cNvPr id="100" name="组合 99">
            <a:extLst>
              <a:ext uri="{FF2B5EF4-FFF2-40B4-BE49-F238E27FC236}">
                <a16:creationId xmlns:a16="http://schemas.microsoft.com/office/drawing/2014/main" id="{C7399BA1-0D0F-747E-A597-1D4F0BAF8B93}"/>
              </a:ext>
            </a:extLst>
          </p:cNvPr>
          <p:cNvGrpSpPr/>
          <p:nvPr/>
        </p:nvGrpSpPr>
        <p:grpSpPr>
          <a:xfrm>
            <a:off x="243296" y="3453583"/>
            <a:ext cx="2313967" cy="1846669"/>
            <a:chOff x="1366716" y="1358584"/>
            <a:chExt cx="2313967" cy="1846669"/>
          </a:xfrm>
        </p:grpSpPr>
        <p:grpSp>
          <p:nvGrpSpPr>
            <p:cNvPr id="34" name="组合 33">
              <a:extLst>
                <a:ext uri="{FF2B5EF4-FFF2-40B4-BE49-F238E27FC236}">
                  <a16:creationId xmlns:a16="http://schemas.microsoft.com/office/drawing/2014/main" id="{2225FC2F-736A-AE04-AF61-B3E004CFD050}"/>
                </a:ext>
              </a:extLst>
            </p:cNvPr>
            <p:cNvGrpSpPr/>
            <p:nvPr/>
          </p:nvGrpSpPr>
          <p:grpSpPr>
            <a:xfrm>
              <a:off x="1686430" y="1358584"/>
              <a:ext cx="1994253" cy="1719437"/>
              <a:chOff x="3337407" y="3937346"/>
              <a:chExt cx="1994253" cy="1719437"/>
            </a:xfrm>
          </p:grpSpPr>
          <p:sp>
            <p:nvSpPr>
              <p:cNvPr id="6" name="Line 32">
                <a:extLst>
                  <a:ext uri="{FF2B5EF4-FFF2-40B4-BE49-F238E27FC236}">
                    <a16:creationId xmlns:a16="http://schemas.microsoft.com/office/drawing/2014/main" id="{DD5C7DFA-1A4B-96B1-A127-C4C879708002}"/>
                  </a:ext>
                </a:extLst>
              </p:cNvPr>
              <p:cNvSpPr>
                <a:spLocks noChangeShapeType="1"/>
              </p:cNvSpPr>
              <p:nvPr/>
            </p:nvSpPr>
            <p:spPr bwMode="auto">
              <a:xfrm flipH="1">
                <a:off x="4019150" y="4343745"/>
                <a:ext cx="616233" cy="12017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7" name="Group 74">
                <a:extLst>
                  <a:ext uri="{FF2B5EF4-FFF2-40B4-BE49-F238E27FC236}">
                    <a16:creationId xmlns:a16="http://schemas.microsoft.com/office/drawing/2014/main" id="{B91D6CB5-3D5D-6DEB-9C5A-71B72EC970D4}"/>
                  </a:ext>
                </a:extLst>
              </p:cNvPr>
              <p:cNvGrpSpPr/>
              <p:nvPr/>
            </p:nvGrpSpPr>
            <p:grpSpPr>
              <a:xfrm>
                <a:off x="4166894" y="4287302"/>
                <a:ext cx="468488" cy="103894"/>
                <a:chOff x="3160889" y="5723468"/>
                <a:chExt cx="468488" cy="103894"/>
              </a:xfrm>
            </p:grpSpPr>
            <p:sp>
              <p:nvSpPr>
                <p:cNvPr id="8" name="Rectangle 37">
                  <a:extLst>
                    <a:ext uri="{FF2B5EF4-FFF2-40B4-BE49-F238E27FC236}">
                      <a16:creationId xmlns:a16="http://schemas.microsoft.com/office/drawing/2014/main" id="{023B1BD0-1D9F-7B83-E377-40AE28EC3E72}"/>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9" name="Straight Connector 5">
                  <a:extLst>
                    <a:ext uri="{FF2B5EF4-FFF2-40B4-BE49-F238E27FC236}">
                      <a16:creationId xmlns:a16="http://schemas.microsoft.com/office/drawing/2014/main" id="{5B4E78CD-E884-07E2-69F7-B2C8C0D72B8A}"/>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79">
                <a:extLst>
                  <a:ext uri="{FF2B5EF4-FFF2-40B4-BE49-F238E27FC236}">
                    <a16:creationId xmlns:a16="http://schemas.microsoft.com/office/drawing/2014/main" id="{F3E7139A-2B01-4447-DC6C-F3F330785B82}"/>
                  </a:ext>
                </a:extLst>
              </p:cNvPr>
              <p:cNvGrpSpPr/>
              <p:nvPr/>
            </p:nvGrpSpPr>
            <p:grpSpPr>
              <a:xfrm>
                <a:off x="3867737" y="4868680"/>
                <a:ext cx="468488" cy="103894"/>
                <a:chOff x="3160889" y="5723468"/>
                <a:chExt cx="468488" cy="103894"/>
              </a:xfrm>
            </p:grpSpPr>
            <p:sp>
              <p:nvSpPr>
                <p:cNvPr id="11" name="Rectangle 37">
                  <a:extLst>
                    <a:ext uri="{FF2B5EF4-FFF2-40B4-BE49-F238E27FC236}">
                      <a16:creationId xmlns:a16="http://schemas.microsoft.com/office/drawing/2014/main" id="{E148494F-8E82-365E-9945-8F9D573A65D7}"/>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2" name="Straight Connector 81">
                  <a:extLst>
                    <a:ext uri="{FF2B5EF4-FFF2-40B4-BE49-F238E27FC236}">
                      <a16:creationId xmlns:a16="http://schemas.microsoft.com/office/drawing/2014/main" id="{C4EC2B13-FA4D-A2FB-4506-8A85BB071BD4}"/>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oup 82">
                <a:extLst>
                  <a:ext uri="{FF2B5EF4-FFF2-40B4-BE49-F238E27FC236}">
                    <a16:creationId xmlns:a16="http://schemas.microsoft.com/office/drawing/2014/main" id="{CCB0592C-BE91-0872-3DFD-A3A37A525C53}"/>
                  </a:ext>
                </a:extLst>
              </p:cNvPr>
              <p:cNvGrpSpPr/>
              <p:nvPr/>
            </p:nvGrpSpPr>
            <p:grpSpPr>
              <a:xfrm>
                <a:off x="3557291" y="5489569"/>
                <a:ext cx="468488" cy="103894"/>
                <a:chOff x="3160889" y="5723468"/>
                <a:chExt cx="468488" cy="103894"/>
              </a:xfrm>
            </p:grpSpPr>
            <p:sp>
              <p:nvSpPr>
                <p:cNvPr id="14" name="Rectangle 37">
                  <a:extLst>
                    <a:ext uri="{FF2B5EF4-FFF2-40B4-BE49-F238E27FC236}">
                      <a16:creationId xmlns:a16="http://schemas.microsoft.com/office/drawing/2014/main" id="{98F03AFC-167B-C347-B5DD-971C111F53DF}"/>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5" name="Straight Connector 84">
                  <a:extLst>
                    <a:ext uri="{FF2B5EF4-FFF2-40B4-BE49-F238E27FC236}">
                      <a16:creationId xmlns:a16="http://schemas.microsoft.com/office/drawing/2014/main" id="{F3463AB4-85A7-9085-2EAA-C57016244ECC}"/>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49">
                <a:extLst>
                  <a:ext uri="{FF2B5EF4-FFF2-40B4-BE49-F238E27FC236}">
                    <a16:creationId xmlns:a16="http://schemas.microsoft.com/office/drawing/2014/main" id="{000BC88F-3B57-2D63-C107-E23C3548D975}"/>
                  </a:ext>
                </a:extLst>
              </p:cNvPr>
              <p:cNvGrpSpPr>
                <a:grpSpLocks/>
              </p:cNvGrpSpPr>
              <p:nvPr/>
            </p:nvGrpSpPr>
            <p:grpSpPr bwMode="auto">
              <a:xfrm>
                <a:off x="3337407" y="4515020"/>
                <a:ext cx="640071" cy="517525"/>
                <a:chOff x="-44" y="1473"/>
                <a:chExt cx="981" cy="1105"/>
              </a:xfrm>
            </p:grpSpPr>
            <p:pic>
              <p:nvPicPr>
                <p:cNvPr id="17" name="Picture 50" descr="desktop_computer_stylized_medium">
                  <a:extLst>
                    <a:ext uri="{FF2B5EF4-FFF2-40B4-BE49-F238E27FC236}">
                      <a16:creationId xmlns:a16="http://schemas.microsoft.com/office/drawing/2014/main" id="{1E6A59F0-7E06-03F0-7B53-0903687E1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 name="Freeform 51">
                  <a:extLst>
                    <a:ext uri="{FF2B5EF4-FFF2-40B4-BE49-F238E27FC236}">
                      <a16:creationId xmlns:a16="http://schemas.microsoft.com/office/drawing/2014/main" id="{C750350F-D7AF-7C1E-3007-EB2DA70CEA3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9" name="Group 49">
                <a:extLst>
                  <a:ext uri="{FF2B5EF4-FFF2-40B4-BE49-F238E27FC236}">
                    <a16:creationId xmlns:a16="http://schemas.microsoft.com/office/drawing/2014/main" id="{51AFDA4F-DB7C-B501-94D3-6B1CE35AB1EE}"/>
                  </a:ext>
                </a:extLst>
              </p:cNvPr>
              <p:cNvGrpSpPr>
                <a:grpSpLocks/>
              </p:cNvGrpSpPr>
              <p:nvPr/>
            </p:nvGrpSpPr>
            <p:grpSpPr bwMode="auto">
              <a:xfrm>
                <a:off x="3621571" y="3937346"/>
                <a:ext cx="640071" cy="517525"/>
                <a:chOff x="-44" y="1473"/>
                <a:chExt cx="981" cy="1105"/>
              </a:xfrm>
            </p:grpSpPr>
            <p:pic>
              <p:nvPicPr>
                <p:cNvPr id="20" name="Picture 50" descr="desktop_computer_stylized_medium">
                  <a:extLst>
                    <a:ext uri="{FF2B5EF4-FFF2-40B4-BE49-F238E27FC236}">
                      <a16:creationId xmlns:a16="http://schemas.microsoft.com/office/drawing/2014/main" id="{F2E17387-211A-71D8-4172-10C4AE4CC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 name="Freeform 51">
                  <a:extLst>
                    <a:ext uri="{FF2B5EF4-FFF2-40B4-BE49-F238E27FC236}">
                      <a16:creationId xmlns:a16="http://schemas.microsoft.com/office/drawing/2014/main" id="{82106D0A-4AB9-AFB2-EF2A-EDC77D83A54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22" name="Group 85">
                <a:extLst>
                  <a:ext uri="{FF2B5EF4-FFF2-40B4-BE49-F238E27FC236}">
                    <a16:creationId xmlns:a16="http://schemas.microsoft.com/office/drawing/2014/main" id="{288AEF63-EA75-2FD1-A322-0C753BAA3762}"/>
                  </a:ext>
                </a:extLst>
              </p:cNvPr>
              <p:cNvGrpSpPr/>
              <p:nvPr/>
            </p:nvGrpSpPr>
            <p:grpSpPr>
              <a:xfrm rot="10800000">
                <a:off x="4121737" y="5286369"/>
                <a:ext cx="468488" cy="103894"/>
                <a:chOff x="3160889" y="5723468"/>
                <a:chExt cx="468488" cy="103894"/>
              </a:xfrm>
            </p:grpSpPr>
            <p:sp>
              <p:nvSpPr>
                <p:cNvPr id="23" name="Rectangle 37">
                  <a:extLst>
                    <a:ext uri="{FF2B5EF4-FFF2-40B4-BE49-F238E27FC236}">
                      <a16:creationId xmlns:a16="http://schemas.microsoft.com/office/drawing/2014/main" id="{8DE4BBA8-1F02-97BA-FC96-C8C479157648}"/>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24" name="Straight Connector 90">
                  <a:extLst>
                    <a:ext uri="{FF2B5EF4-FFF2-40B4-BE49-F238E27FC236}">
                      <a16:creationId xmlns:a16="http://schemas.microsoft.com/office/drawing/2014/main" id="{FB146EEB-7073-D7A9-F2C4-3ADD0D3D606F}"/>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oup 91">
                <a:extLst>
                  <a:ext uri="{FF2B5EF4-FFF2-40B4-BE49-F238E27FC236}">
                    <a16:creationId xmlns:a16="http://schemas.microsoft.com/office/drawing/2014/main" id="{7D4DB9C2-59A3-272A-1FDE-908252B6EFA6}"/>
                  </a:ext>
                </a:extLst>
              </p:cNvPr>
              <p:cNvGrpSpPr/>
              <p:nvPr/>
            </p:nvGrpSpPr>
            <p:grpSpPr>
              <a:xfrm rot="10800000">
                <a:off x="4466048" y="4620324"/>
                <a:ext cx="468488" cy="103894"/>
                <a:chOff x="3160889" y="5723468"/>
                <a:chExt cx="468488" cy="103894"/>
              </a:xfrm>
            </p:grpSpPr>
            <p:sp>
              <p:nvSpPr>
                <p:cNvPr id="26" name="Rectangle 37">
                  <a:extLst>
                    <a:ext uri="{FF2B5EF4-FFF2-40B4-BE49-F238E27FC236}">
                      <a16:creationId xmlns:a16="http://schemas.microsoft.com/office/drawing/2014/main" id="{C1AA5776-3BDA-5373-8A53-5E2F6EDF0907}"/>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27" name="Straight Connector 93">
                  <a:extLst>
                    <a:ext uri="{FF2B5EF4-FFF2-40B4-BE49-F238E27FC236}">
                      <a16:creationId xmlns:a16="http://schemas.microsoft.com/office/drawing/2014/main" id="{EB1F5717-FFCD-725A-88CA-A988D975AE1E}"/>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Group 44">
                <a:extLst>
                  <a:ext uri="{FF2B5EF4-FFF2-40B4-BE49-F238E27FC236}">
                    <a16:creationId xmlns:a16="http://schemas.microsoft.com/office/drawing/2014/main" id="{E11A4F7B-E229-1A89-A155-AEB735A18DB3}"/>
                  </a:ext>
                </a:extLst>
              </p:cNvPr>
              <p:cNvGrpSpPr>
                <a:grpSpLocks/>
              </p:cNvGrpSpPr>
              <p:nvPr/>
            </p:nvGrpSpPr>
            <p:grpSpPr bwMode="auto">
              <a:xfrm>
                <a:off x="4620460" y="4390841"/>
                <a:ext cx="711200" cy="601662"/>
                <a:chOff x="-44" y="1473"/>
                <a:chExt cx="981" cy="1105"/>
              </a:xfrm>
            </p:grpSpPr>
            <p:pic>
              <p:nvPicPr>
                <p:cNvPr id="29" name="Picture 45" descr="desktop_computer_stylized_medium">
                  <a:extLst>
                    <a:ext uri="{FF2B5EF4-FFF2-40B4-BE49-F238E27FC236}">
                      <a16:creationId xmlns:a16="http://schemas.microsoft.com/office/drawing/2014/main" id="{DC39A80F-E34E-3C16-E887-3446C1964D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 name="Freeform 46">
                  <a:extLst>
                    <a:ext uri="{FF2B5EF4-FFF2-40B4-BE49-F238E27FC236}">
                      <a16:creationId xmlns:a16="http://schemas.microsoft.com/office/drawing/2014/main" id="{03A89DD9-BE46-9652-CAB8-A2C3414621E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31" name="Group 44">
                <a:extLst>
                  <a:ext uri="{FF2B5EF4-FFF2-40B4-BE49-F238E27FC236}">
                    <a16:creationId xmlns:a16="http://schemas.microsoft.com/office/drawing/2014/main" id="{20E2BBF3-0014-220E-ED50-8C7896C8E632}"/>
                  </a:ext>
                </a:extLst>
              </p:cNvPr>
              <p:cNvGrpSpPr>
                <a:grpSpLocks/>
              </p:cNvGrpSpPr>
              <p:nvPr/>
            </p:nvGrpSpPr>
            <p:grpSpPr bwMode="auto">
              <a:xfrm>
                <a:off x="4283912" y="5056708"/>
                <a:ext cx="711200" cy="600075"/>
                <a:chOff x="-44" y="1473"/>
                <a:chExt cx="981" cy="1105"/>
              </a:xfrm>
            </p:grpSpPr>
            <p:pic>
              <p:nvPicPr>
                <p:cNvPr id="32" name="Picture 45" descr="desktop_computer_stylized_medium">
                  <a:extLst>
                    <a:ext uri="{FF2B5EF4-FFF2-40B4-BE49-F238E27FC236}">
                      <a16:creationId xmlns:a16="http://schemas.microsoft.com/office/drawing/2014/main" id="{B991C2B8-4810-01C1-9982-0CBDB6A55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 name="Freeform 46">
                  <a:extLst>
                    <a:ext uri="{FF2B5EF4-FFF2-40B4-BE49-F238E27FC236}">
                      <a16:creationId xmlns:a16="http://schemas.microsoft.com/office/drawing/2014/main" id="{EF5A5F99-07D9-0459-3F07-437AD5B621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nvGrpSpPr>
            <p:cNvPr id="97" name="Group 54">
              <a:extLst>
                <a:ext uri="{FF2B5EF4-FFF2-40B4-BE49-F238E27FC236}">
                  <a16:creationId xmlns:a16="http://schemas.microsoft.com/office/drawing/2014/main" id="{327DAC73-28B2-56AE-59A3-B4315D5DCD3D}"/>
                </a:ext>
              </a:extLst>
            </p:cNvPr>
            <p:cNvGrpSpPr>
              <a:grpSpLocks/>
            </p:cNvGrpSpPr>
            <p:nvPr/>
          </p:nvGrpSpPr>
          <p:grpSpPr bwMode="auto">
            <a:xfrm>
              <a:off x="1366716" y="2687728"/>
              <a:ext cx="640071" cy="517525"/>
              <a:chOff x="-44" y="1473"/>
              <a:chExt cx="981" cy="1105"/>
            </a:xfrm>
          </p:grpSpPr>
          <p:pic>
            <p:nvPicPr>
              <p:cNvPr id="98" name="Picture 55" descr="desktop_computer_stylized_medium">
                <a:extLst>
                  <a:ext uri="{FF2B5EF4-FFF2-40B4-BE49-F238E27FC236}">
                    <a16:creationId xmlns:a16="http://schemas.microsoft.com/office/drawing/2014/main" id="{2763E843-AD13-8952-D35A-2F6466CD17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9" name="Freeform 56">
                <a:extLst>
                  <a:ext uri="{FF2B5EF4-FFF2-40B4-BE49-F238E27FC236}">
                    <a16:creationId xmlns:a16="http://schemas.microsoft.com/office/drawing/2014/main" id="{A695F4E2-3312-C0CE-05A2-6E4D684E4ED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nvGrpSpPr>
          <p:cNvPr id="170" name="组合 169">
            <a:extLst>
              <a:ext uri="{FF2B5EF4-FFF2-40B4-BE49-F238E27FC236}">
                <a16:creationId xmlns:a16="http://schemas.microsoft.com/office/drawing/2014/main" id="{54DA6D84-A929-10BB-F691-FDC85140F8C7}"/>
              </a:ext>
            </a:extLst>
          </p:cNvPr>
          <p:cNvGrpSpPr/>
          <p:nvPr/>
        </p:nvGrpSpPr>
        <p:grpSpPr>
          <a:xfrm>
            <a:off x="9377518" y="353992"/>
            <a:ext cx="2812808" cy="2754864"/>
            <a:chOff x="6105970" y="2948481"/>
            <a:chExt cx="2812808" cy="2754864"/>
          </a:xfrm>
        </p:grpSpPr>
        <p:grpSp>
          <p:nvGrpSpPr>
            <p:cNvPr id="101" name="组合 100">
              <a:extLst>
                <a:ext uri="{FF2B5EF4-FFF2-40B4-BE49-F238E27FC236}">
                  <a16:creationId xmlns:a16="http://schemas.microsoft.com/office/drawing/2014/main" id="{83C51C3B-1C24-0F97-BEDA-F720A4042F86}"/>
                </a:ext>
              </a:extLst>
            </p:cNvPr>
            <p:cNvGrpSpPr/>
            <p:nvPr/>
          </p:nvGrpSpPr>
          <p:grpSpPr>
            <a:xfrm>
              <a:off x="6105970" y="2948481"/>
              <a:ext cx="1617690" cy="1846669"/>
              <a:chOff x="1366716" y="1358584"/>
              <a:chExt cx="1617690" cy="1846669"/>
            </a:xfrm>
          </p:grpSpPr>
          <p:grpSp>
            <p:nvGrpSpPr>
              <p:cNvPr id="102" name="组合 101">
                <a:extLst>
                  <a:ext uri="{FF2B5EF4-FFF2-40B4-BE49-F238E27FC236}">
                    <a16:creationId xmlns:a16="http://schemas.microsoft.com/office/drawing/2014/main" id="{43CDA52D-456E-EC51-5602-6FB4B86D1860}"/>
                  </a:ext>
                </a:extLst>
              </p:cNvPr>
              <p:cNvGrpSpPr/>
              <p:nvPr/>
            </p:nvGrpSpPr>
            <p:grpSpPr>
              <a:xfrm>
                <a:off x="1686430" y="1358584"/>
                <a:ext cx="1297976" cy="1656117"/>
                <a:chOff x="3337407" y="3937346"/>
                <a:chExt cx="1297976" cy="1656117"/>
              </a:xfrm>
            </p:grpSpPr>
            <p:sp>
              <p:nvSpPr>
                <p:cNvPr id="106" name="Line 32">
                  <a:extLst>
                    <a:ext uri="{FF2B5EF4-FFF2-40B4-BE49-F238E27FC236}">
                      <a16:creationId xmlns:a16="http://schemas.microsoft.com/office/drawing/2014/main" id="{51F8C0F3-3B9A-7576-9BA7-D6428622730C}"/>
                    </a:ext>
                  </a:extLst>
                </p:cNvPr>
                <p:cNvSpPr>
                  <a:spLocks noChangeShapeType="1"/>
                </p:cNvSpPr>
                <p:nvPr/>
              </p:nvSpPr>
              <p:spPr bwMode="auto">
                <a:xfrm flipH="1">
                  <a:off x="4019150" y="4343745"/>
                  <a:ext cx="616233" cy="12017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107" name="Group 74">
                  <a:extLst>
                    <a:ext uri="{FF2B5EF4-FFF2-40B4-BE49-F238E27FC236}">
                      <a16:creationId xmlns:a16="http://schemas.microsoft.com/office/drawing/2014/main" id="{2334BA12-91ED-8D70-C125-CE4F62455884}"/>
                    </a:ext>
                  </a:extLst>
                </p:cNvPr>
                <p:cNvGrpSpPr/>
                <p:nvPr/>
              </p:nvGrpSpPr>
              <p:grpSpPr>
                <a:xfrm>
                  <a:off x="4166894" y="4287302"/>
                  <a:ext cx="468488" cy="103894"/>
                  <a:chOff x="3160889" y="5723468"/>
                  <a:chExt cx="468488" cy="103894"/>
                </a:xfrm>
              </p:grpSpPr>
              <p:sp>
                <p:nvSpPr>
                  <p:cNvPr id="132" name="Rectangle 37">
                    <a:extLst>
                      <a:ext uri="{FF2B5EF4-FFF2-40B4-BE49-F238E27FC236}">
                        <a16:creationId xmlns:a16="http://schemas.microsoft.com/office/drawing/2014/main" id="{1EE897E9-299B-D39B-4D88-2392A6EA1285}"/>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33" name="Straight Connector 5">
                    <a:extLst>
                      <a:ext uri="{FF2B5EF4-FFF2-40B4-BE49-F238E27FC236}">
                        <a16:creationId xmlns:a16="http://schemas.microsoft.com/office/drawing/2014/main" id="{A83AD85E-38B9-AE5A-A3AE-7529B80FEA35}"/>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Group 79">
                  <a:extLst>
                    <a:ext uri="{FF2B5EF4-FFF2-40B4-BE49-F238E27FC236}">
                      <a16:creationId xmlns:a16="http://schemas.microsoft.com/office/drawing/2014/main" id="{70F2CC22-935D-B977-9ECC-533D9E90906A}"/>
                    </a:ext>
                  </a:extLst>
                </p:cNvPr>
                <p:cNvGrpSpPr/>
                <p:nvPr/>
              </p:nvGrpSpPr>
              <p:grpSpPr>
                <a:xfrm>
                  <a:off x="3867737" y="4868680"/>
                  <a:ext cx="468488" cy="103894"/>
                  <a:chOff x="3160889" y="5723468"/>
                  <a:chExt cx="468488" cy="103894"/>
                </a:xfrm>
              </p:grpSpPr>
              <p:sp>
                <p:nvSpPr>
                  <p:cNvPr id="130" name="Rectangle 37">
                    <a:extLst>
                      <a:ext uri="{FF2B5EF4-FFF2-40B4-BE49-F238E27FC236}">
                        <a16:creationId xmlns:a16="http://schemas.microsoft.com/office/drawing/2014/main" id="{27221DE1-116D-6E8B-F36D-CE93FCC230B3}"/>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31" name="Straight Connector 81">
                    <a:extLst>
                      <a:ext uri="{FF2B5EF4-FFF2-40B4-BE49-F238E27FC236}">
                        <a16:creationId xmlns:a16="http://schemas.microsoft.com/office/drawing/2014/main" id="{687CBBF8-7D38-C31D-B8A0-6B262E5F8B10}"/>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9" name="Group 82">
                  <a:extLst>
                    <a:ext uri="{FF2B5EF4-FFF2-40B4-BE49-F238E27FC236}">
                      <a16:creationId xmlns:a16="http://schemas.microsoft.com/office/drawing/2014/main" id="{D6B82C3F-2E4B-A7ED-411B-0AAB6D66CFFB}"/>
                    </a:ext>
                  </a:extLst>
                </p:cNvPr>
                <p:cNvGrpSpPr/>
                <p:nvPr/>
              </p:nvGrpSpPr>
              <p:grpSpPr>
                <a:xfrm>
                  <a:off x="3557291" y="5489569"/>
                  <a:ext cx="468488" cy="103894"/>
                  <a:chOff x="3160889" y="5723468"/>
                  <a:chExt cx="468488" cy="103894"/>
                </a:xfrm>
              </p:grpSpPr>
              <p:sp>
                <p:nvSpPr>
                  <p:cNvPr id="128" name="Rectangle 37">
                    <a:extLst>
                      <a:ext uri="{FF2B5EF4-FFF2-40B4-BE49-F238E27FC236}">
                        <a16:creationId xmlns:a16="http://schemas.microsoft.com/office/drawing/2014/main" id="{CA7DB128-2BBA-6EE5-6592-63A06F71B90C}"/>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29" name="Straight Connector 84">
                    <a:extLst>
                      <a:ext uri="{FF2B5EF4-FFF2-40B4-BE49-F238E27FC236}">
                        <a16:creationId xmlns:a16="http://schemas.microsoft.com/office/drawing/2014/main" id="{E8B05749-C7DC-E535-5736-BC4027FF083B}"/>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Group 49">
                  <a:extLst>
                    <a:ext uri="{FF2B5EF4-FFF2-40B4-BE49-F238E27FC236}">
                      <a16:creationId xmlns:a16="http://schemas.microsoft.com/office/drawing/2014/main" id="{4857A29D-98A5-5B9A-9305-EC297BDB4D03}"/>
                    </a:ext>
                  </a:extLst>
                </p:cNvPr>
                <p:cNvGrpSpPr>
                  <a:grpSpLocks/>
                </p:cNvGrpSpPr>
                <p:nvPr/>
              </p:nvGrpSpPr>
              <p:grpSpPr bwMode="auto">
                <a:xfrm>
                  <a:off x="3337407" y="4515020"/>
                  <a:ext cx="640071" cy="517525"/>
                  <a:chOff x="-44" y="1473"/>
                  <a:chExt cx="981" cy="1105"/>
                </a:xfrm>
              </p:grpSpPr>
              <p:pic>
                <p:nvPicPr>
                  <p:cNvPr id="126" name="Picture 50" descr="desktop_computer_stylized_medium">
                    <a:extLst>
                      <a:ext uri="{FF2B5EF4-FFF2-40B4-BE49-F238E27FC236}">
                        <a16:creationId xmlns:a16="http://schemas.microsoft.com/office/drawing/2014/main" id="{B429C626-829F-7466-AFE4-F28583167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7" name="Freeform 51">
                    <a:extLst>
                      <a:ext uri="{FF2B5EF4-FFF2-40B4-BE49-F238E27FC236}">
                        <a16:creationId xmlns:a16="http://schemas.microsoft.com/office/drawing/2014/main" id="{4B1B278F-04A8-4CDE-2032-A56348C9952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11" name="Group 49">
                  <a:extLst>
                    <a:ext uri="{FF2B5EF4-FFF2-40B4-BE49-F238E27FC236}">
                      <a16:creationId xmlns:a16="http://schemas.microsoft.com/office/drawing/2014/main" id="{BE9146F2-159A-676B-34B7-BD3D2A536D66}"/>
                    </a:ext>
                  </a:extLst>
                </p:cNvPr>
                <p:cNvGrpSpPr>
                  <a:grpSpLocks/>
                </p:cNvGrpSpPr>
                <p:nvPr/>
              </p:nvGrpSpPr>
              <p:grpSpPr bwMode="auto">
                <a:xfrm>
                  <a:off x="3621571" y="3937346"/>
                  <a:ext cx="640071" cy="517525"/>
                  <a:chOff x="-44" y="1473"/>
                  <a:chExt cx="981" cy="1105"/>
                </a:xfrm>
              </p:grpSpPr>
              <p:pic>
                <p:nvPicPr>
                  <p:cNvPr id="124" name="Picture 50" descr="desktop_computer_stylized_medium">
                    <a:extLst>
                      <a:ext uri="{FF2B5EF4-FFF2-40B4-BE49-F238E27FC236}">
                        <a16:creationId xmlns:a16="http://schemas.microsoft.com/office/drawing/2014/main" id="{A9B784B7-C81A-BF9B-8E53-CB05447B1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5" name="Freeform 51">
                    <a:extLst>
                      <a:ext uri="{FF2B5EF4-FFF2-40B4-BE49-F238E27FC236}">
                        <a16:creationId xmlns:a16="http://schemas.microsoft.com/office/drawing/2014/main" id="{AB222828-9159-7C58-B8D0-04A454AA2AA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cxnSp>
              <p:nvCxnSpPr>
                <p:cNvPr id="123" name="Straight Connector 90">
                  <a:extLst>
                    <a:ext uri="{FF2B5EF4-FFF2-40B4-BE49-F238E27FC236}">
                      <a16:creationId xmlns:a16="http://schemas.microsoft.com/office/drawing/2014/main" id="{AF9BC0B9-0671-AA4D-A20A-E0F276DB3B34}"/>
                    </a:ext>
                  </a:extLst>
                </p:cNvPr>
                <p:cNvCxnSpPr/>
                <p:nvPr/>
              </p:nvCxnSpPr>
              <p:spPr>
                <a:xfrm rot="10800000">
                  <a:off x="4121737" y="5339464"/>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 name="Group 54">
                <a:extLst>
                  <a:ext uri="{FF2B5EF4-FFF2-40B4-BE49-F238E27FC236}">
                    <a16:creationId xmlns:a16="http://schemas.microsoft.com/office/drawing/2014/main" id="{27492581-798B-7348-7F78-C08CDF08C72C}"/>
                  </a:ext>
                </a:extLst>
              </p:cNvPr>
              <p:cNvGrpSpPr>
                <a:grpSpLocks/>
              </p:cNvGrpSpPr>
              <p:nvPr/>
            </p:nvGrpSpPr>
            <p:grpSpPr bwMode="auto">
              <a:xfrm>
                <a:off x="1366716" y="2687728"/>
                <a:ext cx="640071" cy="517525"/>
                <a:chOff x="-44" y="1473"/>
                <a:chExt cx="981" cy="1105"/>
              </a:xfrm>
            </p:grpSpPr>
            <p:pic>
              <p:nvPicPr>
                <p:cNvPr id="104" name="Picture 55" descr="desktop_computer_stylized_medium">
                  <a:extLst>
                    <a:ext uri="{FF2B5EF4-FFF2-40B4-BE49-F238E27FC236}">
                      <a16:creationId xmlns:a16="http://schemas.microsoft.com/office/drawing/2014/main" id="{3FB5B424-8BE2-694B-22F7-BBBB68216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5" name="Freeform 56">
                  <a:extLst>
                    <a:ext uri="{FF2B5EF4-FFF2-40B4-BE49-F238E27FC236}">
                      <a16:creationId xmlns:a16="http://schemas.microsoft.com/office/drawing/2014/main" id="{5809E742-4F18-5DA6-3087-FE0498F9C65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nvGrpSpPr>
            <p:cNvPr id="135" name="组合 134">
              <a:extLst>
                <a:ext uri="{FF2B5EF4-FFF2-40B4-BE49-F238E27FC236}">
                  <a16:creationId xmlns:a16="http://schemas.microsoft.com/office/drawing/2014/main" id="{2A3475FE-FB36-12AB-ADAB-BFEF66ACE710}"/>
                </a:ext>
              </a:extLst>
            </p:cNvPr>
            <p:cNvGrpSpPr/>
            <p:nvPr/>
          </p:nvGrpSpPr>
          <p:grpSpPr>
            <a:xfrm>
              <a:off x="7497880" y="4384663"/>
              <a:ext cx="1213428" cy="1318682"/>
              <a:chOff x="4118232" y="4338101"/>
              <a:chExt cx="1213428" cy="1318682"/>
            </a:xfrm>
          </p:grpSpPr>
          <p:sp>
            <p:nvSpPr>
              <p:cNvPr id="139" name="Line 32">
                <a:extLst>
                  <a:ext uri="{FF2B5EF4-FFF2-40B4-BE49-F238E27FC236}">
                    <a16:creationId xmlns:a16="http://schemas.microsoft.com/office/drawing/2014/main" id="{48F465F5-8D0B-064F-E4EC-EB21CF1C6961}"/>
                  </a:ext>
                </a:extLst>
              </p:cNvPr>
              <p:cNvSpPr>
                <a:spLocks noChangeShapeType="1"/>
              </p:cNvSpPr>
              <p:nvPr/>
            </p:nvSpPr>
            <p:spPr bwMode="auto">
              <a:xfrm flipH="1">
                <a:off x="4118232" y="4343745"/>
                <a:ext cx="517150" cy="995719"/>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cxnSp>
            <p:nvCxnSpPr>
              <p:cNvPr id="166" name="Straight Connector 5">
                <a:extLst>
                  <a:ext uri="{FF2B5EF4-FFF2-40B4-BE49-F238E27FC236}">
                    <a16:creationId xmlns:a16="http://schemas.microsoft.com/office/drawing/2014/main" id="{533A3157-638A-2610-E3D7-4E8ACAEB36A3}"/>
                  </a:ext>
                </a:extLst>
              </p:cNvPr>
              <p:cNvCxnSpPr/>
              <p:nvPr/>
            </p:nvCxnSpPr>
            <p:spPr>
              <a:xfrm>
                <a:off x="4409604" y="4338101"/>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85">
                <a:extLst>
                  <a:ext uri="{FF2B5EF4-FFF2-40B4-BE49-F238E27FC236}">
                    <a16:creationId xmlns:a16="http://schemas.microsoft.com/office/drawing/2014/main" id="{8D8EFEA6-C93A-34E1-D0A7-DD19ABDBFD0F}"/>
                  </a:ext>
                </a:extLst>
              </p:cNvPr>
              <p:cNvGrpSpPr/>
              <p:nvPr/>
            </p:nvGrpSpPr>
            <p:grpSpPr>
              <a:xfrm rot="10800000">
                <a:off x="4121737" y="5286369"/>
                <a:ext cx="468488" cy="103894"/>
                <a:chOff x="3160889" y="5723468"/>
                <a:chExt cx="468488" cy="103894"/>
              </a:xfrm>
            </p:grpSpPr>
            <p:sp>
              <p:nvSpPr>
                <p:cNvPr id="155" name="Rectangle 37">
                  <a:extLst>
                    <a:ext uri="{FF2B5EF4-FFF2-40B4-BE49-F238E27FC236}">
                      <a16:creationId xmlns:a16="http://schemas.microsoft.com/office/drawing/2014/main" id="{BE130B98-5BBF-2364-8C3C-A1035CF6BF8C}"/>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56" name="Straight Connector 90">
                  <a:extLst>
                    <a:ext uri="{FF2B5EF4-FFF2-40B4-BE49-F238E27FC236}">
                      <a16:creationId xmlns:a16="http://schemas.microsoft.com/office/drawing/2014/main" id="{D0E203F8-3680-39FC-BA04-F9A260BB3724}"/>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6" name="Group 91">
                <a:extLst>
                  <a:ext uri="{FF2B5EF4-FFF2-40B4-BE49-F238E27FC236}">
                    <a16:creationId xmlns:a16="http://schemas.microsoft.com/office/drawing/2014/main" id="{D2FAA2A3-8573-2576-DE58-372BDD77B111}"/>
                  </a:ext>
                </a:extLst>
              </p:cNvPr>
              <p:cNvGrpSpPr/>
              <p:nvPr/>
            </p:nvGrpSpPr>
            <p:grpSpPr>
              <a:xfrm rot="10800000">
                <a:off x="4466048" y="4620324"/>
                <a:ext cx="468488" cy="103894"/>
                <a:chOff x="3160889" y="5723468"/>
                <a:chExt cx="468488" cy="103894"/>
              </a:xfrm>
            </p:grpSpPr>
            <p:sp>
              <p:nvSpPr>
                <p:cNvPr id="153" name="Rectangle 37">
                  <a:extLst>
                    <a:ext uri="{FF2B5EF4-FFF2-40B4-BE49-F238E27FC236}">
                      <a16:creationId xmlns:a16="http://schemas.microsoft.com/office/drawing/2014/main" id="{D0C9A111-F3A1-73C5-CD41-63A0864BC0B4}"/>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cxnSp>
              <p:nvCxnSpPr>
                <p:cNvPr id="154" name="Straight Connector 93">
                  <a:extLst>
                    <a:ext uri="{FF2B5EF4-FFF2-40B4-BE49-F238E27FC236}">
                      <a16:creationId xmlns:a16="http://schemas.microsoft.com/office/drawing/2014/main" id="{AF441D14-F93D-5FE4-DD28-E8EC897D6FA9}"/>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44">
                <a:extLst>
                  <a:ext uri="{FF2B5EF4-FFF2-40B4-BE49-F238E27FC236}">
                    <a16:creationId xmlns:a16="http://schemas.microsoft.com/office/drawing/2014/main" id="{6B8F05E4-5C1B-4E92-B3D3-26213AB78C2C}"/>
                  </a:ext>
                </a:extLst>
              </p:cNvPr>
              <p:cNvGrpSpPr>
                <a:grpSpLocks/>
              </p:cNvGrpSpPr>
              <p:nvPr/>
            </p:nvGrpSpPr>
            <p:grpSpPr bwMode="auto">
              <a:xfrm>
                <a:off x="4620460" y="4390841"/>
                <a:ext cx="711200" cy="601662"/>
                <a:chOff x="-44" y="1473"/>
                <a:chExt cx="981" cy="1105"/>
              </a:xfrm>
            </p:grpSpPr>
            <p:pic>
              <p:nvPicPr>
                <p:cNvPr id="151" name="Picture 45" descr="desktop_computer_stylized_medium">
                  <a:extLst>
                    <a:ext uri="{FF2B5EF4-FFF2-40B4-BE49-F238E27FC236}">
                      <a16:creationId xmlns:a16="http://schemas.microsoft.com/office/drawing/2014/main" id="{96C6C6B8-3CD2-CDCD-E415-644F8A62D2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2" name="Freeform 46">
                  <a:extLst>
                    <a:ext uri="{FF2B5EF4-FFF2-40B4-BE49-F238E27FC236}">
                      <a16:creationId xmlns:a16="http://schemas.microsoft.com/office/drawing/2014/main" id="{89042250-9D2A-DE3D-9627-A46CC871E8F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48" name="Group 44">
                <a:extLst>
                  <a:ext uri="{FF2B5EF4-FFF2-40B4-BE49-F238E27FC236}">
                    <a16:creationId xmlns:a16="http://schemas.microsoft.com/office/drawing/2014/main" id="{9C695761-18F5-1147-44AE-245817806672}"/>
                  </a:ext>
                </a:extLst>
              </p:cNvPr>
              <p:cNvGrpSpPr>
                <a:grpSpLocks/>
              </p:cNvGrpSpPr>
              <p:nvPr/>
            </p:nvGrpSpPr>
            <p:grpSpPr bwMode="auto">
              <a:xfrm>
                <a:off x="4283912" y="5056708"/>
                <a:ext cx="711200" cy="600075"/>
                <a:chOff x="-44" y="1473"/>
                <a:chExt cx="981" cy="1105"/>
              </a:xfrm>
            </p:grpSpPr>
            <p:pic>
              <p:nvPicPr>
                <p:cNvPr id="149" name="Picture 45" descr="desktop_computer_stylized_medium">
                  <a:extLst>
                    <a:ext uri="{FF2B5EF4-FFF2-40B4-BE49-F238E27FC236}">
                      <a16:creationId xmlns:a16="http://schemas.microsoft.com/office/drawing/2014/main" id="{07C6CA40-727F-C4E6-A480-D2F3D140D7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0" name="Freeform 46">
                  <a:extLst>
                    <a:ext uri="{FF2B5EF4-FFF2-40B4-BE49-F238E27FC236}">
                      <a16:creationId xmlns:a16="http://schemas.microsoft.com/office/drawing/2014/main" id="{D52A1139-3789-2E5D-FCF1-8AC2088C7C0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pic>
          <p:nvPicPr>
            <p:cNvPr id="1026" name="Picture 2">
              <a:extLst>
                <a:ext uri="{FF2B5EF4-FFF2-40B4-BE49-F238E27FC236}">
                  <a16:creationId xmlns:a16="http://schemas.microsoft.com/office/drawing/2014/main" id="{DF6EDEEF-ED63-487B-B1BE-0F1482DA2B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2877" y="4139150"/>
              <a:ext cx="703414" cy="408434"/>
            </a:xfrm>
            <a:prstGeom prst="rect">
              <a:avLst/>
            </a:prstGeom>
            <a:noFill/>
            <a:extLst>
              <a:ext uri="{909E8E84-426E-40DD-AFC4-6F175D3DCCD1}">
                <a14:hiddenFill xmlns:a14="http://schemas.microsoft.com/office/drawing/2010/main">
                  <a:solidFill>
                    <a:srgbClr val="FFFFFF"/>
                  </a:solidFill>
                </a14:hiddenFill>
              </a:ext>
            </a:extLst>
          </p:spPr>
        </p:pic>
        <p:sp>
          <p:nvSpPr>
            <p:cNvPr id="169" name="Text Box 42">
              <a:extLst>
                <a:ext uri="{FF2B5EF4-FFF2-40B4-BE49-F238E27FC236}">
                  <a16:creationId xmlns:a16="http://schemas.microsoft.com/office/drawing/2014/main" id="{3C67ED8F-2115-965F-B98C-30F108FECF42}"/>
                </a:ext>
              </a:extLst>
            </p:cNvPr>
            <p:cNvSpPr txBox="1">
              <a:spLocks noChangeArrowheads="1"/>
            </p:cNvSpPr>
            <p:nvPr/>
          </p:nvSpPr>
          <p:spPr bwMode="auto">
            <a:xfrm>
              <a:off x="7567850" y="3785156"/>
              <a:ext cx="135092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400" i="0" dirty="0">
                  <a:solidFill>
                    <a:srgbClr val="CC0000"/>
                  </a:solidFill>
                  <a:latin typeface="+mn-lt"/>
                  <a:cs typeface="Arial" charset="0"/>
                </a:rPr>
                <a:t>Repeater</a:t>
              </a:r>
              <a:endParaRPr lang="en-US" sz="2400" i="0" dirty="0">
                <a:solidFill>
                  <a:srgbClr val="CC0000"/>
                </a:solidFill>
                <a:latin typeface="+mn-lt"/>
                <a:cs typeface="Arial" charset="0"/>
              </a:endParaRPr>
            </a:p>
          </p:txBody>
        </p:sp>
      </p:grpSp>
      <p:grpSp>
        <p:nvGrpSpPr>
          <p:cNvPr id="1050" name="组合 1049">
            <a:extLst>
              <a:ext uri="{FF2B5EF4-FFF2-40B4-BE49-F238E27FC236}">
                <a16:creationId xmlns:a16="http://schemas.microsoft.com/office/drawing/2014/main" id="{A2B4EF18-7CFB-158A-5E00-E4AACA7E6810}"/>
              </a:ext>
            </a:extLst>
          </p:cNvPr>
          <p:cNvGrpSpPr/>
          <p:nvPr/>
        </p:nvGrpSpPr>
        <p:grpSpPr>
          <a:xfrm>
            <a:off x="6598970" y="2948489"/>
            <a:ext cx="4426571" cy="3081518"/>
            <a:chOff x="7738363" y="2520519"/>
            <a:chExt cx="4426571" cy="3081518"/>
          </a:xfrm>
        </p:grpSpPr>
        <p:cxnSp>
          <p:nvCxnSpPr>
            <p:cNvPr id="172" name="Straight Connector 96">
              <a:extLst>
                <a:ext uri="{FF2B5EF4-FFF2-40B4-BE49-F238E27FC236}">
                  <a16:creationId xmlns:a16="http://schemas.microsoft.com/office/drawing/2014/main" id="{BD4DCE88-25B2-A50B-742C-F147158B689A}"/>
                </a:ext>
              </a:extLst>
            </p:cNvPr>
            <p:cNvCxnSpPr>
              <a:cxnSpLocks/>
              <a:stCxn id="180" idx="2"/>
            </p:cNvCxnSpPr>
            <p:nvPr/>
          </p:nvCxnSpPr>
          <p:spPr>
            <a:xfrm>
              <a:off x="11017891" y="3847957"/>
              <a:ext cx="892933" cy="5915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Text Box 42">
              <a:extLst>
                <a:ext uri="{FF2B5EF4-FFF2-40B4-BE49-F238E27FC236}">
                  <a16:creationId xmlns:a16="http://schemas.microsoft.com/office/drawing/2014/main" id="{C555AA81-6432-13AA-5741-4E6825AC8196}"/>
                </a:ext>
              </a:extLst>
            </p:cNvPr>
            <p:cNvSpPr txBox="1">
              <a:spLocks noChangeArrowheads="1"/>
            </p:cNvSpPr>
            <p:nvPr/>
          </p:nvSpPr>
          <p:spPr bwMode="auto">
            <a:xfrm>
              <a:off x="9944451" y="3469037"/>
              <a:ext cx="153638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400" i="0" dirty="0">
                  <a:solidFill>
                    <a:srgbClr val="CC0000"/>
                  </a:solidFill>
                  <a:latin typeface="+mn-lt"/>
                  <a:cs typeface="Arial" charset="0"/>
                </a:rPr>
                <a:t>Hub</a:t>
              </a:r>
              <a:endParaRPr lang="en-US" sz="2400" i="0" dirty="0">
                <a:solidFill>
                  <a:srgbClr val="CC0000"/>
                </a:solidFill>
                <a:latin typeface="+mn-lt"/>
                <a:cs typeface="Arial" charset="0"/>
              </a:endParaRPr>
            </a:p>
          </p:txBody>
        </p:sp>
        <p:sp>
          <p:nvSpPr>
            <p:cNvPr id="174" name="Rectangle 37">
              <a:extLst>
                <a:ext uri="{FF2B5EF4-FFF2-40B4-BE49-F238E27FC236}">
                  <a16:creationId xmlns:a16="http://schemas.microsoft.com/office/drawing/2014/main" id="{53408A47-3E60-6417-74FF-AA9AC40D1DC1}"/>
                </a:ext>
              </a:extLst>
            </p:cNvPr>
            <p:cNvSpPr>
              <a:spLocks noChangeArrowheads="1"/>
            </p:cNvSpPr>
            <p:nvPr/>
          </p:nvSpPr>
          <p:spPr bwMode="auto">
            <a:xfrm rot="10800000">
              <a:off x="11056322" y="4305175"/>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75" name="Group 49">
              <a:extLst>
                <a:ext uri="{FF2B5EF4-FFF2-40B4-BE49-F238E27FC236}">
                  <a16:creationId xmlns:a16="http://schemas.microsoft.com/office/drawing/2014/main" id="{3239A43F-7A79-04DC-B342-8907466734EB}"/>
                </a:ext>
              </a:extLst>
            </p:cNvPr>
            <p:cNvGrpSpPr>
              <a:grpSpLocks/>
            </p:cNvGrpSpPr>
            <p:nvPr/>
          </p:nvGrpSpPr>
          <p:grpSpPr bwMode="auto">
            <a:xfrm>
              <a:off x="10532313" y="4395500"/>
              <a:ext cx="768201" cy="646029"/>
              <a:chOff x="-44" y="1473"/>
              <a:chExt cx="981" cy="1105"/>
            </a:xfrm>
          </p:grpSpPr>
          <p:pic>
            <p:nvPicPr>
              <p:cNvPr id="187" name="Picture 50" descr="desktop_computer_stylized_medium">
                <a:extLst>
                  <a:ext uri="{FF2B5EF4-FFF2-40B4-BE49-F238E27FC236}">
                    <a16:creationId xmlns:a16="http://schemas.microsoft.com/office/drawing/2014/main" id="{0D1F1CC8-8A9F-DF3A-38D1-404B494254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8" name="Freeform 51">
                <a:extLst>
                  <a:ext uri="{FF2B5EF4-FFF2-40B4-BE49-F238E27FC236}">
                    <a16:creationId xmlns:a16="http://schemas.microsoft.com/office/drawing/2014/main" id="{4F968C7D-E664-7194-4C15-434B619E1E0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176" name="Rectangle 37">
              <a:extLst>
                <a:ext uri="{FF2B5EF4-FFF2-40B4-BE49-F238E27FC236}">
                  <a16:creationId xmlns:a16="http://schemas.microsoft.com/office/drawing/2014/main" id="{982D40A5-D64D-D5AE-D5FC-3A4E588D7C51}"/>
                </a:ext>
              </a:extLst>
            </p:cNvPr>
            <p:cNvSpPr>
              <a:spLocks noChangeArrowheads="1"/>
            </p:cNvSpPr>
            <p:nvPr/>
          </p:nvSpPr>
          <p:spPr bwMode="auto">
            <a:xfrm rot="7151831">
              <a:off x="11890925" y="431431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77" name="Group 49">
              <a:extLst>
                <a:ext uri="{FF2B5EF4-FFF2-40B4-BE49-F238E27FC236}">
                  <a16:creationId xmlns:a16="http://schemas.microsoft.com/office/drawing/2014/main" id="{8BBD74AC-4E13-CFDD-790C-75F5797982E1}"/>
                </a:ext>
              </a:extLst>
            </p:cNvPr>
            <p:cNvGrpSpPr>
              <a:grpSpLocks/>
            </p:cNvGrpSpPr>
            <p:nvPr/>
          </p:nvGrpSpPr>
          <p:grpSpPr bwMode="auto">
            <a:xfrm>
              <a:off x="11396733" y="4404635"/>
              <a:ext cx="768201" cy="646029"/>
              <a:chOff x="-44" y="1473"/>
              <a:chExt cx="981" cy="1105"/>
            </a:xfrm>
          </p:grpSpPr>
          <p:pic>
            <p:nvPicPr>
              <p:cNvPr id="185" name="Picture 50" descr="desktop_computer_stylized_medium">
                <a:extLst>
                  <a:ext uri="{FF2B5EF4-FFF2-40B4-BE49-F238E27FC236}">
                    <a16:creationId xmlns:a16="http://schemas.microsoft.com/office/drawing/2014/main" id="{D54449C1-28BF-E8AF-16CD-1930EB521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6" name="Freeform 51">
                <a:extLst>
                  <a:ext uri="{FF2B5EF4-FFF2-40B4-BE49-F238E27FC236}">
                    <a16:creationId xmlns:a16="http://schemas.microsoft.com/office/drawing/2014/main" id="{046DE592-525B-139F-A4BD-6D5B4CE63FB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178" name="Rectangle 37">
              <a:extLst>
                <a:ext uri="{FF2B5EF4-FFF2-40B4-BE49-F238E27FC236}">
                  <a16:creationId xmlns:a16="http://schemas.microsoft.com/office/drawing/2014/main" id="{986B932E-C208-8F90-8A5E-46BC1C5DE262}"/>
                </a:ext>
              </a:extLst>
            </p:cNvPr>
            <p:cNvSpPr>
              <a:spLocks noChangeArrowheads="1"/>
            </p:cNvSpPr>
            <p:nvPr/>
          </p:nvSpPr>
          <p:spPr bwMode="auto">
            <a:xfrm rot="13689202">
              <a:off x="10156786" y="4299385"/>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79" name="Group 49">
              <a:extLst>
                <a:ext uri="{FF2B5EF4-FFF2-40B4-BE49-F238E27FC236}">
                  <a16:creationId xmlns:a16="http://schemas.microsoft.com/office/drawing/2014/main" id="{6D7D7BA9-A7E8-8E00-78E7-0D38BA41E995}"/>
                </a:ext>
              </a:extLst>
            </p:cNvPr>
            <p:cNvGrpSpPr>
              <a:grpSpLocks/>
            </p:cNvGrpSpPr>
            <p:nvPr/>
          </p:nvGrpSpPr>
          <p:grpSpPr bwMode="auto">
            <a:xfrm>
              <a:off x="9662594" y="4389710"/>
              <a:ext cx="768201" cy="646029"/>
              <a:chOff x="-44" y="1473"/>
              <a:chExt cx="981" cy="1105"/>
            </a:xfrm>
          </p:grpSpPr>
          <p:pic>
            <p:nvPicPr>
              <p:cNvPr id="183" name="Picture 50" descr="desktop_computer_stylized_medium">
                <a:extLst>
                  <a:ext uri="{FF2B5EF4-FFF2-40B4-BE49-F238E27FC236}">
                    <a16:creationId xmlns:a16="http://schemas.microsoft.com/office/drawing/2014/main" id="{E5B72E92-4D2D-AF9D-5B23-43C3DB756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4" name="Freeform 51">
                <a:extLst>
                  <a:ext uri="{FF2B5EF4-FFF2-40B4-BE49-F238E27FC236}">
                    <a16:creationId xmlns:a16="http://schemas.microsoft.com/office/drawing/2014/main" id="{957C86AF-FA01-BB36-0CC2-FC92B67178A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pic>
          <p:nvPicPr>
            <p:cNvPr id="180" name="图片 179">
              <a:extLst>
                <a:ext uri="{FF2B5EF4-FFF2-40B4-BE49-F238E27FC236}">
                  <a16:creationId xmlns:a16="http://schemas.microsoft.com/office/drawing/2014/main" id="{BE4EF327-FEB6-ECEA-2360-4972EEF46E21}"/>
                </a:ext>
              </a:extLst>
            </p:cNvPr>
            <p:cNvPicPr>
              <a:picLocks noChangeAspect="1"/>
            </p:cNvPicPr>
            <p:nvPr/>
          </p:nvPicPr>
          <p:blipFill>
            <a:blip r:embed="rId3" cstate="print"/>
            <a:stretch>
              <a:fillRect/>
            </a:stretch>
          </p:blipFill>
          <p:spPr>
            <a:xfrm>
              <a:off x="10586674" y="3532303"/>
              <a:ext cx="862433" cy="315654"/>
            </a:xfrm>
            <a:prstGeom prst="rect">
              <a:avLst/>
            </a:prstGeom>
          </p:spPr>
        </p:pic>
        <p:cxnSp>
          <p:nvCxnSpPr>
            <p:cNvPr id="181" name="Straight Connector 96">
              <a:extLst>
                <a:ext uri="{FF2B5EF4-FFF2-40B4-BE49-F238E27FC236}">
                  <a16:creationId xmlns:a16="http://schemas.microsoft.com/office/drawing/2014/main" id="{865CBB38-5365-5FC3-E190-993AE2322918}"/>
                </a:ext>
              </a:extLst>
            </p:cNvPr>
            <p:cNvCxnSpPr>
              <a:cxnSpLocks/>
            </p:cNvCxnSpPr>
            <p:nvPr/>
          </p:nvCxnSpPr>
          <p:spPr>
            <a:xfrm>
              <a:off x="11047708" y="3847957"/>
              <a:ext cx="66402" cy="5756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96">
              <a:extLst>
                <a:ext uri="{FF2B5EF4-FFF2-40B4-BE49-F238E27FC236}">
                  <a16:creationId xmlns:a16="http://schemas.microsoft.com/office/drawing/2014/main" id="{B14C967C-BFFC-155F-86C6-54E9787102EA}"/>
                </a:ext>
              </a:extLst>
            </p:cNvPr>
            <p:cNvCxnSpPr>
              <a:cxnSpLocks/>
              <a:stCxn id="180" idx="2"/>
            </p:cNvCxnSpPr>
            <p:nvPr/>
          </p:nvCxnSpPr>
          <p:spPr>
            <a:xfrm flipH="1">
              <a:off x="10219382" y="3847957"/>
              <a:ext cx="798509" cy="588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90" name="图片 189">
              <a:extLst>
                <a:ext uri="{FF2B5EF4-FFF2-40B4-BE49-F238E27FC236}">
                  <a16:creationId xmlns:a16="http://schemas.microsoft.com/office/drawing/2014/main" id="{AFE82169-0F45-F30D-8C7B-D07843789F52}"/>
                </a:ext>
              </a:extLst>
            </p:cNvPr>
            <p:cNvPicPr>
              <a:picLocks noChangeAspect="1"/>
            </p:cNvPicPr>
            <p:nvPr/>
          </p:nvPicPr>
          <p:blipFill>
            <a:blip r:embed="rId3" cstate="print"/>
            <a:stretch>
              <a:fillRect/>
            </a:stretch>
          </p:blipFill>
          <p:spPr>
            <a:xfrm>
              <a:off x="9584714" y="2626672"/>
              <a:ext cx="862433" cy="315654"/>
            </a:xfrm>
            <a:prstGeom prst="rect">
              <a:avLst/>
            </a:prstGeom>
          </p:spPr>
        </p:pic>
        <p:sp>
          <p:nvSpPr>
            <p:cNvPr id="191" name="Text Box 42">
              <a:extLst>
                <a:ext uri="{FF2B5EF4-FFF2-40B4-BE49-F238E27FC236}">
                  <a16:creationId xmlns:a16="http://schemas.microsoft.com/office/drawing/2014/main" id="{6630B4C0-D78E-09A7-1414-2EBDEF63F0D5}"/>
                </a:ext>
              </a:extLst>
            </p:cNvPr>
            <p:cNvSpPr txBox="1">
              <a:spLocks noChangeArrowheads="1"/>
            </p:cNvSpPr>
            <p:nvPr/>
          </p:nvSpPr>
          <p:spPr bwMode="auto">
            <a:xfrm>
              <a:off x="8882077" y="2520519"/>
              <a:ext cx="153638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400" i="0" dirty="0">
                  <a:solidFill>
                    <a:srgbClr val="CC0000"/>
                  </a:solidFill>
                  <a:latin typeface="+mn-lt"/>
                  <a:cs typeface="Arial" charset="0"/>
                </a:rPr>
                <a:t>Hub</a:t>
              </a:r>
              <a:endParaRPr lang="en-US" sz="2400" i="0" dirty="0">
                <a:solidFill>
                  <a:srgbClr val="CC0000"/>
                </a:solidFill>
                <a:latin typeface="+mn-lt"/>
                <a:cs typeface="Arial" charset="0"/>
              </a:endParaRPr>
            </a:p>
          </p:txBody>
        </p:sp>
        <p:sp>
          <p:nvSpPr>
            <p:cNvPr id="189" name="文本框 188">
              <a:extLst>
                <a:ext uri="{FF2B5EF4-FFF2-40B4-BE49-F238E27FC236}">
                  <a16:creationId xmlns:a16="http://schemas.microsoft.com/office/drawing/2014/main" id="{C3F09735-9B5C-3A4F-9630-5F0DA8D5D2CE}"/>
                </a:ext>
              </a:extLst>
            </p:cNvPr>
            <p:cNvSpPr txBox="1"/>
            <p:nvPr/>
          </p:nvSpPr>
          <p:spPr>
            <a:xfrm>
              <a:off x="9401565" y="5232705"/>
              <a:ext cx="2116232" cy="369332"/>
            </a:xfrm>
            <a:prstGeom prst="rect">
              <a:avLst/>
            </a:prstGeom>
            <a:noFill/>
          </p:spPr>
          <p:txBody>
            <a:bodyPr wrap="square">
              <a:spAutoFit/>
            </a:bodyPr>
            <a:lstStyle/>
            <a:p>
              <a:r>
                <a:rPr lang="zh-CN" altLang="en-US" dirty="0"/>
                <a:t>层次星形拓扑结构</a:t>
              </a:r>
            </a:p>
          </p:txBody>
        </p:sp>
        <p:sp>
          <p:nvSpPr>
            <p:cNvPr id="1025" name="Rectangle 37">
              <a:extLst>
                <a:ext uri="{FF2B5EF4-FFF2-40B4-BE49-F238E27FC236}">
                  <a16:creationId xmlns:a16="http://schemas.microsoft.com/office/drawing/2014/main" id="{65B9C624-A83A-3F09-7D0D-F72710BE4418}"/>
                </a:ext>
              </a:extLst>
            </p:cNvPr>
            <p:cNvSpPr>
              <a:spLocks noChangeArrowheads="1"/>
            </p:cNvSpPr>
            <p:nvPr/>
          </p:nvSpPr>
          <p:spPr bwMode="auto">
            <a:xfrm rot="8877771">
              <a:off x="9460082" y="434123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027" name="Group 49">
              <a:extLst>
                <a:ext uri="{FF2B5EF4-FFF2-40B4-BE49-F238E27FC236}">
                  <a16:creationId xmlns:a16="http://schemas.microsoft.com/office/drawing/2014/main" id="{3D261C2F-F448-6C05-8702-05382CB490B1}"/>
                </a:ext>
              </a:extLst>
            </p:cNvPr>
            <p:cNvGrpSpPr>
              <a:grpSpLocks/>
            </p:cNvGrpSpPr>
            <p:nvPr/>
          </p:nvGrpSpPr>
          <p:grpSpPr bwMode="auto">
            <a:xfrm>
              <a:off x="8957599" y="4450989"/>
              <a:ext cx="768201" cy="646029"/>
              <a:chOff x="-44" y="1473"/>
              <a:chExt cx="981" cy="1105"/>
            </a:xfrm>
          </p:grpSpPr>
          <p:pic>
            <p:nvPicPr>
              <p:cNvPr id="1028" name="Picture 50" descr="desktop_computer_stylized_medium">
                <a:extLst>
                  <a:ext uri="{FF2B5EF4-FFF2-40B4-BE49-F238E27FC236}">
                    <a16:creationId xmlns:a16="http://schemas.microsoft.com/office/drawing/2014/main" id="{2394B83D-733B-26DB-2459-4331AA770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9" name="Freeform 51">
                <a:extLst>
                  <a:ext uri="{FF2B5EF4-FFF2-40B4-BE49-F238E27FC236}">
                    <a16:creationId xmlns:a16="http://schemas.microsoft.com/office/drawing/2014/main" id="{B82BDBC4-7DF5-12F2-E386-9B0DC47AEBA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1034" name="Rectangle 37">
              <a:extLst>
                <a:ext uri="{FF2B5EF4-FFF2-40B4-BE49-F238E27FC236}">
                  <a16:creationId xmlns:a16="http://schemas.microsoft.com/office/drawing/2014/main" id="{1078A22A-3C44-DE8B-7922-C54AAAD8A1D7}"/>
                </a:ext>
              </a:extLst>
            </p:cNvPr>
            <p:cNvSpPr>
              <a:spLocks noChangeArrowheads="1"/>
            </p:cNvSpPr>
            <p:nvPr/>
          </p:nvSpPr>
          <p:spPr bwMode="auto">
            <a:xfrm rot="13689202">
              <a:off x="8232555" y="433544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035" name="Group 49">
              <a:extLst>
                <a:ext uri="{FF2B5EF4-FFF2-40B4-BE49-F238E27FC236}">
                  <a16:creationId xmlns:a16="http://schemas.microsoft.com/office/drawing/2014/main" id="{8A02A72C-8DB6-7767-B00A-184629F8CECE}"/>
                </a:ext>
              </a:extLst>
            </p:cNvPr>
            <p:cNvGrpSpPr>
              <a:grpSpLocks/>
            </p:cNvGrpSpPr>
            <p:nvPr/>
          </p:nvGrpSpPr>
          <p:grpSpPr bwMode="auto">
            <a:xfrm>
              <a:off x="7738363" y="4425766"/>
              <a:ext cx="768201" cy="646029"/>
              <a:chOff x="-44" y="1473"/>
              <a:chExt cx="981" cy="1105"/>
            </a:xfrm>
          </p:grpSpPr>
          <p:pic>
            <p:nvPicPr>
              <p:cNvPr id="1036" name="Picture 50" descr="desktop_computer_stylized_medium">
                <a:extLst>
                  <a:ext uri="{FF2B5EF4-FFF2-40B4-BE49-F238E27FC236}">
                    <a16:creationId xmlns:a16="http://schemas.microsoft.com/office/drawing/2014/main" id="{A7C32677-8510-B5B3-EC90-6886FAA69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37" name="Freeform 51">
                <a:extLst>
                  <a:ext uri="{FF2B5EF4-FFF2-40B4-BE49-F238E27FC236}">
                    <a16:creationId xmlns:a16="http://schemas.microsoft.com/office/drawing/2014/main" id="{E7F5204F-991E-7A6A-111B-6E884DA6D94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pic>
          <p:nvPicPr>
            <p:cNvPr id="1038" name="图片 1037">
              <a:extLst>
                <a:ext uri="{FF2B5EF4-FFF2-40B4-BE49-F238E27FC236}">
                  <a16:creationId xmlns:a16="http://schemas.microsoft.com/office/drawing/2014/main" id="{D506943D-6C40-BF10-A003-38C44C0DB75E}"/>
                </a:ext>
              </a:extLst>
            </p:cNvPr>
            <p:cNvPicPr>
              <a:picLocks noChangeAspect="1"/>
            </p:cNvPicPr>
            <p:nvPr/>
          </p:nvPicPr>
          <p:blipFill>
            <a:blip r:embed="rId3" cstate="print"/>
            <a:stretch>
              <a:fillRect/>
            </a:stretch>
          </p:blipFill>
          <p:spPr>
            <a:xfrm>
              <a:off x="8662443" y="3568359"/>
              <a:ext cx="862433" cy="315654"/>
            </a:xfrm>
            <a:prstGeom prst="rect">
              <a:avLst/>
            </a:prstGeom>
          </p:spPr>
        </p:pic>
        <p:cxnSp>
          <p:nvCxnSpPr>
            <p:cNvPr id="1039" name="Straight Connector 96">
              <a:extLst>
                <a:ext uri="{FF2B5EF4-FFF2-40B4-BE49-F238E27FC236}">
                  <a16:creationId xmlns:a16="http://schemas.microsoft.com/office/drawing/2014/main" id="{C56FE294-728F-13C7-067A-47027E7B75C6}"/>
                </a:ext>
              </a:extLst>
            </p:cNvPr>
            <p:cNvCxnSpPr>
              <a:cxnSpLocks/>
            </p:cNvCxnSpPr>
            <p:nvPr/>
          </p:nvCxnSpPr>
          <p:spPr>
            <a:xfrm>
              <a:off x="9123477" y="3884013"/>
              <a:ext cx="387414" cy="5417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0" name="Straight Connector 96">
              <a:extLst>
                <a:ext uri="{FF2B5EF4-FFF2-40B4-BE49-F238E27FC236}">
                  <a16:creationId xmlns:a16="http://schemas.microsoft.com/office/drawing/2014/main" id="{88C19A73-C7F6-6635-9D28-5A46801705A4}"/>
                </a:ext>
              </a:extLst>
            </p:cNvPr>
            <p:cNvCxnSpPr>
              <a:cxnSpLocks/>
              <a:stCxn id="1038" idx="2"/>
            </p:cNvCxnSpPr>
            <p:nvPr/>
          </p:nvCxnSpPr>
          <p:spPr>
            <a:xfrm flipH="1">
              <a:off x="8295151" y="3884013"/>
              <a:ext cx="798509" cy="588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42" name="Text Box 42">
              <a:extLst>
                <a:ext uri="{FF2B5EF4-FFF2-40B4-BE49-F238E27FC236}">
                  <a16:creationId xmlns:a16="http://schemas.microsoft.com/office/drawing/2014/main" id="{C502C3B0-2BBC-93C2-1F1F-33D130D7E676}"/>
                </a:ext>
              </a:extLst>
            </p:cNvPr>
            <p:cNvSpPr txBox="1">
              <a:spLocks noChangeArrowheads="1"/>
            </p:cNvSpPr>
            <p:nvPr/>
          </p:nvSpPr>
          <p:spPr bwMode="auto">
            <a:xfrm>
              <a:off x="8065690" y="3420167"/>
              <a:ext cx="153638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400" i="0" dirty="0">
                  <a:solidFill>
                    <a:srgbClr val="CC0000"/>
                  </a:solidFill>
                  <a:latin typeface="+mn-lt"/>
                  <a:cs typeface="Arial" charset="0"/>
                </a:rPr>
                <a:t>Hub</a:t>
              </a:r>
              <a:endParaRPr lang="en-US" sz="2400" i="0" dirty="0">
                <a:solidFill>
                  <a:srgbClr val="CC0000"/>
                </a:solidFill>
                <a:latin typeface="+mn-lt"/>
                <a:cs typeface="Arial" charset="0"/>
              </a:endParaRPr>
            </a:p>
          </p:txBody>
        </p:sp>
        <p:cxnSp>
          <p:nvCxnSpPr>
            <p:cNvPr id="1043" name="Straight Connector 96">
              <a:extLst>
                <a:ext uri="{FF2B5EF4-FFF2-40B4-BE49-F238E27FC236}">
                  <a16:creationId xmlns:a16="http://schemas.microsoft.com/office/drawing/2014/main" id="{AFFF367E-434A-F852-9CDF-70D5CE2B57B6}"/>
                </a:ext>
              </a:extLst>
            </p:cNvPr>
            <p:cNvCxnSpPr>
              <a:cxnSpLocks/>
              <a:stCxn id="190" idx="2"/>
            </p:cNvCxnSpPr>
            <p:nvPr/>
          </p:nvCxnSpPr>
          <p:spPr>
            <a:xfrm flipH="1">
              <a:off x="9093659" y="2942326"/>
              <a:ext cx="922272" cy="6514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7" name="Straight Connector 96">
              <a:extLst>
                <a:ext uri="{FF2B5EF4-FFF2-40B4-BE49-F238E27FC236}">
                  <a16:creationId xmlns:a16="http://schemas.microsoft.com/office/drawing/2014/main" id="{CD14F9D5-903E-7378-562F-117801A689A9}"/>
                </a:ext>
              </a:extLst>
            </p:cNvPr>
            <p:cNvCxnSpPr>
              <a:cxnSpLocks/>
              <a:stCxn id="190" idx="2"/>
              <a:endCxn id="180" idx="0"/>
            </p:cNvCxnSpPr>
            <p:nvPr/>
          </p:nvCxnSpPr>
          <p:spPr>
            <a:xfrm>
              <a:off x="10015931" y="2942326"/>
              <a:ext cx="1001960" cy="5899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48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F21A0B-D1B0-8599-C0AF-22E03662857B}"/>
              </a:ext>
            </a:extLst>
          </p:cNvPr>
          <p:cNvSpPr>
            <a:spLocks noGrp="1"/>
          </p:cNvSpPr>
          <p:nvPr>
            <p:ph type="title"/>
          </p:nvPr>
        </p:nvSpPr>
        <p:spPr/>
        <p:txBody>
          <a:bodyPr/>
          <a:lstStyle/>
          <a:p>
            <a:r>
              <a:rPr lang="zh-CN" altLang="en-US" dirty="0"/>
              <a:t>以太网</a:t>
            </a:r>
            <a:r>
              <a:rPr lang="en-US" altLang="zh-CN" dirty="0"/>
              <a:t>: </a:t>
            </a:r>
            <a:r>
              <a:rPr lang="zh-CN" altLang="en-US" dirty="0"/>
              <a:t>转发器和集线器</a:t>
            </a:r>
          </a:p>
        </p:txBody>
      </p:sp>
      <p:sp>
        <p:nvSpPr>
          <p:cNvPr id="3" name="内容占位符 2">
            <a:extLst>
              <a:ext uri="{FF2B5EF4-FFF2-40B4-BE49-F238E27FC236}">
                <a16:creationId xmlns:a16="http://schemas.microsoft.com/office/drawing/2014/main" id="{469685E5-7894-B246-B7EF-A32C78B5C387}"/>
              </a:ext>
            </a:extLst>
          </p:cNvPr>
          <p:cNvSpPr>
            <a:spLocks noGrp="1"/>
          </p:cNvSpPr>
          <p:nvPr>
            <p:ph idx="1"/>
          </p:nvPr>
        </p:nvSpPr>
        <p:spPr>
          <a:xfrm>
            <a:off x="442913" y="728663"/>
            <a:ext cx="11289710" cy="4323784"/>
          </a:xfrm>
        </p:spPr>
        <p:txBody>
          <a:bodyPr>
            <a:noAutofit/>
          </a:bodyPr>
          <a:lstStyle/>
          <a:p>
            <a:pPr marL="0" indent="0">
              <a:lnSpc>
                <a:spcPct val="100000"/>
              </a:lnSpc>
              <a:buNone/>
            </a:pPr>
            <a:r>
              <a:rPr lang="zh-CN" altLang="en-US" dirty="0"/>
              <a:t>物理层的互连设备：转发器和集线器</a:t>
            </a:r>
          </a:p>
          <a:p>
            <a:pPr>
              <a:lnSpc>
                <a:spcPct val="100000"/>
              </a:lnSpc>
            </a:pPr>
            <a:r>
              <a:rPr lang="zh-CN" altLang="en-US" dirty="0"/>
              <a:t>工作在物理层，提供比特流的转发</a:t>
            </a:r>
            <a:endParaRPr lang="en-US" altLang="zh-CN" dirty="0"/>
          </a:p>
          <a:p>
            <a:pPr>
              <a:lnSpc>
                <a:spcPct val="100000"/>
              </a:lnSpc>
            </a:pPr>
            <a:r>
              <a:rPr lang="zh-CN" altLang="en-US" dirty="0"/>
              <a:t>从一个端口收到的信号识别出携带的比特，然后在其他端口重新生成信号并发送</a:t>
            </a:r>
            <a:endParaRPr lang="en-US" altLang="zh-CN" dirty="0"/>
          </a:p>
          <a:p>
            <a:pPr>
              <a:lnSpc>
                <a:spcPct val="100000"/>
              </a:lnSpc>
            </a:pPr>
            <a:r>
              <a:rPr lang="zh-CN" altLang="en-US" dirty="0"/>
              <a:t>通过其连接的网段本质上仍然属于同一个冲突域（</a:t>
            </a:r>
            <a:r>
              <a:rPr lang="en-US" altLang="zh-CN" dirty="0"/>
              <a:t>Collision domain</a:t>
            </a:r>
            <a:r>
              <a:rPr lang="zh-CN" altLang="en-US" dirty="0"/>
              <a:t>）</a:t>
            </a:r>
          </a:p>
          <a:p>
            <a:pPr lvl="1">
              <a:lnSpc>
                <a:spcPct val="100000"/>
              </a:lnSpc>
            </a:pPr>
            <a:r>
              <a:rPr lang="zh-CN" altLang="en-US" sz="2000" dirty="0"/>
              <a:t>从一个端口收到的比特流会被转发到所有的端口</a:t>
            </a:r>
            <a:endParaRPr lang="en-US" altLang="zh-CN" sz="2000" dirty="0"/>
          </a:p>
          <a:p>
            <a:pPr lvl="1">
              <a:lnSpc>
                <a:spcPct val="100000"/>
              </a:lnSpc>
            </a:pPr>
            <a:r>
              <a:rPr lang="zh-CN" altLang="en-US" sz="2000" dirty="0"/>
              <a:t>如果有两个或两个以上节点发送时都会遇到冲突</a:t>
            </a:r>
            <a:endParaRPr lang="en-US" altLang="zh-CN" sz="2000" dirty="0"/>
          </a:p>
          <a:p>
            <a:pPr lvl="2">
              <a:lnSpc>
                <a:spcPct val="100000"/>
              </a:lnSpc>
            </a:pPr>
            <a:r>
              <a:rPr lang="zh-CN" altLang="en-US" dirty="0"/>
              <a:t>如果多于两个端口同时传输，集线器会在这些端口产生并发送一个冲突存在信号</a:t>
            </a:r>
            <a:endParaRPr lang="en-US" altLang="zh-CN" dirty="0"/>
          </a:p>
          <a:p>
            <a:pPr lvl="1">
              <a:lnSpc>
                <a:spcPct val="100000"/>
              </a:lnSpc>
            </a:pPr>
            <a:r>
              <a:rPr lang="zh-CN" altLang="en-US" sz="2000" dirty="0"/>
              <a:t>对于以太网：同一个冲突域的节点共享带宽，每个节点采用</a:t>
            </a:r>
            <a:r>
              <a:rPr lang="en-US" altLang="zh-CN" sz="2000" b="1" dirty="0">
                <a:solidFill>
                  <a:schemeClr val="accent4"/>
                </a:solidFill>
              </a:rPr>
              <a:t>CSMA/CD</a:t>
            </a:r>
            <a:r>
              <a:rPr lang="zh-CN" altLang="en-US" sz="2000" dirty="0"/>
              <a:t>竞争媒体的访问权</a:t>
            </a:r>
            <a:endParaRPr lang="en-US" altLang="zh-CN" sz="2000" dirty="0"/>
          </a:p>
          <a:p>
            <a:pPr>
              <a:lnSpc>
                <a:spcPct val="100000"/>
              </a:lnSpc>
            </a:pPr>
            <a:r>
              <a:rPr lang="zh-CN" altLang="en-US" dirty="0"/>
              <a:t>多端口的集线器可以关闭某个端口</a:t>
            </a:r>
            <a:endParaRPr lang="en-US" altLang="zh-CN" dirty="0"/>
          </a:p>
          <a:p>
            <a:pPr>
              <a:lnSpc>
                <a:spcPct val="100000"/>
              </a:lnSpc>
            </a:pPr>
            <a:r>
              <a:rPr lang="zh-CN" altLang="en-US" dirty="0"/>
              <a:t>和</a:t>
            </a:r>
            <a:r>
              <a:rPr lang="en-US" altLang="zh-CN" dirty="0"/>
              <a:t>MAC</a:t>
            </a:r>
            <a:r>
              <a:rPr lang="zh-CN" altLang="en-US" dirty="0"/>
              <a:t>协议无关，既无缓冲功能，也无分段功能</a:t>
            </a:r>
          </a:p>
          <a:p>
            <a:endParaRPr lang="zh-CN" altLang="en-US" dirty="0"/>
          </a:p>
          <a:p>
            <a:endParaRPr lang="zh-CN" altLang="en-US" dirty="0"/>
          </a:p>
        </p:txBody>
      </p:sp>
      <p:grpSp>
        <p:nvGrpSpPr>
          <p:cNvPr id="5" name="组合 4">
            <a:extLst>
              <a:ext uri="{FF2B5EF4-FFF2-40B4-BE49-F238E27FC236}">
                <a16:creationId xmlns:a16="http://schemas.microsoft.com/office/drawing/2014/main" id="{ED223125-5D37-8801-685C-A5638C873A58}"/>
              </a:ext>
            </a:extLst>
          </p:cNvPr>
          <p:cNvGrpSpPr/>
          <p:nvPr/>
        </p:nvGrpSpPr>
        <p:grpSpPr>
          <a:xfrm>
            <a:off x="8333340" y="4338259"/>
            <a:ext cx="2502340" cy="1601398"/>
            <a:chOff x="5879416" y="2264571"/>
            <a:chExt cx="2502340" cy="1601398"/>
          </a:xfrm>
        </p:grpSpPr>
        <p:cxnSp>
          <p:nvCxnSpPr>
            <p:cNvPr id="7" name="Straight Connector 96">
              <a:extLst>
                <a:ext uri="{FF2B5EF4-FFF2-40B4-BE49-F238E27FC236}">
                  <a16:creationId xmlns:a16="http://schemas.microsoft.com/office/drawing/2014/main" id="{E967786F-D580-EDA7-861F-7AAC2B2B60CA}"/>
                </a:ext>
              </a:extLst>
            </p:cNvPr>
            <p:cNvCxnSpPr>
              <a:cxnSpLocks/>
              <a:stCxn id="15" idx="2"/>
            </p:cNvCxnSpPr>
            <p:nvPr/>
          </p:nvCxnSpPr>
          <p:spPr>
            <a:xfrm>
              <a:off x="7234713" y="2663262"/>
              <a:ext cx="892933" cy="5915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42">
              <a:extLst>
                <a:ext uri="{FF2B5EF4-FFF2-40B4-BE49-F238E27FC236}">
                  <a16:creationId xmlns:a16="http://schemas.microsoft.com/office/drawing/2014/main" id="{77FCCA01-335F-F374-B53A-C22531570A63}"/>
                </a:ext>
              </a:extLst>
            </p:cNvPr>
            <p:cNvSpPr txBox="1">
              <a:spLocks noChangeArrowheads="1"/>
            </p:cNvSpPr>
            <p:nvPr/>
          </p:nvSpPr>
          <p:spPr bwMode="auto">
            <a:xfrm>
              <a:off x="6075569" y="2264571"/>
              <a:ext cx="153638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400" i="0" dirty="0">
                  <a:solidFill>
                    <a:srgbClr val="CC0000"/>
                  </a:solidFill>
                  <a:latin typeface="+mn-lt"/>
                  <a:cs typeface="Arial" charset="0"/>
                </a:rPr>
                <a:t>Hub</a:t>
              </a:r>
              <a:endParaRPr lang="en-US" sz="2400" i="0" dirty="0">
                <a:solidFill>
                  <a:srgbClr val="CC0000"/>
                </a:solidFill>
                <a:latin typeface="+mn-lt"/>
                <a:cs typeface="Arial" charset="0"/>
              </a:endParaRPr>
            </a:p>
          </p:txBody>
        </p:sp>
        <p:sp>
          <p:nvSpPr>
            <p:cNvPr id="9" name="Rectangle 37">
              <a:extLst>
                <a:ext uri="{FF2B5EF4-FFF2-40B4-BE49-F238E27FC236}">
                  <a16:creationId xmlns:a16="http://schemas.microsoft.com/office/drawing/2014/main" id="{21E94EFB-F46E-244D-6C02-2953E56201A2}"/>
                </a:ext>
              </a:extLst>
            </p:cNvPr>
            <p:cNvSpPr>
              <a:spLocks noChangeArrowheads="1"/>
            </p:cNvSpPr>
            <p:nvPr/>
          </p:nvSpPr>
          <p:spPr bwMode="auto">
            <a:xfrm rot="10800000">
              <a:off x="7273144" y="312048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0" name="Group 49">
              <a:extLst>
                <a:ext uri="{FF2B5EF4-FFF2-40B4-BE49-F238E27FC236}">
                  <a16:creationId xmlns:a16="http://schemas.microsoft.com/office/drawing/2014/main" id="{8F567DBB-C2F2-47F8-2726-F590A1FFF8D0}"/>
                </a:ext>
              </a:extLst>
            </p:cNvPr>
            <p:cNvGrpSpPr>
              <a:grpSpLocks/>
            </p:cNvGrpSpPr>
            <p:nvPr/>
          </p:nvGrpSpPr>
          <p:grpSpPr bwMode="auto">
            <a:xfrm>
              <a:off x="6749135" y="3210805"/>
              <a:ext cx="768201" cy="646029"/>
              <a:chOff x="-44" y="1473"/>
              <a:chExt cx="981" cy="1105"/>
            </a:xfrm>
          </p:grpSpPr>
          <p:pic>
            <p:nvPicPr>
              <p:cNvPr id="22" name="Picture 50" descr="desktop_computer_stylized_medium">
                <a:extLst>
                  <a:ext uri="{FF2B5EF4-FFF2-40B4-BE49-F238E27FC236}">
                    <a16:creationId xmlns:a16="http://schemas.microsoft.com/office/drawing/2014/main" id="{1FB69893-F201-1425-8405-A805F5208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 name="Freeform 51">
                <a:extLst>
                  <a:ext uri="{FF2B5EF4-FFF2-40B4-BE49-F238E27FC236}">
                    <a16:creationId xmlns:a16="http://schemas.microsoft.com/office/drawing/2014/main" id="{10AB2327-E2EB-E78E-744E-D5C800948958}"/>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11" name="Rectangle 37">
              <a:extLst>
                <a:ext uri="{FF2B5EF4-FFF2-40B4-BE49-F238E27FC236}">
                  <a16:creationId xmlns:a16="http://schemas.microsoft.com/office/drawing/2014/main" id="{52EBBEF9-F4F4-BC20-5378-849DE060732D}"/>
                </a:ext>
              </a:extLst>
            </p:cNvPr>
            <p:cNvSpPr>
              <a:spLocks noChangeArrowheads="1"/>
            </p:cNvSpPr>
            <p:nvPr/>
          </p:nvSpPr>
          <p:spPr bwMode="auto">
            <a:xfrm rot="7151831">
              <a:off x="8107747" y="3129615"/>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2" name="Group 49">
              <a:extLst>
                <a:ext uri="{FF2B5EF4-FFF2-40B4-BE49-F238E27FC236}">
                  <a16:creationId xmlns:a16="http://schemas.microsoft.com/office/drawing/2014/main" id="{D7A58654-AA7A-A186-41BC-ED48291FCBC3}"/>
                </a:ext>
              </a:extLst>
            </p:cNvPr>
            <p:cNvGrpSpPr>
              <a:grpSpLocks/>
            </p:cNvGrpSpPr>
            <p:nvPr/>
          </p:nvGrpSpPr>
          <p:grpSpPr bwMode="auto">
            <a:xfrm>
              <a:off x="7613555" y="3219940"/>
              <a:ext cx="768201" cy="646029"/>
              <a:chOff x="-44" y="1473"/>
              <a:chExt cx="981" cy="1105"/>
            </a:xfrm>
          </p:grpSpPr>
          <p:pic>
            <p:nvPicPr>
              <p:cNvPr id="20" name="Picture 50" descr="desktop_computer_stylized_medium">
                <a:extLst>
                  <a:ext uri="{FF2B5EF4-FFF2-40B4-BE49-F238E27FC236}">
                    <a16:creationId xmlns:a16="http://schemas.microsoft.com/office/drawing/2014/main" id="{702F4C3F-6DB9-0551-8F66-ACDF1F178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 name="Freeform 51">
                <a:extLst>
                  <a:ext uri="{FF2B5EF4-FFF2-40B4-BE49-F238E27FC236}">
                    <a16:creationId xmlns:a16="http://schemas.microsoft.com/office/drawing/2014/main" id="{E89AC46C-2C8E-C992-A395-9826CF3E0F9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13" name="Rectangle 37">
              <a:extLst>
                <a:ext uri="{FF2B5EF4-FFF2-40B4-BE49-F238E27FC236}">
                  <a16:creationId xmlns:a16="http://schemas.microsoft.com/office/drawing/2014/main" id="{0600B9D7-D78C-0D50-47E6-4F6D9C4783C2}"/>
                </a:ext>
              </a:extLst>
            </p:cNvPr>
            <p:cNvSpPr>
              <a:spLocks noChangeArrowheads="1"/>
            </p:cNvSpPr>
            <p:nvPr/>
          </p:nvSpPr>
          <p:spPr bwMode="auto">
            <a:xfrm rot="13689202">
              <a:off x="6373608" y="31146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rPr>
                <a:t> </a:t>
              </a:r>
            </a:p>
          </p:txBody>
        </p:sp>
        <p:grpSp>
          <p:nvGrpSpPr>
            <p:cNvPr id="14" name="Group 49">
              <a:extLst>
                <a:ext uri="{FF2B5EF4-FFF2-40B4-BE49-F238E27FC236}">
                  <a16:creationId xmlns:a16="http://schemas.microsoft.com/office/drawing/2014/main" id="{B727BC51-828C-50AD-4637-5E6ECAFB9CD8}"/>
                </a:ext>
              </a:extLst>
            </p:cNvPr>
            <p:cNvGrpSpPr>
              <a:grpSpLocks/>
            </p:cNvGrpSpPr>
            <p:nvPr/>
          </p:nvGrpSpPr>
          <p:grpSpPr bwMode="auto">
            <a:xfrm>
              <a:off x="5879416" y="3205015"/>
              <a:ext cx="768201" cy="646029"/>
              <a:chOff x="-44" y="1473"/>
              <a:chExt cx="981" cy="1105"/>
            </a:xfrm>
          </p:grpSpPr>
          <p:pic>
            <p:nvPicPr>
              <p:cNvPr id="18" name="Picture 50" descr="desktop_computer_stylized_medium">
                <a:extLst>
                  <a:ext uri="{FF2B5EF4-FFF2-40B4-BE49-F238E27FC236}">
                    <a16:creationId xmlns:a16="http://schemas.microsoft.com/office/drawing/2014/main" id="{424A1199-B02D-C517-C3B1-763BD120A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 name="Freeform 51">
                <a:extLst>
                  <a:ext uri="{FF2B5EF4-FFF2-40B4-BE49-F238E27FC236}">
                    <a16:creationId xmlns:a16="http://schemas.microsoft.com/office/drawing/2014/main" id="{2C096D09-F0A2-2AFC-220D-A3AFE1B50A2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pic>
          <p:nvPicPr>
            <p:cNvPr id="15" name="图片 14">
              <a:extLst>
                <a:ext uri="{FF2B5EF4-FFF2-40B4-BE49-F238E27FC236}">
                  <a16:creationId xmlns:a16="http://schemas.microsoft.com/office/drawing/2014/main" id="{97ADDD34-88C9-1654-F234-BB04F4CE7988}"/>
                </a:ext>
              </a:extLst>
            </p:cNvPr>
            <p:cNvPicPr>
              <a:picLocks noChangeAspect="1"/>
            </p:cNvPicPr>
            <p:nvPr/>
          </p:nvPicPr>
          <p:blipFill>
            <a:blip r:embed="rId3" cstate="print"/>
            <a:stretch>
              <a:fillRect/>
            </a:stretch>
          </p:blipFill>
          <p:spPr>
            <a:xfrm>
              <a:off x="6803496" y="2347608"/>
              <a:ext cx="862433" cy="315654"/>
            </a:xfrm>
            <a:prstGeom prst="rect">
              <a:avLst/>
            </a:prstGeom>
          </p:spPr>
        </p:pic>
        <p:cxnSp>
          <p:nvCxnSpPr>
            <p:cNvPr id="16" name="Straight Connector 96">
              <a:extLst>
                <a:ext uri="{FF2B5EF4-FFF2-40B4-BE49-F238E27FC236}">
                  <a16:creationId xmlns:a16="http://schemas.microsoft.com/office/drawing/2014/main" id="{FB067030-2AB2-9DB1-C259-B4EC36B745D0}"/>
                </a:ext>
              </a:extLst>
            </p:cNvPr>
            <p:cNvCxnSpPr>
              <a:cxnSpLocks/>
            </p:cNvCxnSpPr>
            <p:nvPr/>
          </p:nvCxnSpPr>
          <p:spPr>
            <a:xfrm>
              <a:off x="7264530" y="2663262"/>
              <a:ext cx="66402" cy="5756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96">
              <a:extLst>
                <a:ext uri="{FF2B5EF4-FFF2-40B4-BE49-F238E27FC236}">
                  <a16:creationId xmlns:a16="http://schemas.microsoft.com/office/drawing/2014/main" id="{F58117D1-CD40-6AA6-8E7C-EBFF546F3F3D}"/>
                </a:ext>
              </a:extLst>
            </p:cNvPr>
            <p:cNvCxnSpPr>
              <a:cxnSpLocks/>
              <a:stCxn id="15" idx="2"/>
            </p:cNvCxnSpPr>
            <p:nvPr/>
          </p:nvCxnSpPr>
          <p:spPr>
            <a:xfrm flipH="1">
              <a:off x="6436204" y="2663262"/>
              <a:ext cx="798509" cy="588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4190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345BA-27A0-A3CF-9C7C-E28EB2361CD7}"/>
              </a:ext>
            </a:extLst>
          </p:cNvPr>
          <p:cNvSpPr>
            <a:spLocks noGrp="1"/>
          </p:cNvSpPr>
          <p:nvPr>
            <p:ph type="title"/>
          </p:nvPr>
        </p:nvSpPr>
        <p:spPr/>
        <p:txBody>
          <a:bodyPr/>
          <a:lstStyle/>
          <a:p>
            <a:r>
              <a:rPr lang="zh-CN" altLang="en-US" dirty="0"/>
              <a:t>以太网：媒体选项</a:t>
            </a:r>
          </a:p>
        </p:txBody>
      </p:sp>
      <p:sp>
        <p:nvSpPr>
          <p:cNvPr id="3" name="内容占位符 2">
            <a:extLst>
              <a:ext uri="{FF2B5EF4-FFF2-40B4-BE49-F238E27FC236}">
                <a16:creationId xmlns:a16="http://schemas.microsoft.com/office/drawing/2014/main" id="{9E92F2E8-F53E-4C63-8F7F-9672DF4FEA55}"/>
              </a:ext>
            </a:extLst>
          </p:cNvPr>
          <p:cNvSpPr>
            <a:spLocks noGrp="1"/>
          </p:cNvSpPr>
          <p:nvPr>
            <p:ph idx="1"/>
          </p:nvPr>
        </p:nvSpPr>
        <p:spPr>
          <a:xfrm>
            <a:off x="442913" y="728662"/>
            <a:ext cx="11289710" cy="5672133"/>
          </a:xfrm>
        </p:spPr>
        <p:txBody>
          <a:bodyPr>
            <a:noAutofit/>
          </a:bodyPr>
          <a:lstStyle/>
          <a:p>
            <a:r>
              <a:rPr lang="en-US" altLang="zh-CN" dirty="0"/>
              <a:t>IEEE</a:t>
            </a:r>
            <a:r>
              <a:rPr lang="zh-CN" altLang="zh-CN" dirty="0"/>
              <a:t>于</a:t>
            </a:r>
            <a:r>
              <a:rPr lang="en-US" altLang="zh-CN" dirty="0"/>
              <a:t>1980</a:t>
            </a:r>
            <a:r>
              <a:rPr lang="zh-CN" altLang="zh-CN" dirty="0"/>
              <a:t>年成立</a:t>
            </a:r>
            <a:r>
              <a:rPr lang="en-US" altLang="zh-CN" dirty="0"/>
              <a:t>802</a:t>
            </a:r>
            <a:r>
              <a:rPr lang="zh-CN" altLang="zh-CN" dirty="0"/>
              <a:t>委员会</a:t>
            </a:r>
            <a:r>
              <a:rPr lang="zh-CN" altLang="en-US" dirty="0"/>
              <a:t>制定局域网标准，</a:t>
            </a:r>
            <a:r>
              <a:rPr lang="zh-CN" altLang="zh-CN" dirty="0"/>
              <a:t>使得不同厂商生产的设备间能够相互通信</a:t>
            </a:r>
            <a:endParaRPr lang="en-US" altLang="zh-CN" dirty="0"/>
          </a:p>
          <a:p>
            <a:r>
              <a:rPr lang="en-US" altLang="zh-CN" dirty="0"/>
              <a:t>IEEE 802</a:t>
            </a:r>
            <a:r>
              <a:rPr lang="zh-CN" altLang="en-US" dirty="0"/>
              <a:t>委员会下设多个</a:t>
            </a:r>
            <a:r>
              <a:rPr lang="en-US" altLang="zh-CN" dirty="0"/>
              <a:t>IEEE 802</a:t>
            </a:r>
            <a:r>
              <a:rPr lang="zh-CN" altLang="en-US" dirty="0"/>
              <a:t>工作组，负责某一种特定的局域网技术标准的制定</a:t>
            </a:r>
            <a:endParaRPr lang="en-US" altLang="zh-CN" dirty="0"/>
          </a:p>
          <a:p>
            <a:pPr lvl="1"/>
            <a:r>
              <a:rPr lang="en-US" altLang="zh-CN" sz="2000" dirty="0"/>
              <a:t>IEEE 802.3</a:t>
            </a:r>
            <a:r>
              <a:rPr lang="zh-CN" altLang="en-US" sz="2000" dirty="0"/>
              <a:t>：以太网标准</a:t>
            </a:r>
            <a:endParaRPr lang="en-US" altLang="zh-CN" sz="2000" dirty="0"/>
          </a:p>
          <a:p>
            <a:pPr lvl="1"/>
            <a:r>
              <a:rPr lang="en-US" altLang="zh-CN" sz="2000" dirty="0"/>
              <a:t>IEEE 802.11</a:t>
            </a:r>
            <a:r>
              <a:rPr lang="zh-CN" altLang="en-US" sz="2000" dirty="0"/>
              <a:t>：无线局域网标准</a:t>
            </a:r>
            <a:endParaRPr lang="en-US" altLang="zh-CN" sz="2000" dirty="0"/>
          </a:p>
          <a:p>
            <a:r>
              <a:rPr lang="zh-CN" altLang="en-US" dirty="0"/>
              <a:t>以太网标准：</a:t>
            </a:r>
            <a:endParaRPr lang="en-US" altLang="zh-CN" dirty="0"/>
          </a:p>
          <a:p>
            <a:pPr lvl="1"/>
            <a:r>
              <a:rPr lang="zh-CN" altLang="en-US" sz="2000" dirty="0"/>
              <a:t>相同的数据链路层协议：</a:t>
            </a:r>
            <a:endParaRPr lang="en-US" altLang="zh-CN" sz="2000" dirty="0"/>
          </a:p>
          <a:p>
            <a:pPr lvl="2"/>
            <a:r>
              <a:rPr lang="zh-CN" altLang="en-US" b="1" dirty="0">
                <a:solidFill>
                  <a:schemeClr val="accent4"/>
                </a:solidFill>
              </a:rPr>
              <a:t>统一的</a:t>
            </a:r>
            <a:r>
              <a:rPr lang="en-US" altLang="zh-CN" b="1" dirty="0">
                <a:solidFill>
                  <a:schemeClr val="accent4"/>
                </a:solidFill>
              </a:rPr>
              <a:t>Ethernet</a:t>
            </a:r>
            <a:r>
              <a:rPr lang="zh-CN" altLang="en-US" b="1" dirty="0">
                <a:solidFill>
                  <a:schemeClr val="accent4"/>
                </a:solidFill>
              </a:rPr>
              <a:t>帧格式</a:t>
            </a:r>
            <a:endParaRPr lang="en-US" altLang="zh-CN" b="1" dirty="0">
              <a:solidFill>
                <a:schemeClr val="accent4"/>
              </a:solidFill>
            </a:endParaRPr>
          </a:p>
          <a:p>
            <a:pPr lvl="2"/>
            <a:r>
              <a:rPr lang="en-US" altLang="zh-CN" dirty="0"/>
              <a:t>MAC</a:t>
            </a:r>
            <a:r>
              <a:rPr lang="zh-CN" altLang="en-US" dirty="0"/>
              <a:t>：半双工方式的</a:t>
            </a:r>
            <a:r>
              <a:rPr lang="en-US" altLang="zh-CN" dirty="0"/>
              <a:t>CSMA/CD</a:t>
            </a:r>
          </a:p>
          <a:p>
            <a:pPr lvl="2"/>
            <a:r>
              <a:rPr lang="en-US" altLang="zh-CN" dirty="0"/>
              <a:t>MAC</a:t>
            </a:r>
            <a:r>
              <a:rPr lang="zh-CN" altLang="en-US" dirty="0"/>
              <a:t>：全双工方式的交换以太网</a:t>
            </a:r>
            <a:endParaRPr lang="en-US" altLang="zh-CN" dirty="0"/>
          </a:p>
          <a:p>
            <a:pPr lvl="1"/>
            <a:r>
              <a:rPr lang="zh-CN" altLang="en-US" sz="2000" dirty="0"/>
              <a:t>多种物理媒体选项：物理层各不相同</a:t>
            </a:r>
            <a:endParaRPr lang="en-US" altLang="zh-CN" sz="2000" dirty="0"/>
          </a:p>
          <a:p>
            <a:pPr lvl="2"/>
            <a:r>
              <a:rPr lang="zh-CN" altLang="en-US" dirty="0"/>
              <a:t>命名策略：</a:t>
            </a:r>
            <a:r>
              <a:rPr lang="en-US" altLang="zh-CN" dirty="0"/>
              <a:t>&lt;</a:t>
            </a:r>
            <a:r>
              <a:rPr lang="zh-CN" altLang="en-US" dirty="0"/>
              <a:t>数据速率</a:t>
            </a:r>
            <a:r>
              <a:rPr lang="en-US" altLang="zh-CN" dirty="0"/>
              <a:t>&gt;&lt;</a:t>
            </a:r>
            <a:r>
              <a:rPr lang="zh-CN" altLang="en-US" dirty="0"/>
              <a:t>信号方式</a:t>
            </a:r>
            <a:r>
              <a:rPr lang="en-US" altLang="zh-CN" dirty="0"/>
              <a:t>&gt;&lt;</a:t>
            </a:r>
            <a:r>
              <a:rPr lang="zh-CN" altLang="en-US" dirty="0"/>
              <a:t>网段最大长度或者媒体描述</a:t>
            </a:r>
            <a:r>
              <a:rPr lang="en-US" altLang="zh-CN" dirty="0"/>
              <a:t>&gt;</a:t>
            </a:r>
          </a:p>
          <a:p>
            <a:pPr lvl="2"/>
            <a:r>
              <a:rPr lang="zh-CN" altLang="en-US" dirty="0"/>
              <a:t>数据速率从</a:t>
            </a:r>
            <a:r>
              <a:rPr lang="en-US" altLang="zh-CN" dirty="0"/>
              <a:t>10Mbps--&gt;100Mbps--&gt;1Gbps --&gt; 10Gbps --&gt; 40Gbps</a:t>
            </a:r>
            <a:r>
              <a:rPr lang="zh-CN" altLang="en-US" dirty="0"/>
              <a:t> </a:t>
            </a:r>
            <a:r>
              <a:rPr lang="en-US" altLang="zh-CN" dirty="0"/>
              <a:t>--&gt; …</a:t>
            </a:r>
          </a:p>
          <a:p>
            <a:pPr lvl="2"/>
            <a:r>
              <a:rPr lang="zh-CN" altLang="en-US" dirty="0"/>
              <a:t>信号方式一般为</a:t>
            </a:r>
            <a:r>
              <a:rPr lang="en-US" altLang="zh-CN" dirty="0"/>
              <a:t>Base</a:t>
            </a:r>
            <a:r>
              <a:rPr lang="zh-CN" altLang="en-US" dirty="0"/>
              <a:t>，表示采用基带传输（传输的是数字信号）</a:t>
            </a:r>
            <a:endParaRPr lang="en-US" altLang="zh-CN" dirty="0"/>
          </a:p>
          <a:p>
            <a:pPr lvl="2"/>
            <a:r>
              <a:rPr lang="zh-CN" altLang="en-US" dirty="0"/>
              <a:t>媒体描述： </a:t>
            </a:r>
            <a:r>
              <a:rPr lang="en-US" altLang="zh-CN" dirty="0"/>
              <a:t>T</a:t>
            </a:r>
            <a:r>
              <a:rPr lang="zh-CN" altLang="en-US" dirty="0"/>
              <a:t>表示双绞线，</a:t>
            </a:r>
            <a:r>
              <a:rPr lang="en-US" altLang="zh-CN" dirty="0"/>
              <a:t>F</a:t>
            </a:r>
            <a:r>
              <a:rPr lang="zh-CN" altLang="en-US" dirty="0"/>
              <a:t>表示光纤，</a:t>
            </a:r>
            <a:r>
              <a:rPr lang="en-US" altLang="zh-CN" dirty="0"/>
              <a:t>P</a:t>
            </a:r>
            <a:r>
              <a:rPr lang="zh-CN" altLang="en-US" dirty="0"/>
              <a:t>表示无源光网络</a:t>
            </a:r>
            <a:r>
              <a:rPr lang="en-US" altLang="zh-CN" dirty="0"/>
              <a:t>PON</a:t>
            </a:r>
            <a:r>
              <a:rPr lang="zh-CN" altLang="en-US" dirty="0"/>
              <a:t>等</a:t>
            </a:r>
          </a:p>
          <a:p>
            <a:pPr marL="914400" lvl="2" indent="0">
              <a:buNone/>
            </a:pPr>
            <a:endParaRPr lang="zh-CN" altLang="en-US" dirty="0"/>
          </a:p>
        </p:txBody>
      </p:sp>
      <p:grpSp>
        <p:nvGrpSpPr>
          <p:cNvPr id="32" name="组合 31">
            <a:extLst>
              <a:ext uri="{FF2B5EF4-FFF2-40B4-BE49-F238E27FC236}">
                <a16:creationId xmlns:a16="http://schemas.microsoft.com/office/drawing/2014/main" id="{8E885668-C47F-B321-1455-D4CCE3C6FFB6}"/>
              </a:ext>
            </a:extLst>
          </p:cNvPr>
          <p:cNvGrpSpPr/>
          <p:nvPr/>
        </p:nvGrpSpPr>
        <p:grpSpPr>
          <a:xfrm>
            <a:off x="5051696" y="1844040"/>
            <a:ext cx="6902452" cy="2597152"/>
            <a:chOff x="5127896" y="3429000"/>
            <a:chExt cx="6902452" cy="2597152"/>
          </a:xfrm>
        </p:grpSpPr>
        <p:sp>
          <p:nvSpPr>
            <p:cNvPr id="4" name="Freeform 39">
              <a:extLst>
                <a:ext uri="{FF2B5EF4-FFF2-40B4-BE49-F238E27FC236}">
                  <a16:creationId xmlns:a16="http://schemas.microsoft.com/office/drawing/2014/main" id="{7C9E2FB9-B4EB-DFD5-0C6D-1E775DF8BEAA}"/>
                </a:ext>
              </a:extLst>
            </p:cNvPr>
            <p:cNvSpPr>
              <a:spLocks/>
            </p:cNvSpPr>
            <p:nvPr/>
          </p:nvSpPr>
          <p:spPr bwMode="auto">
            <a:xfrm>
              <a:off x="6423296" y="3465513"/>
              <a:ext cx="1393825" cy="1527175"/>
            </a:xfrm>
            <a:custGeom>
              <a:avLst/>
              <a:gdLst>
                <a:gd name="T0" fmla="*/ 2147483647 w 878"/>
                <a:gd name="T1" fmla="*/ 0 h 962"/>
                <a:gd name="T2" fmla="*/ 0 w 878"/>
                <a:gd name="T3" fmla="*/ 2147483647 h 962"/>
                <a:gd name="T4" fmla="*/ 2147483647 w 878"/>
                <a:gd name="T5" fmla="*/ 2147483647 h 962"/>
                <a:gd name="T6" fmla="*/ 2147483647 w 878"/>
                <a:gd name="T7" fmla="*/ 2147483647 h 962"/>
                <a:gd name="T8" fmla="*/ 2147483647 w 878"/>
                <a:gd name="T9" fmla="*/ 0 h 9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8" h="962">
                  <a:moveTo>
                    <a:pt x="851" y="0"/>
                  </a:moveTo>
                  <a:lnTo>
                    <a:pt x="0" y="622"/>
                  </a:lnTo>
                  <a:lnTo>
                    <a:pt x="7" y="962"/>
                  </a:lnTo>
                  <a:lnTo>
                    <a:pt x="878" y="960"/>
                  </a:lnTo>
                  <a:lnTo>
                    <a:pt x="851" y="0"/>
                  </a:lnTo>
                  <a:close/>
                </a:path>
              </a:pathLst>
            </a:custGeom>
            <a:gradFill rotWithShape="1">
              <a:gsLst>
                <a:gs pos="0">
                  <a:srgbClr val="DDDDDD"/>
                </a:gs>
                <a:gs pos="100000">
                  <a:srgbClr val="FFFFFF"/>
                </a:gs>
              </a:gsLst>
              <a:lin ang="0" scaled="1"/>
            </a:gradFill>
            <a:ln w="9525" cap="flat">
              <a:solidFill>
                <a:srgbClr val="000000"/>
              </a:solidFill>
              <a:prstDash val="dash"/>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endParaRPr>
            </a:p>
          </p:txBody>
        </p:sp>
        <p:grpSp>
          <p:nvGrpSpPr>
            <p:cNvPr id="5" name="Group 40">
              <a:extLst>
                <a:ext uri="{FF2B5EF4-FFF2-40B4-BE49-F238E27FC236}">
                  <a16:creationId xmlns:a16="http://schemas.microsoft.com/office/drawing/2014/main" id="{7833B496-E361-7EE5-007B-FAE68797670A}"/>
                </a:ext>
              </a:extLst>
            </p:cNvPr>
            <p:cNvGrpSpPr>
              <a:grpSpLocks/>
            </p:cNvGrpSpPr>
            <p:nvPr/>
          </p:nvGrpSpPr>
          <p:grpSpPr bwMode="auto">
            <a:xfrm>
              <a:off x="5127896" y="3598861"/>
              <a:ext cx="1300163" cy="1477962"/>
              <a:chOff x="921" y="797"/>
              <a:chExt cx="819" cy="931"/>
            </a:xfrm>
          </p:grpSpPr>
          <p:sp>
            <p:nvSpPr>
              <p:cNvPr id="6" name="Rectangle 41">
                <a:extLst>
                  <a:ext uri="{FF2B5EF4-FFF2-40B4-BE49-F238E27FC236}">
                    <a16:creationId xmlns:a16="http://schemas.microsoft.com/office/drawing/2014/main" id="{AE95AD0F-FB9C-72B3-2DF6-9A2EA6DDEDD3}"/>
                  </a:ext>
                </a:extLst>
              </p:cNvPr>
              <p:cNvSpPr>
                <a:spLocks noChangeArrowheads="1"/>
              </p:cNvSpPr>
              <p:nvPr/>
            </p:nvSpPr>
            <p:spPr bwMode="auto">
              <a:xfrm>
                <a:off x="924" y="810"/>
                <a:ext cx="816" cy="864"/>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 name="Text Box 42">
                <a:extLst>
                  <a:ext uri="{FF2B5EF4-FFF2-40B4-BE49-F238E27FC236}">
                    <a16:creationId xmlns:a16="http://schemas.microsoft.com/office/drawing/2014/main" id="{891383E7-1A2A-0735-F323-7EEAE03059F2}"/>
                  </a:ext>
                </a:extLst>
              </p:cNvPr>
              <p:cNvSpPr txBox="1">
                <a:spLocks noChangeArrowheads="1"/>
              </p:cNvSpPr>
              <p:nvPr/>
            </p:nvSpPr>
            <p:spPr bwMode="auto">
              <a:xfrm>
                <a:off x="937" y="797"/>
                <a:ext cx="773" cy="9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rPr>
                  <a:t>application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rPr>
                  <a:t>transport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rPr>
                  <a:t>network</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rPr>
                  <a:t>link</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rPr>
                  <a:t>physical</a:t>
                </a:r>
              </a:p>
            </p:txBody>
          </p:sp>
          <p:sp>
            <p:nvSpPr>
              <p:cNvPr id="8" name="Line 43">
                <a:extLst>
                  <a:ext uri="{FF2B5EF4-FFF2-40B4-BE49-F238E27FC236}">
                    <a16:creationId xmlns:a16="http://schemas.microsoft.com/office/drawing/2014/main" id="{67F1984E-1739-5120-0662-7C637CE26F09}"/>
                  </a:ext>
                </a:extLst>
              </p:cNvPr>
              <p:cNvSpPr>
                <a:spLocks noChangeShapeType="1"/>
              </p:cNvSpPr>
              <p:nvPr/>
            </p:nvSpPr>
            <p:spPr bwMode="auto">
              <a:xfrm>
                <a:off x="924" y="993"/>
                <a:ext cx="81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44">
                <a:extLst>
                  <a:ext uri="{FF2B5EF4-FFF2-40B4-BE49-F238E27FC236}">
                    <a16:creationId xmlns:a16="http://schemas.microsoft.com/office/drawing/2014/main" id="{8204C46F-F259-C5BE-AC7F-6745AA675194}"/>
                  </a:ext>
                </a:extLst>
              </p:cNvPr>
              <p:cNvSpPr>
                <a:spLocks noChangeShapeType="1"/>
              </p:cNvSpPr>
              <p:nvPr/>
            </p:nvSpPr>
            <p:spPr bwMode="auto">
              <a:xfrm>
                <a:off x="924" y="1167"/>
                <a:ext cx="81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Line 45">
                <a:extLst>
                  <a:ext uri="{FF2B5EF4-FFF2-40B4-BE49-F238E27FC236}">
                    <a16:creationId xmlns:a16="http://schemas.microsoft.com/office/drawing/2014/main" id="{9259A4BD-2BAA-D2C4-3EF7-65234E293E2C}"/>
                  </a:ext>
                </a:extLst>
              </p:cNvPr>
              <p:cNvSpPr>
                <a:spLocks noChangeShapeType="1"/>
              </p:cNvSpPr>
              <p:nvPr/>
            </p:nvSpPr>
            <p:spPr bwMode="auto">
              <a:xfrm>
                <a:off x="921" y="1344"/>
                <a:ext cx="81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 name="Line 46">
                <a:extLst>
                  <a:ext uri="{FF2B5EF4-FFF2-40B4-BE49-F238E27FC236}">
                    <a16:creationId xmlns:a16="http://schemas.microsoft.com/office/drawing/2014/main" id="{E03E9776-ED66-61AC-5122-B14EFF326FBC}"/>
                  </a:ext>
                </a:extLst>
              </p:cNvPr>
              <p:cNvSpPr>
                <a:spLocks noChangeShapeType="1"/>
              </p:cNvSpPr>
              <p:nvPr/>
            </p:nvSpPr>
            <p:spPr bwMode="auto">
              <a:xfrm>
                <a:off x="926" y="1501"/>
                <a:ext cx="808" cy="3"/>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 name="Line 47">
                <a:extLst>
                  <a:ext uri="{FF2B5EF4-FFF2-40B4-BE49-F238E27FC236}">
                    <a16:creationId xmlns:a16="http://schemas.microsoft.com/office/drawing/2014/main" id="{AB5C5B1A-ECAC-3F22-5322-513F8AA9A248}"/>
                  </a:ext>
                </a:extLst>
              </p:cNvPr>
              <p:cNvSpPr>
                <a:spLocks noChangeShapeType="1"/>
              </p:cNvSpPr>
              <p:nvPr/>
            </p:nvSpPr>
            <p:spPr bwMode="auto">
              <a:xfrm>
                <a:off x="926" y="1552"/>
                <a:ext cx="0" cy="106"/>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 name="Line 48">
                <a:extLst>
                  <a:ext uri="{FF2B5EF4-FFF2-40B4-BE49-F238E27FC236}">
                    <a16:creationId xmlns:a16="http://schemas.microsoft.com/office/drawing/2014/main" id="{F56E06DA-192C-7842-51F5-75839446C870}"/>
                  </a:ext>
                </a:extLst>
              </p:cNvPr>
              <p:cNvSpPr>
                <a:spLocks noChangeShapeType="1"/>
              </p:cNvSpPr>
              <p:nvPr/>
            </p:nvSpPr>
            <p:spPr bwMode="auto">
              <a:xfrm>
                <a:off x="1739" y="1541"/>
                <a:ext cx="0" cy="106"/>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 name="Rectangle 49">
              <a:extLst>
                <a:ext uri="{FF2B5EF4-FFF2-40B4-BE49-F238E27FC236}">
                  <a16:creationId xmlns:a16="http://schemas.microsoft.com/office/drawing/2014/main" id="{AFC905ED-B01F-D945-0B93-65405DCE33D4}"/>
                </a:ext>
              </a:extLst>
            </p:cNvPr>
            <p:cNvSpPr>
              <a:spLocks noChangeArrowheads="1"/>
            </p:cNvSpPr>
            <p:nvPr/>
          </p:nvSpPr>
          <p:spPr bwMode="auto">
            <a:xfrm>
              <a:off x="7780609" y="3429000"/>
              <a:ext cx="4195762" cy="156845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endParaRPr>
            </a:p>
          </p:txBody>
        </p:sp>
        <p:sp>
          <p:nvSpPr>
            <p:cNvPr id="15" name="Line 50">
              <a:extLst>
                <a:ext uri="{FF2B5EF4-FFF2-40B4-BE49-F238E27FC236}">
                  <a16:creationId xmlns:a16="http://schemas.microsoft.com/office/drawing/2014/main" id="{2B6CE1E7-D697-0792-6904-A7A822A33C2B}"/>
                </a:ext>
              </a:extLst>
            </p:cNvPr>
            <p:cNvSpPr>
              <a:spLocks noChangeShapeType="1"/>
            </p:cNvSpPr>
            <p:nvPr/>
          </p:nvSpPr>
          <p:spPr bwMode="auto">
            <a:xfrm flipV="1">
              <a:off x="7794896" y="4094163"/>
              <a:ext cx="41783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endParaRPr>
            </a:p>
          </p:txBody>
        </p:sp>
        <p:sp>
          <p:nvSpPr>
            <p:cNvPr id="16" name="Text Box 51">
              <a:extLst>
                <a:ext uri="{FF2B5EF4-FFF2-40B4-BE49-F238E27FC236}">
                  <a16:creationId xmlns:a16="http://schemas.microsoft.com/office/drawing/2014/main" id="{F9BD5EA6-670C-F684-C5A8-757EC211FA9A}"/>
                </a:ext>
              </a:extLst>
            </p:cNvPr>
            <p:cNvSpPr txBox="1">
              <a:spLocks noChangeArrowheads="1"/>
            </p:cNvSpPr>
            <p:nvPr/>
          </p:nvSpPr>
          <p:spPr bwMode="auto">
            <a:xfrm>
              <a:off x="8911638" y="3470275"/>
              <a:ext cx="1838453"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fontAlgn="base">
                <a:spcBef>
                  <a:spcPct val="0"/>
                </a:spcBef>
                <a:spcAft>
                  <a:spcPct val="0"/>
                </a:spcAft>
                <a:defRPr/>
              </a:pPr>
              <a:r>
                <a:rPr lang="en-US" i="0" dirty="0">
                  <a:solidFill>
                    <a:srgbClr val="000000"/>
                  </a:solidFill>
                  <a:latin typeface="+mn-lt"/>
                </a:rPr>
                <a:t>MAC protocol</a:t>
              </a:r>
            </a:p>
            <a:p>
              <a:pPr algn="ctr" fontAlgn="base">
                <a:spcBef>
                  <a:spcPct val="0"/>
                </a:spcBef>
                <a:spcAft>
                  <a:spcPct val="0"/>
                </a:spcAft>
                <a:defRPr/>
              </a:pPr>
              <a:r>
                <a:rPr lang="en-US" i="0" dirty="0">
                  <a:solidFill>
                    <a:srgbClr val="000000"/>
                  </a:solidFill>
                  <a:latin typeface="+mn-lt"/>
                </a:rPr>
                <a:t>and frame format</a:t>
              </a:r>
            </a:p>
          </p:txBody>
        </p:sp>
        <p:sp>
          <p:nvSpPr>
            <p:cNvPr id="17" name="Text Box 52">
              <a:extLst>
                <a:ext uri="{FF2B5EF4-FFF2-40B4-BE49-F238E27FC236}">
                  <a16:creationId xmlns:a16="http://schemas.microsoft.com/office/drawing/2014/main" id="{D2C29025-4226-AE1D-B9A1-46AB5452994F}"/>
                </a:ext>
              </a:extLst>
            </p:cNvPr>
            <p:cNvSpPr txBox="1">
              <a:spLocks noChangeArrowheads="1"/>
            </p:cNvSpPr>
            <p:nvPr/>
          </p:nvSpPr>
          <p:spPr bwMode="auto">
            <a:xfrm>
              <a:off x="7948884" y="4184650"/>
              <a:ext cx="1191352" cy="338554"/>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100BASE-TX</a:t>
              </a:r>
            </a:p>
          </p:txBody>
        </p:sp>
        <p:sp>
          <p:nvSpPr>
            <p:cNvPr id="18" name="Text Box 53">
              <a:extLst>
                <a:ext uri="{FF2B5EF4-FFF2-40B4-BE49-F238E27FC236}">
                  <a16:creationId xmlns:a16="http://schemas.microsoft.com/office/drawing/2014/main" id="{03F666E5-9088-0138-4043-A0B3F93D8D06}"/>
                </a:ext>
              </a:extLst>
            </p:cNvPr>
            <p:cNvSpPr txBox="1">
              <a:spLocks noChangeArrowheads="1"/>
            </p:cNvSpPr>
            <p:nvPr/>
          </p:nvSpPr>
          <p:spPr bwMode="auto">
            <a:xfrm>
              <a:off x="7959996" y="4545013"/>
              <a:ext cx="1189749" cy="338554"/>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100BASE-T4</a:t>
              </a:r>
            </a:p>
          </p:txBody>
        </p:sp>
        <p:sp>
          <p:nvSpPr>
            <p:cNvPr id="19" name="Text Box 54">
              <a:extLst>
                <a:ext uri="{FF2B5EF4-FFF2-40B4-BE49-F238E27FC236}">
                  <a16:creationId xmlns:a16="http://schemas.microsoft.com/office/drawing/2014/main" id="{C819DD88-0658-294C-D8CB-673CC5D8391C}"/>
                </a:ext>
              </a:extLst>
            </p:cNvPr>
            <p:cNvSpPr txBox="1">
              <a:spLocks noChangeArrowheads="1"/>
            </p:cNvSpPr>
            <p:nvPr/>
          </p:nvSpPr>
          <p:spPr bwMode="auto">
            <a:xfrm>
              <a:off x="10631759" y="4179888"/>
              <a:ext cx="1186543" cy="338554"/>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100BASE-FX</a:t>
              </a:r>
            </a:p>
          </p:txBody>
        </p:sp>
        <p:sp>
          <p:nvSpPr>
            <p:cNvPr id="20" name="Freeform 55">
              <a:extLst>
                <a:ext uri="{FF2B5EF4-FFF2-40B4-BE49-F238E27FC236}">
                  <a16:creationId xmlns:a16="http://schemas.microsoft.com/office/drawing/2014/main" id="{3601207E-05A9-6A3C-F968-4806C4095C64}"/>
                </a:ext>
              </a:extLst>
            </p:cNvPr>
            <p:cNvSpPr>
              <a:spLocks/>
            </p:cNvSpPr>
            <p:nvPr/>
          </p:nvSpPr>
          <p:spPr bwMode="auto">
            <a:xfrm>
              <a:off x="6437584" y="4075113"/>
              <a:ext cx="1393825" cy="611187"/>
            </a:xfrm>
            <a:custGeom>
              <a:avLst/>
              <a:gdLst>
                <a:gd name="T0" fmla="*/ 0 w 878"/>
                <a:gd name="T1" fmla="*/ 2147483647 h 385"/>
                <a:gd name="T2" fmla="*/ 2147483647 w 878"/>
                <a:gd name="T3" fmla="*/ 0 h 385"/>
                <a:gd name="T4" fmla="*/ 0 60000 65536"/>
                <a:gd name="T5" fmla="*/ 0 60000 65536"/>
              </a:gdLst>
              <a:ahLst/>
              <a:cxnLst>
                <a:cxn ang="T4">
                  <a:pos x="T0" y="T1"/>
                </a:cxn>
                <a:cxn ang="T5">
                  <a:pos x="T2" y="T3"/>
                </a:cxn>
              </a:cxnLst>
              <a:rect l="0" t="0" r="r" b="b"/>
              <a:pathLst>
                <a:path w="878" h="385">
                  <a:moveTo>
                    <a:pt x="0" y="385"/>
                  </a:moveTo>
                  <a:lnTo>
                    <a:pt x="878" y="0"/>
                  </a:lnTo>
                </a:path>
              </a:pathLst>
            </a:custGeom>
            <a:noFill/>
            <a:ln w="9525" cap="flat">
              <a:solidFill>
                <a:srgbClr val="000000"/>
              </a:solidFill>
              <a:prstDash val="dash"/>
              <a:round/>
              <a:headEnd type="none" w="med" len="med"/>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endParaRPr>
            </a:p>
          </p:txBody>
        </p:sp>
        <p:sp>
          <p:nvSpPr>
            <p:cNvPr id="21" name="Text Box 56">
              <a:extLst>
                <a:ext uri="{FF2B5EF4-FFF2-40B4-BE49-F238E27FC236}">
                  <a16:creationId xmlns:a16="http://schemas.microsoft.com/office/drawing/2014/main" id="{E024CE1D-FF82-9030-E5B4-0AE1577F6404}"/>
                </a:ext>
              </a:extLst>
            </p:cNvPr>
            <p:cNvSpPr txBox="1">
              <a:spLocks noChangeArrowheads="1"/>
            </p:cNvSpPr>
            <p:nvPr/>
          </p:nvSpPr>
          <p:spPr bwMode="auto">
            <a:xfrm>
              <a:off x="9291909" y="4178300"/>
              <a:ext cx="1189749" cy="338554"/>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100BASE-T2</a:t>
              </a:r>
            </a:p>
          </p:txBody>
        </p:sp>
        <p:sp>
          <p:nvSpPr>
            <p:cNvPr id="22" name="Text Box 57">
              <a:extLst>
                <a:ext uri="{FF2B5EF4-FFF2-40B4-BE49-F238E27FC236}">
                  <a16:creationId xmlns:a16="http://schemas.microsoft.com/office/drawing/2014/main" id="{A00124E2-4E04-E035-EC36-945162536021}"/>
                </a:ext>
              </a:extLst>
            </p:cNvPr>
            <p:cNvSpPr txBox="1">
              <a:spLocks noChangeArrowheads="1"/>
            </p:cNvSpPr>
            <p:nvPr/>
          </p:nvSpPr>
          <p:spPr bwMode="auto">
            <a:xfrm>
              <a:off x="9274446" y="4538663"/>
              <a:ext cx="1186543" cy="338554"/>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100BASE-SX</a:t>
              </a:r>
            </a:p>
          </p:txBody>
        </p:sp>
        <p:sp>
          <p:nvSpPr>
            <p:cNvPr id="23" name="Text Box 58">
              <a:extLst>
                <a:ext uri="{FF2B5EF4-FFF2-40B4-BE49-F238E27FC236}">
                  <a16:creationId xmlns:a16="http://schemas.microsoft.com/office/drawing/2014/main" id="{F9E8D117-D26C-D4B8-7235-0A87F5B775D5}"/>
                </a:ext>
              </a:extLst>
            </p:cNvPr>
            <p:cNvSpPr txBox="1">
              <a:spLocks noChangeArrowheads="1"/>
            </p:cNvSpPr>
            <p:nvPr/>
          </p:nvSpPr>
          <p:spPr bwMode="auto">
            <a:xfrm>
              <a:off x="10638109" y="4533900"/>
              <a:ext cx="1204176" cy="338554"/>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charset="0"/>
                </a:rPr>
                <a:t>100BASE-BX</a:t>
              </a:r>
            </a:p>
          </p:txBody>
        </p:sp>
        <p:grpSp>
          <p:nvGrpSpPr>
            <p:cNvPr id="24" name="Group 67">
              <a:extLst>
                <a:ext uri="{FF2B5EF4-FFF2-40B4-BE49-F238E27FC236}">
                  <a16:creationId xmlns:a16="http://schemas.microsoft.com/office/drawing/2014/main" id="{5DA9289E-69C7-1C49-5C2C-5C745E05A4FC}"/>
                </a:ext>
              </a:extLst>
            </p:cNvPr>
            <p:cNvGrpSpPr>
              <a:grpSpLocks/>
            </p:cNvGrpSpPr>
            <p:nvPr/>
          </p:nvGrpSpPr>
          <p:grpSpPr bwMode="auto">
            <a:xfrm>
              <a:off x="9231585" y="4133851"/>
              <a:ext cx="2798763" cy="1595438"/>
              <a:chOff x="3579" y="2988"/>
              <a:chExt cx="1763" cy="1005"/>
            </a:xfrm>
          </p:grpSpPr>
          <p:sp>
            <p:nvSpPr>
              <p:cNvPr id="25" name="Freeform 59">
                <a:extLst>
                  <a:ext uri="{FF2B5EF4-FFF2-40B4-BE49-F238E27FC236}">
                    <a16:creationId xmlns:a16="http://schemas.microsoft.com/office/drawing/2014/main" id="{78D3F0C0-7C24-4FD2-CFF8-46CE9E6F9015}"/>
                  </a:ext>
                </a:extLst>
              </p:cNvPr>
              <p:cNvSpPr>
                <a:spLocks/>
              </p:cNvSpPr>
              <p:nvPr/>
            </p:nvSpPr>
            <p:spPr bwMode="auto">
              <a:xfrm>
                <a:off x="3579" y="2988"/>
                <a:ext cx="1709" cy="489"/>
              </a:xfrm>
              <a:custGeom>
                <a:avLst/>
                <a:gdLst>
                  <a:gd name="T0" fmla="*/ 842 w 1709"/>
                  <a:gd name="T1" fmla="*/ 0 h 489"/>
                  <a:gd name="T2" fmla="*/ 843 w 1709"/>
                  <a:gd name="T3" fmla="*/ 239 h 489"/>
                  <a:gd name="T4" fmla="*/ 5 w 1709"/>
                  <a:gd name="T5" fmla="*/ 239 h 489"/>
                  <a:gd name="T6" fmla="*/ 0 w 1709"/>
                  <a:gd name="T7" fmla="*/ 489 h 489"/>
                  <a:gd name="T8" fmla="*/ 1709 w 1709"/>
                  <a:gd name="T9" fmla="*/ 489 h 489"/>
                  <a:gd name="T10" fmla="*/ 1704 w 1709"/>
                  <a:gd name="T11" fmla="*/ 0 h 489"/>
                  <a:gd name="T12" fmla="*/ 842 w 1709"/>
                  <a:gd name="T13" fmla="*/ 0 h 4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09" h="489">
                    <a:moveTo>
                      <a:pt x="842" y="0"/>
                    </a:moveTo>
                    <a:lnTo>
                      <a:pt x="843" y="239"/>
                    </a:lnTo>
                    <a:lnTo>
                      <a:pt x="5" y="239"/>
                    </a:lnTo>
                    <a:lnTo>
                      <a:pt x="0" y="489"/>
                    </a:lnTo>
                    <a:lnTo>
                      <a:pt x="1709" y="489"/>
                    </a:lnTo>
                    <a:cubicBezTo>
                      <a:pt x="1707" y="330"/>
                      <a:pt x="1706" y="159"/>
                      <a:pt x="1704" y="0"/>
                    </a:cubicBezTo>
                    <a:lnTo>
                      <a:pt x="842" y="0"/>
                    </a:lnTo>
                    <a:close/>
                  </a:path>
                </a:pathLst>
              </a:custGeom>
              <a:noFill/>
              <a:ln w="19050" cap="flat" cmpd="sng">
                <a:solidFill>
                  <a:srgbClr val="FF000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sz="2000" dirty="0">
                  <a:solidFill>
                    <a:srgbClr val="000000"/>
                  </a:solidFill>
                  <a:ea typeface="ＭＳ Ｐゴシック" charset="0"/>
                </a:endParaRPr>
              </a:p>
            </p:txBody>
          </p:sp>
          <p:sp>
            <p:nvSpPr>
              <p:cNvPr id="26" name="Line 60">
                <a:extLst>
                  <a:ext uri="{FF2B5EF4-FFF2-40B4-BE49-F238E27FC236}">
                    <a16:creationId xmlns:a16="http://schemas.microsoft.com/office/drawing/2014/main" id="{9CA7AFDA-116E-06FC-EE41-68E8BC128BDF}"/>
                  </a:ext>
                </a:extLst>
              </p:cNvPr>
              <p:cNvSpPr>
                <a:spLocks noChangeShapeType="1"/>
              </p:cNvSpPr>
              <p:nvPr/>
            </p:nvSpPr>
            <p:spPr bwMode="auto">
              <a:xfrm>
                <a:off x="4410" y="3494"/>
                <a:ext cx="227" cy="291"/>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eaLnBrk="0" fontAlgn="base" hangingPunct="0">
                  <a:spcBef>
                    <a:spcPct val="0"/>
                  </a:spcBef>
                  <a:spcAft>
                    <a:spcPct val="0"/>
                  </a:spcAft>
                  <a:defRPr/>
                </a:pPr>
                <a:endParaRPr lang="en-US" sz="2000" dirty="0">
                  <a:solidFill>
                    <a:srgbClr val="000000"/>
                  </a:solidFill>
                  <a:ea typeface="ＭＳ Ｐゴシック" charset="0"/>
                </a:endParaRPr>
              </a:p>
            </p:txBody>
          </p:sp>
          <p:sp>
            <p:nvSpPr>
              <p:cNvPr id="27" name="Text Box 61">
                <a:extLst>
                  <a:ext uri="{FF2B5EF4-FFF2-40B4-BE49-F238E27FC236}">
                    <a16:creationId xmlns:a16="http://schemas.microsoft.com/office/drawing/2014/main" id="{7349C587-D94A-113E-9C5D-87A85E991E8B}"/>
                  </a:ext>
                </a:extLst>
              </p:cNvPr>
              <p:cNvSpPr txBox="1">
                <a:spLocks noChangeArrowheads="1"/>
              </p:cNvSpPr>
              <p:nvPr/>
            </p:nvSpPr>
            <p:spPr bwMode="auto">
              <a:xfrm>
                <a:off x="4003" y="3741"/>
                <a:ext cx="1339"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2000" i="0" dirty="0">
                    <a:solidFill>
                      <a:srgbClr val="CC0000"/>
                    </a:solidFill>
                    <a:latin typeface="+mn-lt"/>
                    <a:cs typeface="Arial" charset="0"/>
                  </a:rPr>
                  <a:t>fiber physical layer</a:t>
                </a:r>
              </a:p>
            </p:txBody>
          </p:sp>
        </p:grpSp>
        <p:grpSp>
          <p:nvGrpSpPr>
            <p:cNvPr id="28" name="Group 66">
              <a:extLst>
                <a:ext uri="{FF2B5EF4-FFF2-40B4-BE49-F238E27FC236}">
                  <a16:creationId xmlns:a16="http://schemas.microsoft.com/office/drawing/2014/main" id="{4EE9EB97-A3E8-6C61-6FE8-95F675E31807}"/>
                </a:ext>
              </a:extLst>
            </p:cNvPr>
            <p:cNvGrpSpPr>
              <a:grpSpLocks/>
            </p:cNvGrpSpPr>
            <p:nvPr/>
          </p:nvGrpSpPr>
          <p:grpSpPr bwMode="auto">
            <a:xfrm>
              <a:off x="7237684" y="4124326"/>
              <a:ext cx="3894138" cy="1901826"/>
              <a:chOff x="2323" y="2982"/>
              <a:chExt cx="2453" cy="1198"/>
            </a:xfrm>
          </p:grpSpPr>
          <p:sp>
            <p:nvSpPr>
              <p:cNvPr id="29" name="Freeform 62">
                <a:extLst>
                  <a:ext uri="{FF2B5EF4-FFF2-40B4-BE49-F238E27FC236}">
                    <a16:creationId xmlns:a16="http://schemas.microsoft.com/office/drawing/2014/main" id="{934DE1A1-5B42-8D71-361E-80F3CDF15525}"/>
                  </a:ext>
                </a:extLst>
              </p:cNvPr>
              <p:cNvSpPr>
                <a:spLocks/>
              </p:cNvSpPr>
              <p:nvPr/>
            </p:nvSpPr>
            <p:spPr bwMode="auto">
              <a:xfrm>
                <a:off x="2741" y="2982"/>
                <a:ext cx="1664" cy="495"/>
              </a:xfrm>
              <a:custGeom>
                <a:avLst/>
                <a:gdLst>
                  <a:gd name="T0" fmla="*/ 1664 w 1664"/>
                  <a:gd name="T1" fmla="*/ 0 h 495"/>
                  <a:gd name="T2" fmla="*/ 1652 w 1664"/>
                  <a:gd name="T3" fmla="*/ 233 h 495"/>
                  <a:gd name="T4" fmla="*/ 820 w 1664"/>
                  <a:gd name="T5" fmla="*/ 233 h 495"/>
                  <a:gd name="T6" fmla="*/ 814 w 1664"/>
                  <a:gd name="T7" fmla="*/ 495 h 495"/>
                  <a:gd name="T8" fmla="*/ 0 w 1664"/>
                  <a:gd name="T9" fmla="*/ 495 h 495"/>
                  <a:gd name="T10" fmla="*/ 0 w 1664"/>
                  <a:gd name="T11" fmla="*/ 0 h 495"/>
                  <a:gd name="T12" fmla="*/ 1664 w 1664"/>
                  <a:gd name="T13" fmla="*/ 0 h 49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64" h="495">
                    <a:moveTo>
                      <a:pt x="1664" y="0"/>
                    </a:moveTo>
                    <a:lnTo>
                      <a:pt x="1652" y="233"/>
                    </a:lnTo>
                    <a:lnTo>
                      <a:pt x="820" y="233"/>
                    </a:lnTo>
                    <a:lnTo>
                      <a:pt x="814" y="495"/>
                    </a:lnTo>
                    <a:lnTo>
                      <a:pt x="0" y="495"/>
                    </a:lnTo>
                    <a:lnTo>
                      <a:pt x="0" y="0"/>
                    </a:lnTo>
                    <a:lnTo>
                      <a:pt x="1664" y="0"/>
                    </a:lnTo>
                    <a:close/>
                  </a:path>
                </a:pathLst>
              </a:custGeom>
              <a:noFill/>
              <a:ln w="28575" cap="flat" cmpd="sng">
                <a:solidFill>
                  <a:srgbClr val="3333CC"/>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endParaRPr>
              </a:p>
            </p:txBody>
          </p:sp>
          <p:sp>
            <p:nvSpPr>
              <p:cNvPr id="30" name="Line 63">
                <a:extLst>
                  <a:ext uri="{FF2B5EF4-FFF2-40B4-BE49-F238E27FC236}">
                    <a16:creationId xmlns:a16="http://schemas.microsoft.com/office/drawing/2014/main" id="{A7E75B6A-222F-C4AC-E5B0-A8B63E550176}"/>
                  </a:ext>
                </a:extLst>
              </p:cNvPr>
              <p:cNvSpPr>
                <a:spLocks noChangeShapeType="1"/>
              </p:cNvSpPr>
              <p:nvPr/>
            </p:nvSpPr>
            <p:spPr bwMode="auto">
              <a:xfrm flipH="1">
                <a:off x="3095" y="3503"/>
                <a:ext cx="61" cy="422"/>
              </a:xfrm>
              <a:prstGeom prst="line">
                <a:avLst/>
              </a:prstGeom>
              <a:noFill/>
              <a:ln w="28575">
                <a:solidFill>
                  <a:srgbClr val="3333CC"/>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endParaRPr>
              </a:p>
            </p:txBody>
          </p:sp>
          <p:sp>
            <p:nvSpPr>
              <p:cNvPr id="31" name="Text Box 65">
                <a:extLst>
                  <a:ext uri="{FF2B5EF4-FFF2-40B4-BE49-F238E27FC236}">
                    <a16:creationId xmlns:a16="http://schemas.microsoft.com/office/drawing/2014/main" id="{C6FB2446-81A9-A0AB-8886-C24751AC5BEF}"/>
                  </a:ext>
                </a:extLst>
              </p:cNvPr>
              <p:cNvSpPr txBox="1">
                <a:spLocks noChangeArrowheads="1"/>
              </p:cNvSpPr>
              <p:nvPr/>
            </p:nvSpPr>
            <p:spPr bwMode="auto">
              <a:xfrm>
                <a:off x="2323" y="3928"/>
                <a:ext cx="245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99"/>
                    </a:solidFill>
                    <a:effectLst/>
                    <a:uLnTx/>
                    <a:uFillTx/>
                    <a:latin typeface="+mn-lt"/>
                    <a:ea typeface="ＭＳ Ｐゴシック" charset="0"/>
                    <a:cs typeface="Arial" charset="0"/>
                  </a:rPr>
                  <a:t>copper (twister pair) physical layer</a:t>
                </a:r>
              </a:p>
            </p:txBody>
          </p:sp>
        </p:grpSp>
      </p:grpSp>
    </p:spTree>
    <p:extLst>
      <p:ext uri="{BB962C8B-B14F-4D97-AF65-F5344CB8AC3E}">
        <p14:creationId xmlns:p14="http://schemas.microsoft.com/office/powerpoint/2010/main" val="4148717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5DADC2-4AF3-6BBB-8220-C73C2D9457A3}"/>
              </a:ext>
            </a:extLst>
          </p:cNvPr>
          <p:cNvSpPr>
            <a:spLocks noGrp="1"/>
          </p:cNvSpPr>
          <p:nvPr>
            <p:ph type="title"/>
          </p:nvPr>
        </p:nvSpPr>
        <p:spPr/>
        <p:txBody>
          <a:bodyPr/>
          <a:lstStyle/>
          <a:p>
            <a:r>
              <a:rPr lang="zh-CN" altLang="en-US" dirty="0"/>
              <a:t>以太网的发展</a:t>
            </a:r>
          </a:p>
        </p:txBody>
      </p:sp>
      <p:sp>
        <p:nvSpPr>
          <p:cNvPr id="3" name="内容占位符 2">
            <a:extLst>
              <a:ext uri="{FF2B5EF4-FFF2-40B4-BE49-F238E27FC236}">
                <a16:creationId xmlns:a16="http://schemas.microsoft.com/office/drawing/2014/main" id="{776DAC49-EAE6-131C-44A7-99FB4E3372B3}"/>
              </a:ext>
            </a:extLst>
          </p:cNvPr>
          <p:cNvSpPr>
            <a:spLocks noGrp="1"/>
          </p:cNvSpPr>
          <p:nvPr>
            <p:ph idx="1"/>
          </p:nvPr>
        </p:nvSpPr>
        <p:spPr/>
        <p:txBody>
          <a:bodyPr/>
          <a:lstStyle/>
          <a:p>
            <a:r>
              <a:rPr lang="en-US" altLang="zh-CN" dirty="0"/>
              <a:t>https://ethernetalliance.org/  2015</a:t>
            </a:r>
            <a:r>
              <a:rPr lang="zh-CN" altLang="en-US" dirty="0"/>
              <a:t>年成立，推动</a:t>
            </a:r>
            <a:r>
              <a:rPr lang="en-US" altLang="zh-CN" dirty="0"/>
              <a:t>Ethernet</a:t>
            </a:r>
            <a:r>
              <a:rPr lang="zh-CN" altLang="en-US" dirty="0"/>
              <a:t>技术的进一步发展和产业化</a:t>
            </a:r>
          </a:p>
        </p:txBody>
      </p:sp>
      <p:pic>
        <p:nvPicPr>
          <p:cNvPr id="5" name="内容占位符 4" descr="图表&#10;&#10;AI 生成的内容可能不正确。">
            <a:extLst>
              <a:ext uri="{FF2B5EF4-FFF2-40B4-BE49-F238E27FC236}">
                <a16:creationId xmlns:a16="http://schemas.microsoft.com/office/drawing/2014/main" id="{186CCC00-8132-7CEE-ECAE-D2E236480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926" y="1394871"/>
            <a:ext cx="7983034" cy="4951502"/>
          </a:xfrm>
          <a:prstGeom prst="rect">
            <a:avLst/>
          </a:prstGeom>
        </p:spPr>
      </p:pic>
    </p:spTree>
    <p:extLst>
      <p:ext uri="{BB962C8B-B14F-4D97-AF65-F5344CB8AC3E}">
        <p14:creationId xmlns:p14="http://schemas.microsoft.com/office/powerpoint/2010/main" val="25935122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EAE6A-5055-55AD-9E9D-9CCC6E0608AE}"/>
              </a:ext>
            </a:extLst>
          </p:cNvPr>
          <p:cNvSpPr>
            <a:spLocks noGrp="1"/>
          </p:cNvSpPr>
          <p:nvPr>
            <p:ph type="title"/>
          </p:nvPr>
        </p:nvSpPr>
        <p:spPr/>
        <p:txBody>
          <a:bodyPr/>
          <a:lstStyle/>
          <a:p>
            <a:r>
              <a:rPr lang="zh-CN" altLang="en-US" dirty="0"/>
              <a:t>以太网帧格式</a:t>
            </a:r>
          </a:p>
        </p:txBody>
      </p:sp>
      <p:sp>
        <p:nvSpPr>
          <p:cNvPr id="3" name="内容占位符 2">
            <a:extLst>
              <a:ext uri="{FF2B5EF4-FFF2-40B4-BE49-F238E27FC236}">
                <a16:creationId xmlns:a16="http://schemas.microsoft.com/office/drawing/2014/main" id="{B05780CB-0CCD-938A-EE22-BBB5C1A45708}"/>
              </a:ext>
            </a:extLst>
          </p:cNvPr>
          <p:cNvSpPr>
            <a:spLocks noGrp="1"/>
          </p:cNvSpPr>
          <p:nvPr>
            <p:ph idx="1"/>
          </p:nvPr>
        </p:nvSpPr>
        <p:spPr>
          <a:xfrm>
            <a:off x="442913" y="728663"/>
            <a:ext cx="11289710" cy="4150168"/>
          </a:xfrm>
        </p:spPr>
        <p:txBody>
          <a:bodyPr>
            <a:noAutofit/>
          </a:bodyPr>
          <a:lstStyle/>
          <a:p>
            <a:pPr>
              <a:spcBef>
                <a:spcPts val="0"/>
              </a:spcBef>
              <a:spcAft>
                <a:spcPts val="600"/>
              </a:spcAft>
            </a:pPr>
            <a:r>
              <a:rPr lang="zh-CN" altLang="en-US" sz="1800" dirty="0"/>
              <a:t>以太网向上层提供无连接方式的不可靠的数据传输服务</a:t>
            </a:r>
            <a:endParaRPr lang="en-US" altLang="zh-CN" sz="1800" dirty="0"/>
          </a:p>
          <a:p>
            <a:pPr>
              <a:spcBef>
                <a:spcPts val="0"/>
              </a:spcBef>
              <a:spcAft>
                <a:spcPts val="600"/>
              </a:spcAft>
            </a:pPr>
            <a:r>
              <a:rPr lang="zh-CN" altLang="en-US" sz="1800" dirty="0"/>
              <a:t>每个帧有一个最小帧长和最大帧长限制（不包括前导部分）</a:t>
            </a:r>
            <a:endParaRPr lang="en-US" altLang="zh-CN" sz="1800" dirty="0"/>
          </a:p>
          <a:p>
            <a:pPr lvl="1">
              <a:spcBef>
                <a:spcPts val="0"/>
              </a:spcBef>
              <a:spcAft>
                <a:spcPts val="600"/>
              </a:spcAft>
            </a:pPr>
            <a:r>
              <a:rPr lang="zh-CN" altLang="en-US" dirty="0"/>
              <a:t>最大帧长：携带的用户数据部分最长为</a:t>
            </a:r>
            <a:r>
              <a:rPr lang="en-US" altLang="zh-CN" dirty="0"/>
              <a:t>1500</a:t>
            </a:r>
            <a:r>
              <a:rPr lang="zh-CN" altLang="en-US" dirty="0"/>
              <a:t>字节（</a:t>
            </a:r>
            <a:r>
              <a:rPr lang="en-US" altLang="zh-CN" dirty="0"/>
              <a:t>MTU=1500</a:t>
            </a:r>
            <a:r>
              <a:rPr lang="zh-CN" altLang="en-US" dirty="0"/>
              <a:t>字节），即最大帧长为</a:t>
            </a:r>
            <a:r>
              <a:rPr lang="en-US" altLang="zh-CN" dirty="0"/>
              <a:t>1518</a:t>
            </a:r>
            <a:r>
              <a:rPr lang="zh-CN" altLang="en-US" dirty="0"/>
              <a:t>字节（不包括前导部分），避免节点获得媒体访问权之后独占</a:t>
            </a:r>
          </a:p>
          <a:p>
            <a:pPr lvl="1">
              <a:spcBef>
                <a:spcPts val="0"/>
              </a:spcBef>
              <a:spcAft>
                <a:spcPts val="600"/>
              </a:spcAft>
            </a:pPr>
            <a:r>
              <a:rPr lang="zh-CN" altLang="en-US" dirty="0"/>
              <a:t>最小帧长：最少必须为</a:t>
            </a:r>
            <a:r>
              <a:rPr lang="en-US" altLang="zh-CN" dirty="0"/>
              <a:t>64</a:t>
            </a:r>
            <a:r>
              <a:rPr lang="zh-CN" altLang="en-US" dirty="0"/>
              <a:t>字节（</a:t>
            </a:r>
            <a:r>
              <a:rPr lang="en-US" altLang="zh-CN" dirty="0"/>
              <a:t>512</a:t>
            </a:r>
            <a:r>
              <a:rPr lang="zh-CN" altLang="en-US" dirty="0"/>
              <a:t>比特），采用</a:t>
            </a:r>
            <a:r>
              <a:rPr lang="en-US" altLang="zh-CN" dirty="0"/>
              <a:t>CSMA/CD</a:t>
            </a:r>
            <a:r>
              <a:rPr lang="zh-CN" altLang="en-US" dirty="0"/>
              <a:t>媒体访问控制技术的限制</a:t>
            </a:r>
            <a:endParaRPr lang="en-US" altLang="zh-CN" dirty="0"/>
          </a:p>
          <a:p>
            <a:pPr lvl="2">
              <a:spcBef>
                <a:spcPts val="0"/>
              </a:spcBef>
              <a:spcAft>
                <a:spcPts val="600"/>
              </a:spcAft>
            </a:pPr>
            <a:r>
              <a:rPr lang="zh-CN" altLang="en-US" sz="1800" dirty="0"/>
              <a:t>帧的传输时间 ≥ 冲突检测的最坏时间（</a:t>
            </a:r>
            <a:r>
              <a:rPr lang="en-US" altLang="zh-CN" sz="1800" dirty="0"/>
              <a:t>2</a:t>
            </a:r>
            <a:r>
              <a:rPr lang="zh-CN" altLang="en-US" sz="1800" dirty="0"/>
              <a:t>倍两个相距最远的节点间的传播延迟）</a:t>
            </a:r>
            <a:endParaRPr lang="en-US" altLang="zh-CN" sz="1800" dirty="0"/>
          </a:p>
          <a:p>
            <a:pPr>
              <a:spcBef>
                <a:spcPts val="0"/>
              </a:spcBef>
              <a:spcAft>
                <a:spcPts val="600"/>
              </a:spcAft>
              <a:defRPr/>
            </a:pPr>
            <a:r>
              <a:rPr kumimoji="0" lang="zh-CN" altLang="en-US" sz="1800" b="0" i="0" u="none" strike="noStrike" kern="0" cap="none" spc="0" normalizeH="0" baseline="0" noProof="0" dirty="0">
                <a:ln>
                  <a:noFill/>
                </a:ln>
                <a:solidFill>
                  <a:prstClr val="black"/>
                </a:solidFill>
                <a:effectLst/>
                <a:uLnTx/>
                <a:uFillTx/>
              </a:rPr>
              <a:t>帧同步：面向比特的同步协议 </a:t>
            </a:r>
            <a:r>
              <a:rPr kumimoji="0" lang="en-US" altLang="zh-CN" sz="1800" b="0" i="0" u="none" strike="noStrike" kern="0" cap="none" spc="0" normalizeH="0" baseline="0" noProof="0" dirty="0">
                <a:ln>
                  <a:noFill/>
                </a:ln>
                <a:solidFill>
                  <a:prstClr val="black"/>
                </a:solidFill>
                <a:effectLst/>
                <a:uLnTx/>
                <a:uFillTx/>
              </a:rPr>
              <a:t>+ </a:t>
            </a:r>
            <a:r>
              <a:rPr kumimoji="0" lang="zh-CN" altLang="en-US" sz="1800" b="0" i="0" u="none" strike="noStrike" kern="0" cap="none" spc="0" normalizeH="0" baseline="0" noProof="0" dirty="0">
                <a:ln>
                  <a:noFill/>
                </a:ln>
                <a:solidFill>
                  <a:prstClr val="black"/>
                </a:solidFill>
                <a:effectLst/>
                <a:uLnTx/>
                <a:uFillTx/>
              </a:rPr>
              <a:t>违例编码</a:t>
            </a:r>
            <a:endParaRPr kumimoji="0" lang="en-US" altLang="zh-CN" sz="1800" b="0" i="0" u="none" strike="noStrike" kern="0" cap="none" spc="0" normalizeH="0" baseline="0" noProof="0" dirty="0">
              <a:ln>
                <a:noFill/>
              </a:ln>
              <a:solidFill>
                <a:prstClr val="black"/>
              </a:solidFill>
              <a:effectLst/>
              <a:uLnTx/>
              <a:uFillTx/>
            </a:endParaRPr>
          </a:p>
          <a:p>
            <a:pPr marL="285750" marR="0" lvl="0" indent="-285750" defTabSz="914400" eaLnBrk="1" fontAlgn="auto" latinLnBrk="0" hangingPunct="1">
              <a:spcBef>
                <a:spcPts val="0"/>
              </a:spcBef>
              <a:spcAft>
                <a:spcPts val="600"/>
              </a:spcAft>
              <a:buClrTx/>
              <a:buSzTx/>
              <a:buFont typeface="Arial" panose="020B0604020202020204" pitchFamily="34" charset="0"/>
              <a:buChar char="•"/>
              <a:tabLst/>
              <a:defRPr/>
            </a:pPr>
            <a:r>
              <a:rPr kumimoji="0" lang="en-US" altLang="zh-CN" sz="1800" b="0" i="0" u="none" strike="noStrike" kern="0" cap="none" spc="0" normalizeH="0" baseline="0" noProof="0" dirty="0">
                <a:ln>
                  <a:noFill/>
                </a:ln>
                <a:solidFill>
                  <a:prstClr val="black"/>
                </a:solidFill>
                <a:effectLst/>
                <a:uLnTx/>
                <a:uFillTx/>
              </a:rPr>
              <a:t>8</a:t>
            </a:r>
            <a:r>
              <a:rPr kumimoji="0" lang="zh-CN" altLang="en-US" sz="1800" b="0" i="0" u="none" strike="noStrike" kern="0" cap="none" spc="0" normalizeH="0" baseline="0" noProof="0" dirty="0">
                <a:ln>
                  <a:noFill/>
                </a:ln>
                <a:solidFill>
                  <a:prstClr val="black"/>
                </a:solidFill>
                <a:effectLst/>
                <a:uLnTx/>
                <a:uFillTx/>
              </a:rPr>
              <a:t>字节的前导：接收方与发送方的同步，提醒帧的开始。不需要保留，不计入到帧长中</a:t>
            </a:r>
            <a:endParaRPr kumimoji="0" lang="en-US" altLang="zh-CN" sz="1800" b="0" i="0" u="none" strike="noStrike" kern="0" cap="none" spc="0" normalizeH="0" baseline="0" noProof="0" dirty="0">
              <a:ln>
                <a:noFill/>
              </a:ln>
              <a:solidFill>
                <a:prstClr val="black"/>
              </a:solidFill>
              <a:effectLst/>
              <a:uLnTx/>
              <a:uFillTx/>
            </a:endParaRPr>
          </a:p>
          <a:p>
            <a:pPr marL="285750" marR="0" lvl="0" indent="-285750" defTabSz="914400" eaLnBrk="1" fontAlgn="auto" latinLnBrk="0" hangingPunct="1">
              <a:spcBef>
                <a:spcPts val="0"/>
              </a:spcBef>
              <a:spcAft>
                <a:spcPts val="600"/>
              </a:spcAft>
              <a:buClrTx/>
              <a:buSzTx/>
              <a:buFont typeface="Arial" panose="020B0604020202020204" pitchFamily="34" charset="0"/>
              <a:buChar char="•"/>
              <a:tabLst/>
              <a:defRPr/>
            </a:pPr>
            <a:r>
              <a:rPr kumimoji="0" lang="zh-CN" altLang="en-US" sz="1800" b="0" i="0" u="none" strike="noStrike" kern="0" cap="none" spc="0" normalizeH="0" baseline="0" noProof="0" dirty="0">
                <a:ln>
                  <a:noFill/>
                </a:ln>
                <a:solidFill>
                  <a:prstClr val="black"/>
                </a:solidFill>
                <a:effectLst/>
                <a:uLnTx/>
                <a:uFillTx/>
              </a:rPr>
              <a:t>通过</a:t>
            </a:r>
            <a:r>
              <a:rPr kumimoji="0" lang="zh-CN" altLang="en-US" sz="1800" b="1" i="0" u="none" strike="noStrike" kern="0" cap="none" spc="0" normalizeH="0" baseline="0" noProof="0" dirty="0">
                <a:ln>
                  <a:noFill/>
                </a:ln>
                <a:solidFill>
                  <a:srgbClr val="FF0000"/>
                </a:solidFill>
                <a:effectLst/>
                <a:uLnTx/>
                <a:uFillTx/>
              </a:rPr>
              <a:t>检测到链路的空闲</a:t>
            </a:r>
            <a:r>
              <a:rPr kumimoji="0" lang="zh-CN" altLang="en-US" sz="1800" b="0" i="0" u="none" strike="noStrike" kern="0" cap="none" spc="0" normalizeH="0" baseline="0" noProof="0" dirty="0">
                <a:ln>
                  <a:noFill/>
                </a:ln>
                <a:solidFill>
                  <a:prstClr val="black"/>
                </a:solidFill>
                <a:effectLst/>
                <a:uLnTx/>
                <a:uFillTx/>
              </a:rPr>
              <a:t>确定帧的结束</a:t>
            </a:r>
            <a:endParaRPr kumimoji="0" lang="en-US" altLang="zh-CN" sz="1800" b="0" i="0" u="none" strike="noStrike" kern="0" cap="none" spc="0" normalizeH="0" baseline="0" noProof="0" dirty="0">
              <a:ln>
                <a:noFill/>
              </a:ln>
              <a:solidFill>
                <a:prstClr val="black"/>
              </a:solidFill>
              <a:effectLst/>
              <a:uLnTx/>
              <a:uFillTx/>
            </a:endParaRPr>
          </a:p>
          <a:p>
            <a:pPr marL="742950" marR="0" lvl="1" indent="-285750" defTabSz="914400" eaLnBrk="1" fontAlgn="auto" latinLnBrk="0" hangingPunct="1">
              <a:spcBef>
                <a:spcPts val="0"/>
              </a:spcBef>
              <a:spcAft>
                <a:spcPts val="600"/>
              </a:spcAft>
              <a:buClrTx/>
              <a:buSzTx/>
              <a:buFont typeface="Arial" panose="020B0604020202020204" pitchFamily="34" charset="0"/>
              <a:buChar char="•"/>
              <a:tabLst/>
              <a:defRPr/>
            </a:pPr>
            <a:r>
              <a:rPr kumimoji="0" lang="zh-CN" altLang="en-US" b="0" i="0" u="none" strike="noStrike" kern="0" cap="none" spc="0" normalizeH="0" baseline="0" noProof="0" dirty="0">
                <a:ln>
                  <a:noFill/>
                </a:ln>
                <a:solidFill>
                  <a:prstClr val="black"/>
                </a:solidFill>
                <a:effectLst/>
                <a:uLnTx/>
                <a:uFillTx/>
              </a:rPr>
              <a:t>早期通过检测是否有载波来实现</a:t>
            </a:r>
            <a:endParaRPr kumimoji="0" lang="en-US" altLang="zh-CN" b="0" i="0" u="none" strike="noStrike" kern="0" cap="none" spc="0" normalizeH="0" baseline="0" noProof="0" dirty="0">
              <a:ln>
                <a:noFill/>
              </a:ln>
              <a:solidFill>
                <a:prstClr val="black"/>
              </a:solidFill>
              <a:effectLst/>
              <a:uLnTx/>
              <a:uFillTx/>
            </a:endParaRPr>
          </a:p>
          <a:p>
            <a:pPr marL="742950" marR="0" lvl="1" indent="-285750" defTabSz="914400" eaLnBrk="1" fontAlgn="auto" latinLnBrk="0" hangingPunct="1">
              <a:spcBef>
                <a:spcPts val="0"/>
              </a:spcBef>
              <a:spcAft>
                <a:spcPts val="600"/>
              </a:spcAft>
              <a:buClrTx/>
              <a:buSzTx/>
              <a:buFont typeface="Arial" panose="020B0604020202020204" pitchFamily="34" charset="0"/>
              <a:buChar char="•"/>
              <a:tabLst/>
              <a:defRPr/>
            </a:pPr>
            <a:r>
              <a:rPr kumimoji="0" lang="zh-CN" altLang="en-US" b="0" i="0" u="none" strike="noStrike" kern="0" cap="none" spc="0" normalizeH="0" baseline="0" noProof="0" dirty="0">
                <a:ln>
                  <a:noFill/>
                </a:ln>
                <a:solidFill>
                  <a:prstClr val="black"/>
                </a:solidFill>
                <a:effectLst/>
                <a:uLnTx/>
                <a:uFillTx/>
              </a:rPr>
              <a:t>现在采用检测到</a:t>
            </a:r>
            <a:r>
              <a:rPr kumimoji="0" lang="zh-CN" altLang="en-US" b="1" i="0" u="none" strike="noStrike" kern="0" cap="none" spc="0" normalizeH="0" baseline="0" noProof="0" dirty="0">
                <a:ln>
                  <a:noFill/>
                </a:ln>
                <a:solidFill>
                  <a:srgbClr val="FF0000"/>
                </a:solidFill>
                <a:effectLst/>
                <a:uLnTx/>
                <a:uFillTx/>
              </a:rPr>
              <a:t>空闲信号模式</a:t>
            </a:r>
            <a:r>
              <a:rPr kumimoji="0" lang="en-US" altLang="zh-CN" b="1" i="0" u="none" strike="noStrike" kern="0" cap="none" spc="0" normalizeH="0" baseline="0" noProof="0" dirty="0">
                <a:ln>
                  <a:noFill/>
                </a:ln>
                <a:solidFill>
                  <a:srgbClr val="FF0000"/>
                </a:solidFill>
                <a:effectLst/>
                <a:uLnTx/>
                <a:uFillTx/>
              </a:rPr>
              <a:t>(</a:t>
            </a:r>
            <a:r>
              <a:rPr kumimoji="0" lang="zh-CN" altLang="en-US" b="1" i="0" u="none" strike="noStrike" kern="0" cap="none" spc="0" normalizeH="0" baseline="0" noProof="0" dirty="0">
                <a:ln>
                  <a:noFill/>
                </a:ln>
                <a:solidFill>
                  <a:srgbClr val="FF0000"/>
                </a:solidFill>
                <a:effectLst/>
                <a:uLnTx/>
                <a:uFillTx/>
              </a:rPr>
              <a:t>违例编码）</a:t>
            </a:r>
            <a:r>
              <a:rPr kumimoji="0" lang="zh-CN" altLang="en-US" b="0" i="0" u="none" strike="noStrike" kern="0" cap="none" spc="0" normalizeH="0" baseline="0" noProof="0" dirty="0">
                <a:ln>
                  <a:noFill/>
                </a:ln>
                <a:solidFill>
                  <a:prstClr val="black"/>
                </a:solidFill>
                <a:effectLst/>
                <a:uLnTx/>
                <a:uFillTx/>
              </a:rPr>
              <a:t>来实现</a:t>
            </a:r>
            <a:endParaRPr lang="en-US" altLang="zh-CN" dirty="0"/>
          </a:p>
          <a:p>
            <a:pPr>
              <a:spcAft>
                <a:spcPts val="600"/>
              </a:spcAft>
            </a:pPr>
            <a:endParaRPr lang="zh-CN" altLang="en-US" sz="1800" dirty="0"/>
          </a:p>
        </p:txBody>
      </p:sp>
      <p:graphicFrame>
        <p:nvGraphicFramePr>
          <p:cNvPr id="16" name="表格 15">
            <a:extLst>
              <a:ext uri="{FF2B5EF4-FFF2-40B4-BE49-F238E27FC236}">
                <a16:creationId xmlns:a16="http://schemas.microsoft.com/office/drawing/2014/main" id="{376E0BE5-2B4A-D981-C2EA-132A162596BF}"/>
              </a:ext>
            </a:extLst>
          </p:cNvPr>
          <p:cNvGraphicFramePr>
            <a:graphicFrameLocks noGrp="1"/>
          </p:cNvGraphicFramePr>
          <p:nvPr>
            <p:extLst>
              <p:ext uri="{D42A27DB-BD31-4B8C-83A1-F6EECF244321}">
                <p14:modId xmlns:p14="http://schemas.microsoft.com/office/powerpoint/2010/main" val="3714573754"/>
              </p:ext>
            </p:extLst>
          </p:nvPr>
        </p:nvGraphicFramePr>
        <p:xfrm>
          <a:off x="1948487" y="4748726"/>
          <a:ext cx="8824069" cy="1097280"/>
        </p:xfrm>
        <a:graphic>
          <a:graphicData uri="http://schemas.openxmlformats.org/drawingml/2006/table">
            <a:tbl>
              <a:tblPr firstRow="1" bandRow="1"/>
              <a:tblGrid>
                <a:gridCol w="1147479">
                  <a:extLst>
                    <a:ext uri="{9D8B030D-6E8A-4147-A177-3AD203B41FA5}">
                      <a16:colId xmlns:a16="http://schemas.microsoft.com/office/drawing/2014/main" val="2409782855"/>
                    </a:ext>
                  </a:extLst>
                </a:gridCol>
                <a:gridCol w="1288402">
                  <a:extLst>
                    <a:ext uri="{9D8B030D-6E8A-4147-A177-3AD203B41FA5}">
                      <a16:colId xmlns:a16="http://schemas.microsoft.com/office/drawing/2014/main" val="3180073971"/>
                    </a:ext>
                  </a:extLst>
                </a:gridCol>
                <a:gridCol w="1232654">
                  <a:extLst>
                    <a:ext uri="{9D8B030D-6E8A-4147-A177-3AD203B41FA5}">
                      <a16:colId xmlns:a16="http://schemas.microsoft.com/office/drawing/2014/main" val="2860284050"/>
                    </a:ext>
                  </a:extLst>
                </a:gridCol>
                <a:gridCol w="921380">
                  <a:extLst>
                    <a:ext uri="{9D8B030D-6E8A-4147-A177-3AD203B41FA5}">
                      <a16:colId xmlns:a16="http://schemas.microsoft.com/office/drawing/2014/main" val="695274627"/>
                    </a:ext>
                  </a:extLst>
                </a:gridCol>
                <a:gridCol w="1438620">
                  <a:extLst>
                    <a:ext uri="{9D8B030D-6E8A-4147-A177-3AD203B41FA5}">
                      <a16:colId xmlns:a16="http://schemas.microsoft.com/office/drawing/2014/main" val="2206542425"/>
                    </a:ext>
                  </a:extLst>
                </a:gridCol>
                <a:gridCol w="856338">
                  <a:extLst>
                    <a:ext uri="{9D8B030D-6E8A-4147-A177-3AD203B41FA5}">
                      <a16:colId xmlns:a16="http://schemas.microsoft.com/office/drawing/2014/main" val="2849529760"/>
                    </a:ext>
                  </a:extLst>
                </a:gridCol>
                <a:gridCol w="1147479">
                  <a:extLst>
                    <a:ext uri="{9D8B030D-6E8A-4147-A177-3AD203B41FA5}">
                      <a16:colId xmlns:a16="http://schemas.microsoft.com/office/drawing/2014/main" val="2700453202"/>
                    </a:ext>
                  </a:extLst>
                </a:gridCol>
                <a:gridCol w="791717">
                  <a:extLst>
                    <a:ext uri="{9D8B030D-6E8A-4147-A177-3AD203B41FA5}">
                      <a16:colId xmlns:a16="http://schemas.microsoft.com/office/drawing/2014/main" val="40368169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8</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0</a:t>
                      </a:r>
                      <a:r>
                        <a:rPr lang="zh-CN" altLang="en-US" sz="2000" dirty="0"/>
                        <a:t>～</a:t>
                      </a:r>
                      <a:r>
                        <a:rPr lang="en-US" altLang="zh-CN" sz="2000" dirty="0"/>
                        <a:t>1500</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0</a:t>
                      </a:r>
                      <a:r>
                        <a:rPr lang="zh-CN" altLang="en-US" sz="2000" dirty="0"/>
                        <a:t>～</a:t>
                      </a:r>
                      <a:r>
                        <a:rPr lang="en-US" altLang="zh-CN" sz="2000" dirty="0"/>
                        <a:t>46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4</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字节</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37174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前导</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目的地址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源地址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solidFill>
                            <a:schemeClr val="bg1"/>
                          </a:solidFill>
                        </a:rPr>
                        <a:t>类型</a:t>
                      </a:r>
                      <a:r>
                        <a:rPr lang="en-US" altLang="zh-CN" sz="2000" b="1" dirty="0">
                          <a:solidFill>
                            <a:schemeClr val="bg1"/>
                          </a:solidFill>
                        </a:rPr>
                        <a:t>/</a:t>
                      </a:r>
                      <a:r>
                        <a:rPr lang="zh-CN" altLang="en-US" sz="2000" b="1" dirty="0">
                          <a:solidFill>
                            <a:schemeClr val="bg1"/>
                          </a:solidFill>
                        </a:rPr>
                        <a:t>长度</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E4095">
                        <a:lumMod val="75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t>数据</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23F4F">
                        <a:lumMod val="40000"/>
                        <a:lumOff val="60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填充</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检验和</a:t>
                      </a:r>
                      <a:r>
                        <a:rPr lang="en-US" altLang="zh-CN" sz="2000" dirty="0"/>
                        <a:t>(CRC)</a:t>
                      </a:r>
                      <a:endParaRPr lang="zh-CN" alt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endParaRPr lang="zh-CN" altLang="en-US" sz="2000" dirty="0"/>
                    </a:p>
                  </a:txBody>
                  <a:tcP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8717350"/>
                  </a:ext>
                </a:extLst>
              </a:tr>
            </a:tbl>
          </a:graphicData>
        </a:graphic>
      </p:graphicFrame>
      <p:sp>
        <p:nvSpPr>
          <p:cNvPr id="17" name="右大括号 16">
            <a:extLst>
              <a:ext uri="{FF2B5EF4-FFF2-40B4-BE49-F238E27FC236}">
                <a16:creationId xmlns:a16="http://schemas.microsoft.com/office/drawing/2014/main" id="{9B1F0AAF-53FD-6CD4-01DE-1F71F0AAE9D6}"/>
              </a:ext>
            </a:extLst>
          </p:cNvPr>
          <p:cNvSpPr/>
          <p:nvPr/>
        </p:nvSpPr>
        <p:spPr>
          <a:xfrm rot="5400000">
            <a:off x="7445259" y="4970788"/>
            <a:ext cx="496111" cy="2261680"/>
          </a:xfrm>
          <a:prstGeom prst="rightBrace">
            <a:avLst/>
          </a:prstGeom>
          <a:noFill/>
          <a:ln w="6350" cap="flat" cmpd="sng" algn="ctr">
            <a:solidFill>
              <a:srgbClr val="3E409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mn-cs"/>
            </a:endParaRPr>
          </a:p>
        </p:txBody>
      </p:sp>
      <p:sp>
        <p:nvSpPr>
          <p:cNvPr id="18" name="矩形 17">
            <a:extLst>
              <a:ext uri="{FF2B5EF4-FFF2-40B4-BE49-F238E27FC236}">
                <a16:creationId xmlns:a16="http://schemas.microsoft.com/office/drawing/2014/main" id="{8CFEF5DE-EA70-5A07-66D6-A8F56CAD12F4}"/>
              </a:ext>
            </a:extLst>
          </p:cNvPr>
          <p:cNvSpPr/>
          <p:nvPr/>
        </p:nvSpPr>
        <p:spPr>
          <a:xfrm>
            <a:off x="7201219" y="6292339"/>
            <a:ext cx="1117615" cy="369332"/>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rPr>
              <a:t>46</a:t>
            </a:r>
            <a:r>
              <a:rPr kumimoji="0" lang="zh-CN" altLang="en-US" sz="1800" b="0" i="0" u="none" strike="noStrike" kern="0" cap="none" spc="0" normalizeH="0" baseline="0" noProof="0" dirty="0">
                <a:ln>
                  <a:noFill/>
                </a:ln>
                <a:solidFill>
                  <a:prstClr val="black"/>
                </a:solidFill>
                <a:effectLst/>
                <a:uLnTx/>
                <a:uFillTx/>
              </a:rPr>
              <a:t>～</a:t>
            </a:r>
            <a:r>
              <a:rPr kumimoji="0" lang="en-US" altLang="zh-CN" sz="1800" b="0" i="0" u="none" strike="noStrike" kern="0" cap="none" spc="0" normalizeH="0" baseline="0" noProof="0" dirty="0">
                <a:ln>
                  <a:noFill/>
                </a:ln>
                <a:solidFill>
                  <a:prstClr val="black"/>
                </a:solidFill>
                <a:effectLst/>
                <a:uLnTx/>
                <a:uFillTx/>
              </a:rPr>
              <a:t>1500</a:t>
            </a:r>
            <a:endParaRPr kumimoji="0" lang="zh-CN" altLang="en-US" sz="1800" b="0" i="0" u="none" strike="noStrike" kern="0" cap="none" spc="0" normalizeH="0" baseline="0" noProof="0" dirty="0">
              <a:ln>
                <a:noFill/>
              </a:ln>
              <a:solidFill>
                <a:prstClr val="black"/>
              </a:solidFill>
              <a:effectLst/>
              <a:uLnTx/>
              <a:uFillTx/>
            </a:endParaRPr>
          </a:p>
        </p:txBody>
      </p:sp>
      <p:graphicFrame>
        <p:nvGraphicFramePr>
          <p:cNvPr id="19" name="表格 18">
            <a:extLst>
              <a:ext uri="{FF2B5EF4-FFF2-40B4-BE49-F238E27FC236}">
                <a16:creationId xmlns:a16="http://schemas.microsoft.com/office/drawing/2014/main" id="{36491BE2-BF87-D075-44E4-875606C6EA81}"/>
              </a:ext>
            </a:extLst>
          </p:cNvPr>
          <p:cNvGraphicFramePr>
            <a:graphicFrameLocks noGrp="1"/>
          </p:cNvGraphicFramePr>
          <p:nvPr>
            <p:extLst>
              <p:ext uri="{D42A27DB-BD31-4B8C-83A1-F6EECF244321}">
                <p14:modId xmlns:p14="http://schemas.microsoft.com/office/powerpoint/2010/main" val="1930331336"/>
              </p:ext>
            </p:extLst>
          </p:nvPr>
        </p:nvGraphicFramePr>
        <p:xfrm>
          <a:off x="1869355" y="6292340"/>
          <a:ext cx="4100382" cy="453382"/>
        </p:xfrm>
        <a:graphic>
          <a:graphicData uri="http://schemas.openxmlformats.org/drawingml/2006/table">
            <a:tbl>
              <a:tblPr firstRow="1" bandRow="1"/>
              <a:tblGrid>
                <a:gridCol w="1258794">
                  <a:extLst>
                    <a:ext uri="{9D8B030D-6E8A-4147-A177-3AD203B41FA5}">
                      <a16:colId xmlns:a16="http://schemas.microsoft.com/office/drawing/2014/main" val="1006462866"/>
                    </a:ext>
                  </a:extLst>
                </a:gridCol>
                <a:gridCol w="324000">
                  <a:extLst>
                    <a:ext uri="{9D8B030D-6E8A-4147-A177-3AD203B41FA5}">
                      <a16:colId xmlns:a16="http://schemas.microsoft.com/office/drawing/2014/main" val="1574312810"/>
                    </a:ext>
                  </a:extLst>
                </a:gridCol>
                <a:gridCol w="1258794">
                  <a:extLst>
                    <a:ext uri="{9D8B030D-6E8A-4147-A177-3AD203B41FA5}">
                      <a16:colId xmlns:a16="http://schemas.microsoft.com/office/drawing/2014/main" val="1052465471"/>
                    </a:ext>
                  </a:extLst>
                </a:gridCol>
                <a:gridCol w="1258794">
                  <a:extLst>
                    <a:ext uri="{9D8B030D-6E8A-4147-A177-3AD203B41FA5}">
                      <a16:colId xmlns:a16="http://schemas.microsoft.com/office/drawing/2014/main" val="816838696"/>
                    </a:ext>
                  </a:extLst>
                </a:gridCol>
              </a:tblGrid>
              <a:tr h="453382">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lang="en-US" altLang="zh-CN" sz="2000" b="1" dirty="0">
                          <a:solidFill>
                            <a:schemeClr val="tx1"/>
                          </a:solidFill>
                        </a:rPr>
                        <a:t>10101010</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kumimoji="1" lang="en-US" altLang="zh-CN" sz="2000" b="1" dirty="0">
                          <a:solidFill>
                            <a:schemeClr val="tx1"/>
                          </a:solidFill>
                          <a:ea typeface="黑体" pitchFamily="2" charset="-122"/>
                        </a:rPr>
                        <a:t>…</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lang="en-US" altLang="zh-CN" sz="2000" b="1" dirty="0">
                          <a:solidFill>
                            <a:schemeClr val="tx1"/>
                          </a:solidFill>
                        </a:rPr>
                        <a:t>10101010</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lang="en-US" altLang="zh-CN" sz="2000" b="1" dirty="0">
                          <a:solidFill>
                            <a:schemeClr val="tx1"/>
                          </a:solidFill>
                        </a:rPr>
                        <a:t>10101011</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extLst>
                  <a:ext uri="{0D108BD9-81ED-4DB2-BD59-A6C34878D82A}">
                    <a16:rowId xmlns:a16="http://schemas.microsoft.com/office/drawing/2014/main" val="899716262"/>
                  </a:ext>
                </a:extLst>
              </a:tr>
            </a:tbl>
          </a:graphicData>
        </a:graphic>
      </p:graphicFrame>
      <p:sp>
        <p:nvSpPr>
          <p:cNvPr id="20" name="Line 36">
            <a:extLst>
              <a:ext uri="{FF2B5EF4-FFF2-40B4-BE49-F238E27FC236}">
                <a16:creationId xmlns:a16="http://schemas.microsoft.com/office/drawing/2014/main" id="{CBCF03BD-58A9-0A17-390F-D345BD757C5C}"/>
              </a:ext>
            </a:extLst>
          </p:cNvPr>
          <p:cNvSpPr>
            <a:spLocks noChangeShapeType="1"/>
          </p:cNvSpPr>
          <p:nvPr/>
        </p:nvSpPr>
        <p:spPr bwMode="auto">
          <a:xfrm flipV="1">
            <a:off x="1869354" y="5744274"/>
            <a:ext cx="82935" cy="579118"/>
          </a:xfrm>
          <a:prstGeom prst="line">
            <a:avLst/>
          </a:prstGeom>
          <a:noFill/>
          <a:ln w="12700">
            <a:solidFill>
              <a:srgbClr val="954F7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1" name="Line 36">
            <a:extLst>
              <a:ext uri="{FF2B5EF4-FFF2-40B4-BE49-F238E27FC236}">
                <a16:creationId xmlns:a16="http://schemas.microsoft.com/office/drawing/2014/main" id="{3D900368-852B-1821-1A64-62B7B3544FF5}"/>
              </a:ext>
            </a:extLst>
          </p:cNvPr>
          <p:cNvSpPr>
            <a:spLocks noChangeShapeType="1"/>
          </p:cNvSpPr>
          <p:nvPr/>
        </p:nvSpPr>
        <p:spPr bwMode="auto">
          <a:xfrm flipH="1" flipV="1">
            <a:off x="3090333" y="5853572"/>
            <a:ext cx="2802466" cy="438767"/>
          </a:xfrm>
          <a:prstGeom prst="line">
            <a:avLst/>
          </a:prstGeom>
          <a:noFill/>
          <a:ln w="12700">
            <a:solidFill>
              <a:srgbClr val="954F7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2" name="Rectangle 34">
            <a:extLst>
              <a:ext uri="{FF2B5EF4-FFF2-40B4-BE49-F238E27FC236}">
                <a16:creationId xmlns:a16="http://schemas.microsoft.com/office/drawing/2014/main" id="{73612B97-83E9-3223-832A-8191265FF466}"/>
              </a:ext>
            </a:extLst>
          </p:cNvPr>
          <p:cNvSpPr>
            <a:spLocks noChangeArrowheads="1"/>
          </p:cNvSpPr>
          <p:nvPr/>
        </p:nvSpPr>
        <p:spPr bwMode="auto">
          <a:xfrm>
            <a:off x="2926485" y="5987403"/>
            <a:ext cx="76463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charset="0"/>
                <a:ea typeface="黑体" pitchFamily="2" charset="-122"/>
              </a:rPr>
              <a:t>7 </a:t>
            </a:r>
            <a:r>
              <a:rPr kumimoji="1" lang="zh-CN" altLang="en-US" sz="1600" dirty="0">
                <a:solidFill>
                  <a:srgbClr val="333399"/>
                </a:solidFill>
                <a:latin typeface="Arial" charset="0"/>
                <a:ea typeface="黑体" pitchFamily="2" charset="-122"/>
              </a:rPr>
              <a:t>字节</a:t>
            </a:r>
          </a:p>
        </p:txBody>
      </p:sp>
      <p:sp>
        <p:nvSpPr>
          <p:cNvPr id="23" name="Rectangle 34">
            <a:extLst>
              <a:ext uri="{FF2B5EF4-FFF2-40B4-BE49-F238E27FC236}">
                <a16:creationId xmlns:a16="http://schemas.microsoft.com/office/drawing/2014/main" id="{813A5B05-7FD7-9A74-0612-FC573E86BFDE}"/>
              </a:ext>
            </a:extLst>
          </p:cNvPr>
          <p:cNvSpPr>
            <a:spLocks noChangeArrowheads="1"/>
          </p:cNvSpPr>
          <p:nvPr/>
        </p:nvSpPr>
        <p:spPr bwMode="auto">
          <a:xfrm>
            <a:off x="4922601" y="5992652"/>
            <a:ext cx="70692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charset="0"/>
                <a:ea typeface="黑体" pitchFamily="2" charset="-122"/>
              </a:rPr>
              <a:t>1</a:t>
            </a:r>
            <a:r>
              <a:rPr kumimoji="1" lang="zh-CN" altLang="en-US" sz="1600" dirty="0">
                <a:solidFill>
                  <a:srgbClr val="333399"/>
                </a:solidFill>
                <a:latin typeface="Arial" charset="0"/>
                <a:ea typeface="黑体" pitchFamily="2" charset="-122"/>
              </a:rPr>
              <a:t>字节</a:t>
            </a:r>
          </a:p>
        </p:txBody>
      </p:sp>
    </p:spTree>
    <p:extLst>
      <p:ext uri="{BB962C8B-B14F-4D97-AF65-F5344CB8AC3E}">
        <p14:creationId xmlns:p14="http://schemas.microsoft.com/office/powerpoint/2010/main" val="1863097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EAE6A-5055-55AD-9E9D-9CCC6E0608AE}"/>
              </a:ext>
            </a:extLst>
          </p:cNvPr>
          <p:cNvSpPr>
            <a:spLocks noGrp="1"/>
          </p:cNvSpPr>
          <p:nvPr>
            <p:ph type="title"/>
          </p:nvPr>
        </p:nvSpPr>
        <p:spPr/>
        <p:txBody>
          <a:bodyPr/>
          <a:lstStyle/>
          <a:p>
            <a:r>
              <a:rPr lang="zh-CN" altLang="en-US" dirty="0"/>
              <a:t>以太网帧格式</a:t>
            </a:r>
          </a:p>
        </p:txBody>
      </p:sp>
      <p:sp>
        <p:nvSpPr>
          <p:cNvPr id="3" name="内容占位符 2">
            <a:extLst>
              <a:ext uri="{FF2B5EF4-FFF2-40B4-BE49-F238E27FC236}">
                <a16:creationId xmlns:a16="http://schemas.microsoft.com/office/drawing/2014/main" id="{B05780CB-0CCD-938A-EE22-BBB5C1A45708}"/>
              </a:ext>
            </a:extLst>
          </p:cNvPr>
          <p:cNvSpPr>
            <a:spLocks noGrp="1"/>
          </p:cNvSpPr>
          <p:nvPr>
            <p:ph idx="1"/>
          </p:nvPr>
        </p:nvSpPr>
        <p:spPr>
          <a:xfrm>
            <a:off x="442913" y="728663"/>
            <a:ext cx="11289710" cy="3090745"/>
          </a:xfrm>
        </p:spPr>
        <p:txBody>
          <a:bodyPr>
            <a:noAutofit/>
          </a:bodyPr>
          <a:lstStyle/>
          <a:p>
            <a:r>
              <a:rPr lang="zh-CN" altLang="en-US" dirty="0"/>
              <a:t>源</a:t>
            </a:r>
            <a:r>
              <a:rPr lang="en-US" altLang="zh-CN" dirty="0"/>
              <a:t>MAC</a:t>
            </a:r>
            <a:r>
              <a:rPr lang="zh-CN" altLang="en-US" dirty="0"/>
              <a:t>地址：哪个网卡发出</a:t>
            </a:r>
            <a:endParaRPr lang="en-US" altLang="zh-CN" dirty="0"/>
          </a:p>
          <a:p>
            <a:r>
              <a:rPr lang="zh-CN" altLang="en-US" dirty="0"/>
              <a:t>目的</a:t>
            </a:r>
            <a:r>
              <a:rPr lang="en-US" altLang="zh-CN" dirty="0"/>
              <a:t>MAC</a:t>
            </a:r>
            <a:r>
              <a:rPr lang="zh-CN" altLang="en-US" dirty="0"/>
              <a:t>地址：可以是单播、组播和广播地址</a:t>
            </a:r>
            <a:endParaRPr lang="en-US" altLang="zh-CN" dirty="0"/>
          </a:p>
          <a:p>
            <a:r>
              <a:rPr lang="en-US" altLang="zh-CN" dirty="0"/>
              <a:t>32</a:t>
            </a:r>
            <a:r>
              <a:rPr lang="zh-CN" altLang="en-US" dirty="0"/>
              <a:t>比特的</a:t>
            </a:r>
            <a:r>
              <a:rPr lang="en-US" altLang="zh-CN" dirty="0"/>
              <a:t>CRC</a:t>
            </a:r>
            <a:r>
              <a:rPr lang="zh-CN" altLang="en-US" dirty="0"/>
              <a:t>检验和，用于检测帧传输过程中可能出现的错误</a:t>
            </a:r>
          </a:p>
          <a:p>
            <a:r>
              <a:rPr lang="zh-CN" altLang="en-US" dirty="0"/>
              <a:t>类型</a:t>
            </a:r>
            <a:r>
              <a:rPr lang="en-US" altLang="zh-CN" dirty="0"/>
              <a:t>/</a:t>
            </a:r>
            <a:r>
              <a:rPr lang="zh-CN" altLang="en-US" dirty="0"/>
              <a:t>长度：如果为类型时，标识哪一个高层协议，类型字段的取值大于等于</a:t>
            </a:r>
            <a:r>
              <a:rPr lang="en-US" altLang="zh-CN" dirty="0"/>
              <a:t>0x0600(=1536)</a:t>
            </a:r>
          </a:p>
          <a:p>
            <a:r>
              <a:rPr lang="zh-CN" altLang="en-US" dirty="0"/>
              <a:t>数据字段：</a:t>
            </a:r>
            <a:endParaRPr lang="en-US" altLang="zh-CN" dirty="0"/>
          </a:p>
          <a:p>
            <a:pPr lvl="1"/>
            <a:r>
              <a:rPr lang="zh-CN" altLang="en-US" sz="2000" dirty="0"/>
              <a:t>数据字段不足</a:t>
            </a:r>
            <a:r>
              <a:rPr lang="en-US" altLang="zh-CN" sz="2000" dirty="0"/>
              <a:t>46</a:t>
            </a:r>
            <a:r>
              <a:rPr lang="zh-CN" altLang="en-US" sz="2000" dirty="0"/>
              <a:t>字节时，需要填充至</a:t>
            </a:r>
            <a:r>
              <a:rPr lang="en-US" altLang="zh-CN" sz="2000" dirty="0"/>
              <a:t>46</a:t>
            </a:r>
            <a:r>
              <a:rPr lang="zh-CN" altLang="en-US" sz="2000" dirty="0"/>
              <a:t>字节，以保证以太网</a:t>
            </a:r>
            <a:r>
              <a:rPr lang="en-US" altLang="zh-CN" sz="2000" dirty="0"/>
              <a:t>MAC</a:t>
            </a:r>
            <a:r>
              <a:rPr lang="zh-CN" altLang="en-US" sz="2000" dirty="0"/>
              <a:t>帧不小于</a:t>
            </a:r>
            <a:r>
              <a:rPr lang="en-US" altLang="zh-CN" sz="2000" dirty="0"/>
              <a:t>64</a:t>
            </a:r>
            <a:r>
              <a:rPr lang="zh-CN" altLang="en-US" sz="2000" dirty="0"/>
              <a:t>字节</a:t>
            </a:r>
            <a:endParaRPr lang="en-US" altLang="zh-CN" sz="2000" dirty="0"/>
          </a:p>
          <a:p>
            <a:pPr lvl="1"/>
            <a:r>
              <a:rPr lang="zh-CN" altLang="en-US" sz="2000" dirty="0"/>
              <a:t>数据字段大于等于</a:t>
            </a:r>
            <a:r>
              <a:rPr lang="en-US" altLang="zh-CN" sz="2000" dirty="0"/>
              <a:t>46</a:t>
            </a:r>
            <a:r>
              <a:rPr lang="zh-CN" altLang="en-US" sz="2000" dirty="0"/>
              <a:t>字节时，不需要填充字段</a:t>
            </a:r>
            <a:endParaRPr lang="en-US" altLang="zh-CN" sz="2000" dirty="0"/>
          </a:p>
          <a:p>
            <a:endParaRPr lang="zh-CN" altLang="en-US" dirty="0"/>
          </a:p>
        </p:txBody>
      </p:sp>
      <p:graphicFrame>
        <p:nvGraphicFramePr>
          <p:cNvPr id="16" name="表格 15">
            <a:extLst>
              <a:ext uri="{FF2B5EF4-FFF2-40B4-BE49-F238E27FC236}">
                <a16:creationId xmlns:a16="http://schemas.microsoft.com/office/drawing/2014/main" id="{376E0BE5-2B4A-D981-C2EA-132A162596BF}"/>
              </a:ext>
            </a:extLst>
          </p:cNvPr>
          <p:cNvGraphicFramePr>
            <a:graphicFrameLocks noGrp="1"/>
          </p:cNvGraphicFramePr>
          <p:nvPr/>
        </p:nvGraphicFramePr>
        <p:xfrm>
          <a:off x="2421012" y="3822606"/>
          <a:ext cx="8824069" cy="1097280"/>
        </p:xfrm>
        <a:graphic>
          <a:graphicData uri="http://schemas.openxmlformats.org/drawingml/2006/table">
            <a:tbl>
              <a:tblPr firstRow="1" bandRow="1"/>
              <a:tblGrid>
                <a:gridCol w="1147479">
                  <a:extLst>
                    <a:ext uri="{9D8B030D-6E8A-4147-A177-3AD203B41FA5}">
                      <a16:colId xmlns:a16="http://schemas.microsoft.com/office/drawing/2014/main" val="2409782855"/>
                    </a:ext>
                  </a:extLst>
                </a:gridCol>
                <a:gridCol w="1288402">
                  <a:extLst>
                    <a:ext uri="{9D8B030D-6E8A-4147-A177-3AD203B41FA5}">
                      <a16:colId xmlns:a16="http://schemas.microsoft.com/office/drawing/2014/main" val="3180073971"/>
                    </a:ext>
                  </a:extLst>
                </a:gridCol>
                <a:gridCol w="1232654">
                  <a:extLst>
                    <a:ext uri="{9D8B030D-6E8A-4147-A177-3AD203B41FA5}">
                      <a16:colId xmlns:a16="http://schemas.microsoft.com/office/drawing/2014/main" val="2860284050"/>
                    </a:ext>
                  </a:extLst>
                </a:gridCol>
                <a:gridCol w="921380">
                  <a:extLst>
                    <a:ext uri="{9D8B030D-6E8A-4147-A177-3AD203B41FA5}">
                      <a16:colId xmlns:a16="http://schemas.microsoft.com/office/drawing/2014/main" val="695274627"/>
                    </a:ext>
                  </a:extLst>
                </a:gridCol>
                <a:gridCol w="1438620">
                  <a:extLst>
                    <a:ext uri="{9D8B030D-6E8A-4147-A177-3AD203B41FA5}">
                      <a16:colId xmlns:a16="http://schemas.microsoft.com/office/drawing/2014/main" val="2206542425"/>
                    </a:ext>
                  </a:extLst>
                </a:gridCol>
                <a:gridCol w="856338">
                  <a:extLst>
                    <a:ext uri="{9D8B030D-6E8A-4147-A177-3AD203B41FA5}">
                      <a16:colId xmlns:a16="http://schemas.microsoft.com/office/drawing/2014/main" val="2849529760"/>
                    </a:ext>
                  </a:extLst>
                </a:gridCol>
                <a:gridCol w="1147479">
                  <a:extLst>
                    <a:ext uri="{9D8B030D-6E8A-4147-A177-3AD203B41FA5}">
                      <a16:colId xmlns:a16="http://schemas.microsoft.com/office/drawing/2014/main" val="2700453202"/>
                    </a:ext>
                  </a:extLst>
                </a:gridCol>
                <a:gridCol w="791717">
                  <a:extLst>
                    <a:ext uri="{9D8B030D-6E8A-4147-A177-3AD203B41FA5}">
                      <a16:colId xmlns:a16="http://schemas.microsoft.com/office/drawing/2014/main" val="40368169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8</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0</a:t>
                      </a:r>
                      <a:r>
                        <a:rPr lang="zh-CN" altLang="en-US" sz="2000" dirty="0"/>
                        <a:t>～</a:t>
                      </a:r>
                      <a:r>
                        <a:rPr lang="en-US" altLang="zh-CN" sz="2000" dirty="0"/>
                        <a:t>1500</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0</a:t>
                      </a:r>
                      <a:r>
                        <a:rPr lang="zh-CN" altLang="en-US" sz="2000" dirty="0"/>
                        <a:t>～</a:t>
                      </a:r>
                      <a:r>
                        <a:rPr lang="en-US" altLang="zh-CN" sz="2000" dirty="0"/>
                        <a:t>46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4</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字节</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37174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前导</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目的地址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源地址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solidFill>
                            <a:schemeClr val="bg1"/>
                          </a:solidFill>
                        </a:rPr>
                        <a:t>类型</a:t>
                      </a:r>
                      <a:r>
                        <a:rPr lang="en-US" altLang="zh-CN" sz="2000" b="1" dirty="0">
                          <a:solidFill>
                            <a:schemeClr val="bg1"/>
                          </a:solidFill>
                        </a:rPr>
                        <a:t>/</a:t>
                      </a:r>
                      <a:r>
                        <a:rPr lang="zh-CN" altLang="en-US" sz="2000" b="1" dirty="0">
                          <a:solidFill>
                            <a:schemeClr val="bg1"/>
                          </a:solidFill>
                        </a:rPr>
                        <a:t>长度</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E4095">
                        <a:lumMod val="75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t>数据</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23F4F">
                        <a:lumMod val="40000"/>
                        <a:lumOff val="60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填充</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检验和</a:t>
                      </a:r>
                      <a:r>
                        <a:rPr lang="en-US" altLang="zh-CN" sz="2000" dirty="0"/>
                        <a:t>(CRC)</a:t>
                      </a:r>
                      <a:endParaRPr lang="zh-CN" alt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endParaRPr lang="zh-CN" altLang="en-US" sz="2000" dirty="0"/>
                    </a:p>
                  </a:txBody>
                  <a:tcP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8717350"/>
                  </a:ext>
                </a:extLst>
              </a:tr>
            </a:tbl>
          </a:graphicData>
        </a:graphic>
      </p:graphicFrame>
      <p:sp>
        <p:nvSpPr>
          <p:cNvPr id="17" name="右大括号 16">
            <a:extLst>
              <a:ext uri="{FF2B5EF4-FFF2-40B4-BE49-F238E27FC236}">
                <a16:creationId xmlns:a16="http://schemas.microsoft.com/office/drawing/2014/main" id="{9B1F0AAF-53FD-6CD4-01DE-1F71F0AAE9D6}"/>
              </a:ext>
            </a:extLst>
          </p:cNvPr>
          <p:cNvSpPr/>
          <p:nvPr/>
        </p:nvSpPr>
        <p:spPr>
          <a:xfrm rot="5400000">
            <a:off x="7910926" y="4097778"/>
            <a:ext cx="496111" cy="2261680"/>
          </a:xfrm>
          <a:prstGeom prst="rightBrace">
            <a:avLst/>
          </a:prstGeom>
          <a:noFill/>
          <a:ln w="6350" cap="flat" cmpd="sng" algn="ctr">
            <a:solidFill>
              <a:srgbClr val="3E409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mn-cs"/>
            </a:endParaRPr>
          </a:p>
        </p:txBody>
      </p:sp>
      <p:sp>
        <p:nvSpPr>
          <p:cNvPr id="18" name="矩形 17">
            <a:extLst>
              <a:ext uri="{FF2B5EF4-FFF2-40B4-BE49-F238E27FC236}">
                <a16:creationId xmlns:a16="http://schemas.microsoft.com/office/drawing/2014/main" id="{8CFEF5DE-EA70-5A07-66D6-A8F56CAD12F4}"/>
              </a:ext>
            </a:extLst>
          </p:cNvPr>
          <p:cNvSpPr/>
          <p:nvPr/>
        </p:nvSpPr>
        <p:spPr>
          <a:xfrm>
            <a:off x="7600173" y="5476674"/>
            <a:ext cx="1117615" cy="369332"/>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rPr>
              <a:t>46</a:t>
            </a:r>
            <a:r>
              <a:rPr kumimoji="0" lang="zh-CN" altLang="en-US" sz="1800" b="0" i="0" u="none" strike="noStrike" kern="0" cap="none" spc="0" normalizeH="0" baseline="0" noProof="0" dirty="0">
                <a:ln>
                  <a:noFill/>
                </a:ln>
                <a:solidFill>
                  <a:prstClr val="black"/>
                </a:solidFill>
                <a:effectLst/>
                <a:uLnTx/>
                <a:uFillTx/>
              </a:rPr>
              <a:t>～</a:t>
            </a:r>
            <a:r>
              <a:rPr kumimoji="0" lang="en-US" altLang="zh-CN" sz="1800" b="0" i="0" u="none" strike="noStrike" kern="0" cap="none" spc="0" normalizeH="0" baseline="0" noProof="0" dirty="0">
                <a:ln>
                  <a:noFill/>
                </a:ln>
                <a:solidFill>
                  <a:prstClr val="black"/>
                </a:solidFill>
                <a:effectLst/>
                <a:uLnTx/>
                <a:uFillTx/>
              </a:rPr>
              <a:t>1500</a:t>
            </a:r>
            <a:endParaRPr kumimoji="0" lang="zh-CN" altLang="en-US" sz="1800" b="0" i="0" u="none" strike="noStrike" kern="0" cap="none" spc="0" normalizeH="0" baseline="0" noProof="0" dirty="0">
              <a:ln>
                <a:noFill/>
              </a:ln>
              <a:solidFill>
                <a:prstClr val="black"/>
              </a:solidFill>
              <a:effectLst/>
              <a:uLnTx/>
              <a:uFillTx/>
            </a:endParaRPr>
          </a:p>
        </p:txBody>
      </p:sp>
      <p:graphicFrame>
        <p:nvGraphicFramePr>
          <p:cNvPr id="19" name="表格 18">
            <a:extLst>
              <a:ext uri="{FF2B5EF4-FFF2-40B4-BE49-F238E27FC236}">
                <a16:creationId xmlns:a16="http://schemas.microsoft.com/office/drawing/2014/main" id="{36491BE2-BF87-D075-44E4-875606C6EA81}"/>
              </a:ext>
            </a:extLst>
          </p:cNvPr>
          <p:cNvGraphicFramePr>
            <a:graphicFrameLocks noGrp="1"/>
          </p:cNvGraphicFramePr>
          <p:nvPr/>
        </p:nvGraphicFramePr>
        <p:xfrm>
          <a:off x="179975" y="5570272"/>
          <a:ext cx="4100382" cy="453382"/>
        </p:xfrm>
        <a:graphic>
          <a:graphicData uri="http://schemas.openxmlformats.org/drawingml/2006/table">
            <a:tbl>
              <a:tblPr firstRow="1" bandRow="1"/>
              <a:tblGrid>
                <a:gridCol w="1258794">
                  <a:extLst>
                    <a:ext uri="{9D8B030D-6E8A-4147-A177-3AD203B41FA5}">
                      <a16:colId xmlns:a16="http://schemas.microsoft.com/office/drawing/2014/main" val="1006462866"/>
                    </a:ext>
                  </a:extLst>
                </a:gridCol>
                <a:gridCol w="324000">
                  <a:extLst>
                    <a:ext uri="{9D8B030D-6E8A-4147-A177-3AD203B41FA5}">
                      <a16:colId xmlns:a16="http://schemas.microsoft.com/office/drawing/2014/main" val="1574312810"/>
                    </a:ext>
                  </a:extLst>
                </a:gridCol>
                <a:gridCol w="1258794">
                  <a:extLst>
                    <a:ext uri="{9D8B030D-6E8A-4147-A177-3AD203B41FA5}">
                      <a16:colId xmlns:a16="http://schemas.microsoft.com/office/drawing/2014/main" val="1052465471"/>
                    </a:ext>
                  </a:extLst>
                </a:gridCol>
                <a:gridCol w="1258794">
                  <a:extLst>
                    <a:ext uri="{9D8B030D-6E8A-4147-A177-3AD203B41FA5}">
                      <a16:colId xmlns:a16="http://schemas.microsoft.com/office/drawing/2014/main" val="816838696"/>
                    </a:ext>
                  </a:extLst>
                </a:gridCol>
              </a:tblGrid>
              <a:tr h="453382">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lang="en-US" altLang="zh-CN" sz="2000" b="1" dirty="0">
                          <a:solidFill>
                            <a:schemeClr val="tx1"/>
                          </a:solidFill>
                        </a:rPr>
                        <a:t>10101010</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kumimoji="1" lang="en-US" altLang="zh-CN" sz="2000" b="1" dirty="0">
                          <a:solidFill>
                            <a:schemeClr val="tx1"/>
                          </a:solidFill>
                          <a:ea typeface="黑体" pitchFamily="2" charset="-122"/>
                        </a:rPr>
                        <a:t>…</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lang="en-US" altLang="zh-CN" sz="2000" b="1" dirty="0">
                          <a:solidFill>
                            <a:schemeClr val="tx1"/>
                          </a:solidFill>
                        </a:rPr>
                        <a:t>10101010</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b="1" kern="1200">
                          <a:solidFill>
                            <a:schemeClr val="lt1"/>
                          </a:solidFill>
                          <a:latin typeface="Calibri"/>
                          <a:ea typeface="微软雅黑"/>
                        </a:defRPr>
                      </a:lvl1pPr>
                      <a:lvl2pPr marL="457200" algn="l" defTabSz="914400" rtl="0" eaLnBrk="1" latinLnBrk="0" hangingPunct="1">
                        <a:defRPr sz="1800" b="1" kern="1200">
                          <a:solidFill>
                            <a:schemeClr val="lt1"/>
                          </a:solidFill>
                          <a:latin typeface="Calibri"/>
                          <a:ea typeface="微软雅黑"/>
                        </a:defRPr>
                      </a:lvl2pPr>
                      <a:lvl3pPr marL="914400" algn="l" defTabSz="914400" rtl="0" eaLnBrk="1" latinLnBrk="0" hangingPunct="1">
                        <a:defRPr sz="1800" b="1" kern="1200">
                          <a:solidFill>
                            <a:schemeClr val="lt1"/>
                          </a:solidFill>
                          <a:latin typeface="Calibri"/>
                          <a:ea typeface="微软雅黑"/>
                        </a:defRPr>
                      </a:lvl3pPr>
                      <a:lvl4pPr marL="1371600" algn="l" defTabSz="914400" rtl="0" eaLnBrk="1" latinLnBrk="0" hangingPunct="1">
                        <a:defRPr sz="1800" b="1" kern="1200">
                          <a:solidFill>
                            <a:schemeClr val="lt1"/>
                          </a:solidFill>
                          <a:latin typeface="Calibri"/>
                          <a:ea typeface="微软雅黑"/>
                        </a:defRPr>
                      </a:lvl4pPr>
                      <a:lvl5pPr marL="1828800" algn="l" defTabSz="914400" rtl="0" eaLnBrk="1" latinLnBrk="0" hangingPunct="1">
                        <a:defRPr sz="1800" b="1" kern="1200">
                          <a:solidFill>
                            <a:schemeClr val="lt1"/>
                          </a:solidFill>
                          <a:latin typeface="Calibri"/>
                          <a:ea typeface="微软雅黑"/>
                        </a:defRPr>
                      </a:lvl5pPr>
                      <a:lvl6pPr marL="2286000" algn="l" defTabSz="914400" rtl="0" eaLnBrk="1" latinLnBrk="0" hangingPunct="1">
                        <a:defRPr sz="1800" b="1" kern="1200">
                          <a:solidFill>
                            <a:schemeClr val="lt1"/>
                          </a:solidFill>
                          <a:latin typeface="Calibri"/>
                          <a:ea typeface="微软雅黑"/>
                        </a:defRPr>
                      </a:lvl6pPr>
                      <a:lvl7pPr marL="2743200" algn="l" defTabSz="914400" rtl="0" eaLnBrk="1" latinLnBrk="0" hangingPunct="1">
                        <a:defRPr sz="1800" b="1" kern="1200">
                          <a:solidFill>
                            <a:schemeClr val="lt1"/>
                          </a:solidFill>
                          <a:latin typeface="Calibri"/>
                          <a:ea typeface="微软雅黑"/>
                        </a:defRPr>
                      </a:lvl7pPr>
                      <a:lvl8pPr marL="3200400" algn="l" defTabSz="914400" rtl="0" eaLnBrk="1" latinLnBrk="0" hangingPunct="1">
                        <a:defRPr sz="1800" b="1" kern="1200">
                          <a:solidFill>
                            <a:schemeClr val="lt1"/>
                          </a:solidFill>
                          <a:latin typeface="Calibri"/>
                          <a:ea typeface="微软雅黑"/>
                        </a:defRPr>
                      </a:lvl8pPr>
                      <a:lvl9pPr marL="3657600" algn="l" defTabSz="914400" rtl="0" eaLnBrk="1" latinLnBrk="0" hangingPunct="1">
                        <a:defRPr sz="1800" b="1" kern="1200">
                          <a:solidFill>
                            <a:schemeClr val="lt1"/>
                          </a:solidFill>
                          <a:latin typeface="Calibri"/>
                          <a:ea typeface="微软雅黑"/>
                        </a:defRPr>
                      </a:lvl9pPr>
                    </a:lstStyle>
                    <a:p>
                      <a:pPr algn="ctr"/>
                      <a:r>
                        <a:rPr lang="en-US" altLang="zh-CN" sz="2000" b="1" dirty="0">
                          <a:solidFill>
                            <a:schemeClr val="tx1"/>
                          </a:solidFill>
                        </a:rPr>
                        <a:t>10101011</a:t>
                      </a:r>
                      <a:endParaRPr lang="zh-CN" altLang="en-US" sz="2000" b="1"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extLst>
                  <a:ext uri="{0D108BD9-81ED-4DB2-BD59-A6C34878D82A}">
                    <a16:rowId xmlns:a16="http://schemas.microsoft.com/office/drawing/2014/main" val="899716262"/>
                  </a:ext>
                </a:extLst>
              </a:tr>
            </a:tbl>
          </a:graphicData>
        </a:graphic>
      </p:graphicFrame>
      <p:sp>
        <p:nvSpPr>
          <p:cNvPr id="20" name="Line 36">
            <a:extLst>
              <a:ext uri="{FF2B5EF4-FFF2-40B4-BE49-F238E27FC236}">
                <a16:creationId xmlns:a16="http://schemas.microsoft.com/office/drawing/2014/main" id="{CBCF03BD-58A9-0A17-390F-D345BD757C5C}"/>
              </a:ext>
            </a:extLst>
          </p:cNvPr>
          <p:cNvSpPr>
            <a:spLocks noChangeShapeType="1"/>
          </p:cNvSpPr>
          <p:nvPr/>
        </p:nvSpPr>
        <p:spPr bwMode="auto">
          <a:xfrm flipV="1">
            <a:off x="179974" y="4963157"/>
            <a:ext cx="2241037" cy="603917"/>
          </a:xfrm>
          <a:prstGeom prst="line">
            <a:avLst/>
          </a:prstGeom>
          <a:noFill/>
          <a:ln w="12700">
            <a:solidFill>
              <a:srgbClr val="954F7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1" name="Line 36">
            <a:extLst>
              <a:ext uri="{FF2B5EF4-FFF2-40B4-BE49-F238E27FC236}">
                <a16:creationId xmlns:a16="http://schemas.microsoft.com/office/drawing/2014/main" id="{3D900368-852B-1821-1A64-62B7B3544FF5}"/>
              </a:ext>
            </a:extLst>
          </p:cNvPr>
          <p:cNvSpPr>
            <a:spLocks noChangeShapeType="1"/>
          </p:cNvSpPr>
          <p:nvPr/>
        </p:nvSpPr>
        <p:spPr bwMode="auto">
          <a:xfrm flipH="1" flipV="1">
            <a:off x="3608869" y="4963156"/>
            <a:ext cx="671487" cy="603918"/>
          </a:xfrm>
          <a:prstGeom prst="line">
            <a:avLst/>
          </a:prstGeom>
          <a:noFill/>
          <a:ln w="12700">
            <a:solidFill>
              <a:srgbClr val="954F7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2" name="Rectangle 34">
            <a:extLst>
              <a:ext uri="{FF2B5EF4-FFF2-40B4-BE49-F238E27FC236}">
                <a16:creationId xmlns:a16="http://schemas.microsoft.com/office/drawing/2014/main" id="{73612B97-83E9-3223-832A-8191265FF466}"/>
              </a:ext>
            </a:extLst>
          </p:cNvPr>
          <p:cNvSpPr>
            <a:spLocks noChangeArrowheads="1"/>
          </p:cNvSpPr>
          <p:nvPr/>
        </p:nvSpPr>
        <p:spPr bwMode="auto">
          <a:xfrm>
            <a:off x="1642445" y="5232684"/>
            <a:ext cx="76463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charset="0"/>
                <a:ea typeface="黑体" pitchFamily="2" charset="-122"/>
              </a:rPr>
              <a:t>7 </a:t>
            </a:r>
            <a:r>
              <a:rPr kumimoji="1" lang="zh-CN" altLang="en-US" sz="1600" dirty="0">
                <a:solidFill>
                  <a:srgbClr val="333399"/>
                </a:solidFill>
                <a:latin typeface="Arial" charset="0"/>
                <a:ea typeface="黑体" pitchFamily="2" charset="-122"/>
              </a:rPr>
              <a:t>字节</a:t>
            </a:r>
          </a:p>
        </p:txBody>
      </p:sp>
      <p:sp>
        <p:nvSpPr>
          <p:cNvPr id="23" name="Rectangle 34">
            <a:extLst>
              <a:ext uri="{FF2B5EF4-FFF2-40B4-BE49-F238E27FC236}">
                <a16:creationId xmlns:a16="http://schemas.microsoft.com/office/drawing/2014/main" id="{813A5B05-7FD7-9A74-0612-FC573E86BFDE}"/>
              </a:ext>
            </a:extLst>
          </p:cNvPr>
          <p:cNvSpPr>
            <a:spLocks noChangeArrowheads="1"/>
          </p:cNvSpPr>
          <p:nvPr/>
        </p:nvSpPr>
        <p:spPr bwMode="auto">
          <a:xfrm>
            <a:off x="3212620" y="5212647"/>
            <a:ext cx="70692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charset="0"/>
                <a:ea typeface="黑体" pitchFamily="2" charset="-122"/>
              </a:rPr>
              <a:t>1</a:t>
            </a:r>
            <a:r>
              <a:rPr kumimoji="1" lang="zh-CN" altLang="en-US" sz="1600" dirty="0">
                <a:solidFill>
                  <a:srgbClr val="333399"/>
                </a:solidFill>
                <a:latin typeface="Arial" charset="0"/>
                <a:ea typeface="黑体" pitchFamily="2" charset="-122"/>
              </a:rPr>
              <a:t>字节</a:t>
            </a:r>
          </a:p>
        </p:txBody>
      </p:sp>
      <p:sp>
        <p:nvSpPr>
          <p:cNvPr id="24" name="Rectangle 32">
            <a:extLst>
              <a:ext uri="{FF2B5EF4-FFF2-40B4-BE49-F238E27FC236}">
                <a16:creationId xmlns:a16="http://schemas.microsoft.com/office/drawing/2014/main" id="{4988FCDD-DFC4-D1B9-6621-762C996CD6D4}"/>
              </a:ext>
            </a:extLst>
          </p:cNvPr>
          <p:cNvSpPr>
            <a:spLocks noChangeArrowheads="1"/>
          </p:cNvSpPr>
          <p:nvPr/>
        </p:nvSpPr>
        <p:spPr bwMode="auto">
          <a:xfrm>
            <a:off x="846217" y="6129153"/>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charset="0"/>
                <a:ea typeface="黑体" pitchFamily="2" charset="-122"/>
              </a:rPr>
              <a:t>前同步码</a:t>
            </a:r>
          </a:p>
        </p:txBody>
      </p:sp>
      <p:sp>
        <p:nvSpPr>
          <p:cNvPr id="25" name="Rectangle 32">
            <a:extLst>
              <a:ext uri="{FF2B5EF4-FFF2-40B4-BE49-F238E27FC236}">
                <a16:creationId xmlns:a16="http://schemas.microsoft.com/office/drawing/2014/main" id="{70A43C4F-B69F-AEBA-5EDF-F204F81CBE14}"/>
              </a:ext>
            </a:extLst>
          </p:cNvPr>
          <p:cNvSpPr>
            <a:spLocks noChangeArrowheads="1"/>
          </p:cNvSpPr>
          <p:nvPr/>
        </p:nvSpPr>
        <p:spPr bwMode="auto">
          <a:xfrm>
            <a:off x="2919645" y="6129153"/>
            <a:ext cx="156773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charset="0"/>
                <a:ea typeface="黑体" pitchFamily="2" charset="-122"/>
              </a:rPr>
              <a:t>帧开始定界符</a:t>
            </a:r>
          </a:p>
        </p:txBody>
      </p:sp>
    </p:spTree>
    <p:extLst>
      <p:ext uri="{BB962C8B-B14F-4D97-AF65-F5344CB8AC3E}">
        <p14:creationId xmlns:p14="http://schemas.microsoft.com/office/powerpoint/2010/main" val="3165036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EAE6A-5055-55AD-9E9D-9CCC6E0608AE}"/>
              </a:ext>
            </a:extLst>
          </p:cNvPr>
          <p:cNvSpPr>
            <a:spLocks noGrp="1"/>
          </p:cNvSpPr>
          <p:nvPr>
            <p:ph type="title"/>
          </p:nvPr>
        </p:nvSpPr>
        <p:spPr/>
        <p:txBody>
          <a:bodyPr/>
          <a:lstStyle/>
          <a:p>
            <a:r>
              <a:rPr lang="zh-CN" altLang="en-US" dirty="0"/>
              <a:t>以太网帧格式</a:t>
            </a:r>
          </a:p>
        </p:txBody>
      </p:sp>
      <p:sp>
        <p:nvSpPr>
          <p:cNvPr id="3" name="内容占位符 2">
            <a:extLst>
              <a:ext uri="{FF2B5EF4-FFF2-40B4-BE49-F238E27FC236}">
                <a16:creationId xmlns:a16="http://schemas.microsoft.com/office/drawing/2014/main" id="{B05780CB-0CCD-938A-EE22-BBB5C1A45708}"/>
              </a:ext>
            </a:extLst>
          </p:cNvPr>
          <p:cNvSpPr>
            <a:spLocks noGrp="1"/>
          </p:cNvSpPr>
          <p:nvPr>
            <p:ph idx="1"/>
          </p:nvPr>
        </p:nvSpPr>
        <p:spPr>
          <a:xfrm>
            <a:off x="442914" y="728663"/>
            <a:ext cx="8441178" cy="4121650"/>
          </a:xfrm>
        </p:spPr>
        <p:txBody>
          <a:bodyPr>
            <a:noAutofit/>
          </a:bodyPr>
          <a:lstStyle/>
          <a:p>
            <a:r>
              <a:rPr lang="zh-CN" altLang="en-US" dirty="0"/>
              <a:t>类型</a:t>
            </a:r>
            <a:r>
              <a:rPr lang="en-US" altLang="zh-CN" dirty="0"/>
              <a:t>/</a:t>
            </a:r>
            <a:r>
              <a:rPr lang="zh-CN" altLang="en-US" dirty="0"/>
              <a:t>长度：</a:t>
            </a:r>
            <a:endParaRPr lang="en-US" altLang="zh-CN" dirty="0"/>
          </a:p>
          <a:p>
            <a:pPr lvl="1"/>
            <a:r>
              <a:rPr lang="zh-CN" altLang="en-US" sz="2000" dirty="0"/>
              <a:t>类型：</a:t>
            </a:r>
            <a:r>
              <a:rPr lang="en-US" altLang="zh-CN" sz="2000" dirty="0"/>
              <a:t>Ethernet-II</a:t>
            </a:r>
            <a:r>
              <a:rPr lang="zh-CN" altLang="en-US" sz="2000" dirty="0"/>
              <a:t>帧格式，主机和路由器等采用的格式</a:t>
            </a:r>
            <a:endParaRPr lang="en-US" altLang="zh-CN" sz="2000" dirty="0"/>
          </a:p>
          <a:p>
            <a:pPr lvl="2"/>
            <a:r>
              <a:rPr lang="zh-CN" altLang="en-US" dirty="0"/>
              <a:t>标识哪一个高层协议</a:t>
            </a:r>
            <a:endParaRPr lang="en-US" altLang="zh-CN" dirty="0"/>
          </a:p>
          <a:p>
            <a:pPr lvl="2"/>
            <a:r>
              <a:rPr lang="zh-CN" altLang="en-US" dirty="0"/>
              <a:t>类型字段的取值大于等于</a:t>
            </a:r>
            <a:r>
              <a:rPr lang="en-US" altLang="zh-CN" dirty="0"/>
              <a:t>0x0600(=1536)</a:t>
            </a:r>
          </a:p>
          <a:p>
            <a:pPr lvl="2"/>
            <a:r>
              <a:rPr lang="zh-CN" altLang="en-US" dirty="0"/>
              <a:t>高层协议要能够知道哪些部分可能是</a:t>
            </a:r>
            <a:r>
              <a:rPr lang="en-US" altLang="zh-CN" dirty="0"/>
              <a:t>MAC</a:t>
            </a:r>
            <a:r>
              <a:rPr lang="zh-CN" altLang="en-US" dirty="0"/>
              <a:t>层填充的内容</a:t>
            </a:r>
            <a:endParaRPr lang="en-US" altLang="zh-CN" dirty="0"/>
          </a:p>
          <a:p>
            <a:pPr lvl="3"/>
            <a:r>
              <a:rPr lang="zh-CN" altLang="en-US" dirty="0"/>
              <a:t>分组为固定长度（比如</a:t>
            </a:r>
            <a:r>
              <a:rPr lang="en-US" altLang="zh-CN" dirty="0"/>
              <a:t>ARP</a:t>
            </a:r>
            <a:r>
              <a:rPr lang="zh-CN" altLang="en-US" dirty="0"/>
              <a:t>分组）</a:t>
            </a:r>
            <a:endParaRPr lang="en-US" altLang="zh-CN" dirty="0"/>
          </a:p>
          <a:p>
            <a:pPr lvl="3"/>
            <a:r>
              <a:rPr lang="zh-CN" altLang="en-US" dirty="0"/>
              <a:t>分组头部中包含长度字段（比如</a:t>
            </a:r>
            <a:r>
              <a:rPr lang="en-US" altLang="zh-CN" dirty="0"/>
              <a:t>IP</a:t>
            </a:r>
            <a:r>
              <a:rPr lang="zh-CN" altLang="en-US" dirty="0"/>
              <a:t>分组）</a:t>
            </a:r>
            <a:endParaRPr lang="en-US" altLang="zh-CN" dirty="0"/>
          </a:p>
          <a:p>
            <a:pPr lvl="1"/>
            <a:r>
              <a:rPr lang="zh-CN" altLang="en-US" sz="2000" dirty="0"/>
              <a:t>长度：</a:t>
            </a:r>
            <a:r>
              <a:rPr lang="en-US" altLang="zh-CN" sz="2000" dirty="0"/>
              <a:t>IEEE802.3</a:t>
            </a:r>
            <a:r>
              <a:rPr lang="zh-CN" altLang="en-US" sz="2000" dirty="0"/>
              <a:t>帧格式中，</a:t>
            </a:r>
            <a:r>
              <a:rPr lang="en-US" altLang="zh-CN" sz="2000" dirty="0"/>
              <a:t>MAC</a:t>
            </a:r>
            <a:r>
              <a:rPr lang="zh-CN" altLang="en-US" sz="2000" dirty="0"/>
              <a:t>层之上为逻辑链路控制</a:t>
            </a:r>
            <a:r>
              <a:rPr lang="en-US" altLang="zh-CN" sz="2000" dirty="0"/>
              <a:t>LLC</a:t>
            </a:r>
          </a:p>
          <a:p>
            <a:pPr lvl="2"/>
            <a:r>
              <a:rPr lang="zh-CN" altLang="en-US" dirty="0"/>
              <a:t>表示数据部分的长度</a:t>
            </a:r>
            <a:endParaRPr lang="en-US" altLang="zh-CN" dirty="0"/>
          </a:p>
          <a:p>
            <a:pPr lvl="2"/>
            <a:r>
              <a:rPr lang="zh-CN" altLang="en-US" dirty="0"/>
              <a:t>长度字段取值为</a:t>
            </a:r>
            <a:r>
              <a:rPr lang="en-US" altLang="zh-CN" dirty="0"/>
              <a:t>0-1500</a:t>
            </a:r>
          </a:p>
          <a:p>
            <a:pPr lvl="2"/>
            <a:endParaRPr lang="en-US" altLang="zh-CN" dirty="0"/>
          </a:p>
          <a:p>
            <a:endParaRPr lang="zh-CN" altLang="en-US" dirty="0"/>
          </a:p>
        </p:txBody>
      </p:sp>
      <p:graphicFrame>
        <p:nvGraphicFramePr>
          <p:cNvPr id="16" name="表格 15">
            <a:extLst>
              <a:ext uri="{FF2B5EF4-FFF2-40B4-BE49-F238E27FC236}">
                <a16:creationId xmlns:a16="http://schemas.microsoft.com/office/drawing/2014/main" id="{376E0BE5-2B4A-D981-C2EA-132A162596BF}"/>
              </a:ext>
            </a:extLst>
          </p:cNvPr>
          <p:cNvGraphicFramePr>
            <a:graphicFrameLocks noGrp="1"/>
          </p:cNvGraphicFramePr>
          <p:nvPr>
            <p:extLst>
              <p:ext uri="{D42A27DB-BD31-4B8C-83A1-F6EECF244321}">
                <p14:modId xmlns:p14="http://schemas.microsoft.com/office/powerpoint/2010/main" val="3969100325"/>
              </p:ext>
            </p:extLst>
          </p:nvPr>
        </p:nvGraphicFramePr>
        <p:xfrm>
          <a:off x="336135" y="5032057"/>
          <a:ext cx="8824069" cy="1097280"/>
        </p:xfrm>
        <a:graphic>
          <a:graphicData uri="http://schemas.openxmlformats.org/drawingml/2006/table">
            <a:tbl>
              <a:tblPr firstRow="1" bandRow="1"/>
              <a:tblGrid>
                <a:gridCol w="1147479">
                  <a:extLst>
                    <a:ext uri="{9D8B030D-6E8A-4147-A177-3AD203B41FA5}">
                      <a16:colId xmlns:a16="http://schemas.microsoft.com/office/drawing/2014/main" val="2409782855"/>
                    </a:ext>
                  </a:extLst>
                </a:gridCol>
                <a:gridCol w="1288402">
                  <a:extLst>
                    <a:ext uri="{9D8B030D-6E8A-4147-A177-3AD203B41FA5}">
                      <a16:colId xmlns:a16="http://schemas.microsoft.com/office/drawing/2014/main" val="3180073971"/>
                    </a:ext>
                  </a:extLst>
                </a:gridCol>
                <a:gridCol w="1232654">
                  <a:extLst>
                    <a:ext uri="{9D8B030D-6E8A-4147-A177-3AD203B41FA5}">
                      <a16:colId xmlns:a16="http://schemas.microsoft.com/office/drawing/2014/main" val="2860284050"/>
                    </a:ext>
                  </a:extLst>
                </a:gridCol>
                <a:gridCol w="921380">
                  <a:extLst>
                    <a:ext uri="{9D8B030D-6E8A-4147-A177-3AD203B41FA5}">
                      <a16:colId xmlns:a16="http://schemas.microsoft.com/office/drawing/2014/main" val="695274627"/>
                    </a:ext>
                  </a:extLst>
                </a:gridCol>
                <a:gridCol w="1438620">
                  <a:extLst>
                    <a:ext uri="{9D8B030D-6E8A-4147-A177-3AD203B41FA5}">
                      <a16:colId xmlns:a16="http://schemas.microsoft.com/office/drawing/2014/main" val="2206542425"/>
                    </a:ext>
                  </a:extLst>
                </a:gridCol>
                <a:gridCol w="856338">
                  <a:extLst>
                    <a:ext uri="{9D8B030D-6E8A-4147-A177-3AD203B41FA5}">
                      <a16:colId xmlns:a16="http://schemas.microsoft.com/office/drawing/2014/main" val="2849529760"/>
                    </a:ext>
                  </a:extLst>
                </a:gridCol>
                <a:gridCol w="1147479">
                  <a:extLst>
                    <a:ext uri="{9D8B030D-6E8A-4147-A177-3AD203B41FA5}">
                      <a16:colId xmlns:a16="http://schemas.microsoft.com/office/drawing/2014/main" val="2700453202"/>
                    </a:ext>
                  </a:extLst>
                </a:gridCol>
                <a:gridCol w="791717">
                  <a:extLst>
                    <a:ext uri="{9D8B030D-6E8A-4147-A177-3AD203B41FA5}">
                      <a16:colId xmlns:a16="http://schemas.microsoft.com/office/drawing/2014/main" val="40368169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8</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0</a:t>
                      </a:r>
                      <a:r>
                        <a:rPr lang="zh-CN" altLang="en-US" sz="2000" dirty="0"/>
                        <a:t>～</a:t>
                      </a:r>
                      <a:r>
                        <a:rPr lang="en-US" altLang="zh-CN" sz="2000" dirty="0"/>
                        <a:t>1500</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0</a:t>
                      </a:r>
                      <a:r>
                        <a:rPr lang="zh-CN" altLang="en-US" sz="2000" dirty="0"/>
                        <a:t>～</a:t>
                      </a:r>
                      <a:r>
                        <a:rPr lang="en-US" altLang="zh-CN" sz="2000" dirty="0"/>
                        <a:t>46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4</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字节</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37174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前导</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目的地址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源地址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solidFill>
                            <a:schemeClr val="bg1"/>
                          </a:solidFill>
                        </a:rPr>
                        <a:t>类型</a:t>
                      </a:r>
                      <a:r>
                        <a:rPr lang="en-US" altLang="zh-CN" sz="2000" b="1" dirty="0">
                          <a:solidFill>
                            <a:schemeClr val="bg1"/>
                          </a:solidFill>
                        </a:rPr>
                        <a:t>/</a:t>
                      </a:r>
                      <a:r>
                        <a:rPr lang="zh-CN" altLang="en-US" sz="2000" b="1" dirty="0">
                          <a:solidFill>
                            <a:schemeClr val="bg1"/>
                          </a:solidFill>
                        </a:rPr>
                        <a:t>长度</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E4095">
                        <a:lumMod val="75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t>数据</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23F4F">
                        <a:lumMod val="40000"/>
                        <a:lumOff val="60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填充</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检验和</a:t>
                      </a:r>
                      <a:r>
                        <a:rPr lang="en-US" altLang="zh-CN" sz="2000" dirty="0"/>
                        <a:t>(CRC)</a:t>
                      </a:r>
                      <a:endParaRPr lang="zh-CN" alt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endParaRPr lang="zh-CN" altLang="en-US" sz="2000" dirty="0"/>
                    </a:p>
                  </a:txBody>
                  <a:tcP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8717350"/>
                  </a:ext>
                </a:extLst>
              </a:tr>
            </a:tbl>
          </a:graphicData>
        </a:graphic>
      </p:graphicFrame>
      <p:graphicFrame>
        <p:nvGraphicFramePr>
          <p:cNvPr id="4" name="表格 3">
            <a:extLst>
              <a:ext uri="{FF2B5EF4-FFF2-40B4-BE49-F238E27FC236}">
                <a16:creationId xmlns:a16="http://schemas.microsoft.com/office/drawing/2014/main" id="{59D2137B-A3AD-2102-82BA-4047FD33D1DE}"/>
              </a:ext>
            </a:extLst>
          </p:cNvPr>
          <p:cNvGraphicFramePr>
            <a:graphicFrameLocks noGrp="1"/>
          </p:cNvGraphicFramePr>
          <p:nvPr>
            <p:extLst>
              <p:ext uri="{D42A27DB-BD31-4B8C-83A1-F6EECF244321}">
                <p14:modId xmlns:p14="http://schemas.microsoft.com/office/powerpoint/2010/main" val="1414022776"/>
              </p:ext>
            </p:extLst>
          </p:nvPr>
        </p:nvGraphicFramePr>
        <p:xfrm>
          <a:off x="9616626" y="2248805"/>
          <a:ext cx="2323906" cy="3708400"/>
        </p:xfrm>
        <a:graphic>
          <a:graphicData uri="http://schemas.openxmlformats.org/drawingml/2006/table">
            <a:tbl>
              <a:tblPr firstRow="1" bandRow="1">
                <a:tableStyleId>{17292A2E-F333-43FB-9621-5CBBE7FDCDCB}</a:tableStyleId>
              </a:tblPr>
              <a:tblGrid>
                <a:gridCol w="919708">
                  <a:extLst>
                    <a:ext uri="{9D8B030D-6E8A-4147-A177-3AD203B41FA5}">
                      <a16:colId xmlns:a16="http://schemas.microsoft.com/office/drawing/2014/main" val="1715730238"/>
                    </a:ext>
                  </a:extLst>
                </a:gridCol>
                <a:gridCol w="1404198">
                  <a:extLst>
                    <a:ext uri="{9D8B030D-6E8A-4147-A177-3AD203B41FA5}">
                      <a16:colId xmlns:a16="http://schemas.microsoft.com/office/drawing/2014/main" val="3496283483"/>
                    </a:ext>
                  </a:extLst>
                </a:gridCol>
              </a:tblGrid>
              <a:tr h="370840">
                <a:tc>
                  <a:txBody>
                    <a:bodyPr/>
                    <a:lstStyle/>
                    <a:p>
                      <a:r>
                        <a:rPr lang="zh-CN" altLang="en-US" dirty="0"/>
                        <a:t>类型</a:t>
                      </a:r>
                    </a:p>
                  </a:txBody>
                  <a:tcPr/>
                </a:tc>
                <a:tc>
                  <a:txBody>
                    <a:bodyPr/>
                    <a:lstStyle/>
                    <a:p>
                      <a:r>
                        <a:rPr lang="zh-CN" altLang="en-US" dirty="0"/>
                        <a:t>协议</a:t>
                      </a:r>
                    </a:p>
                  </a:txBody>
                  <a:tcPr/>
                </a:tc>
                <a:extLst>
                  <a:ext uri="{0D108BD9-81ED-4DB2-BD59-A6C34878D82A}">
                    <a16:rowId xmlns:a16="http://schemas.microsoft.com/office/drawing/2014/main" val="177663169"/>
                  </a:ext>
                </a:extLst>
              </a:tr>
              <a:tr h="370840">
                <a:tc>
                  <a:txBody>
                    <a:bodyPr/>
                    <a:lstStyle/>
                    <a:p>
                      <a:r>
                        <a:rPr lang="en-US" altLang="zh-CN" dirty="0"/>
                        <a:t>0800</a:t>
                      </a:r>
                      <a:endParaRPr lang="zh-CN" altLang="en-US" dirty="0"/>
                    </a:p>
                  </a:txBody>
                  <a:tcPr/>
                </a:tc>
                <a:tc>
                  <a:txBody>
                    <a:bodyPr/>
                    <a:lstStyle/>
                    <a:p>
                      <a:r>
                        <a:rPr lang="en-US" altLang="zh-CN" dirty="0"/>
                        <a:t>IPv4</a:t>
                      </a:r>
                      <a:endParaRPr lang="zh-CN" altLang="en-US" dirty="0"/>
                    </a:p>
                  </a:txBody>
                  <a:tcPr/>
                </a:tc>
                <a:extLst>
                  <a:ext uri="{0D108BD9-81ED-4DB2-BD59-A6C34878D82A}">
                    <a16:rowId xmlns:a16="http://schemas.microsoft.com/office/drawing/2014/main" val="3369629388"/>
                  </a:ext>
                </a:extLst>
              </a:tr>
              <a:tr h="370840">
                <a:tc>
                  <a:txBody>
                    <a:bodyPr/>
                    <a:lstStyle/>
                    <a:p>
                      <a:r>
                        <a:rPr lang="en-US" altLang="zh-CN" dirty="0"/>
                        <a:t>0806</a:t>
                      </a:r>
                      <a:endParaRPr lang="zh-CN" altLang="en-US" dirty="0"/>
                    </a:p>
                  </a:txBody>
                  <a:tcPr/>
                </a:tc>
                <a:tc>
                  <a:txBody>
                    <a:bodyPr/>
                    <a:lstStyle/>
                    <a:p>
                      <a:r>
                        <a:rPr lang="en-US" altLang="zh-CN" dirty="0"/>
                        <a:t>ARP</a:t>
                      </a:r>
                      <a:endParaRPr lang="zh-CN" altLang="en-US" dirty="0"/>
                    </a:p>
                  </a:txBody>
                  <a:tcPr/>
                </a:tc>
                <a:extLst>
                  <a:ext uri="{0D108BD9-81ED-4DB2-BD59-A6C34878D82A}">
                    <a16:rowId xmlns:a16="http://schemas.microsoft.com/office/drawing/2014/main" val="1500025415"/>
                  </a:ext>
                </a:extLst>
              </a:tr>
              <a:tr h="370840">
                <a:tc>
                  <a:txBody>
                    <a:bodyPr/>
                    <a:lstStyle/>
                    <a:p>
                      <a:r>
                        <a:rPr lang="en-US" altLang="zh-CN" dirty="0"/>
                        <a:t>8100</a:t>
                      </a:r>
                      <a:endParaRPr lang="zh-CN" altLang="en-US" dirty="0"/>
                    </a:p>
                  </a:txBody>
                  <a:tcPr/>
                </a:tc>
                <a:tc>
                  <a:txBody>
                    <a:bodyPr/>
                    <a:lstStyle/>
                    <a:p>
                      <a:r>
                        <a:rPr lang="en-US" altLang="zh-CN" dirty="0"/>
                        <a:t>VLAN</a:t>
                      </a:r>
                      <a:endParaRPr lang="zh-CN" altLang="en-US" dirty="0"/>
                    </a:p>
                  </a:txBody>
                  <a:tcPr/>
                </a:tc>
                <a:extLst>
                  <a:ext uri="{0D108BD9-81ED-4DB2-BD59-A6C34878D82A}">
                    <a16:rowId xmlns:a16="http://schemas.microsoft.com/office/drawing/2014/main" val="1217382658"/>
                  </a:ext>
                </a:extLst>
              </a:tr>
              <a:tr h="370840">
                <a:tc>
                  <a:txBody>
                    <a:bodyPr/>
                    <a:lstStyle/>
                    <a:p>
                      <a:r>
                        <a:rPr lang="en-US" altLang="zh-CN" dirty="0"/>
                        <a:t>8137</a:t>
                      </a:r>
                      <a:endParaRPr lang="zh-CN" altLang="en-US" dirty="0"/>
                    </a:p>
                  </a:txBody>
                  <a:tcPr/>
                </a:tc>
                <a:tc>
                  <a:txBody>
                    <a:bodyPr/>
                    <a:lstStyle/>
                    <a:p>
                      <a:r>
                        <a:rPr lang="en-US" altLang="zh-CN" dirty="0"/>
                        <a:t>IPX</a:t>
                      </a:r>
                      <a:endParaRPr lang="zh-CN" altLang="en-US" dirty="0"/>
                    </a:p>
                  </a:txBody>
                  <a:tcPr/>
                </a:tc>
                <a:extLst>
                  <a:ext uri="{0D108BD9-81ED-4DB2-BD59-A6C34878D82A}">
                    <a16:rowId xmlns:a16="http://schemas.microsoft.com/office/drawing/2014/main" val="2748917467"/>
                  </a:ext>
                </a:extLst>
              </a:tr>
              <a:tr h="370840">
                <a:tc>
                  <a:txBody>
                    <a:bodyPr/>
                    <a:lstStyle/>
                    <a:p>
                      <a:r>
                        <a:rPr lang="en-US" altLang="zh-CN" dirty="0"/>
                        <a:t>86DD</a:t>
                      </a:r>
                      <a:endParaRPr lang="zh-CN" altLang="en-US" dirty="0"/>
                    </a:p>
                  </a:txBody>
                  <a:tcPr/>
                </a:tc>
                <a:tc>
                  <a:txBody>
                    <a:bodyPr/>
                    <a:lstStyle/>
                    <a:p>
                      <a:r>
                        <a:rPr lang="en-US" altLang="zh-CN" dirty="0"/>
                        <a:t>IPv6</a:t>
                      </a:r>
                      <a:endParaRPr lang="zh-CN" altLang="en-US" dirty="0"/>
                    </a:p>
                  </a:txBody>
                  <a:tcPr/>
                </a:tc>
                <a:extLst>
                  <a:ext uri="{0D108BD9-81ED-4DB2-BD59-A6C34878D82A}">
                    <a16:rowId xmlns:a16="http://schemas.microsoft.com/office/drawing/2014/main" val="2958487009"/>
                  </a:ext>
                </a:extLst>
              </a:tr>
              <a:tr h="370840">
                <a:tc>
                  <a:txBody>
                    <a:bodyPr/>
                    <a:lstStyle/>
                    <a:p>
                      <a:r>
                        <a:rPr lang="en-US" altLang="zh-CN" dirty="0"/>
                        <a:t>8808</a:t>
                      </a:r>
                      <a:endParaRPr lang="zh-CN" altLang="en-US" dirty="0"/>
                    </a:p>
                  </a:txBody>
                  <a:tcPr/>
                </a:tc>
                <a:tc>
                  <a:txBody>
                    <a:bodyPr/>
                    <a:lstStyle/>
                    <a:p>
                      <a:r>
                        <a:rPr lang="en-US" altLang="zh-CN" dirty="0"/>
                        <a:t>MAC</a:t>
                      </a:r>
                      <a:r>
                        <a:rPr lang="zh-CN" altLang="en-US" dirty="0"/>
                        <a:t>控制</a:t>
                      </a:r>
                    </a:p>
                  </a:txBody>
                  <a:tcPr/>
                </a:tc>
                <a:extLst>
                  <a:ext uri="{0D108BD9-81ED-4DB2-BD59-A6C34878D82A}">
                    <a16:rowId xmlns:a16="http://schemas.microsoft.com/office/drawing/2014/main" val="4190104146"/>
                  </a:ext>
                </a:extLst>
              </a:tr>
              <a:tr h="370840">
                <a:tc>
                  <a:txBody>
                    <a:bodyPr/>
                    <a:lstStyle/>
                    <a:p>
                      <a:r>
                        <a:rPr lang="en-US" altLang="zh-CN" dirty="0"/>
                        <a:t>8863</a:t>
                      </a:r>
                      <a:endParaRPr lang="zh-CN" altLang="en-US" dirty="0"/>
                    </a:p>
                  </a:txBody>
                  <a:tcPr/>
                </a:tc>
                <a:tc>
                  <a:txBody>
                    <a:bodyPr/>
                    <a:lstStyle/>
                    <a:p>
                      <a:r>
                        <a:rPr lang="en-US" altLang="zh-CN" dirty="0" err="1"/>
                        <a:t>PPPoE</a:t>
                      </a:r>
                      <a:r>
                        <a:rPr lang="zh-CN" altLang="en-US" dirty="0"/>
                        <a:t>发现</a:t>
                      </a:r>
                    </a:p>
                  </a:txBody>
                  <a:tcPr/>
                </a:tc>
                <a:extLst>
                  <a:ext uri="{0D108BD9-81ED-4DB2-BD59-A6C34878D82A}">
                    <a16:rowId xmlns:a16="http://schemas.microsoft.com/office/drawing/2014/main" val="154076244"/>
                  </a:ext>
                </a:extLst>
              </a:tr>
              <a:tr h="370840">
                <a:tc>
                  <a:txBody>
                    <a:bodyPr/>
                    <a:lstStyle/>
                    <a:p>
                      <a:r>
                        <a:rPr lang="en-US" altLang="zh-CN" dirty="0"/>
                        <a:t>8864</a:t>
                      </a:r>
                      <a:endParaRPr lang="zh-CN" altLang="en-US" dirty="0"/>
                    </a:p>
                  </a:txBody>
                  <a:tcPr/>
                </a:tc>
                <a:tc>
                  <a:txBody>
                    <a:bodyPr/>
                    <a:lstStyle/>
                    <a:p>
                      <a:r>
                        <a:rPr lang="en-US" altLang="zh-CN" dirty="0" err="1"/>
                        <a:t>PPPoE</a:t>
                      </a:r>
                      <a:r>
                        <a:rPr lang="zh-CN" altLang="en-US" dirty="0"/>
                        <a:t>会话</a:t>
                      </a:r>
                    </a:p>
                  </a:txBody>
                  <a:tcPr/>
                </a:tc>
                <a:extLst>
                  <a:ext uri="{0D108BD9-81ED-4DB2-BD59-A6C34878D82A}">
                    <a16:rowId xmlns:a16="http://schemas.microsoft.com/office/drawing/2014/main" val="2308283159"/>
                  </a:ext>
                </a:extLst>
              </a:tr>
              <a:tr h="370840">
                <a:tc>
                  <a:txBody>
                    <a:bodyPr/>
                    <a:lstStyle/>
                    <a:p>
                      <a:r>
                        <a:rPr lang="en-US" altLang="zh-CN" dirty="0"/>
                        <a:t>88CC</a:t>
                      </a:r>
                      <a:endParaRPr lang="zh-CN" altLang="en-US" dirty="0"/>
                    </a:p>
                  </a:txBody>
                  <a:tcPr/>
                </a:tc>
                <a:tc>
                  <a:txBody>
                    <a:bodyPr/>
                    <a:lstStyle/>
                    <a:p>
                      <a:r>
                        <a:rPr lang="en-US" altLang="zh-CN" dirty="0"/>
                        <a:t>LLDP</a:t>
                      </a:r>
                      <a:endParaRPr lang="zh-CN" altLang="en-US" dirty="0"/>
                    </a:p>
                  </a:txBody>
                  <a:tcPr/>
                </a:tc>
                <a:extLst>
                  <a:ext uri="{0D108BD9-81ED-4DB2-BD59-A6C34878D82A}">
                    <a16:rowId xmlns:a16="http://schemas.microsoft.com/office/drawing/2014/main" val="2313228316"/>
                  </a:ext>
                </a:extLst>
              </a:tr>
            </a:tbl>
          </a:graphicData>
        </a:graphic>
      </p:graphicFrame>
      <p:graphicFrame>
        <p:nvGraphicFramePr>
          <p:cNvPr id="5" name="表格 4">
            <a:extLst>
              <a:ext uri="{FF2B5EF4-FFF2-40B4-BE49-F238E27FC236}">
                <a16:creationId xmlns:a16="http://schemas.microsoft.com/office/drawing/2014/main" id="{B8FF9212-CF84-E402-7EAD-7F63CBF8EB7C}"/>
              </a:ext>
            </a:extLst>
          </p:cNvPr>
          <p:cNvGraphicFramePr>
            <a:graphicFrameLocks noGrp="1"/>
          </p:cNvGraphicFramePr>
          <p:nvPr>
            <p:extLst>
              <p:ext uri="{D42A27DB-BD31-4B8C-83A1-F6EECF244321}">
                <p14:modId xmlns:p14="http://schemas.microsoft.com/office/powerpoint/2010/main" val="3953124378"/>
              </p:ext>
            </p:extLst>
          </p:nvPr>
        </p:nvGraphicFramePr>
        <p:xfrm>
          <a:off x="9773637" y="485928"/>
          <a:ext cx="2304000" cy="1521760"/>
        </p:xfrm>
        <a:graphic>
          <a:graphicData uri="http://schemas.openxmlformats.org/drawingml/2006/table">
            <a:tbl>
              <a:tblPr firstRow="1" bandRow="1">
                <a:tableStyleId>{2D5ABB26-0587-4C30-8999-92F81FD0307C}</a:tableStyleId>
              </a:tblPr>
              <a:tblGrid>
                <a:gridCol w="2304000">
                  <a:extLst>
                    <a:ext uri="{9D8B030D-6E8A-4147-A177-3AD203B41FA5}">
                      <a16:colId xmlns:a16="http://schemas.microsoft.com/office/drawing/2014/main" val="1010285762"/>
                    </a:ext>
                  </a:extLst>
                </a:gridCol>
              </a:tblGrid>
              <a:tr h="409240">
                <a:tc>
                  <a:txBody>
                    <a:bodyPr/>
                    <a:lstStyle/>
                    <a:p>
                      <a:pPr algn="ctr"/>
                      <a:r>
                        <a:rPr lang="zh-CN" altLang="en-US" dirty="0"/>
                        <a:t>高层协议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600739"/>
                  </a:ext>
                </a:extLst>
              </a:tr>
              <a:tr h="370840">
                <a:tc>
                  <a:txBody>
                    <a:bodyPr/>
                    <a:lstStyle/>
                    <a:p>
                      <a:pPr algn="ctr"/>
                      <a:r>
                        <a:rPr lang="zh-CN" altLang="en-US" b="1" dirty="0">
                          <a:solidFill>
                            <a:schemeClr val="bg1"/>
                          </a:solidFill>
                        </a:rPr>
                        <a:t>逻辑链路控制</a:t>
                      </a:r>
                      <a:r>
                        <a:rPr lang="en-US" altLang="zh-CN" b="1" dirty="0">
                          <a:solidFill>
                            <a:schemeClr val="bg1"/>
                          </a:solidFill>
                        </a:rPr>
                        <a:t>(LLC)</a:t>
                      </a:r>
                      <a:endParaRPr lang="zh-CN" altLang="en-US"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99"/>
                    </a:solidFill>
                  </a:tcPr>
                </a:tc>
                <a:extLst>
                  <a:ext uri="{0D108BD9-81ED-4DB2-BD59-A6C34878D82A}">
                    <a16:rowId xmlns:a16="http://schemas.microsoft.com/office/drawing/2014/main" val="1324132407"/>
                  </a:ext>
                </a:extLst>
              </a:tr>
              <a:tr h="370840">
                <a:tc>
                  <a:txBody>
                    <a:bodyPr/>
                    <a:lstStyle/>
                    <a:p>
                      <a:pPr algn="ctr"/>
                      <a:r>
                        <a:rPr lang="zh-CN" altLang="en-US" b="1" dirty="0">
                          <a:solidFill>
                            <a:schemeClr val="bg1"/>
                          </a:solidFill>
                        </a:rPr>
                        <a:t>媒体访问控制</a:t>
                      </a:r>
                      <a:r>
                        <a:rPr lang="en-US" altLang="zh-CN" b="1" dirty="0">
                          <a:solidFill>
                            <a:schemeClr val="bg1"/>
                          </a:solidFill>
                        </a:rPr>
                        <a:t>(MAC)</a:t>
                      </a:r>
                      <a:endParaRPr lang="zh-CN" altLang="en-US"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99"/>
                    </a:solidFill>
                  </a:tcPr>
                </a:tc>
                <a:extLst>
                  <a:ext uri="{0D108BD9-81ED-4DB2-BD59-A6C34878D82A}">
                    <a16:rowId xmlns:a16="http://schemas.microsoft.com/office/drawing/2014/main" val="1293016289"/>
                  </a:ext>
                </a:extLst>
              </a:tr>
              <a:tr h="370840">
                <a:tc>
                  <a:txBody>
                    <a:bodyPr/>
                    <a:lstStyle/>
                    <a:p>
                      <a:pPr algn="ctr"/>
                      <a:r>
                        <a:rPr lang="zh-CN" altLang="en-US" dirty="0"/>
                        <a:t>物理层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5178146"/>
                  </a:ext>
                </a:extLst>
              </a:tr>
            </a:tbl>
          </a:graphicData>
        </a:graphic>
      </p:graphicFrame>
      <p:graphicFrame>
        <p:nvGraphicFramePr>
          <p:cNvPr id="6" name="表格 5">
            <a:extLst>
              <a:ext uri="{FF2B5EF4-FFF2-40B4-BE49-F238E27FC236}">
                <a16:creationId xmlns:a16="http://schemas.microsoft.com/office/drawing/2014/main" id="{3B6E1173-7DDB-99BA-48D3-D0242C39444C}"/>
              </a:ext>
            </a:extLst>
          </p:cNvPr>
          <p:cNvGraphicFramePr>
            <a:graphicFrameLocks noGrp="1"/>
          </p:cNvGraphicFramePr>
          <p:nvPr>
            <p:extLst>
              <p:ext uri="{D42A27DB-BD31-4B8C-83A1-F6EECF244321}">
                <p14:modId xmlns:p14="http://schemas.microsoft.com/office/powerpoint/2010/main" val="4010640414"/>
              </p:ext>
            </p:extLst>
          </p:nvPr>
        </p:nvGraphicFramePr>
        <p:xfrm>
          <a:off x="7380742" y="153488"/>
          <a:ext cx="2160000" cy="1854200"/>
        </p:xfrm>
        <a:graphic>
          <a:graphicData uri="http://schemas.openxmlformats.org/drawingml/2006/table">
            <a:tbl>
              <a:tblPr firstRow="1" bandRow="1">
                <a:tableStyleId>{2D5ABB26-0587-4C30-8999-92F81FD0307C}</a:tableStyleId>
              </a:tblPr>
              <a:tblGrid>
                <a:gridCol w="2160000">
                  <a:extLst>
                    <a:ext uri="{9D8B030D-6E8A-4147-A177-3AD203B41FA5}">
                      <a16:colId xmlns:a16="http://schemas.microsoft.com/office/drawing/2014/main" val="1010285762"/>
                    </a:ext>
                  </a:extLst>
                </a:gridCol>
              </a:tblGrid>
              <a:tr h="370840">
                <a:tc>
                  <a:txBody>
                    <a:bodyPr/>
                    <a:lstStyle/>
                    <a:p>
                      <a:pPr algn="ctr"/>
                      <a:r>
                        <a:rPr lang="zh-CN" altLang="en-US" dirty="0"/>
                        <a:t>应用层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112983"/>
                  </a:ext>
                </a:extLst>
              </a:tr>
              <a:tr h="370840">
                <a:tc>
                  <a:txBody>
                    <a:bodyPr/>
                    <a:lstStyle/>
                    <a:p>
                      <a:pPr algn="ctr"/>
                      <a:r>
                        <a:rPr lang="en-US" altLang="zh-CN" dirty="0"/>
                        <a:t>TCP/UDP</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335058"/>
                  </a:ext>
                </a:extLst>
              </a:tr>
              <a:tr h="370840">
                <a:tc>
                  <a:txBody>
                    <a:bodyPr/>
                    <a:lstStyle/>
                    <a:p>
                      <a:pPr algn="ctr"/>
                      <a:r>
                        <a:rPr lang="en-US" altLang="zh-CN" dirty="0"/>
                        <a:t>IP</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600739"/>
                  </a:ext>
                </a:extLst>
              </a:tr>
              <a:tr h="370840">
                <a:tc>
                  <a:txBody>
                    <a:bodyPr/>
                    <a:lstStyle/>
                    <a:p>
                      <a:pPr algn="ctr"/>
                      <a:r>
                        <a:rPr lang="zh-CN" altLang="en-US" b="1" dirty="0">
                          <a:solidFill>
                            <a:schemeClr val="bg1"/>
                          </a:solidFill>
                        </a:rPr>
                        <a:t>媒体访问控制</a:t>
                      </a:r>
                      <a:r>
                        <a:rPr lang="en-US" altLang="zh-CN" b="1" dirty="0">
                          <a:solidFill>
                            <a:schemeClr val="bg1"/>
                          </a:solidFill>
                        </a:rPr>
                        <a:t>(MAC)</a:t>
                      </a:r>
                      <a:endParaRPr lang="zh-CN" altLang="en-US"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99"/>
                    </a:solidFill>
                  </a:tcPr>
                </a:tc>
                <a:extLst>
                  <a:ext uri="{0D108BD9-81ED-4DB2-BD59-A6C34878D82A}">
                    <a16:rowId xmlns:a16="http://schemas.microsoft.com/office/drawing/2014/main" val="1293016289"/>
                  </a:ext>
                </a:extLst>
              </a:tr>
              <a:tr h="370840">
                <a:tc>
                  <a:txBody>
                    <a:bodyPr/>
                    <a:lstStyle/>
                    <a:p>
                      <a:pPr algn="ctr"/>
                      <a:r>
                        <a:rPr lang="zh-CN" altLang="en-US" dirty="0"/>
                        <a:t>物理层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5178146"/>
                  </a:ext>
                </a:extLst>
              </a:tr>
            </a:tbl>
          </a:graphicData>
        </a:graphic>
      </p:graphicFrame>
    </p:spTree>
    <p:extLst>
      <p:ext uri="{BB962C8B-B14F-4D97-AF65-F5344CB8AC3E}">
        <p14:creationId xmlns:p14="http://schemas.microsoft.com/office/powerpoint/2010/main" val="34094950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fontScale="92500" lnSpcReduction="10000"/>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dirty="0"/>
              <a:t>6.4 </a:t>
            </a:r>
            <a:r>
              <a:rPr lang="zh-CN" altLang="en-US" sz="2400" dirty="0"/>
              <a:t>交换局域网</a:t>
            </a:r>
            <a:endParaRPr lang="en-US" altLang="zh-CN" sz="2400" dirty="0"/>
          </a:p>
          <a:p>
            <a:pPr lvl="1"/>
            <a:r>
              <a:rPr lang="en-US" altLang="zh-CN" sz="2400" dirty="0"/>
              <a:t>MAC</a:t>
            </a:r>
            <a:r>
              <a:rPr lang="zh-CN" altLang="en-US" sz="2400" dirty="0"/>
              <a:t>地址和</a:t>
            </a:r>
            <a:r>
              <a:rPr lang="en-US" altLang="zh-CN" sz="2400" dirty="0"/>
              <a:t>ARP</a:t>
            </a:r>
          </a:p>
          <a:p>
            <a:pPr lvl="1"/>
            <a:r>
              <a:rPr lang="zh-CN" altLang="en-US" sz="2400" dirty="0"/>
              <a:t>以太网</a:t>
            </a:r>
            <a:endParaRPr lang="en-US" altLang="zh-CN" sz="2400" dirty="0"/>
          </a:p>
          <a:p>
            <a:pPr lvl="1"/>
            <a:r>
              <a:rPr lang="zh-CN" altLang="en-US" sz="2400" b="1" dirty="0">
                <a:solidFill>
                  <a:schemeClr val="accent4"/>
                </a:solidFill>
              </a:rPr>
              <a:t>交换机</a:t>
            </a:r>
            <a:endParaRPr lang="en-US" altLang="zh-CN" sz="2400" b="1" dirty="0">
              <a:solidFill>
                <a:schemeClr val="accent4"/>
              </a:solidFill>
            </a:endParaRPr>
          </a:p>
          <a:p>
            <a:pPr lvl="1"/>
            <a:r>
              <a:rPr lang="zh-CN" altLang="en-US" sz="2400" dirty="0"/>
              <a:t>虚拟局域网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4414679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792BA4-8E26-4CD9-B1C6-3B67242777CC}"/>
              </a:ext>
            </a:extLst>
          </p:cNvPr>
          <p:cNvSpPr>
            <a:spLocks noGrp="1"/>
          </p:cNvSpPr>
          <p:nvPr>
            <p:ph type="title"/>
          </p:nvPr>
        </p:nvSpPr>
        <p:spPr/>
        <p:txBody>
          <a:bodyPr/>
          <a:lstStyle/>
          <a:p>
            <a:r>
              <a:rPr lang="zh-CN" altLang="en-US" dirty="0"/>
              <a:t>物理层互连设备</a:t>
            </a:r>
            <a:r>
              <a:rPr lang="en-US" altLang="zh-CN" dirty="0"/>
              <a:t>:</a:t>
            </a:r>
            <a:r>
              <a:rPr lang="zh-CN" altLang="en-US" dirty="0"/>
              <a:t>转发器和集线器</a:t>
            </a:r>
          </a:p>
        </p:txBody>
      </p:sp>
      <p:sp>
        <p:nvSpPr>
          <p:cNvPr id="3" name="内容占位符 2">
            <a:extLst>
              <a:ext uri="{FF2B5EF4-FFF2-40B4-BE49-F238E27FC236}">
                <a16:creationId xmlns:a16="http://schemas.microsoft.com/office/drawing/2014/main" id="{FE1234CA-DFF6-49C8-BAAD-835850FAAF26}"/>
              </a:ext>
            </a:extLst>
          </p:cNvPr>
          <p:cNvSpPr>
            <a:spLocks noGrp="1"/>
          </p:cNvSpPr>
          <p:nvPr>
            <p:ph idx="1"/>
          </p:nvPr>
        </p:nvSpPr>
        <p:spPr/>
        <p:txBody>
          <a:bodyPr>
            <a:normAutofit/>
          </a:bodyPr>
          <a:lstStyle/>
          <a:p>
            <a:r>
              <a:rPr lang="zh-CN" altLang="en-US" sz="2400" dirty="0"/>
              <a:t>一个链路所支持的范围是有限的：信号在传播过程中会衰减，可以通过物理层的转发器或集线器来传播更远的距离</a:t>
            </a:r>
            <a:endParaRPr lang="en-US" altLang="zh-CN" sz="2400" dirty="0"/>
          </a:p>
          <a:p>
            <a:r>
              <a:rPr lang="zh-CN" altLang="en-US" sz="2400" dirty="0"/>
              <a:t>对于使用多路访问（广播）媒体的局域网而言： </a:t>
            </a:r>
            <a:endParaRPr lang="en-US" altLang="zh-CN" sz="2400" dirty="0"/>
          </a:p>
          <a:p>
            <a:pPr lvl="1"/>
            <a:r>
              <a:rPr lang="zh-CN" altLang="en-US" sz="2400" dirty="0"/>
              <a:t>通过集线器连接起来的局域网属于同一个冲突域</a:t>
            </a:r>
            <a:endParaRPr lang="en-US" altLang="zh-CN" sz="2400" dirty="0"/>
          </a:p>
          <a:p>
            <a:pPr lvl="2"/>
            <a:r>
              <a:rPr lang="zh-CN" altLang="en-US" sz="2400" dirty="0"/>
              <a:t>如果多个节点同时传输，则会遇到冲突，在同一时刻允许最多</a:t>
            </a:r>
            <a:r>
              <a:rPr lang="en-US" altLang="zh-CN" sz="2400" dirty="0"/>
              <a:t>1</a:t>
            </a:r>
            <a:r>
              <a:rPr lang="zh-CN" altLang="en-US" sz="2400" dirty="0"/>
              <a:t>个节点传输</a:t>
            </a:r>
            <a:endParaRPr lang="en-US" altLang="zh-CN" sz="2400" dirty="0"/>
          </a:p>
          <a:p>
            <a:pPr lvl="2"/>
            <a:r>
              <a:rPr lang="zh-CN" altLang="en-US" sz="2400" dirty="0"/>
              <a:t>所有节点共享链路的带宽</a:t>
            </a:r>
            <a:endParaRPr lang="en-US" altLang="zh-CN" sz="2400" dirty="0"/>
          </a:p>
          <a:p>
            <a:pPr lvl="2"/>
            <a:r>
              <a:rPr lang="zh-CN" altLang="en-US" sz="2400" dirty="0"/>
              <a:t>为了避免冲突，以太网采用</a:t>
            </a:r>
            <a:r>
              <a:rPr lang="en-US" altLang="zh-CN" sz="2400" dirty="0"/>
              <a:t>CSMA/CD</a:t>
            </a:r>
            <a:r>
              <a:rPr lang="zh-CN" altLang="en-US" sz="2400" dirty="0"/>
              <a:t>协议来规范，从而导致： </a:t>
            </a:r>
            <a:endParaRPr lang="en-US" altLang="zh-CN" sz="2400" dirty="0"/>
          </a:p>
          <a:p>
            <a:pPr lvl="3"/>
            <a:r>
              <a:rPr lang="zh-CN" altLang="en-US" sz="2400" dirty="0"/>
              <a:t>连接的</a:t>
            </a:r>
            <a:r>
              <a:rPr lang="zh-CN" altLang="en-US" sz="2400" b="1" dirty="0">
                <a:solidFill>
                  <a:srgbClr val="FF0000"/>
                </a:solidFill>
              </a:rPr>
              <a:t>节点数目有限制</a:t>
            </a:r>
            <a:r>
              <a:rPr lang="zh-CN" altLang="en-US" sz="2400" dirty="0"/>
              <a:t>：以太网的节点最多</a:t>
            </a:r>
            <a:r>
              <a:rPr lang="en-US" altLang="zh-CN" sz="2400" dirty="0"/>
              <a:t>1024</a:t>
            </a:r>
            <a:r>
              <a:rPr lang="zh-CN" altLang="en-US" sz="2400" dirty="0"/>
              <a:t>个</a:t>
            </a:r>
            <a:endParaRPr lang="en-US" altLang="zh-CN" sz="2400" dirty="0"/>
          </a:p>
          <a:p>
            <a:pPr lvl="3"/>
            <a:r>
              <a:rPr lang="en-US" altLang="zh-CN" sz="2400" dirty="0"/>
              <a:t> CSMA/CD</a:t>
            </a:r>
            <a:r>
              <a:rPr lang="zh-CN" altLang="en-US" sz="2400" dirty="0"/>
              <a:t>协议导致</a:t>
            </a:r>
            <a:r>
              <a:rPr lang="zh-CN" altLang="en-US" sz="2400" b="1" dirty="0">
                <a:solidFill>
                  <a:srgbClr val="FF0000"/>
                </a:solidFill>
              </a:rPr>
              <a:t>覆盖的范围更加受限</a:t>
            </a:r>
            <a:endParaRPr lang="en-US" altLang="zh-CN" sz="2400" b="1" dirty="0">
              <a:solidFill>
                <a:srgbClr val="FF0000"/>
              </a:solidFill>
            </a:endParaRPr>
          </a:p>
          <a:p>
            <a:pPr lvl="2"/>
            <a:r>
              <a:rPr lang="zh-CN" altLang="en-US" sz="2400" dirty="0"/>
              <a:t>每个节点发送的帧，会被链路上的其他所有节点</a:t>
            </a:r>
            <a:r>
              <a:rPr lang="zh-CN" altLang="en-US" sz="2400" b="1" dirty="0">
                <a:solidFill>
                  <a:srgbClr val="FF0000"/>
                </a:solidFill>
              </a:rPr>
              <a:t>看到</a:t>
            </a:r>
            <a:endParaRPr lang="en-US" altLang="zh-CN" sz="2400" b="1" dirty="0">
              <a:solidFill>
                <a:srgbClr val="FF0000"/>
              </a:solidFill>
            </a:endParaRPr>
          </a:p>
          <a:p>
            <a:endParaRPr lang="zh-CN" altLang="en-US" sz="2400" dirty="0"/>
          </a:p>
        </p:txBody>
      </p:sp>
    </p:spTree>
    <p:extLst>
      <p:ext uri="{BB962C8B-B14F-4D97-AF65-F5344CB8AC3E}">
        <p14:creationId xmlns:p14="http://schemas.microsoft.com/office/powerpoint/2010/main" val="26422102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F094E-A0FE-4E68-8331-F2120B7EADD7}"/>
              </a:ext>
            </a:extLst>
          </p:cNvPr>
          <p:cNvSpPr>
            <a:spLocks noGrp="1"/>
          </p:cNvSpPr>
          <p:nvPr>
            <p:ph type="title"/>
          </p:nvPr>
        </p:nvSpPr>
        <p:spPr/>
        <p:txBody>
          <a:bodyPr/>
          <a:lstStyle/>
          <a:p>
            <a:r>
              <a:rPr lang="zh-CN" altLang="en-US" dirty="0"/>
              <a:t>链路层互连设备：交换机</a:t>
            </a:r>
          </a:p>
        </p:txBody>
      </p:sp>
      <p:sp>
        <p:nvSpPr>
          <p:cNvPr id="3" name="内容占位符 2">
            <a:extLst>
              <a:ext uri="{FF2B5EF4-FFF2-40B4-BE49-F238E27FC236}">
                <a16:creationId xmlns:a16="http://schemas.microsoft.com/office/drawing/2014/main" id="{44FBD586-0EEE-402D-A99F-3E3F367470C8}"/>
              </a:ext>
            </a:extLst>
          </p:cNvPr>
          <p:cNvSpPr>
            <a:spLocks noGrp="1"/>
          </p:cNvSpPr>
          <p:nvPr>
            <p:ph idx="1"/>
          </p:nvPr>
        </p:nvSpPr>
        <p:spPr>
          <a:xfrm>
            <a:off x="442913" y="728663"/>
            <a:ext cx="11289710" cy="4532366"/>
          </a:xfrm>
        </p:spPr>
        <p:txBody>
          <a:bodyPr>
            <a:normAutofit/>
          </a:bodyPr>
          <a:lstStyle/>
          <a:p>
            <a:pPr marL="0" indent="0">
              <a:lnSpc>
                <a:spcPct val="100000"/>
              </a:lnSpc>
              <a:buNone/>
            </a:pPr>
            <a:r>
              <a:rPr lang="zh-CN" altLang="en-US" dirty="0"/>
              <a:t>数据链路层的网络互连设备：网桥（</a:t>
            </a:r>
            <a:r>
              <a:rPr lang="en-US" altLang="zh-CN" dirty="0"/>
              <a:t>Bridge)</a:t>
            </a:r>
            <a:r>
              <a:rPr lang="zh-CN" altLang="en-US" dirty="0"/>
              <a:t>和交换机</a:t>
            </a:r>
            <a:r>
              <a:rPr lang="en-US" altLang="zh-CN" dirty="0"/>
              <a:t>(Switch)</a:t>
            </a:r>
          </a:p>
          <a:p>
            <a:pPr>
              <a:lnSpc>
                <a:spcPct val="100000"/>
              </a:lnSpc>
            </a:pPr>
            <a:r>
              <a:rPr lang="zh-CN" altLang="en-US" dirty="0"/>
              <a:t>一般用于连接采用相同或者类似媒体访问控制协议的链路</a:t>
            </a:r>
            <a:endParaRPr lang="en-US" altLang="zh-CN" dirty="0"/>
          </a:p>
          <a:p>
            <a:pPr>
              <a:lnSpc>
                <a:spcPct val="100000"/>
              </a:lnSpc>
            </a:pPr>
            <a:r>
              <a:rPr lang="zh-CN" altLang="en-US" dirty="0"/>
              <a:t>不同的端口属于不同的冲突域，从而支持更多的节点和更广的覆盖，不再是所有节点共享带宽，支持更大的总吞吐率</a:t>
            </a:r>
            <a:endParaRPr lang="en-US" altLang="zh-CN" dirty="0"/>
          </a:p>
          <a:p>
            <a:pPr>
              <a:lnSpc>
                <a:spcPct val="100000"/>
              </a:lnSpc>
            </a:pPr>
            <a:r>
              <a:rPr lang="zh-CN" altLang="en-US" dirty="0"/>
              <a:t>网桥内部有缓冲区，每个端口可采用不同的媒体选项（不同数据速率，不同媒体）</a:t>
            </a:r>
            <a:endParaRPr lang="en-US" altLang="zh-CN" dirty="0"/>
          </a:p>
          <a:p>
            <a:pPr>
              <a:lnSpc>
                <a:spcPct val="100000"/>
              </a:lnSpc>
            </a:pPr>
            <a:r>
              <a:rPr lang="zh-CN" altLang="en-US" dirty="0"/>
              <a:t>对于通过网桥连接的节点而言：</a:t>
            </a:r>
            <a:endParaRPr lang="en-US" altLang="zh-CN" dirty="0"/>
          </a:p>
          <a:p>
            <a:pPr lvl="1">
              <a:lnSpc>
                <a:spcPct val="100000"/>
              </a:lnSpc>
            </a:pPr>
            <a:r>
              <a:rPr lang="zh-CN" altLang="en-US" sz="2000" dirty="0"/>
              <a:t>所有节点属于一个扩展的更大的局域网</a:t>
            </a:r>
            <a:endParaRPr lang="en-US" altLang="zh-CN" sz="2000" dirty="0"/>
          </a:p>
          <a:p>
            <a:pPr lvl="1">
              <a:lnSpc>
                <a:spcPct val="100000"/>
              </a:lnSpc>
            </a:pPr>
            <a:r>
              <a:rPr lang="zh-CN" altLang="en-US" sz="2000" dirty="0"/>
              <a:t>所有节点属于同一个</a:t>
            </a:r>
            <a:r>
              <a:rPr lang="zh-CN" altLang="en-US" sz="2000" b="1" dirty="0">
                <a:solidFill>
                  <a:srgbClr val="FF0000"/>
                </a:solidFill>
              </a:rPr>
              <a:t>广播域</a:t>
            </a:r>
            <a:r>
              <a:rPr lang="en-US" altLang="zh-CN" sz="2000" dirty="0"/>
              <a:t>: </a:t>
            </a:r>
            <a:r>
              <a:rPr lang="zh-CN" altLang="en-US" sz="2000" dirty="0"/>
              <a:t>广播帧发送到所有节点</a:t>
            </a:r>
            <a:endParaRPr lang="en-US" altLang="zh-CN" sz="2000" dirty="0"/>
          </a:p>
          <a:p>
            <a:pPr>
              <a:lnSpc>
                <a:spcPct val="100000"/>
              </a:lnSpc>
            </a:pPr>
            <a:r>
              <a:rPr lang="zh-CN" altLang="en-US" dirty="0"/>
              <a:t>网桥和交换机的主要区别在于交换机通过交换硬件电路实现快速的转发</a:t>
            </a:r>
            <a:endParaRPr lang="en-US" altLang="zh-CN" dirty="0"/>
          </a:p>
          <a:p>
            <a:pPr lvl="1">
              <a:lnSpc>
                <a:spcPct val="100000"/>
              </a:lnSpc>
            </a:pPr>
            <a:r>
              <a:rPr lang="zh-CN" altLang="en-US" sz="2000" dirty="0"/>
              <a:t>网桥 </a:t>
            </a:r>
            <a:r>
              <a:rPr lang="en-US" altLang="zh-CN" sz="2000" dirty="0"/>
              <a:t>= </a:t>
            </a:r>
            <a:r>
              <a:rPr lang="zh-CN" altLang="en-US" sz="2000" dirty="0"/>
              <a:t>交换机</a:t>
            </a:r>
            <a:endParaRPr lang="en-US" altLang="zh-CN" sz="2000" dirty="0"/>
          </a:p>
          <a:p>
            <a:endParaRPr lang="zh-CN" altLang="en-US" dirty="0"/>
          </a:p>
        </p:txBody>
      </p:sp>
      <p:grpSp>
        <p:nvGrpSpPr>
          <p:cNvPr id="21" name="组合 20">
            <a:extLst>
              <a:ext uri="{FF2B5EF4-FFF2-40B4-BE49-F238E27FC236}">
                <a16:creationId xmlns:a16="http://schemas.microsoft.com/office/drawing/2014/main" id="{0BD515A9-D22A-D9BD-4DF9-1DEB1489D6BF}"/>
              </a:ext>
            </a:extLst>
          </p:cNvPr>
          <p:cNvGrpSpPr/>
          <p:nvPr/>
        </p:nvGrpSpPr>
        <p:grpSpPr>
          <a:xfrm>
            <a:off x="6360522" y="4164129"/>
            <a:ext cx="5654001" cy="2280343"/>
            <a:chOff x="6330285" y="4298863"/>
            <a:chExt cx="5654001" cy="2280343"/>
          </a:xfrm>
        </p:grpSpPr>
        <p:grpSp>
          <p:nvGrpSpPr>
            <p:cNvPr id="4" name="组合 3">
              <a:extLst>
                <a:ext uri="{FF2B5EF4-FFF2-40B4-BE49-F238E27FC236}">
                  <a16:creationId xmlns:a16="http://schemas.microsoft.com/office/drawing/2014/main" id="{39DC5EEC-921B-45B9-ABB4-1CE97DB9C031}"/>
                </a:ext>
              </a:extLst>
            </p:cNvPr>
            <p:cNvGrpSpPr/>
            <p:nvPr/>
          </p:nvGrpSpPr>
          <p:grpSpPr>
            <a:xfrm>
              <a:off x="6330285" y="4670645"/>
              <a:ext cx="4155546" cy="1908561"/>
              <a:chOff x="5107723" y="4745164"/>
              <a:chExt cx="4155546" cy="1908561"/>
            </a:xfrm>
          </p:grpSpPr>
          <p:grpSp>
            <p:nvGrpSpPr>
              <p:cNvPr id="5" name="组合 4">
                <a:extLst>
                  <a:ext uri="{FF2B5EF4-FFF2-40B4-BE49-F238E27FC236}">
                    <a16:creationId xmlns:a16="http://schemas.microsoft.com/office/drawing/2014/main" id="{5BCD6CD3-3452-4A63-965D-404A65F4752E}"/>
                  </a:ext>
                </a:extLst>
              </p:cNvPr>
              <p:cNvGrpSpPr/>
              <p:nvPr/>
            </p:nvGrpSpPr>
            <p:grpSpPr>
              <a:xfrm>
                <a:off x="5107723" y="4745164"/>
                <a:ext cx="4155546" cy="1908561"/>
                <a:chOff x="7961320" y="3388648"/>
                <a:chExt cx="3374023" cy="1459039"/>
              </a:xfrm>
            </p:grpSpPr>
            <p:pic>
              <p:nvPicPr>
                <p:cNvPr id="7" name="图片 6">
                  <a:extLst>
                    <a:ext uri="{FF2B5EF4-FFF2-40B4-BE49-F238E27FC236}">
                      <a16:creationId xmlns:a16="http://schemas.microsoft.com/office/drawing/2014/main" id="{320670A6-A854-4735-8267-D134FD242FDC}"/>
                    </a:ext>
                  </a:extLst>
                </p:cNvPr>
                <p:cNvPicPr>
                  <a:picLocks noChangeAspect="1"/>
                </p:cNvPicPr>
                <p:nvPr/>
              </p:nvPicPr>
              <p:blipFill>
                <a:blip r:embed="rId3" cstate="print"/>
                <a:stretch>
                  <a:fillRect/>
                </a:stretch>
              </p:blipFill>
              <p:spPr>
                <a:xfrm>
                  <a:off x="9534719" y="3388648"/>
                  <a:ext cx="862433" cy="315654"/>
                </a:xfrm>
                <a:prstGeom prst="rect">
                  <a:avLst/>
                </a:prstGeom>
              </p:spPr>
            </p:pic>
            <p:pic>
              <p:nvPicPr>
                <p:cNvPr id="8" name="图片 7">
                  <a:extLst>
                    <a:ext uri="{FF2B5EF4-FFF2-40B4-BE49-F238E27FC236}">
                      <a16:creationId xmlns:a16="http://schemas.microsoft.com/office/drawing/2014/main" id="{6674F639-9760-4E3C-981B-29C9A7C50EE4}"/>
                    </a:ext>
                  </a:extLst>
                </p:cNvPr>
                <p:cNvPicPr>
                  <a:picLocks noChangeAspect="1"/>
                </p:cNvPicPr>
                <p:nvPr/>
              </p:nvPicPr>
              <p:blipFill>
                <a:blip r:embed="rId4" cstate="print"/>
                <a:stretch>
                  <a:fillRect/>
                </a:stretch>
              </p:blipFill>
              <p:spPr>
                <a:xfrm>
                  <a:off x="9877101" y="4335196"/>
                  <a:ext cx="524792" cy="435930"/>
                </a:xfrm>
                <a:prstGeom prst="rect">
                  <a:avLst/>
                </a:prstGeom>
              </p:spPr>
            </p:pic>
            <p:cxnSp>
              <p:nvCxnSpPr>
                <p:cNvPr id="9" name="直接连接符 8">
                  <a:extLst>
                    <a:ext uri="{FF2B5EF4-FFF2-40B4-BE49-F238E27FC236}">
                      <a16:creationId xmlns:a16="http://schemas.microsoft.com/office/drawing/2014/main" id="{C2E25731-DEF9-48E7-ADDA-6C75DD8BB0AB}"/>
                    </a:ext>
                  </a:extLst>
                </p:cNvPr>
                <p:cNvCxnSpPr>
                  <a:stCxn id="8" idx="0"/>
                  <a:endCxn id="7" idx="2"/>
                </p:cNvCxnSpPr>
                <p:nvPr/>
              </p:nvCxnSpPr>
              <p:spPr>
                <a:xfrm flipH="1" flipV="1">
                  <a:off x="9965936" y="3704302"/>
                  <a:ext cx="173561" cy="6308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AD9791F-391C-4268-8F7E-333BA4279EBA}"/>
                    </a:ext>
                  </a:extLst>
                </p:cNvPr>
                <p:cNvPicPr>
                  <a:picLocks noChangeAspect="1"/>
                </p:cNvPicPr>
                <p:nvPr/>
              </p:nvPicPr>
              <p:blipFill>
                <a:blip r:embed="rId4" cstate="print"/>
                <a:stretch>
                  <a:fillRect/>
                </a:stretch>
              </p:blipFill>
              <p:spPr>
                <a:xfrm>
                  <a:off x="7961320" y="4427736"/>
                  <a:ext cx="450293" cy="374046"/>
                </a:xfrm>
                <a:prstGeom prst="rect">
                  <a:avLst/>
                </a:prstGeom>
              </p:spPr>
            </p:pic>
            <p:cxnSp>
              <p:nvCxnSpPr>
                <p:cNvPr id="11" name="直接连接符 10">
                  <a:extLst>
                    <a:ext uri="{FF2B5EF4-FFF2-40B4-BE49-F238E27FC236}">
                      <a16:creationId xmlns:a16="http://schemas.microsoft.com/office/drawing/2014/main" id="{4F3087A3-287C-47BB-9FC7-739CCB60972B}"/>
                    </a:ext>
                  </a:extLst>
                </p:cNvPr>
                <p:cNvCxnSpPr>
                  <a:cxnSpLocks/>
                  <a:stCxn id="6" idx="0"/>
                  <a:endCxn id="7" idx="2"/>
                </p:cNvCxnSpPr>
                <p:nvPr/>
              </p:nvCxnSpPr>
              <p:spPr>
                <a:xfrm flipV="1">
                  <a:off x="9065620" y="3704302"/>
                  <a:ext cx="900316" cy="19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D1E6EA0E-B1B8-4DC9-956F-5EEB5F980B3C}"/>
                    </a:ext>
                  </a:extLst>
                </p:cNvPr>
                <p:cNvPicPr>
                  <a:picLocks noChangeAspect="1"/>
                </p:cNvPicPr>
                <p:nvPr/>
              </p:nvPicPr>
              <p:blipFill>
                <a:blip r:embed="rId4" cstate="print"/>
                <a:stretch>
                  <a:fillRect/>
                </a:stretch>
              </p:blipFill>
              <p:spPr>
                <a:xfrm>
                  <a:off x="10810551" y="4335196"/>
                  <a:ext cx="524792" cy="435930"/>
                </a:xfrm>
                <a:prstGeom prst="rect">
                  <a:avLst/>
                </a:prstGeom>
              </p:spPr>
            </p:pic>
            <p:cxnSp>
              <p:nvCxnSpPr>
                <p:cNvPr id="13" name="直接连接符 12">
                  <a:extLst>
                    <a:ext uri="{FF2B5EF4-FFF2-40B4-BE49-F238E27FC236}">
                      <a16:creationId xmlns:a16="http://schemas.microsoft.com/office/drawing/2014/main" id="{F3B5B5CB-72BA-4128-8F3A-D1EFC5D30C3C}"/>
                    </a:ext>
                  </a:extLst>
                </p:cNvPr>
                <p:cNvCxnSpPr>
                  <a:stCxn id="12" idx="0"/>
                  <a:endCxn id="7" idx="2"/>
                </p:cNvCxnSpPr>
                <p:nvPr/>
              </p:nvCxnSpPr>
              <p:spPr>
                <a:xfrm flipH="1" flipV="1">
                  <a:off x="9965936" y="3704302"/>
                  <a:ext cx="1107011" cy="6308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600639F3-82EB-46D1-9714-6C074ED1C5DF}"/>
                    </a:ext>
                  </a:extLst>
                </p:cNvPr>
                <p:cNvPicPr>
                  <a:picLocks noChangeAspect="1"/>
                </p:cNvPicPr>
                <p:nvPr/>
              </p:nvPicPr>
              <p:blipFill>
                <a:blip r:embed="rId4" cstate="print"/>
                <a:stretch>
                  <a:fillRect/>
                </a:stretch>
              </p:blipFill>
              <p:spPr>
                <a:xfrm>
                  <a:off x="9245068" y="4484828"/>
                  <a:ext cx="436825" cy="362859"/>
                </a:xfrm>
                <a:prstGeom prst="rect">
                  <a:avLst/>
                </a:prstGeom>
              </p:spPr>
            </p:pic>
            <p:cxnSp>
              <p:nvCxnSpPr>
                <p:cNvPr id="15" name="直接连接符 14">
                  <a:extLst>
                    <a:ext uri="{FF2B5EF4-FFF2-40B4-BE49-F238E27FC236}">
                      <a16:creationId xmlns:a16="http://schemas.microsoft.com/office/drawing/2014/main" id="{87C5EC80-6D3F-4292-9EA6-7DE4689CD0D9}"/>
                    </a:ext>
                  </a:extLst>
                </p:cNvPr>
                <p:cNvCxnSpPr>
                  <a:cxnSpLocks/>
                  <a:stCxn id="10" idx="0"/>
                </p:cNvCxnSpPr>
                <p:nvPr/>
              </p:nvCxnSpPr>
              <p:spPr>
                <a:xfrm flipV="1">
                  <a:off x="8186466" y="3959395"/>
                  <a:ext cx="633804" cy="4683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A99D6A7-7FFB-47CF-9D01-1F0B33411198}"/>
                    </a:ext>
                  </a:extLst>
                </p:cNvPr>
                <p:cNvCxnSpPr>
                  <a:cxnSpLocks/>
                  <a:stCxn id="14" idx="0"/>
                </p:cNvCxnSpPr>
                <p:nvPr/>
              </p:nvCxnSpPr>
              <p:spPr>
                <a:xfrm flipH="1" flipV="1">
                  <a:off x="9251444" y="4121947"/>
                  <a:ext cx="212037" cy="3628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 name="图片 5">
                <a:extLst>
                  <a:ext uri="{FF2B5EF4-FFF2-40B4-BE49-F238E27FC236}">
                    <a16:creationId xmlns:a16="http://schemas.microsoft.com/office/drawing/2014/main" id="{B1F04E92-4870-43D2-A184-470F93A796D2}"/>
                  </a:ext>
                </a:extLst>
              </p:cNvPr>
              <p:cNvPicPr>
                <a:picLocks noChangeAspect="1"/>
              </p:cNvPicPr>
              <p:nvPr/>
            </p:nvPicPr>
            <p:blipFill>
              <a:blip r:embed="rId5"/>
              <a:stretch>
                <a:fillRect/>
              </a:stretch>
            </p:blipFill>
            <p:spPr>
              <a:xfrm>
                <a:off x="5991561" y="5417073"/>
                <a:ext cx="952500" cy="762000"/>
              </a:xfrm>
              <a:prstGeom prst="rect">
                <a:avLst/>
              </a:prstGeom>
            </p:spPr>
          </p:pic>
        </p:grpSp>
        <p:pic>
          <p:nvPicPr>
            <p:cNvPr id="17" name="table">
              <a:extLst>
                <a:ext uri="{FF2B5EF4-FFF2-40B4-BE49-F238E27FC236}">
                  <a16:creationId xmlns:a16="http://schemas.microsoft.com/office/drawing/2014/main" id="{37CF1481-AA25-4A80-B188-61FD173E876C}"/>
                </a:ext>
              </a:extLst>
            </p:cNvPr>
            <p:cNvPicPr>
              <a:picLocks noChangeAspect="1"/>
            </p:cNvPicPr>
            <p:nvPr/>
          </p:nvPicPr>
          <p:blipFill>
            <a:blip r:embed="rId6"/>
            <a:stretch>
              <a:fillRect/>
            </a:stretch>
          </p:blipFill>
          <p:spPr>
            <a:xfrm>
              <a:off x="9760080" y="4425282"/>
              <a:ext cx="2224206" cy="1112520"/>
            </a:xfrm>
            <a:prstGeom prst="rect">
              <a:avLst/>
            </a:prstGeom>
          </p:spPr>
        </p:pic>
        <p:cxnSp>
          <p:nvCxnSpPr>
            <p:cNvPr id="18" name="直接箭头连接符 17">
              <a:extLst>
                <a:ext uri="{FF2B5EF4-FFF2-40B4-BE49-F238E27FC236}">
                  <a16:creationId xmlns:a16="http://schemas.microsoft.com/office/drawing/2014/main" id="{A361FE6E-F3E1-4C1C-8F7C-CDE845C5DEDB}"/>
                </a:ext>
              </a:extLst>
            </p:cNvPr>
            <p:cNvCxnSpPr/>
            <p:nvPr/>
          </p:nvCxnSpPr>
          <p:spPr>
            <a:xfrm flipV="1">
              <a:off x="9905839" y="4589638"/>
              <a:ext cx="1" cy="86663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上弧形箭头 38">
              <a:extLst>
                <a:ext uri="{FF2B5EF4-FFF2-40B4-BE49-F238E27FC236}">
                  <a16:creationId xmlns:a16="http://schemas.microsoft.com/office/drawing/2014/main" id="{FD07ED2D-8BBE-4318-8D80-5D2518E035FE}"/>
                </a:ext>
              </a:extLst>
            </p:cNvPr>
            <p:cNvSpPr/>
            <p:nvPr/>
          </p:nvSpPr>
          <p:spPr>
            <a:xfrm>
              <a:off x="10006661" y="4298863"/>
              <a:ext cx="1605999" cy="290775"/>
            </a:xfrm>
            <a:prstGeom prst="curved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cxnSp>
          <p:nvCxnSpPr>
            <p:cNvPr id="20" name="直接箭头连接符 19">
              <a:extLst>
                <a:ext uri="{FF2B5EF4-FFF2-40B4-BE49-F238E27FC236}">
                  <a16:creationId xmlns:a16="http://schemas.microsoft.com/office/drawing/2014/main" id="{D008C2F6-4DBC-4D1B-B2A4-F80D50D839DE}"/>
                </a:ext>
              </a:extLst>
            </p:cNvPr>
            <p:cNvCxnSpPr/>
            <p:nvPr/>
          </p:nvCxnSpPr>
          <p:spPr>
            <a:xfrm>
              <a:off x="11883409" y="4730825"/>
              <a:ext cx="0" cy="80889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7335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C236D3-95E3-4A10-8AF0-51E91497F110}"/>
              </a:ext>
            </a:extLst>
          </p:cNvPr>
          <p:cNvSpPr>
            <a:spLocks noGrp="1"/>
          </p:cNvSpPr>
          <p:nvPr>
            <p:ph type="title"/>
          </p:nvPr>
        </p:nvSpPr>
        <p:spPr/>
        <p:txBody>
          <a:bodyPr/>
          <a:lstStyle/>
          <a:p>
            <a:r>
              <a:rPr lang="zh-CN" altLang="en-US" dirty="0"/>
              <a:t>透明网桥</a:t>
            </a:r>
            <a:r>
              <a:rPr lang="en-US" altLang="zh-CN" dirty="0"/>
              <a:t>(Transparent Bridge)</a:t>
            </a:r>
            <a:endParaRPr lang="zh-CN" altLang="en-US" dirty="0"/>
          </a:p>
        </p:txBody>
      </p:sp>
      <p:sp>
        <p:nvSpPr>
          <p:cNvPr id="3" name="内容占位符 2">
            <a:extLst>
              <a:ext uri="{FF2B5EF4-FFF2-40B4-BE49-F238E27FC236}">
                <a16:creationId xmlns:a16="http://schemas.microsoft.com/office/drawing/2014/main" id="{9334619C-2781-4D75-85EB-8B6F8C539F69}"/>
              </a:ext>
            </a:extLst>
          </p:cNvPr>
          <p:cNvSpPr>
            <a:spLocks noGrp="1"/>
          </p:cNvSpPr>
          <p:nvPr>
            <p:ph idx="1"/>
          </p:nvPr>
        </p:nvSpPr>
        <p:spPr/>
        <p:txBody>
          <a:bodyPr>
            <a:normAutofit/>
          </a:bodyPr>
          <a:lstStyle/>
          <a:p>
            <a:pPr>
              <a:lnSpc>
                <a:spcPct val="100000"/>
              </a:lnSpc>
            </a:pPr>
            <a:r>
              <a:rPr lang="zh-CN" altLang="en-US" dirty="0"/>
              <a:t>源路由网桥：源节点发现到目的节点的路由，网桥按照源节点指出的路径进行转发</a:t>
            </a:r>
            <a:endParaRPr lang="en-US" altLang="zh-CN" dirty="0"/>
          </a:p>
          <a:p>
            <a:pPr>
              <a:lnSpc>
                <a:spcPct val="100000"/>
              </a:lnSpc>
            </a:pPr>
            <a:r>
              <a:rPr lang="zh-CN" altLang="en-US" dirty="0"/>
              <a:t>透明网桥：</a:t>
            </a:r>
            <a:endParaRPr lang="en-US" altLang="zh-CN" dirty="0"/>
          </a:p>
          <a:p>
            <a:pPr lvl="1">
              <a:lnSpc>
                <a:spcPct val="100000"/>
              </a:lnSpc>
            </a:pPr>
            <a:r>
              <a:rPr lang="zh-CN" altLang="en-US" sz="2000" dirty="0"/>
              <a:t>节点不需要进行任何的改变，甚至都觉察不到网桥的存在</a:t>
            </a:r>
            <a:endParaRPr lang="en-US" altLang="zh-CN" sz="2000" dirty="0"/>
          </a:p>
          <a:p>
            <a:pPr lvl="1">
              <a:lnSpc>
                <a:spcPct val="100000"/>
              </a:lnSpc>
            </a:pPr>
            <a:r>
              <a:rPr lang="zh-CN" altLang="en-US" sz="2000" dirty="0"/>
              <a:t>在不是复杂的网络拓扑中，网桥也可不进行任何配置</a:t>
            </a:r>
            <a:endParaRPr lang="en-US" altLang="zh-CN" sz="2000" dirty="0"/>
          </a:p>
          <a:p>
            <a:pPr marL="742950" lvl="1" indent="-285750"/>
            <a:r>
              <a:rPr lang="zh-CN" altLang="en-US" sz="2000" dirty="0"/>
              <a:t>网桥在转发时</a:t>
            </a:r>
            <a:r>
              <a:rPr lang="zh-CN" altLang="en-US" sz="2000" b="1" dirty="0">
                <a:solidFill>
                  <a:srgbClr val="FF0000"/>
                </a:solidFill>
              </a:rPr>
              <a:t>不会改变</a:t>
            </a:r>
            <a:r>
              <a:rPr lang="en-US" altLang="zh-CN" sz="2000" b="1" dirty="0">
                <a:solidFill>
                  <a:srgbClr val="FF0000"/>
                </a:solidFill>
              </a:rPr>
              <a:t>MAC</a:t>
            </a:r>
            <a:r>
              <a:rPr lang="zh-CN" altLang="en-US" sz="2000" b="1" dirty="0">
                <a:solidFill>
                  <a:srgbClr val="FF0000"/>
                </a:solidFill>
              </a:rPr>
              <a:t>帧</a:t>
            </a:r>
            <a:r>
              <a:rPr lang="zh-CN" altLang="en-US" sz="2000" dirty="0"/>
              <a:t>的内容</a:t>
            </a:r>
          </a:p>
          <a:p>
            <a:endParaRPr lang="zh-CN" altLang="en-US" dirty="0"/>
          </a:p>
        </p:txBody>
      </p:sp>
      <p:grpSp>
        <p:nvGrpSpPr>
          <p:cNvPr id="4" name="组合 3">
            <a:extLst>
              <a:ext uri="{FF2B5EF4-FFF2-40B4-BE49-F238E27FC236}">
                <a16:creationId xmlns:a16="http://schemas.microsoft.com/office/drawing/2014/main" id="{1CA24A21-B236-C74C-5836-C92461953163}"/>
              </a:ext>
            </a:extLst>
          </p:cNvPr>
          <p:cNvGrpSpPr/>
          <p:nvPr/>
        </p:nvGrpSpPr>
        <p:grpSpPr>
          <a:xfrm>
            <a:off x="4839957" y="3429000"/>
            <a:ext cx="7084346" cy="2527779"/>
            <a:chOff x="4839957" y="3113346"/>
            <a:chExt cx="7084346" cy="2527779"/>
          </a:xfrm>
        </p:grpSpPr>
        <p:pic>
          <p:nvPicPr>
            <p:cNvPr id="46" name="图片 45">
              <a:extLst>
                <a:ext uri="{FF2B5EF4-FFF2-40B4-BE49-F238E27FC236}">
                  <a16:creationId xmlns:a16="http://schemas.microsoft.com/office/drawing/2014/main" id="{14AF45D8-7456-4FE2-BED0-DE543CA852F1}"/>
                </a:ext>
              </a:extLst>
            </p:cNvPr>
            <p:cNvPicPr>
              <a:picLocks noChangeAspect="1"/>
            </p:cNvPicPr>
            <p:nvPr/>
          </p:nvPicPr>
          <p:blipFill>
            <a:blip r:embed="rId3"/>
            <a:stretch>
              <a:fillRect/>
            </a:stretch>
          </p:blipFill>
          <p:spPr>
            <a:xfrm>
              <a:off x="7823983" y="4983735"/>
              <a:ext cx="524792" cy="435930"/>
            </a:xfrm>
            <a:prstGeom prst="rect">
              <a:avLst/>
            </a:prstGeom>
          </p:spPr>
        </p:pic>
        <p:pic>
          <p:nvPicPr>
            <p:cNvPr id="47" name="图片 46">
              <a:extLst>
                <a:ext uri="{FF2B5EF4-FFF2-40B4-BE49-F238E27FC236}">
                  <a16:creationId xmlns:a16="http://schemas.microsoft.com/office/drawing/2014/main" id="{70246490-2709-4DDA-945E-AD1482910675}"/>
                </a:ext>
              </a:extLst>
            </p:cNvPr>
            <p:cNvPicPr>
              <a:picLocks noChangeAspect="1"/>
            </p:cNvPicPr>
            <p:nvPr/>
          </p:nvPicPr>
          <p:blipFill>
            <a:blip r:embed="rId4"/>
            <a:stretch>
              <a:fillRect/>
            </a:stretch>
          </p:blipFill>
          <p:spPr>
            <a:xfrm>
              <a:off x="6865402" y="4222795"/>
              <a:ext cx="862433" cy="315654"/>
            </a:xfrm>
            <a:prstGeom prst="rect">
              <a:avLst/>
            </a:prstGeom>
          </p:spPr>
        </p:pic>
        <p:pic>
          <p:nvPicPr>
            <p:cNvPr id="48" name="图片 47">
              <a:extLst>
                <a:ext uri="{FF2B5EF4-FFF2-40B4-BE49-F238E27FC236}">
                  <a16:creationId xmlns:a16="http://schemas.microsoft.com/office/drawing/2014/main" id="{68EF1C10-92E1-491D-9FB2-31B8D8C68456}"/>
                </a:ext>
              </a:extLst>
            </p:cNvPr>
            <p:cNvPicPr>
              <a:picLocks noChangeAspect="1"/>
            </p:cNvPicPr>
            <p:nvPr/>
          </p:nvPicPr>
          <p:blipFill>
            <a:blip r:embed="rId3"/>
            <a:stretch>
              <a:fillRect/>
            </a:stretch>
          </p:blipFill>
          <p:spPr>
            <a:xfrm flipH="1">
              <a:off x="6458581" y="4993539"/>
              <a:ext cx="699085" cy="580710"/>
            </a:xfrm>
            <a:prstGeom prst="rect">
              <a:avLst/>
            </a:prstGeom>
          </p:spPr>
        </p:pic>
        <p:pic>
          <p:nvPicPr>
            <p:cNvPr id="49" name="图片 48">
              <a:extLst>
                <a:ext uri="{FF2B5EF4-FFF2-40B4-BE49-F238E27FC236}">
                  <a16:creationId xmlns:a16="http://schemas.microsoft.com/office/drawing/2014/main" id="{E237CCBC-4852-403E-B9DE-974CC83CCD77}"/>
                </a:ext>
              </a:extLst>
            </p:cNvPr>
            <p:cNvPicPr>
              <a:picLocks noChangeAspect="1"/>
            </p:cNvPicPr>
            <p:nvPr/>
          </p:nvPicPr>
          <p:blipFill>
            <a:blip r:embed="rId4"/>
            <a:stretch>
              <a:fillRect/>
            </a:stretch>
          </p:blipFill>
          <p:spPr>
            <a:xfrm>
              <a:off x="7793114" y="3113346"/>
              <a:ext cx="862433" cy="315654"/>
            </a:xfrm>
            <a:prstGeom prst="rect">
              <a:avLst/>
            </a:prstGeom>
          </p:spPr>
        </p:pic>
        <p:pic>
          <p:nvPicPr>
            <p:cNvPr id="50" name="图片 49">
              <a:extLst>
                <a:ext uri="{FF2B5EF4-FFF2-40B4-BE49-F238E27FC236}">
                  <a16:creationId xmlns:a16="http://schemas.microsoft.com/office/drawing/2014/main" id="{46F5F21D-59E3-4459-AE64-03360988F3C6}"/>
                </a:ext>
              </a:extLst>
            </p:cNvPr>
            <p:cNvPicPr>
              <a:picLocks noChangeAspect="1"/>
            </p:cNvPicPr>
            <p:nvPr/>
          </p:nvPicPr>
          <p:blipFill>
            <a:blip r:embed="rId4"/>
            <a:stretch>
              <a:fillRect/>
            </a:stretch>
          </p:blipFill>
          <p:spPr>
            <a:xfrm>
              <a:off x="9313145" y="4139302"/>
              <a:ext cx="862433" cy="315654"/>
            </a:xfrm>
            <a:prstGeom prst="rect">
              <a:avLst/>
            </a:prstGeom>
          </p:spPr>
        </p:pic>
        <p:pic>
          <p:nvPicPr>
            <p:cNvPr id="51" name="图片 50">
              <a:extLst>
                <a:ext uri="{FF2B5EF4-FFF2-40B4-BE49-F238E27FC236}">
                  <a16:creationId xmlns:a16="http://schemas.microsoft.com/office/drawing/2014/main" id="{ADEA9C72-8BDF-44F0-906B-3AE899EA7FCA}"/>
                </a:ext>
              </a:extLst>
            </p:cNvPr>
            <p:cNvPicPr>
              <a:picLocks noChangeAspect="1"/>
            </p:cNvPicPr>
            <p:nvPr/>
          </p:nvPicPr>
          <p:blipFill>
            <a:blip r:embed="rId3"/>
            <a:stretch>
              <a:fillRect/>
            </a:stretch>
          </p:blipFill>
          <p:spPr>
            <a:xfrm>
              <a:off x="8324669" y="4162657"/>
              <a:ext cx="524792" cy="435930"/>
            </a:xfrm>
            <a:prstGeom prst="rect">
              <a:avLst/>
            </a:prstGeom>
          </p:spPr>
        </p:pic>
        <p:pic>
          <p:nvPicPr>
            <p:cNvPr id="52" name="图片 51">
              <a:extLst>
                <a:ext uri="{FF2B5EF4-FFF2-40B4-BE49-F238E27FC236}">
                  <a16:creationId xmlns:a16="http://schemas.microsoft.com/office/drawing/2014/main" id="{DCA35E9A-4A7F-4ABF-897F-F8BDA85CA942}"/>
                </a:ext>
              </a:extLst>
            </p:cNvPr>
            <p:cNvPicPr>
              <a:picLocks noChangeAspect="1"/>
            </p:cNvPicPr>
            <p:nvPr/>
          </p:nvPicPr>
          <p:blipFill>
            <a:blip r:embed="rId3"/>
            <a:stretch>
              <a:fillRect/>
            </a:stretch>
          </p:blipFill>
          <p:spPr>
            <a:xfrm>
              <a:off x="9313145" y="5102113"/>
              <a:ext cx="524792" cy="435930"/>
            </a:xfrm>
            <a:prstGeom prst="rect">
              <a:avLst/>
            </a:prstGeom>
          </p:spPr>
        </p:pic>
        <p:pic>
          <p:nvPicPr>
            <p:cNvPr id="53" name="图片 52">
              <a:extLst>
                <a:ext uri="{FF2B5EF4-FFF2-40B4-BE49-F238E27FC236}">
                  <a16:creationId xmlns:a16="http://schemas.microsoft.com/office/drawing/2014/main" id="{E3086336-7369-42F1-ACA1-9CEEE7D7D8DA}"/>
                </a:ext>
              </a:extLst>
            </p:cNvPr>
            <p:cNvPicPr>
              <a:picLocks noChangeAspect="1"/>
            </p:cNvPicPr>
            <p:nvPr/>
          </p:nvPicPr>
          <p:blipFill>
            <a:blip r:embed="rId3"/>
            <a:stretch>
              <a:fillRect/>
            </a:stretch>
          </p:blipFill>
          <p:spPr>
            <a:xfrm>
              <a:off x="10409201" y="5205195"/>
              <a:ext cx="524792" cy="435930"/>
            </a:xfrm>
            <a:prstGeom prst="rect">
              <a:avLst/>
            </a:prstGeom>
          </p:spPr>
        </p:pic>
        <p:cxnSp>
          <p:nvCxnSpPr>
            <p:cNvPr id="54" name="直接连接符 53">
              <a:extLst>
                <a:ext uri="{FF2B5EF4-FFF2-40B4-BE49-F238E27FC236}">
                  <a16:creationId xmlns:a16="http://schemas.microsoft.com/office/drawing/2014/main" id="{B2D8841E-2BBB-4F8C-885F-DC3E6E54DB9F}"/>
                </a:ext>
              </a:extLst>
            </p:cNvPr>
            <p:cNvCxnSpPr>
              <a:cxnSpLocks/>
              <a:stCxn id="48" idx="0"/>
              <a:endCxn id="47" idx="2"/>
            </p:cNvCxnSpPr>
            <p:nvPr/>
          </p:nvCxnSpPr>
          <p:spPr>
            <a:xfrm flipV="1">
              <a:off x="6808123" y="4538449"/>
              <a:ext cx="488496" cy="4550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76AF1E9-968E-4656-9851-CE34829736CA}"/>
                </a:ext>
              </a:extLst>
            </p:cNvPr>
            <p:cNvCxnSpPr>
              <a:stCxn id="46" idx="0"/>
              <a:endCxn id="47" idx="2"/>
            </p:cNvCxnSpPr>
            <p:nvPr/>
          </p:nvCxnSpPr>
          <p:spPr>
            <a:xfrm flipH="1" flipV="1">
              <a:off x="7296619" y="4538449"/>
              <a:ext cx="789760" cy="4452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043AB7D3-7EAD-42CD-B9B8-3D9D943733EC}"/>
                </a:ext>
              </a:extLst>
            </p:cNvPr>
            <p:cNvCxnSpPr>
              <a:stCxn id="47" idx="0"/>
              <a:endCxn id="49" idx="2"/>
            </p:cNvCxnSpPr>
            <p:nvPr/>
          </p:nvCxnSpPr>
          <p:spPr>
            <a:xfrm flipV="1">
              <a:off x="7296619" y="3429000"/>
              <a:ext cx="927712" cy="7937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EF943F7-D5F0-4B19-8AC8-0EE618E68DDF}"/>
                </a:ext>
              </a:extLst>
            </p:cNvPr>
            <p:cNvCxnSpPr>
              <a:stCxn id="49" idx="2"/>
              <a:endCxn id="50" idx="0"/>
            </p:cNvCxnSpPr>
            <p:nvPr/>
          </p:nvCxnSpPr>
          <p:spPr>
            <a:xfrm>
              <a:off x="8224331" y="3429000"/>
              <a:ext cx="1520031" cy="7103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96458005-0276-4661-BDC6-DB67BCDF8744}"/>
                </a:ext>
              </a:extLst>
            </p:cNvPr>
            <p:cNvCxnSpPr>
              <a:stCxn id="52" idx="0"/>
              <a:endCxn id="50" idx="2"/>
            </p:cNvCxnSpPr>
            <p:nvPr/>
          </p:nvCxnSpPr>
          <p:spPr>
            <a:xfrm flipV="1">
              <a:off x="9575541" y="4454956"/>
              <a:ext cx="168821" cy="647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C730B6F6-0BFB-4140-BBFC-7EE1258A6DF0}"/>
                </a:ext>
              </a:extLst>
            </p:cNvPr>
            <p:cNvCxnSpPr>
              <a:stCxn id="53" idx="0"/>
              <a:endCxn id="50" idx="2"/>
            </p:cNvCxnSpPr>
            <p:nvPr/>
          </p:nvCxnSpPr>
          <p:spPr>
            <a:xfrm flipH="1" flipV="1">
              <a:off x="9744362" y="4454956"/>
              <a:ext cx="927235" cy="7502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920088E-9BBB-4148-96B4-7A9EB499AED5}"/>
                </a:ext>
              </a:extLst>
            </p:cNvPr>
            <p:cNvCxnSpPr>
              <a:stCxn id="51" idx="0"/>
              <a:endCxn id="49" idx="2"/>
            </p:cNvCxnSpPr>
            <p:nvPr/>
          </p:nvCxnSpPr>
          <p:spPr>
            <a:xfrm flipH="1" flipV="1">
              <a:off x="8224331" y="3429000"/>
              <a:ext cx="362734" cy="7336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56">
              <a:extLst>
                <a:ext uri="{FF2B5EF4-FFF2-40B4-BE49-F238E27FC236}">
                  <a16:creationId xmlns:a16="http://schemas.microsoft.com/office/drawing/2014/main" id="{475487EC-97BE-4938-9EEB-F646E53C64AB}"/>
                </a:ext>
              </a:extLst>
            </p:cNvPr>
            <p:cNvSpPr txBox="1"/>
            <p:nvPr/>
          </p:nvSpPr>
          <p:spPr>
            <a:xfrm>
              <a:off x="10936362" y="5020529"/>
              <a:ext cx="60952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H2</a:t>
              </a:r>
              <a:endParaRPr lang="zh-CN" altLang="en-US" dirty="0"/>
            </a:p>
          </p:txBody>
        </p:sp>
        <p:sp>
          <p:nvSpPr>
            <p:cNvPr id="76" name="文本框 56">
              <a:extLst>
                <a:ext uri="{FF2B5EF4-FFF2-40B4-BE49-F238E27FC236}">
                  <a16:creationId xmlns:a16="http://schemas.microsoft.com/office/drawing/2014/main" id="{06FCF46F-53E7-46A8-B540-B345EDBCF50C}"/>
                </a:ext>
              </a:extLst>
            </p:cNvPr>
            <p:cNvSpPr txBox="1"/>
            <p:nvPr/>
          </p:nvSpPr>
          <p:spPr>
            <a:xfrm flipH="1">
              <a:off x="5975810" y="5075914"/>
              <a:ext cx="708338"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H1</a:t>
              </a:r>
              <a:endParaRPr lang="zh-CN" altLang="en-US" dirty="0"/>
            </a:p>
          </p:txBody>
        </p:sp>
        <p:sp>
          <p:nvSpPr>
            <p:cNvPr id="148" name="文本框 70">
              <a:extLst>
                <a:ext uri="{FF2B5EF4-FFF2-40B4-BE49-F238E27FC236}">
                  <a16:creationId xmlns:a16="http://schemas.microsoft.com/office/drawing/2014/main" id="{9531AC7C-14AA-4255-A5FA-FF1D39EAB47B}"/>
                </a:ext>
              </a:extLst>
            </p:cNvPr>
            <p:cNvSpPr txBox="1"/>
            <p:nvPr/>
          </p:nvSpPr>
          <p:spPr>
            <a:xfrm>
              <a:off x="4839957" y="4598587"/>
              <a:ext cx="1618624"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sp>
          <p:nvSpPr>
            <p:cNvPr id="149" name="文本框 70">
              <a:extLst>
                <a:ext uri="{FF2B5EF4-FFF2-40B4-BE49-F238E27FC236}">
                  <a16:creationId xmlns:a16="http://schemas.microsoft.com/office/drawing/2014/main" id="{DF599C41-8E54-40A6-86BF-B40422F81659}"/>
                </a:ext>
              </a:extLst>
            </p:cNvPr>
            <p:cNvSpPr txBox="1"/>
            <p:nvPr/>
          </p:nvSpPr>
          <p:spPr>
            <a:xfrm>
              <a:off x="10305679" y="4413921"/>
              <a:ext cx="1618624"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grpSp>
    </p:spTree>
    <p:extLst>
      <p:ext uri="{BB962C8B-B14F-4D97-AF65-F5344CB8AC3E}">
        <p14:creationId xmlns:p14="http://schemas.microsoft.com/office/powerpoint/2010/main" val="783061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E09220ED-49F7-F279-EB1F-D1D26147E022}"/>
              </a:ext>
            </a:extLst>
          </p:cNvPr>
          <p:cNvSpPr/>
          <p:nvPr/>
        </p:nvSpPr>
        <p:spPr>
          <a:xfrm>
            <a:off x="2894215" y="6102869"/>
            <a:ext cx="1186010" cy="640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5C236D3-95E3-4A10-8AF0-51E91497F110}"/>
              </a:ext>
            </a:extLst>
          </p:cNvPr>
          <p:cNvSpPr>
            <a:spLocks noGrp="1"/>
          </p:cNvSpPr>
          <p:nvPr>
            <p:ph type="title"/>
          </p:nvPr>
        </p:nvSpPr>
        <p:spPr/>
        <p:txBody>
          <a:bodyPr/>
          <a:lstStyle/>
          <a:p>
            <a:r>
              <a:rPr lang="zh-CN" altLang="en-US" dirty="0"/>
              <a:t>网桥的基本工作原理</a:t>
            </a:r>
          </a:p>
        </p:txBody>
      </p:sp>
      <p:sp>
        <p:nvSpPr>
          <p:cNvPr id="3" name="内容占位符 2">
            <a:extLst>
              <a:ext uri="{FF2B5EF4-FFF2-40B4-BE49-F238E27FC236}">
                <a16:creationId xmlns:a16="http://schemas.microsoft.com/office/drawing/2014/main" id="{9334619C-2781-4D75-85EB-8B6F8C539F69}"/>
              </a:ext>
            </a:extLst>
          </p:cNvPr>
          <p:cNvSpPr>
            <a:spLocks noGrp="1"/>
          </p:cNvSpPr>
          <p:nvPr>
            <p:ph idx="1"/>
          </p:nvPr>
        </p:nvSpPr>
        <p:spPr>
          <a:xfrm>
            <a:off x="442913" y="728663"/>
            <a:ext cx="11289710" cy="2947557"/>
          </a:xfrm>
        </p:spPr>
        <p:txBody>
          <a:bodyPr/>
          <a:lstStyle/>
          <a:p>
            <a:pPr marL="0" indent="0">
              <a:lnSpc>
                <a:spcPct val="100000"/>
              </a:lnSpc>
              <a:buNone/>
            </a:pPr>
            <a:r>
              <a:rPr lang="zh-CN" altLang="en-US" dirty="0"/>
              <a:t>网桥维护一个转发表：节点（</a:t>
            </a:r>
            <a:r>
              <a:rPr lang="en-US" altLang="zh-CN" dirty="0"/>
              <a:t>MAC</a:t>
            </a:r>
            <a:r>
              <a:rPr lang="zh-CN" altLang="en-US" dirty="0"/>
              <a:t>地址），哪个端口（端口号）， 生命期</a:t>
            </a:r>
            <a:r>
              <a:rPr lang="en-US" altLang="zh-CN" dirty="0"/>
              <a:t>(TTL)</a:t>
            </a:r>
          </a:p>
          <a:p>
            <a:pPr>
              <a:lnSpc>
                <a:spcPct val="100000"/>
              </a:lnSpc>
            </a:pPr>
            <a:r>
              <a:rPr lang="zh-CN" altLang="en-US" dirty="0"/>
              <a:t>自学习：基于收到帧的</a:t>
            </a:r>
            <a:r>
              <a:rPr lang="zh-CN" altLang="en-US" b="1" dirty="0">
                <a:solidFill>
                  <a:srgbClr val="FF0000"/>
                </a:solidFill>
              </a:rPr>
              <a:t>源地址</a:t>
            </a:r>
            <a:r>
              <a:rPr lang="zh-CN" altLang="en-US" dirty="0"/>
              <a:t>了解到节点可通过该端口到达</a:t>
            </a:r>
            <a:endParaRPr lang="en-US" altLang="zh-CN" dirty="0"/>
          </a:p>
          <a:p>
            <a:pPr>
              <a:lnSpc>
                <a:spcPct val="100000"/>
              </a:lnSpc>
            </a:pPr>
            <a:r>
              <a:rPr lang="zh-CN" altLang="en-US" dirty="0"/>
              <a:t>扩散：如果收到帧的</a:t>
            </a:r>
            <a:r>
              <a:rPr lang="zh-CN" altLang="en-US" b="1" dirty="0">
                <a:solidFill>
                  <a:srgbClr val="FF0000"/>
                </a:solidFill>
              </a:rPr>
              <a:t>目的地址</a:t>
            </a:r>
            <a:r>
              <a:rPr lang="zh-CN" altLang="en-US" dirty="0"/>
              <a:t>在转发表中找不到，则进行</a:t>
            </a:r>
            <a:r>
              <a:rPr lang="zh-CN" altLang="en-US" b="1" dirty="0">
                <a:solidFill>
                  <a:srgbClr val="FF0000"/>
                </a:solidFill>
              </a:rPr>
              <a:t>扩散，</a:t>
            </a:r>
            <a:r>
              <a:rPr lang="zh-CN" altLang="en-US" dirty="0"/>
              <a:t>到来端口外的所有其他端口转发</a:t>
            </a:r>
            <a:endParaRPr lang="en-US" altLang="zh-CN" dirty="0"/>
          </a:p>
          <a:p>
            <a:pPr>
              <a:lnSpc>
                <a:spcPct val="100000"/>
              </a:lnSpc>
            </a:pPr>
            <a:r>
              <a:rPr lang="zh-CN" altLang="en-US" dirty="0"/>
              <a:t>过滤：如果</a:t>
            </a:r>
            <a:r>
              <a:rPr lang="zh-CN" altLang="en-US" b="1" dirty="0">
                <a:solidFill>
                  <a:srgbClr val="FF0000"/>
                </a:solidFill>
              </a:rPr>
              <a:t>目的地址</a:t>
            </a:r>
            <a:r>
              <a:rPr lang="zh-CN" altLang="en-US" dirty="0"/>
              <a:t>所在的端口与到来端口相同，则（</a:t>
            </a:r>
            <a:r>
              <a:rPr lang="zh-CN" altLang="en-US" b="1" dirty="0">
                <a:solidFill>
                  <a:srgbClr val="FF0000"/>
                </a:solidFill>
              </a:rPr>
              <a:t>过滤</a:t>
            </a:r>
            <a:r>
              <a:rPr lang="zh-CN" altLang="en-US" dirty="0"/>
              <a:t>）不转发</a:t>
            </a:r>
            <a:endParaRPr lang="en-US" altLang="zh-CN" dirty="0"/>
          </a:p>
          <a:p>
            <a:pPr>
              <a:lnSpc>
                <a:spcPct val="100000"/>
              </a:lnSpc>
            </a:pPr>
            <a:r>
              <a:rPr lang="zh-CN" altLang="en-US" dirty="0"/>
              <a:t>转发：如果目的地址所在端口与到来端口不同，</a:t>
            </a:r>
            <a:r>
              <a:rPr lang="zh-CN" altLang="en-US" b="1" dirty="0">
                <a:solidFill>
                  <a:srgbClr val="FF0000"/>
                </a:solidFill>
              </a:rPr>
              <a:t>转发</a:t>
            </a:r>
            <a:r>
              <a:rPr lang="zh-CN" altLang="en-US" dirty="0"/>
              <a:t>到</a:t>
            </a:r>
            <a:r>
              <a:rPr lang="zh-CN" altLang="en-US" b="1" dirty="0">
                <a:solidFill>
                  <a:srgbClr val="FF0000"/>
                </a:solidFill>
              </a:rPr>
              <a:t>目的地址</a:t>
            </a:r>
            <a:r>
              <a:rPr lang="zh-CN" altLang="en-US" dirty="0"/>
              <a:t>所在的端口上</a:t>
            </a:r>
            <a:endParaRPr lang="en-US" altLang="zh-CN" dirty="0"/>
          </a:p>
          <a:p>
            <a:pPr>
              <a:lnSpc>
                <a:spcPct val="100000"/>
              </a:lnSpc>
            </a:pPr>
            <a:r>
              <a:rPr lang="zh-CN" altLang="en-US" dirty="0"/>
              <a:t>超时：转发表项超时时，从转发表中移走</a:t>
            </a:r>
          </a:p>
        </p:txBody>
      </p:sp>
      <p:grpSp>
        <p:nvGrpSpPr>
          <p:cNvPr id="46" name="组合 45">
            <a:extLst>
              <a:ext uri="{FF2B5EF4-FFF2-40B4-BE49-F238E27FC236}">
                <a16:creationId xmlns:a16="http://schemas.microsoft.com/office/drawing/2014/main" id="{08AAA88B-6E9F-529C-3600-3815C74A3910}"/>
              </a:ext>
            </a:extLst>
          </p:cNvPr>
          <p:cNvGrpSpPr/>
          <p:nvPr/>
        </p:nvGrpSpPr>
        <p:grpSpPr>
          <a:xfrm>
            <a:off x="1123646" y="2825077"/>
            <a:ext cx="11068354" cy="3991966"/>
            <a:chOff x="1123645" y="2825077"/>
            <a:chExt cx="11068354" cy="3991966"/>
          </a:xfrm>
        </p:grpSpPr>
        <p:pic>
          <p:nvPicPr>
            <p:cNvPr id="4" name="图片 3">
              <a:extLst>
                <a:ext uri="{FF2B5EF4-FFF2-40B4-BE49-F238E27FC236}">
                  <a16:creationId xmlns:a16="http://schemas.microsoft.com/office/drawing/2014/main" id="{F7BFF8B4-3EB4-4200-902C-F792BA6DD02C}"/>
                </a:ext>
              </a:extLst>
            </p:cNvPr>
            <p:cNvPicPr>
              <a:picLocks noChangeAspect="1"/>
            </p:cNvPicPr>
            <p:nvPr/>
          </p:nvPicPr>
          <p:blipFill>
            <a:blip r:embed="rId3"/>
            <a:stretch>
              <a:fillRect/>
            </a:stretch>
          </p:blipFill>
          <p:spPr>
            <a:xfrm>
              <a:off x="5546364" y="5804882"/>
              <a:ext cx="524792" cy="435930"/>
            </a:xfrm>
            <a:prstGeom prst="rect">
              <a:avLst/>
            </a:prstGeom>
          </p:spPr>
        </p:pic>
        <p:pic>
          <p:nvPicPr>
            <p:cNvPr id="5" name="图片 4">
              <a:extLst>
                <a:ext uri="{FF2B5EF4-FFF2-40B4-BE49-F238E27FC236}">
                  <a16:creationId xmlns:a16="http://schemas.microsoft.com/office/drawing/2014/main" id="{E8C32872-B81A-4004-AD95-27C91055B6AE}"/>
                </a:ext>
              </a:extLst>
            </p:cNvPr>
            <p:cNvPicPr>
              <a:picLocks noChangeAspect="1"/>
            </p:cNvPicPr>
            <p:nvPr/>
          </p:nvPicPr>
          <p:blipFill>
            <a:blip r:embed="rId4"/>
            <a:stretch>
              <a:fillRect/>
            </a:stretch>
          </p:blipFill>
          <p:spPr>
            <a:xfrm>
              <a:off x="4946327" y="4644374"/>
              <a:ext cx="862433" cy="315654"/>
            </a:xfrm>
            <a:prstGeom prst="rect">
              <a:avLst/>
            </a:prstGeom>
          </p:spPr>
        </p:pic>
        <p:pic>
          <p:nvPicPr>
            <p:cNvPr id="6" name="图片 5">
              <a:extLst>
                <a:ext uri="{FF2B5EF4-FFF2-40B4-BE49-F238E27FC236}">
                  <a16:creationId xmlns:a16="http://schemas.microsoft.com/office/drawing/2014/main" id="{35B5A2EA-A6F5-494D-A2CF-D6D393DCDB15}"/>
                </a:ext>
              </a:extLst>
            </p:cNvPr>
            <p:cNvPicPr>
              <a:picLocks noChangeAspect="1"/>
            </p:cNvPicPr>
            <p:nvPr/>
          </p:nvPicPr>
          <p:blipFill>
            <a:blip r:embed="rId3"/>
            <a:stretch>
              <a:fillRect/>
            </a:stretch>
          </p:blipFill>
          <p:spPr>
            <a:xfrm>
              <a:off x="4195612" y="5752058"/>
              <a:ext cx="524792" cy="435930"/>
            </a:xfrm>
            <a:prstGeom prst="rect">
              <a:avLst/>
            </a:prstGeom>
          </p:spPr>
        </p:pic>
        <p:pic>
          <p:nvPicPr>
            <p:cNvPr id="7" name="图片 6">
              <a:extLst>
                <a:ext uri="{FF2B5EF4-FFF2-40B4-BE49-F238E27FC236}">
                  <a16:creationId xmlns:a16="http://schemas.microsoft.com/office/drawing/2014/main" id="{65528830-F297-4EF3-A0AA-E3FE0DFEBDCB}"/>
                </a:ext>
              </a:extLst>
            </p:cNvPr>
            <p:cNvPicPr>
              <a:picLocks noChangeAspect="1"/>
            </p:cNvPicPr>
            <p:nvPr/>
          </p:nvPicPr>
          <p:blipFill>
            <a:blip r:embed="rId4"/>
            <a:stretch>
              <a:fillRect/>
            </a:stretch>
          </p:blipFill>
          <p:spPr>
            <a:xfrm>
              <a:off x="7132169" y="3074432"/>
              <a:ext cx="862433" cy="315654"/>
            </a:xfrm>
            <a:prstGeom prst="rect">
              <a:avLst/>
            </a:prstGeom>
          </p:spPr>
        </p:pic>
        <p:pic>
          <p:nvPicPr>
            <p:cNvPr id="8" name="图片 7">
              <a:extLst>
                <a:ext uri="{FF2B5EF4-FFF2-40B4-BE49-F238E27FC236}">
                  <a16:creationId xmlns:a16="http://schemas.microsoft.com/office/drawing/2014/main" id="{E5903E94-2AE1-4F87-9CC9-019A9E1AD6F1}"/>
                </a:ext>
              </a:extLst>
            </p:cNvPr>
            <p:cNvPicPr>
              <a:picLocks noChangeAspect="1"/>
            </p:cNvPicPr>
            <p:nvPr/>
          </p:nvPicPr>
          <p:blipFill>
            <a:blip r:embed="rId4"/>
            <a:stretch>
              <a:fillRect/>
            </a:stretch>
          </p:blipFill>
          <p:spPr>
            <a:xfrm>
              <a:off x="8978021" y="4644374"/>
              <a:ext cx="862433" cy="315654"/>
            </a:xfrm>
            <a:prstGeom prst="rect">
              <a:avLst/>
            </a:prstGeom>
          </p:spPr>
        </p:pic>
        <p:pic>
          <p:nvPicPr>
            <p:cNvPr id="9" name="图片 8">
              <a:extLst>
                <a:ext uri="{FF2B5EF4-FFF2-40B4-BE49-F238E27FC236}">
                  <a16:creationId xmlns:a16="http://schemas.microsoft.com/office/drawing/2014/main" id="{EE042317-FC7E-4658-9FB8-9EA251DF4597}"/>
                </a:ext>
              </a:extLst>
            </p:cNvPr>
            <p:cNvPicPr>
              <a:picLocks noChangeAspect="1"/>
            </p:cNvPicPr>
            <p:nvPr/>
          </p:nvPicPr>
          <p:blipFill>
            <a:blip r:embed="rId3"/>
            <a:stretch>
              <a:fillRect/>
            </a:stretch>
          </p:blipFill>
          <p:spPr>
            <a:xfrm>
              <a:off x="7462510" y="5390445"/>
              <a:ext cx="524792" cy="435930"/>
            </a:xfrm>
            <a:prstGeom prst="rect">
              <a:avLst/>
            </a:prstGeom>
          </p:spPr>
        </p:pic>
        <p:pic>
          <p:nvPicPr>
            <p:cNvPr id="10" name="图片 9">
              <a:extLst>
                <a:ext uri="{FF2B5EF4-FFF2-40B4-BE49-F238E27FC236}">
                  <a16:creationId xmlns:a16="http://schemas.microsoft.com/office/drawing/2014/main" id="{B0D74C3E-F3A3-4DCC-A4FE-6BD9F8146B28}"/>
                </a:ext>
              </a:extLst>
            </p:cNvPr>
            <p:cNvPicPr>
              <a:picLocks noChangeAspect="1"/>
            </p:cNvPicPr>
            <p:nvPr/>
          </p:nvPicPr>
          <p:blipFill>
            <a:blip r:embed="rId3"/>
            <a:stretch>
              <a:fillRect/>
            </a:stretch>
          </p:blipFill>
          <p:spPr>
            <a:xfrm>
              <a:off x="8151155" y="5826375"/>
              <a:ext cx="524792" cy="435930"/>
            </a:xfrm>
            <a:prstGeom prst="rect">
              <a:avLst/>
            </a:prstGeom>
          </p:spPr>
        </p:pic>
        <p:pic>
          <p:nvPicPr>
            <p:cNvPr id="11" name="图片 10">
              <a:extLst>
                <a:ext uri="{FF2B5EF4-FFF2-40B4-BE49-F238E27FC236}">
                  <a16:creationId xmlns:a16="http://schemas.microsoft.com/office/drawing/2014/main" id="{42F8E7FB-0F2E-48E1-8C15-50E67C24AD56}"/>
                </a:ext>
              </a:extLst>
            </p:cNvPr>
            <p:cNvPicPr>
              <a:picLocks noChangeAspect="1"/>
            </p:cNvPicPr>
            <p:nvPr/>
          </p:nvPicPr>
          <p:blipFill>
            <a:blip r:embed="rId3"/>
            <a:stretch>
              <a:fillRect/>
            </a:stretch>
          </p:blipFill>
          <p:spPr>
            <a:xfrm>
              <a:off x="9798228" y="5896143"/>
              <a:ext cx="524792" cy="435930"/>
            </a:xfrm>
            <a:prstGeom prst="rect">
              <a:avLst/>
            </a:prstGeom>
          </p:spPr>
        </p:pic>
        <p:cxnSp>
          <p:nvCxnSpPr>
            <p:cNvPr id="12" name="直接连接符 11">
              <a:extLst>
                <a:ext uri="{FF2B5EF4-FFF2-40B4-BE49-F238E27FC236}">
                  <a16:creationId xmlns:a16="http://schemas.microsoft.com/office/drawing/2014/main" id="{7357C5A1-B222-4DFB-BEB5-C73DFBDB7FF7}"/>
                </a:ext>
              </a:extLst>
            </p:cNvPr>
            <p:cNvCxnSpPr>
              <a:stCxn id="6" idx="0"/>
              <a:endCxn id="5" idx="2"/>
            </p:cNvCxnSpPr>
            <p:nvPr/>
          </p:nvCxnSpPr>
          <p:spPr>
            <a:xfrm flipV="1">
              <a:off x="4458008" y="4960028"/>
              <a:ext cx="919536" cy="792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6E4A627-E281-44CE-9C5B-A90E5E2EC93E}"/>
                </a:ext>
              </a:extLst>
            </p:cNvPr>
            <p:cNvCxnSpPr>
              <a:stCxn id="4" idx="0"/>
              <a:endCxn id="5" idx="2"/>
            </p:cNvCxnSpPr>
            <p:nvPr/>
          </p:nvCxnSpPr>
          <p:spPr>
            <a:xfrm flipH="1" flipV="1">
              <a:off x="5377544" y="4960028"/>
              <a:ext cx="431216" cy="8448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0725714-37E3-4932-9912-B1D75020A506}"/>
                </a:ext>
              </a:extLst>
            </p:cNvPr>
            <p:cNvCxnSpPr>
              <a:stCxn id="5" idx="0"/>
              <a:endCxn id="7" idx="2"/>
            </p:cNvCxnSpPr>
            <p:nvPr/>
          </p:nvCxnSpPr>
          <p:spPr>
            <a:xfrm flipV="1">
              <a:off x="5377544" y="3390086"/>
              <a:ext cx="2185842" cy="12542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E6E8F16-784E-445E-A8DE-F8FB9505DE8E}"/>
                </a:ext>
              </a:extLst>
            </p:cNvPr>
            <p:cNvCxnSpPr>
              <a:stCxn id="7" idx="2"/>
              <a:endCxn id="8" idx="0"/>
            </p:cNvCxnSpPr>
            <p:nvPr/>
          </p:nvCxnSpPr>
          <p:spPr>
            <a:xfrm>
              <a:off x="7563386" y="3390086"/>
              <a:ext cx="1845852" cy="12542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1F8EB51-9535-42E2-8E03-2F4C58EB8ECF}"/>
                </a:ext>
              </a:extLst>
            </p:cNvPr>
            <p:cNvCxnSpPr>
              <a:stCxn id="10" idx="0"/>
              <a:endCxn id="8" idx="2"/>
            </p:cNvCxnSpPr>
            <p:nvPr/>
          </p:nvCxnSpPr>
          <p:spPr>
            <a:xfrm flipV="1">
              <a:off x="8413551" y="4960028"/>
              <a:ext cx="995687" cy="8663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2EDD3E0-6FBF-4D1B-BDD3-66179AB76D60}"/>
                </a:ext>
              </a:extLst>
            </p:cNvPr>
            <p:cNvCxnSpPr>
              <a:stCxn id="11" idx="0"/>
              <a:endCxn id="8" idx="2"/>
            </p:cNvCxnSpPr>
            <p:nvPr/>
          </p:nvCxnSpPr>
          <p:spPr>
            <a:xfrm flipH="1" flipV="1">
              <a:off x="9409238" y="4960028"/>
              <a:ext cx="651386" cy="9361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9353F60-6548-4847-8D84-F79E2A3F355C}"/>
                </a:ext>
              </a:extLst>
            </p:cNvPr>
            <p:cNvCxnSpPr>
              <a:cxnSpLocks/>
              <a:stCxn id="55" idx="0"/>
              <a:endCxn id="7" idx="2"/>
            </p:cNvCxnSpPr>
            <p:nvPr/>
          </p:nvCxnSpPr>
          <p:spPr>
            <a:xfrm flipV="1">
              <a:off x="7363945" y="3390086"/>
              <a:ext cx="199441" cy="845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table">
              <a:extLst>
                <a:ext uri="{FF2B5EF4-FFF2-40B4-BE49-F238E27FC236}">
                  <a16:creationId xmlns:a16="http://schemas.microsoft.com/office/drawing/2014/main" id="{1BFF02DC-D756-4510-90A0-08656EB7055C}"/>
                </a:ext>
              </a:extLst>
            </p:cNvPr>
            <p:cNvPicPr>
              <a:picLocks noChangeAspect="1"/>
            </p:cNvPicPr>
            <p:nvPr/>
          </p:nvPicPr>
          <p:blipFill>
            <a:blip r:embed="rId5"/>
            <a:stretch>
              <a:fillRect/>
            </a:stretch>
          </p:blipFill>
          <p:spPr>
            <a:xfrm>
              <a:off x="2889742" y="6075363"/>
              <a:ext cx="1186010" cy="741680"/>
            </a:xfrm>
            <a:prstGeom prst="rect">
              <a:avLst/>
            </a:prstGeom>
          </p:spPr>
        </p:pic>
        <p:pic>
          <p:nvPicPr>
            <p:cNvPr id="20" name="table">
              <a:extLst>
                <a:ext uri="{FF2B5EF4-FFF2-40B4-BE49-F238E27FC236}">
                  <a16:creationId xmlns:a16="http://schemas.microsoft.com/office/drawing/2014/main" id="{A9D3923F-E761-49A2-9E01-A02F367E2250}"/>
                </a:ext>
              </a:extLst>
            </p:cNvPr>
            <p:cNvPicPr>
              <a:picLocks noChangeAspect="1"/>
            </p:cNvPicPr>
            <p:nvPr/>
          </p:nvPicPr>
          <p:blipFill>
            <a:blip r:embed="rId6"/>
            <a:stretch>
              <a:fillRect/>
            </a:stretch>
          </p:blipFill>
          <p:spPr>
            <a:xfrm>
              <a:off x="3524963" y="3370162"/>
              <a:ext cx="2224206" cy="1112520"/>
            </a:xfrm>
            <a:prstGeom prst="rect">
              <a:avLst/>
            </a:prstGeom>
          </p:spPr>
        </p:pic>
        <p:pic>
          <p:nvPicPr>
            <p:cNvPr id="21" name="table">
              <a:extLst>
                <a:ext uri="{FF2B5EF4-FFF2-40B4-BE49-F238E27FC236}">
                  <a16:creationId xmlns:a16="http://schemas.microsoft.com/office/drawing/2014/main" id="{128F64CB-01D2-49CA-86F8-5D23D84E1329}"/>
                </a:ext>
              </a:extLst>
            </p:cNvPr>
            <p:cNvPicPr>
              <a:picLocks noChangeAspect="1"/>
            </p:cNvPicPr>
            <p:nvPr/>
          </p:nvPicPr>
          <p:blipFill>
            <a:blip r:embed="rId7"/>
            <a:stretch>
              <a:fillRect/>
            </a:stretch>
          </p:blipFill>
          <p:spPr>
            <a:xfrm>
              <a:off x="10823135" y="5670906"/>
              <a:ext cx="1186010" cy="741680"/>
            </a:xfrm>
            <a:prstGeom prst="rect">
              <a:avLst/>
            </a:prstGeom>
          </p:spPr>
        </p:pic>
        <p:cxnSp>
          <p:nvCxnSpPr>
            <p:cNvPr id="22" name="直接箭头连接符 21">
              <a:extLst>
                <a:ext uri="{FF2B5EF4-FFF2-40B4-BE49-F238E27FC236}">
                  <a16:creationId xmlns:a16="http://schemas.microsoft.com/office/drawing/2014/main" id="{A468A623-9200-4D17-BC08-FAB65FDB6C06}"/>
                </a:ext>
              </a:extLst>
            </p:cNvPr>
            <p:cNvCxnSpPr/>
            <p:nvPr/>
          </p:nvCxnSpPr>
          <p:spPr>
            <a:xfrm flipV="1">
              <a:off x="3670722" y="3534518"/>
              <a:ext cx="1" cy="86663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上弧形箭头 24">
              <a:extLst>
                <a:ext uri="{FF2B5EF4-FFF2-40B4-BE49-F238E27FC236}">
                  <a16:creationId xmlns:a16="http://schemas.microsoft.com/office/drawing/2014/main" id="{15E973BC-3000-49B2-850B-6FF4CE400DFB}"/>
                </a:ext>
              </a:extLst>
            </p:cNvPr>
            <p:cNvSpPr/>
            <p:nvPr/>
          </p:nvSpPr>
          <p:spPr>
            <a:xfrm>
              <a:off x="3771544" y="3243743"/>
              <a:ext cx="1605999" cy="290775"/>
            </a:xfrm>
            <a:prstGeom prst="curved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cxnSp>
          <p:nvCxnSpPr>
            <p:cNvPr id="24" name="直接箭头连接符 23">
              <a:extLst>
                <a:ext uri="{FF2B5EF4-FFF2-40B4-BE49-F238E27FC236}">
                  <a16:creationId xmlns:a16="http://schemas.microsoft.com/office/drawing/2014/main" id="{D5FB1423-268B-40CA-A621-EFA94E64430B}"/>
                </a:ext>
              </a:extLst>
            </p:cNvPr>
            <p:cNvCxnSpPr/>
            <p:nvPr/>
          </p:nvCxnSpPr>
          <p:spPr>
            <a:xfrm>
              <a:off x="5648292" y="3675705"/>
              <a:ext cx="0" cy="80889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5" name="table">
              <a:extLst>
                <a:ext uri="{FF2B5EF4-FFF2-40B4-BE49-F238E27FC236}">
                  <a16:creationId xmlns:a16="http://schemas.microsoft.com/office/drawing/2014/main" id="{038AEEA2-0B46-4714-A11D-28AA5255AAEC}"/>
                </a:ext>
              </a:extLst>
            </p:cNvPr>
            <p:cNvPicPr>
              <a:picLocks noChangeAspect="1"/>
            </p:cNvPicPr>
            <p:nvPr/>
          </p:nvPicPr>
          <p:blipFill>
            <a:blip r:embed="rId8"/>
            <a:stretch>
              <a:fillRect/>
            </a:stretch>
          </p:blipFill>
          <p:spPr>
            <a:xfrm>
              <a:off x="8470852" y="2841619"/>
              <a:ext cx="1971309" cy="986024"/>
            </a:xfrm>
            <a:prstGeom prst="rect">
              <a:avLst/>
            </a:prstGeom>
          </p:spPr>
        </p:pic>
        <p:cxnSp>
          <p:nvCxnSpPr>
            <p:cNvPr id="26" name="直接箭头连接符 25">
              <a:extLst>
                <a:ext uri="{FF2B5EF4-FFF2-40B4-BE49-F238E27FC236}">
                  <a16:creationId xmlns:a16="http://schemas.microsoft.com/office/drawing/2014/main" id="{21275847-69BC-48B1-9758-4C6F3A19673A}"/>
                </a:ext>
              </a:extLst>
            </p:cNvPr>
            <p:cNvCxnSpPr>
              <a:cxnSpLocks/>
            </p:cNvCxnSpPr>
            <p:nvPr/>
          </p:nvCxnSpPr>
          <p:spPr>
            <a:xfrm flipV="1">
              <a:off x="8585430" y="3113833"/>
              <a:ext cx="0" cy="65128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上弧形箭头 28">
              <a:extLst>
                <a:ext uri="{FF2B5EF4-FFF2-40B4-BE49-F238E27FC236}">
                  <a16:creationId xmlns:a16="http://schemas.microsoft.com/office/drawing/2014/main" id="{E6DB9927-0BD2-4C27-8B80-08D5E7F01BB0}"/>
                </a:ext>
              </a:extLst>
            </p:cNvPr>
            <p:cNvSpPr/>
            <p:nvPr/>
          </p:nvSpPr>
          <p:spPr>
            <a:xfrm>
              <a:off x="8606731" y="2825077"/>
              <a:ext cx="1605999" cy="290775"/>
            </a:xfrm>
            <a:prstGeom prst="curved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cxnSp>
          <p:nvCxnSpPr>
            <p:cNvPr id="28" name="直接箭头连接符 27">
              <a:extLst>
                <a:ext uri="{FF2B5EF4-FFF2-40B4-BE49-F238E27FC236}">
                  <a16:creationId xmlns:a16="http://schemas.microsoft.com/office/drawing/2014/main" id="{0DC35BFA-93A3-4D38-B0E0-DFF532EDAB74}"/>
                </a:ext>
              </a:extLst>
            </p:cNvPr>
            <p:cNvCxnSpPr>
              <a:cxnSpLocks/>
            </p:cNvCxnSpPr>
            <p:nvPr/>
          </p:nvCxnSpPr>
          <p:spPr>
            <a:xfrm>
              <a:off x="10323020" y="3113833"/>
              <a:ext cx="8851" cy="61210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56">
              <a:extLst>
                <a:ext uri="{FF2B5EF4-FFF2-40B4-BE49-F238E27FC236}">
                  <a16:creationId xmlns:a16="http://schemas.microsoft.com/office/drawing/2014/main" id="{8A70270B-23A5-458C-A790-EAC4FD8D20AD}"/>
                </a:ext>
              </a:extLst>
            </p:cNvPr>
            <p:cNvSpPr txBox="1"/>
            <p:nvPr/>
          </p:nvSpPr>
          <p:spPr>
            <a:xfrm>
              <a:off x="4823232" y="4924858"/>
              <a:ext cx="275304"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a:t>
              </a:r>
              <a:endParaRPr lang="zh-CN" altLang="en-US" dirty="0"/>
            </a:p>
          </p:txBody>
        </p:sp>
        <p:sp>
          <p:nvSpPr>
            <p:cNvPr id="31" name="文本框 57">
              <a:extLst>
                <a:ext uri="{FF2B5EF4-FFF2-40B4-BE49-F238E27FC236}">
                  <a16:creationId xmlns:a16="http://schemas.microsoft.com/office/drawing/2014/main" id="{2354426E-8EF7-4654-9801-B2FB5955AA19}"/>
                </a:ext>
              </a:extLst>
            </p:cNvPr>
            <p:cNvSpPr txBox="1"/>
            <p:nvPr/>
          </p:nvSpPr>
          <p:spPr>
            <a:xfrm>
              <a:off x="5538340" y="4918993"/>
              <a:ext cx="275304"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a:t>
              </a:r>
              <a:endParaRPr lang="zh-CN" altLang="en-US" dirty="0"/>
            </a:p>
          </p:txBody>
        </p:sp>
        <p:sp>
          <p:nvSpPr>
            <p:cNvPr id="32" name="文本框 58">
              <a:extLst>
                <a:ext uri="{FF2B5EF4-FFF2-40B4-BE49-F238E27FC236}">
                  <a16:creationId xmlns:a16="http://schemas.microsoft.com/office/drawing/2014/main" id="{832A7861-3D28-4999-AFFF-988623E7CA1B}"/>
                </a:ext>
              </a:extLst>
            </p:cNvPr>
            <p:cNvSpPr txBox="1"/>
            <p:nvPr/>
          </p:nvSpPr>
          <p:spPr>
            <a:xfrm flipH="1">
              <a:off x="5778476" y="4268362"/>
              <a:ext cx="489342"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3</a:t>
              </a:r>
              <a:endParaRPr lang="zh-CN" altLang="en-US" dirty="0"/>
            </a:p>
          </p:txBody>
        </p:sp>
        <p:sp>
          <p:nvSpPr>
            <p:cNvPr id="33" name="文本框 56">
              <a:extLst>
                <a:ext uri="{FF2B5EF4-FFF2-40B4-BE49-F238E27FC236}">
                  <a16:creationId xmlns:a16="http://schemas.microsoft.com/office/drawing/2014/main" id="{123F9168-0BB8-41CA-A758-EBC66E5CCF8D}"/>
                </a:ext>
              </a:extLst>
            </p:cNvPr>
            <p:cNvSpPr txBox="1"/>
            <p:nvPr/>
          </p:nvSpPr>
          <p:spPr>
            <a:xfrm>
              <a:off x="10363654" y="5785357"/>
              <a:ext cx="60952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H2</a:t>
              </a:r>
              <a:endParaRPr lang="zh-CN" altLang="en-US" dirty="0"/>
            </a:p>
          </p:txBody>
        </p:sp>
        <p:sp>
          <p:nvSpPr>
            <p:cNvPr id="34" name="文本框 56">
              <a:extLst>
                <a:ext uri="{FF2B5EF4-FFF2-40B4-BE49-F238E27FC236}">
                  <a16:creationId xmlns:a16="http://schemas.microsoft.com/office/drawing/2014/main" id="{C3F40A96-8BE6-4DA4-AEF6-96EC69756793}"/>
                </a:ext>
              </a:extLst>
            </p:cNvPr>
            <p:cNvSpPr txBox="1"/>
            <p:nvPr/>
          </p:nvSpPr>
          <p:spPr>
            <a:xfrm>
              <a:off x="3459902" y="5567392"/>
              <a:ext cx="60952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H1</a:t>
              </a:r>
              <a:endParaRPr lang="zh-CN" altLang="en-US" dirty="0"/>
            </a:p>
          </p:txBody>
        </p:sp>
        <p:pic>
          <p:nvPicPr>
            <p:cNvPr id="35" name="table">
              <a:extLst>
                <a:ext uri="{FF2B5EF4-FFF2-40B4-BE49-F238E27FC236}">
                  <a16:creationId xmlns:a16="http://schemas.microsoft.com/office/drawing/2014/main" id="{500F4078-0D76-4CAA-B4C0-2CA1230D5221}"/>
                </a:ext>
              </a:extLst>
            </p:cNvPr>
            <p:cNvPicPr>
              <a:picLocks noChangeAspect="1"/>
            </p:cNvPicPr>
            <p:nvPr/>
          </p:nvPicPr>
          <p:blipFill>
            <a:blip r:embed="rId9"/>
            <a:stretch>
              <a:fillRect/>
            </a:stretch>
          </p:blipFill>
          <p:spPr>
            <a:xfrm>
              <a:off x="9967793" y="3955927"/>
              <a:ext cx="2224206" cy="1112520"/>
            </a:xfrm>
            <a:prstGeom prst="rect">
              <a:avLst/>
            </a:prstGeom>
          </p:spPr>
        </p:pic>
        <p:cxnSp>
          <p:nvCxnSpPr>
            <p:cNvPr id="36" name="直接箭头连接符 35">
              <a:extLst>
                <a:ext uri="{FF2B5EF4-FFF2-40B4-BE49-F238E27FC236}">
                  <a16:creationId xmlns:a16="http://schemas.microsoft.com/office/drawing/2014/main" id="{7C3A7799-AB29-4C89-9582-2EE2290332D1}"/>
                </a:ext>
              </a:extLst>
            </p:cNvPr>
            <p:cNvCxnSpPr/>
            <p:nvPr/>
          </p:nvCxnSpPr>
          <p:spPr>
            <a:xfrm flipV="1">
              <a:off x="10113552" y="4120283"/>
              <a:ext cx="1" cy="86663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上弧形箭头 38">
              <a:extLst>
                <a:ext uri="{FF2B5EF4-FFF2-40B4-BE49-F238E27FC236}">
                  <a16:creationId xmlns:a16="http://schemas.microsoft.com/office/drawing/2014/main" id="{85122DC3-3C46-4030-8955-6C5F88415A49}"/>
                </a:ext>
              </a:extLst>
            </p:cNvPr>
            <p:cNvSpPr/>
            <p:nvPr/>
          </p:nvSpPr>
          <p:spPr>
            <a:xfrm>
              <a:off x="10214374" y="3829508"/>
              <a:ext cx="1605999" cy="290775"/>
            </a:xfrm>
            <a:prstGeom prst="curved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cxnSp>
          <p:nvCxnSpPr>
            <p:cNvPr id="38" name="直接箭头连接符 37">
              <a:extLst>
                <a:ext uri="{FF2B5EF4-FFF2-40B4-BE49-F238E27FC236}">
                  <a16:creationId xmlns:a16="http://schemas.microsoft.com/office/drawing/2014/main" id="{EF615090-C9B9-4A2B-BAE2-CF6BA8B579AB}"/>
                </a:ext>
              </a:extLst>
            </p:cNvPr>
            <p:cNvCxnSpPr/>
            <p:nvPr/>
          </p:nvCxnSpPr>
          <p:spPr>
            <a:xfrm>
              <a:off x="12091122" y="4261470"/>
              <a:ext cx="0" cy="80889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C57E4972-CB3A-4455-B7B5-D393890FD134}"/>
                </a:ext>
              </a:extLst>
            </p:cNvPr>
            <p:cNvCxnSpPr/>
            <p:nvPr/>
          </p:nvCxnSpPr>
          <p:spPr>
            <a:xfrm flipV="1">
              <a:off x="10953761" y="5515516"/>
              <a:ext cx="1" cy="86663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70">
              <a:extLst>
                <a:ext uri="{FF2B5EF4-FFF2-40B4-BE49-F238E27FC236}">
                  <a16:creationId xmlns:a16="http://schemas.microsoft.com/office/drawing/2014/main" id="{D5397BC4-8398-4B05-9E29-A8818501E228}"/>
                </a:ext>
              </a:extLst>
            </p:cNvPr>
            <p:cNvSpPr txBox="1"/>
            <p:nvPr/>
          </p:nvSpPr>
          <p:spPr>
            <a:xfrm>
              <a:off x="1123645" y="6102869"/>
              <a:ext cx="1618624"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sp>
          <p:nvSpPr>
            <p:cNvPr id="41" name="文本框 71">
              <a:extLst>
                <a:ext uri="{FF2B5EF4-FFF2-40B4-BE49-F238E27FC236}">
                  <a16:creationId xmlns:a16="http://schemas.microsoft.com/office/drawing/2014/main" id="{3C3232CC-5FCF-4883-8342-7F009B1CCBDD}"/>
                </a:ext>
              </a:extLst>
            </p:cNvPr>
            <p:cNvSpPr txBox="1"/>
            <p:nvPr/>
          </p:nvSpPr>
          <p:spPr>
            <a:xfrm>
              <a:off x="3239249" y="4613670"/>
              <a:ext cx="1618624"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sp>
          <p:nvSpPr>
            <p:cNvPr id="42" name="文本框 72">
              <a:extLst>
                <a:ext uri="{FF2B5EF4-FFF2-40B4-BE49-F238E27FC236}">
                  <a16:creationId xmlns:a16="http://schemas.microsoft.com/office/drawing/2014/main" id="{54C50C9E-C531-496F-A803-F0911F4DDF38}"/>
                </a:ext>
              </a:extLst>
            </p:cNvPr>
            <p:cNvSpPr txBox="1"/>
            <p:nvPr/>
          </p:nvSpPr>
          <p:spPr>
            <a:xfrm>
              <a:off x="5830536" y="3423437"/>
              <a:ext cx="1542888"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sp>
          <p:nvSpPr>
            <p:cNvPr id="43" name="文本框 73">
              <a:extLst>
                <a:ext uri="{FF2B5EF4-FFF2-40B4-BE49-F238E27FC236}">
                  <a16:creationId xmlns:a16="http://schemas.microsoft.com/office/drawing/2014/main" id="{6C836794-0EAF-4BD3-A97F-E7D7A1FD8F95}"/>
                </a:ext>
              </a:extLst>
            </p:cNvPr>
            <p:cNvSpPr txBox="1"/>
            <p:nvPr/>
          </p:nvSpPr>
          <p:spPr>
            <a:xfrm>
              <a:off x="8055803" y="4076045"/>
              <a:ext cx="1618624"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sp>
          <p:nvSpPr>
            <p:cNvPr id="44" name="文本框 74">
              <a:extLst>
                <a:ext uri="{FF2B5EF4-FFF2-40B4-BE49-F238E27FC236}">
                  <a16:creationId xmlns:a16="http://schemas.microsoft.com/office/drawing/2014/main" id="{AA410A0E-9CD7-4CDB-811B-AC7951734AC4}"/>
                </a:ext>
              </a:extLst>
            </p:cNvPr>
            <p:cNvSpPr txBox="1"/>
            <p:nvPr/>
          </p:nvSpPr>
          <p:spPr>
            <a:xfrm>
              <a:off x="9065524" y="6373767"/>
              <a:ext cx="1618624" cy="369332"/>
            </a:xfrm>
            <a:prstGeom prst="rect">
              <a:avLst/>
            </a:prstGeom>
            <a:solidFill>
              <a:schemeClr val="accent4">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dirty="0"/>
                <a:t>H1</a:t>
              </a:r>
              <a:r>
                <a:rPr lang="en-US" altLang="zh-CN" dirty="0">
                  <a:sym typeface="Wingdings" panose="05000000000000000000" pitchFamily="2" charset="2"/>
                </a:rPr>
                <a:t>H2  Data</a:t>
              </a:r>
              <a:endParaRPr lang="zh-CN" altLang="en-US" dirty="0"/>
            </a:p>
          </p:txBody>
        </p:sp>
        <p:cxnSp>
          <p:nvCxnSpPr>
            <p:cNvPr id="45" name="直接箭头连接符 44">
              <a:extLst>
                <a:ext uri="{FF2B5EF4-FFF2-40B4-BE49-F238E27FC236}">
                  <a16:creationId xmlns:a16="http://schemas.microsoft.com/office/drawing/2014/main" id="{049F7CB9-D4B2-4A25-B253-39C9666D298A}"/>
                </a:ext>
              </a:extLst>
            </p:cNvPr>
            <p:cNvCxnSpPr/>
            <p:nvPr/>
          </p:nvCxnSpPr>
          <p:spPr>
            <a:xfrm>
              <a:off x="4009332" y="5918203"/>
              <a:ext cx="0" cy="80889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93661614-59CA-4DDB-B259-797AB523D7E8}"/>
                </a:ext>
              </a:extLst>
            </p:cNvPr>
            <p:cNvPicPr>
              <a:picLocks noChangeAspect="1"/>
            </p:cNvPicPr>
            <p:nvPr/>
          </p:nvPicPr>
          <p:blipFill>
            <a:blip r:embed="rId10"/>
            <a:stretch>
              <a:fillRect/>
            </a:stretch>
          </p:blipFill>
          <p:spPr>
            <a:xfrm>
              <a:off x="6887695" y="4235713"/>
              <a:ext cx="952500" cy="762000"/>
            </a:xfrm>
            <a:prstGeom prst="rect">
              <a:avLst/>
            </a:prstGeom>
          </p:spPr>
        </p:pic>
        <p:pic>
          <p:nvPicPr>
            <p:cNvPr id="56" name="图片 55">
              <a:extLst>
                <a:ext uri="{FF2B5EF4-FFF2-40B4-BE49-F238E27FC236}">
                  <a16:creationId xmlns:a16="http://schemas.microsoft.com/office/drawing/2014/main" id="{55C74E5D-0D73-4044-A192-7F4C2F8C8101}"/>
                </a:ext>
              </a:extLst>
            </p:cNvPr>
            <p:cNvPicPr>
              <a:picLocks noChangeAspect="1"/>
            </p:cNvPicPr>
            <p:nvPr/>
          </p:nvPicPr>
          <p:blipFill>
            <a:blip r:embed="rId3"/>
            <a:stretch>
              <a:fillRect/>
            </a:stretch>
          </p:blipFill>
          <p:spPr>
            <a:xfrm>
              <a:off x="6479913" y="5408894"/>
              <a:ext cx="524792" cy="435930"/>
            </a:xfrm>
            <a:prstGeom prst="rect">
              <a:avLst/>
            </a:prstGeom>
          </p:spPr>
        </p:pic>
        <p:cxnSp>
          <p:nvCxnSpPr>
            <p:cNvPr id="57" name="直接连接符 56">
              <a:extLst>
                <a:ext uri="{FF2B5EF4-FFF2-40B4-BE49-F238E27FC236}">
                  <a16:creationId xmlns:a16="http://schemas.microsoft.com/office/drawing/2014/main" id="{9255EC7F-C70E-431A-A84C-1174B6FED399}"/>
                </a:ext>
              </a:extLst>
            </p:cNvPr>
            <p:cNvCxnSpPr>
              <a:cxnSpLocks/>
              <a:stCxn id="56" idx="0"/>
            </p:cNvCxnSpPr>
            <p:nvPr/>
          </p:nvCxnSpPr>
          <p:spPr>
            <a:xfrm flipV="1">
              <a:off x="6742309" y="4459219"/>
              <a:ext cx="370504" cy="9496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ED12338-9B00-47C2-BEBA-6C4878A5842F}"/>
                </a:ext>
              </a:extLst>
            </p:cNvPr>
            <p:cNvCxnSpPr>
              <a:cxnSpLocks/>
              <a:stCxn id="9" idx="0"/>
            </p:cNvCxnSpPr>
            <p:nvPr/>
          </p:nvCxnSpPr>
          <p:spPr>
            <a:xfrm flipH="1" flipV="1">
              <a:off x="7643774" y="4482682"/>
              <a:ext cx="81132" cy="9077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1" name="表格 50">
            <a:extLst>
              <a:ext uri="{FF2B5EF4-FFF2-40B4-BE49-F238E27FC236}">
                <a16:creationId xmlns:a16="http://schemas.microsoft.com/office/drawing/2014/main" id="{F7E77BA1-B581-B7B4-AE43-FC97633D3A6B}"/>
              </a:ext>
            </a:extLst>
          </p:cNvPr>
          <p:cNvGraphicFramePr>
            <a:graphicFrameLocks noGrp="1"/>
          </p:cNvGraphicFramePr>
          <p:nvPr>
            <p:extLst>
              <p:ext uri="{D42A27DB-BD31-4B8C-83A1-F6EECF244321}">
                <p14:modId xmlns:p14="http://schemas.microsoft.com/office/powerpoint/2010/main" val="604878149"/>
              </p:ext>
            </p:extLst>
          </p:nvPr>
        </p:nvGraphicFramePr>
        <p:xfrm>
          <a:off x="319905" y="3490049"/>
          <a:ext cx="2662173" cy="1097280"/>
        </p:xfrm>
        <a:graphic>
          <a:graphicData uri="http://schemas.openxmlformats.org/drawingml/2006/table">
            <a:tbl>
              <a:tblPr firstRow="1" bandRow="1">
                <a:tableStyleId>{72833802-FEF1-4C79-8D5D-14CF1EAF98D9}</a:tableStyleId>
              </a:tblPr>
              <a:tblGrid>
                <a:gridCol w="887391">
                  <a:extLst>
                    <a:ext uri="{9D8B030D-6E8A-4147-A177-3AD203B41FA5}">
                      <a16:colId xmlns:a16="http://schemas.microsoft.com/office/drawing/2014/main" val="3883844371"/>
                    </a:ext>
                  </a:extLst>
                </a:gridCol>
                <a:gridCol w="887391">
                  <a:extLst>
                    <a:ext uri="{9D8B030D-6E8A-4147-A177-3AD203B41FA5}">
                      <a16:colId xmlns:a16="http://schemas.microsoft.com/office/drawing/2014/main" val="3938596022"/>
                    </a:ext>
                  </a:extLst>
                </a:gridCol>
                <a:gridCol w="887391">
                  <a:extLst>
                    <a:ext uri="{9D8B030D-6E8A-4147-A177-3AD203B41FA5}">
                      <a16:colId xmlns:a16="http://schemas.microsoft.com/office/drawing/2014/main" val="4164583938"/>
                    </a:ext>
                  </a:extLst>
                </a:gridCol>
              </a:tblGrid>
              <a:tr h="313135">
                <a:tc>
                  <a:txBody>
                    <a:bodyPr/>
                    <a:lstStyle/>
                    <a:p>
                      <a:pPr algn="ctr"/>
                      <a:r>
                        <a:rPr lang="zh-CN" altLang="en-US" dirty="0"/>
                        <a:t>节点</a:t>
                      </a:r>
                    </a:p>
                  </a:txBody>
                  <a:tcPr/>
                </a:tc>
                <a:tc>
                  <a:txBody>
                    <a:bodyPr/>
                    <a:lstStyle/>
                    <a:p>
                      <a:pPr algn="ctr"/>
                      <a:r>
                        <a:rPr lang="zh-CN" altLang="en-US" dirty="0"/>
                        <a:t>端口</a:t>
                      </a:r>
                    </a:p>
                  </a:txBody>
                  <a:tcPr/>
                </a:tc>
                <a:tc>
                  <a:txBody>
                    <a:bodyPr/>
                    <a:lstStyle/>
                    <a:p>
                      <a:pPr algn="ctr"/>
                      <a:r>
                        <a:rPr lang="en-US" altLang="zh-CN" dirty="0"/>
                        <a:t>TTL</a:t>
                      </a:r>
                      <a:endParaRPr lang="zh-CN" altLang="en-US" dirty="0"/>
                    </a:p>
                  </a:txBody>
                  <a:tcPr/>
                </a:tc>
                <a:extLst>
                  <a:ext uri="{0D108BD9-81ED-4DB2-BD59-A6C34878D82A}">
                    <a16:rowId xmlns:a16="http://schemas.microsoft.com/office/drawing/2014/main" val="3303124129"/>
                  </a:ext>
                </a:extLst>
              </a:tr>
              <a:tr h="313135">
                <a:tc>
                  <a:txBody>
                    <a:bodyPr/>
                    <a:lstStyle/>
                    <a:p>
                      <a:pPr algn="ctr"/>
                      <a:r>
                        <a:rPr lang="en-US" altLang="zh-CN" dirty="0"/>
                        <a:t>H2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300</a:t>
                      </a:r>
                      <a:endParaRPr lang="zh-CN" altLang="en-US" dirty="0"/>
                    </a:p>
                  </a:txBody>
                  <a:tcPr/>
                </a:tc>
                <a:extLst>
                  <a:ext uri="{0D108BD9-81ED-4DB2-BD59-A6C34878D82A}">
                    <a16:rowId xmlns:a16="http://schemas.microsoft.com/office/drawing/2014/main" val="1873886357"/>
                  </a:ext>
                </a:extLst>
              </a:tr>
              <a:tr h="313135">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3975245083"/>
                  </a:ext>
                </a:extLst>
              </a:tr>
            </a:tbl>
          </a:graphicData>
        </a:graphic>
      </p:graphicFrame>
    </p:spTree>
    <p:extLst>
      <p:ext uri="{BB962C8B-B14F-4D97-AF65-F5344CB8AC3E}">
        <p14:creationId xmlns:p14="http://schemas.microsoft.com/office/powerpoint/2010/main" val="6914806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280661-CAB7-4F69-A54B-B3C2180F2ADD}"/>
              </a:ext>
            </a:extLst>
          </p:cNvPr>
          <p:cNvSpPr>
            <a:spLocks noGrp="1"/>
          </p:cNvSpPr>
          <p:nvPr>
            <p:ph type="title"/>
          </p:nvPr>
        </p:nvSpPr>
        <p:spPr/>
        <p:txBody>
          <a:bodyPr/>
          <a:lstStyle/>
          <a:p>
            <a:r>
              <a:rPr lang="zh-CN" altLang="en-US" dirty="0"/>
              <a:t>网桥工作过程示例</a:t>
            </a:r>
          </a:p>
        </p:txBody>
      </p:sp>
      <p:sp>
        <p:nvSpPr>
          <p:cNvPr id="3" name="内容占位符 2">
            <a:extLst>
              <a:ext uri="{FF2B5EF4-FFF2-40B4-BE49-F238E27FC236}">
                <a16:creationId xmlns:a16="http://schemas.microsoft.com/office/drawing/2014/main" id="{3D1C12E4-5219-43D1-9110-88E0A865DE12}"/>
              </a:ext>
            </a:extLst>
          </p:cNvPr>
          <p:cNvSpPr>
            <a:spLocks noGrp="1"/>
          </p:cNvSpPr>
          <p:nvPr>
            <p:ph idx="1"/>
          </p:nvPr>
        </p:nvSpPr>
        <p:spPr/>
        <p:txBody>
          <a:bodyPr/>
          <a:lstStyle/>
          <a:p>
            <a:r>
              <a:rPr lang="zh-CN" altLang="en-US" dirty="0"/>
              <a:t>学习：站点</a:t>
            </a:r>
            <a:r>
              <a:rPr lang="en-US" altLang="zh-CN" dirty="0"/>
              <a:t>A</a:t>
            </a:r>
            <a:r>
              <a:rPr lang="zh-CN" altLang="en-US" dirty="0"/>
              <a:t>给</a:t>
            </a:r>
            <a:r>
              <a:rPr lang="en-US" altLang="zh-CN" dirty="0"/>
              <a:t>B</a:t>
            </a:r>
            <a:r>
              <a:rPr lang="zh-CN" altLang="en-US" dirty="0"/>
              <a:t>发送数据，转发表加入</a:t>
            </a:r>
            <a:r>
              <a:rPr lang="en-US" altLang="zh-CN" dirty="0"/>
              <a:t>&lt;A,1&gt;</a:t>
            </a:r>
            <a:endParaRPr lang="zh-CN" altLang="en-US" dirty="0"/>
          </a:p>
          <a:p>
            <a:r>
              <a:rPr lang="zh-CN" altLang="en-US" dirty="0"/>
              <a:t>扩散：帧向所有其它端口（即端口</a:t>
            </a:r>
            <a:r>
              <a:rPr lang="en-US" altLang="zh-CN" dirty="0"/>
              <a:t>2</a:t>
            </a:r>
            <a:r>
              <a:rPr lang="zh-CN" altLang="en-US" dirty="0"/>
              <a:t>和</a:t>
            </a:r>
            <a:r>
              <a:rPr lang="en-US" altLang="zh-CN" dirty="0"/>
              <a:t>3</a:t>
            </a:r>
            <a:r>
              <a:rPr lang="zh-CN" altLang="en-US" dirty="0"/>
              <a:t>）扩散。</a:t>
            </a:r>
          </a:p>
          <a:p>
            <a:r>
              <a:rPr lang="zh-CN" altLang="en-US" dirty="0"/>
              <a:t>转发：</a:t>
            </a:r>
            <a:r>
              <a:rPr lang="en-US" altLang="zh-CN" dirty="0"/>
              <a:t>B</a:t>
            </a:r>
            <a:r>
              <a:rPr lang="zh-CN" altLang="en-US" dirty="0"/>
              <a:t>发送数据给</a:t>
            </a:r>
            <a:r>
              <a:rPr lang="en-US" altLang="zh-CN" dirty="0"/>
              <a:t>A</a:t>
            </a:r>
            <a:r>
              <a:rPr lang="zh-CN" altLang="en-US" dirty="0"/>
              <a:t>，学习到</a:t>
            </a:r>
            <a:r>
              <a:rPr lang="en-US" altLang="zh-CN" dirty="0"/>
              <a:t>&lt;B,2&gt;</a:t>
            </a:r>
            <a:r>
              <a:rPr lang="zh-CN" altLang="en-US" dirty="0"/>
              <a:t>，转发到端口</a:t>
            </a:r>
            <a:r>
              <a:rPr lang="en-US" altLang="zh-CN" dirty="0"/>
              <a:t>1</a:t>
            </a:r>
          </a:p>
          <a:p>
            <a:r>
              <a:rPr lang="zh-CN" altLang="en-US" dirty="0"/>
              <a:t>过滤：</a:t>
            </a:r>
            <a:r>
              <a:rPr lang="en-US" altLang="zh-CN" dirty="0"/>
              <a:t>C</a:t>
            </a:r>
            <a:r>
              <a:rPr lang="zh-CN" altLang="en-US" dirty="0"/>
              <a:t>发送数据给</a:t>
            </a:r>
            <a:r>
              <a:rPr lang="en-US" altLang="zh-CN" dirty="0"/>
              <a:t>A</a:t>
            </a:r>
            <a:r>
              <a:rPr lang="zh-CN" altLang="en-US" dirty="0"/>
              <a:t>，学习到</a:t>
            </a:r>
            <a:r>
              <a:rPr lang="en-US" altLang="zh-CN" dirty="0"/>
              <a:t>&lt;C,1&gt;</a:t>
            </a:r>
            <a:r>
              <a:rPr lang="zh-CN" altLang="en-US" dirty="0"/>
              <a:t>，过滤（不转发）该帧</a:t>
            </a:r>
          </a:p>
          <a:p>
            <a:r>
              <a:rPr lang="zh-CN" altLang="en-US" dirty="0"/>
              <a:t>老化：转发表表项的</a:t>
            </a:r>
            <a:r>
              <a:rPr lang="en-US" altLang="zh-CN" dirty="0"/>
              <a:t>TTL</a:t>
            </a:r>
            <a:r>
              <a:rPr lang="zh-CN" altLang="en-US" dirty="0"/>
              <a:t>每秒都减少，为</a:t>
            </a:r>
            <a:r>
              <a:rPr lang="en-US" altLang="zh-CN" dirty="0"/>
              <a:t>0</a:t>
            </a:r>
            <a:r>
              <a:rPr lang="zh-CN" altLang="en-US" dirty="0"/>
              <a:t>时从转发表中清除，一般初始</a:t>
            </a:r>
            <a:r>
              <a:rPr lang="en-US" altLang="zh-CN" dirty="0"/>
              <a:t>TL</a:t>
            </a:r>
            <a:r>
              <a:rPr lang="zh-CN" altLang="en-US" dirty="0"/>
              <a:t>设置为</a:t>
            </a:r>
            <a:r>
              <a:rPr lang="en-US" altLang="zh-CN" dirty="0"/>
              <a:t>300</a:t>
            </a:r>
            <a:r>
              <a:rPr lang="zh-CN" altLang="en-US" dirty="0"/>
              <a:t>秒</a:t>
            </a:r>
            <a:endParaRPr lang="en-US" altLang="zh-CN" dirty="0"/>
          </a:p>
          <a:p>
            <a:r>
              <a:rPr lang="zh-CN" altLang="en-US" dirty="0"/>
              <a:t>缓冲：网桥的各个端口的数据速率允许不一样，多个端口来的数据可能要转发到同一个端口，网桥有足够的缓冲区，并且可采取合适的流量控制技术</a:t>
            </a:r>
          </a:p>
          <a:p>
            <a:endParaRPr lang="zh-CN" altLang="en-US" dirty="0"/>
          </a:p>
          <a:p>
            <a:endParaRPr lang="zh-CN" altLang="en-US" dirty="0"/>
          </a:p>
          <a:p>
            <a:endParaRPr lang="zh-CN" altLang="en-US" dirty="0"/>
          </a:p>
        </p:txBody>
      </p:sp>
      <p:graphicFrame>
        <p:nvGraphicFramePr>
          <p:cNvPr id="4" name="内容占位符 7">
            <a:extLst>
              <a:ext uri="{FF2B5EF4-FFF2-40B4-BE49-F238E27FC236}">
                <a16:creationId xmlns:a16="http://schemas.microsoft.com/office/drawing/2014/main" id="{23B8E049-649B-4AE9-828A-DEF51A8451F7}"/>
              </a:ext>
            </a:extLst>
          </p:cNvPr>
          <p:cNvGraphicFramePr>
            <a:graphicFrameLocks/>
          </p:cNvGraphicFramePr>
          <p:nvPr/>
        </p:nvGraphicFramePr>
        <p:xfrm>
          <a:off x="5201840" y="4690212"/>
          <a:ext cx="3528391" cy="1633220"/>
        </p:xfrm>
        <a:graphic>
          <a:graphicData uri="http://schemas.openxmlformats.org/drawingml/2006/table">
            <a:tbl>
              <a:tblPr firstRow="1" firstCol="1" bandRow="1">
                <a:tableStyleId>{2D5ABB26-0587-4C30-8999-92F81FD0307C}</a:tableStyleId>
              </a:tblPr>
              <a:tblGrid>
                <a:gridCol w="1298448">
                  <a:extLst>
                    <a:ext uri="{9D8B030D-6E8A-4147-A177-3AD203B41FA5}">
                      <a16:colId xmlns:a16="http://schemas.microsoft.com/office/drawing/2014/main" val="20000"/>
                    </a:ext>
                  </a:extLst>
                </a:gridCol>
                <a:gridCol w="1191812">
                  <a:extLst>
                    <a:ext uri="{9D8B030D-6E8A-4147-A177-3AD203B41FA5}">
                      <a16:colId xmlns:a16="http://schemas.microsoft.com/office/drawing/2014/main" val="20001"/>
                    </a:ext>
                  </a:extLst>
                </a:gridCol>
                <a:gridCol w="1038131">
                  <a:extLst>
                    <a:ext uri="{9D8B030D-6E8A-4147-A177-3AD203B41FA5}">
                      <a16:colId xmlns:a16="http://schemas.microsoft.com/office/drawing/2014/main" val="20002"/>
                    </a:ext>
                  </a:extLst>
                </a:gridCol>
              </a:tblGrid>
              <a:tr h="362064">
                <a:tc>
                  <a:txBody>
                    <a:bodyPr/>
                    <a:lstStyle/>
                    <a:p>
                      <a:pPr algn="ctr">
                        <a:lnSpc>
                          <a:spcPct val="150000"/>
                        </a:lnSpc>
                        <a:spcAft>
                          <a:spcPts val="0"/>
                        </a:spcAft>
                      </a:pPr>
                      <a:r>
                        <a:rPr lang="en-US" sz="2000" kern="100" dirty="0">
                          <a:effectLst/>
                        </a:rPr>
                        <a:t>MAC</a:t>
                      </a:r>
                      <a:r>
                        <a:rPr lang="zh-CN" sz="2000" kern="100" dirty="0">
                          <a:effectLst/>
                        </a:rPr>
                        <a:t>地址</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2000" kern="100">
                          <a:effectLst/>
                        </a:rPr>
                        <a:t>端口号</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a:effectLst/>
                        </a:rPr>
                        <a:t>TTL</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4714">
                <a:tc>
                  <a:txBody>
                    <a:bodyPr/>
                    <a:lstStyle/>
                    <a:p>
                      <a:pPr algn="ctr">
                        <a:lnSpc>
                          <a:spcPct val="150000"/>
                        </a:lnSpc>
                        <a:spcAft>
                          <a:spcPts val="0"/>
                        </a:spcAft>
                      </a:pPr>
                      <a:r>
                        <a:rPr lang="en-US" sz="2000" kern="100" dirty="0">
                          <a:effectLst/>
                        </a:rPr>
                        <a:t>A</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a:effectLst/>
                        </a:rPr>
                        <a:t>1</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a:effectLst/>
                        </a:rPr>
                        <a:t>300</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1625">
                <a:tc>
                  <a:txBody>
                    <a:bodyPr/>
                    <a:lstStyle/>
                    <a:p>
                      <a:pPr algn="ctr">
                        <a:lnSpc>
                          <a:spcPct val="150000"/>
                        </a:lnSpc>
                        <a:spcAft>
                          <a:spcPts val="0"/>
                        </a:spcAft>
                      </a:pPr>
                      <a:r>
                        <a:rPr lang="en-US" sz="2000" kern="100">
                          <a:effectLst/>
                        </a:rPr>
                        <a:t>B</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a:effectLst/>
                        </a:rPr>
                        <a:t>2</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a:effectLst/>
                        </a:rPr>
                        <a:t>300</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1757">
                <a:tc>
                  <a:txBody>
                    <a:bodyPr/>
                    <a:lstStyle/>
                    <a:p>
                      <a:pPr algn="ctr">
                        <a:lnSpc>
                          <a:spcPct val="150000"/>
                        </a:lnSpc>
                        <a:spcAft>
                          <a:spcPts val="0"/>
                        </a:spcAft>
                      </a:pPr>
                      <a:r>
                        <a:rPr lang="en-US" sz="2000" kern="100" dirty="0">
                          <a:effectLst/>
                        </a:rPr>
                        <a:t>C</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a:effectLst/>
                        </a:rPr>
                        <a:t>1</a:t>
                      </a:r>
                      <a:endParaRPr lang="zh-CN" sz="2000" kern="10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000" kern="100" dirty="0">
                          <a:effectLst/>
                        </a:rPr>
                        <a:t>300</a:t>
                      </a:r>
                      <a:endParaRPr lang="zh-CN" sz="20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5" name="对象 4">
            <a:extLst>
              <a:ext uri="{FF2B5EF4-FFF2-40B4-BE49-F238E27FC236}">
                <a16:creationId xmlns:a16="http://schemas.microsoft.com/office/drawing/2014/main" id="{40457C1F-7F03-4918-A44A-DBE17298A3A8}"/>
              </a:ext>
            </a:extLst>
          </p:cNvPr>
          <p:cNvGraphicFramePr>
            <a:graphicFrameLocks noChangeAspect="1"/>
          </p:cNvGraphicFramePr>
          <p:nvPr/>
        </p:nvGraphicFramePr>
        <p:xfrm>
          <a:off x="521320" y="3908329"/>
          <a:ext cx="4680520" cy="2908714"/>
        </p:xfrm>
        <a:graphic>
          <a:graphicData uri="http://schemas.openxmlformats.org/presentationml/2006/ole">
            <mc:AlternateContent xmlns:mc="http://schemas.openxmlformats.org/markup-compatibility/2006">
              <mc:Choice xmlns:v="urn:schemas-microsoft-com:vml" Requires="v">
                <p:oleObj name="Visio" r:id="rId2" imgW="7185941" imgH="4442565" progId="Visio.Drawing.11">
                  <p:embed/>
                </p:oleObj>
              </mc:Choice>
              <mc:Fallback>
                <p:oleObj name="Visio" r:id="rId2" imgW="7185941" imgH="4442565" progId="Visio.Drawing.11">
                  <p:embed/>
                  <p:pic>
                    <p:nvPicPr>
                      <p:cNvPr id="5" name="对象 4">
                        <a:extLst>
                          <a:ext uri="{FF2B5EF4-FFF2-40B4-BE49-F238E27FC236}">
                            <a16:creationId xmlns:a16="http://schemas.microsoft.com/office/drawing/2014/main" id="{40457C1F-7F03-4918-A44A-DBE17298A3A8}"/>
                          </a:ext>
                        </a:extLst>
                      </p:cNvPr>
                      <p:cNvPicPr>
                        <a:picLocks noChangeAspect="1" noChangeArrowheads="1"/>
                      </p:cNvPicPr>
                      <p:nvPr/>
                    </p:nvPicPr>
                    <p:blipFill>
                      <a:blip r:embed="rId3"/>
                      <a:srcRect/>
                      <a:stretch>
                        <a:fillRect/>
                      </a:stretch>
                    </p:blipFill>
                    <p:spPr bwMode="auto">
                      <a:xfrm>
                        <a:off x="521320" y="3908329"/>
                        <a:ext cx="4680520" cy="2908714"/>
                      </a:xfrm>
                      <a:prstGeom prst="rect">
                        <a:avLst/>
                      </a:prstGeom>
                      <a:noFill/>
                    </p:spPr>
                  </p:pic>
                </p:oleObj>
              </mc:Fallback>
            </mc:AlternateContent>
          </a:graphicData>
        </a:graphic>
      </p:graphicFrame>
      <p:sp>
        <p:nvSpPr>
          <p:cNvPr id="6" name="文本框 5">
            <a:extLst>
              <a:ext uri="{FF2B5EF4-FFF2-40B4-BE49-F238E27FC236}">
                <a16:creationId xmlns:a16="http://schemas.microsoft.com/office/drawing/2014/main" id="{614F1D26-FB10-4182-AC4D-47CB4ED53E3C}"/>
              </a:ext>
            </a:extLst>
          </p:cNvPr>
          <p:cNvSpPr txBox="1"/>
          <p:nvPr/>
        </p:nvSpPr>
        <p:spPr>
          <a:xfrm>
            <a:off x="9172303" y="4123361"/>
            <a:ext cx="2560320" cy="2308324"/>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t>如果网桥连接的局域网采用不同的</a:t>
            </a:r>
            <a:r>
              <a:rPr lang="en-US" altLang="zh-CN" sz="2400" dirty="0"/>
              <a:t>MAC</a:t>
            </a:r>
            <a:r>
              <a:rPr lang="zh-CN" altLang="en-US" sz="2400" dirty="0"/>
              <a:t>协议，需要进行</a:t>
            </a:r>
            <a:r>
              <a:rPr lang="en-US" altLang="zh-CN" sz="2400" dirty="0"/>
              <a:t>MAC</a:t>
            </a:r>
            <a:r>
              <a:rPr lang="zh-CN" altLang="en-US" sz="2400" dirty="0"/>
              <a:t>帧格式之间的转换</a:t>
            </a:r>
          </a:p>
        </p:txBody>
      </p:sp>
    </p:spTree>
    <p:extLst>
      <p:ext uri="{BB962C8B-B14F-4D97-AF65-F5344CB8AC3E}">
        <p14:creationId xmlns:p14="http://schemas.microsoft.com/office/powerpoint/2010/main" val="15427749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32EF8E-26A1-23FE-19B3-22F84D2893D4}"/>
              </a:ext>
            </a:extLst>
          </p:cNvPr>
          <p:cNvSpPr>
            <a:spLocks noGrp="1"/>
          </p:cNvSpPr>
          <p:nvPr>
            <p:ph type="title"/>
          </p:nvPr>
        </p:nvSpPr>
        <p:spPr/>
        <p:txBody>
          <a:bodyPr/>
          <a:lstStyle/>
          <a:p>
            <a:r>
              <a:rPr lang="zh-CN" altLang="en-US" dirty="0"/>
              <a:t>网桥</a:t>
            </a:r>
          </a:p>
        </p:txBody>
      </p:sp>
      <p:sp>
        <p:nvSpPr>
          <p:cNvPr id="3" name="内容占位符 2">
            <a:extLst>
              <a:ext uri="{FF2B5EF4-FFF2-40B4-BE49-F238E27FC236}">
                <a16:creationId xmlns:a16="http://schemas.microsoft.com/office/drawing/2014/main" id="{DA61FCCB-C457-B7A0-1512-1891A3C2EFD1}"/>
              </a:ext>
            </a:extLst>
          </p:cNvPr>
          <p:cNvSpPr>
            <a:spLocks noGrp="1"/>
          </p:cNvSpPr>
          <p:nvPr>
            <p:ph idx="1"/>
          </p:nvPr>
        </p:nvSpPr>
        <p:spPr/>
        <p:txBody>
          <a:bodyPr>
            <a:normAutofit/>
          </a:bodyPr>
          <a:lstStyle/>
          <a:p>
            <a:pPr marL="0" indent="0">
              <a:lnSpc>
                <a:spcPct val="120000"/>
              </a:lnSpc>
              <a:buNone/>
            </a:pPr>
            <a:r>
              <a:rPr lang="zh-CN" altLang="en-US" dirty="0"/>
              <a:t>如果多个网桥连接的互连网出现了路由回路</a:t>
            </a:r>
            <a:endParaRPr lang="en-US" altLang="zh-CN" dirty="0"/>
          </a:p>
          <a:p>
            <a:pPr>
              <a:lnSpc>
                <a:spcPct val="120000"/>
              </a:lnSpc>
            </a:pPr>
            <a:r>
              <a:rPr lang="zh-CN" altLang="en-US" dirty="0"/>
              <a:t>帧在扩散时会产生广播风暴</a:t>
            </a:r>
            <a:endParaRPr lang="en-US" altLang="zh-CN" dirty="0"/>
          </a:p>
          <a:p>
            <a:pPr lvl="1">
              <a:lnSpc>
                <a:spcPct val="120000"/>
              </a:lnSpc>
            </a:pPr>
            <a:r>
              <a:rPr lang="zh-CN" altLang="en-US" sz="2000" dirty="0"/>
              <a:t>广播帧进行扩散</a:t>
            </a:r>
            <a:endParaRPr lang="en-US" altLang="zh-CN" sz="2000" dirty="0"/>
          </a:p>
          <a:p>
            <a:pPr lvl="1">
              <a:lnSpc>
                <a:spcPct val="120000"/>
              </a:lnSpc>
            </a:pPr>
            <a:r>
              <a:rPr lang="zh-CN" altLang="en-US" sz="2000" dirty="0"/>
              <a:t>单播帧在不知道目的节点位置时进行扩散</a:t>
            </a:r>
            <a:endParaRPr lang="en-US" altLang="zh-CN" sz="2000" dirty="0"/>
          </a:p>
          <a:p>
            <a:pPr lvl="1">
              <a:lnSpc>
                <a:spcPct val="120000"/>
              </a:lnSpc>
            </a:pPr>
            <a:r>
              <a:rPr lang="zh-CN" altLang="en-US" sz="2000" dirty="0"/>
              <a:t>这些帧不断被扩散，网桥无法移走这些帧</a:t>
            </a:r>
            <a:endParaRPr lang="en-US" altLang="zh-CN" sz="2000" dirty="0"/>
          </a:p>
          <a:p>
            <a:pPr>
              <a:lnSpc>
                <a:spcPct val="120000"/>
              </a:lnSpc>
            </a:pPr>
            <a:r>
              <a:rPr lang="zh-CN" altLang="en-US" dirty="0"/>
              <a:t>基于源地址学习时可能导致错误学习</a:t>
            </a:r>
            <a:endParaRPr lang="en-US" altLang="zh-CN" dirty="0"/>
          </a:p>
          <a:p>
            <a:pPr>
              <a:lnSpc>
                <a:spcPct val="120000"/>
              </a:lnSpc>
            </a:pPr>
            <a:r>
              <a:rPr lang="zh-CN" altLang="en-US" dirty="0"/>
              <a:t>路由回路不可能完全避免</a:t>
            </a:r>
            <a:endParaRPr lang="en-US" altLang="zh-CN" dirty="0"/>
          </a:p>
          <a:p>
            <a:pPr lvl="1">
              <a:lnSpc>
                <a:spcPct val="120000"/>
              </a:lnSpc>
            </a:pPr>
            <a:r>
              <a:rPr lang="zh-CN" altLang="en-US" sz="2000" dirty="0"/>
              <a:t>复杂的网络很容易错误配置导致回路出现</a:t>
            </a:r>
            <a:endParaRPr lang="en-US" altLang="zh-CN" sz="2000" dirty="0"/>
          </a:p>
          <a:p>
            <a:pPr lvl="1">
              <a:lnSpc>
                <a:spcPct val="120000"/>
              </a:lnSpc>
            </a:pPr>
            <a:r>
              <a:rPr lang="zh-CN" altLang="en-US" sz="2000" dirty="0"/>
              <a:t>多条路径存在可以提供冗余以提高可靠性</a:t>
            </a:r>
            <a:endParaRPr lang="en-US" altLang="zh-CN" sz="2000" dirty="0"/>
          </a:p>
          <a:p>
            <a:pPr>
              <a:lnSpc>
                <a:spcPct val="120000"/>
              </a:lnSpc>
            </a:pPr>
            <a:r>
              <a:rPr lang="zh-CN" altLang="en-US" b="1" dirty="0">
                <a:solidFill>
                  <a:schemeClr val="accent4"/>
                </a:solidFill>
              </a:rPr>
              <a:t>生成树算法</a:t>
            </a:r>
            <a:r>
              <a:rPr lang="en-US" altLang="zh-CN" b="1" dirty="0">
                <a:solidFill>
                  <a:schemeClr val="accent4"/>
                </a:solidFill>
              </a:rPr>
              <a:t>STP</a:t>
            </a:r>
            <a:r>
              <a:rPr lang="zh-CN" altLang="en-US" dirty="0"/>
              <a:t>（</a:t>
            </a:r>
            <a:r>
              <a:rPr lang="en-US" altLang="zh-CN" dirty="0"/>
              <a:t>Spanning Tree Protocol</a:t>
            </a:r>
            <a:r>
              <a:rPr lang="zh-CN" altLang="en-US" dirty="0"/>
              <a:t>）构造一颗</a:t>
            </a:r>
            <a:r>
              <a:rPr lang="zh-CN" altLang="en-US" sz="2000" dirty="0"/>
              <a:t>生成树覆盖所有局域网，扩散和转发都限制在生成树上，只在那些属于生成树的端口之间扩散和转发</a:t>
            </a:r>
            <a:endParaRPr lang="en-US" altLang="zh-CN" sz="2000" dirty="0"/>
          </a:p>
          <a:p>
            <a:pPr>
              <a:lnSpc>
                <a:spcPct val="120000"/>
              </a:lnSpc>
            </a:pPr>
            <a:endParaRPr lang="zh-CN" altLang="en-US" dirty="0"/>
          </a:p>
        </p:txBody>
      </p:sp>
      <p:grpSp>
        <p:nvGrpSpPr>
          <p:cNvPr id="31" name="组合 30">
            <a:extLst>
              <a:ext uri="{FF2B5EF4-FFF2-40B4-BE49-F238E27FC236}">
                <a16:creationId xmlns:a16="http://schemas.microsoft.com/office/drawing/2014/main" id="{6D6E87F6-608B-DFF8-5443-3983B3EBE352}"/>
              </a:ext>
            </a:extLst>
          </p:cNvPr>
          <p:cNvGrpSpPr/>
          <p:nvPr/>
        </p:nvGrpSpPr>
        <p:grpSpPr>
          <a:xfrm>
            <a:off x="7959551" y="1165069"/>
            <a:ext cx="3262752" cy="3061830"/>
            <a:chOff x="6825017" y="1029603"/>
            <a:chExt cx="3262752" cy="3061830"/>
          </a:xfrm>
        </p:grpSpPr>
        <p:pic>
          <p:nvPicPr>
            <p:cNvPr id="4" name="图片 3">
              <a:extLst>
                <a:ext uri="{FF2B5EF4-FFF2-40B4-BE49-F238E27FC236}">
                  <a16:creationId xmlns:a16="http://schemas.microsoft.com/office/drawing/2014/main" id="{4B9A0540-6A41-0C24-8310-C354487933F0}"/>
                </a:ext>
              </a:extLst>
            </p:cNvPr>
            <p:cNvPicPr>
              <a:picLocks noChangeAspect="1"/>
            </p:cNvPicPr>
            <p:nvPr/>
          </p:nvPicPr>
          <p:blipFill>
            <a:blip r:embed="rId2"/>
            <a:stretch>
              <a:fillRect/>
            </a:stretch>
          </p:blipFill>
          <p:spPr>
            <a:xfrm>
              <a:off x="6825018" y="1879310"/>
              <a:ext cx="862433" cy="315654"/>
            </a:xfrm>
            <a:prstGeom prst="rect">
              <a:avLst/>
            </a:prstGeom>
          </p:spPr>
        </p:pic>
        <p:pic>
          <p:nvPicPr>
            <p:cNvPr id="5" name="图片 4">
              <a:extLst>
                <a:ext uri="{FF2B5EF4-FFF2-40B4-BE49-F238E27FC236}">
                  <a16:creationId xmlns:a16="http://schemas.microsoft.com/office/drawing/2014/main" id="{26DEADF0-208B-0FCD-62A4-26CAD371018D}"/>
                </a:ext>
              </a:extLst>
            </p:cNvPr>
            <p:cNvPicPr>
              <a:picLocks noChangeAspect="1"/>
            </p:cNvPicPr>
            <p:nvPr/>
          </p:nvPicPr>
          <p:blipFill>
            <a:blip r:embed="rId2"/>
            <a:stretch>
              <a:fillRect/>
            </a:stretch>
          </p:blipFill>
          <p:spPr>
            <a:xfrm>
              <a:off x="8933218" y="1879310"/>
              <a:ext cx="862433" cy="315654"/>
            </a:xfrm>
            <a:prstGeom prst="rect">
              <a:avLst/>
            </a:prstGeom>
          </p:spPr>
        </p:pic>
        <p:pic>
          <p:nvPicPr>
            <p:cNvPr id="6" name="图片 5">
              <a:extLst>
                <a:ext uri="{FF2B5EF4-FFF2-40B4-BE49-F238E27FC236}">
                  <a16:creationId xmlns:a16="http://schemas.microsoft.com/office/drawing/2014/main" id="{AFE5B800-6781-1624-CD35-387B0C37C9AE}"/>
                </a:ext>
              </a:extLst>
            </p:cNvPr>
            <p:cNvPicPr>
              <a:picLocks noChangeAspect="1"/>
            </p:cNvPicPr>
            <p:nvPr/>
          </p:nvPicPr>
          <p:blipFill>
            <a:blip r:embed="rId2"/>
            <a:stretch>
              <a:fillRect/>
            </a:stretch>
          </p:blipFill>
          <p:spPr>
            <a:xfrm>
              <a:off x="6825017" y="2886844"/>
              <a:ext cx="862433" cy="315654"/>
            </a:xfrm>
            <a:prstGeom prst="rect">
              <a:avLst/>
            </a:prstGeom>
          </p:spPr>
        </p:pic>
        <p:pic>
          <p:nvPicPr>
            <p:cNvPr id="7" name="图片 6">
              <a:extLst>
                <a:ext uri="{FF2B5EF4-FFF2-40B4-BE49-F238E27FC236}">
                  <a16:creationId xmlns:a16="http://schemas.microsoft.com/office/drawing/2014/main" id="{D973171D-3A26-6E94-64FF-8A3CA21C8AC7}"/>
                </a:ext>
              </a:extLst>
            </p:cNvPr>
            <p:cNvPicPr>
              <a:picLocks noChangeAspect="1"/>
            </p:cNvPicPr>
            <p:nvPr/>
          </p:nvPicPr>
          <p:blipFill>
            <a:blip r:embed="rId2"/>
            <a:stretch>
              <a:fillRect/>
            </a:stretch>
          </p:blipFill>
          <p:spPr>
            <a:xfrm>
              <a:off x="8933218" y="2886844"/>
              <a:ext cx="862433" cy="315654"/>
            </a:xfrm>
            <a:prstGeom prst="rect">
              <a:avLst/>
            </a:prstGeom>
          </p:spPr>
        </p:pic>
        <p:cxnSp>
          <p:nvCxnSpPr>
            <p:cNvPr id="8" name="直接连接符 7">
              <a:extLst>
                <a:ext uri="{FF2B5EF4-FFF2-40B4-BE49-F238E27FC236}">
                  <a16:creationId xmlns:a16="http://schemas.microsoft.com/office/drawing/2014/main" id="{BE296C27-29AA-6597-3CCE-C4ED2E3E293C}"/>
                </a:ext>
              </a:extLst>
            </p:cNvPr>
            <p:cNvCxnSpPr>
              <a:cxnSpLocks/>
              <a:endCxn id="5" idx="1"/>
            </p:cNvCxnSpPr>
            <p:nvPr/>
          </p:nvCxnSpPr>
          <p:spPr>
            <a:xfrm>
              <a:off x="7611533" y="2019910"/>
              <a:ext cx="1321685" cy="172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0438C34-EF2A-DAAF-14E6-EBA2A7CB35E1}"/>
                </a:ext>
              </a:extLst>
            </p:cNvPr>
            <p:cNvCxnSpPr>
              <a:cxnSpLocks/>
              <a:endCxn id="7" idx="1"/>
            </p:cNvCxnSpPr>
            <p:nvPr/>
          </p:nvCxnSpPr>
          <p:spPr>
            <a:xfrm>
              <a:off x="7687450" y="3044671"/>
              <a:ext cx="12457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D5279E7-86D5-CF22-5396-364CBF302DFA}"/>
                </a:ext>
              </a:extLst>
            </p:cNvPr>
            <p:cNvCxnSpPr>
              <a:cxnSpLocks/>
              <a:stCxn id="5" idx="2"/>
            </p:cNvCxnSpPr>
            <p:nvPr/>
          </p:nvCxnSpPr>
          <p:spPr>
            <a:xfrm>
              <a:off x="9364435" y="2194964"/>
              <a:ext cx="0" cy="6918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55F2FBD-948A-6339-E927-E25BA45F46A5}"/>
                </a:ext>
              </a:extLst>
            </p:cNvPr>
            <p:cNvCxnSpPr>
              <a:cxnSpLocks/>
            </p:cNvCxnSpPr>
            <p:nvPr/>
          </p:nvCxnSpPr>
          <p:spPr>
            <a:xfrm>
              <a:off x="7180035" y="2194964"/>
              <a:ext cx="0" cy="6918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3FA76BAC-C3E1-C0C0-8905-6F1C69E4E11F}"/>
                </a:ext>
              </a:extLst>
            </p:cNvPr>
            <p:cNvPicPr>
              <a:picLocks noChangeAspect="1"/>
            </p:cNvPicPr>
            <p:nvPr/>
          </p:nvPicPr>
          <p:blipFill>
            <a:blip r:embed="rId3"/>
            <a:stretch>
              <a:fillRect/>
            </a:stretch>
          </p:blipFill>
          <p:spPr>
            <a:xfrm>
              <a:off x="6917639" y="1029603"/>
              <a:ext cx="524792" cy="435930"/>
            </a:xfrm>
            <a:prstGeom prst="rect">
              <a:avLst/>
            </a:prstGeom>
          </p:spPr>
        </p:pic>
        <p:pic>
          <p:nvPicPr>
            <p:cNvPr id="20" name="图片 19">
              <a:extLst>
                <a:ext uri="{FF2B5EF4-FFF2-40B4-BE49-F238E27FC236}">
                  <a16:creationId xmlns:a16="http://schemas.microsoft.com/office/drawing/2014/main" id="{7CC7EC29-8894-35E4-C85E-E2E23DFE6099}"/>
                </a:ext>
              </a:extLst>
            </p:cNvPr>
            <p:cNvPicPr>
              <a:picLocks noChangeAspect="1"/>
            </p:cNvPicPr>
            <p:nvPr/>
          </p:nvPicPr>
          <p:blipFill>
            <a:blip r:embed="rId3"/>
            <a:stretch>
              <a:fillRect/>
            </a:stretch>
          </p:blipFill>
          <p:spPr>
            <a:xfrm>
              <a:off x="9102038" y="3655503"/>
              <a:ext cx="524792" cy="435930"/>
            </a:xfrm>
            <a:prstGeom prst="rect">
              <a:avLst/>
            </a:prstGeom>
          </p:spPr>
        </p:pic>
        <p:cxnSp>
          <p:nvCxnSpPr>
            <p:cNvPr id="21" name="直接连接符 20">
              <a:extLst>
                <a:ext uri="{FF2B5EF4-FFF2-40B4-BE49-F238E27FC236}">
                  <a16:creationId xmlns:a16="http://schemas.microsoft.com/office/drawing/2014/main" id="{3679AE31-A086-AA76-4454-B22F961ED423}"/>
                </a:ext>
              </a:extLst>
            </p:cNvPr>
            <p:cNvCxnSpPr>
              <a:cxnSpLocks/>
            </p:cNvCxnSpPr>
            <p:nvPr/>
          </p:nvCxnSpPr>
          <p:spPr>
            <a:xfrm>
              <a:off x="9364434" y="3181588"/>
              <a:ext cx="0" cy="4739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E464B13-DB4C-0C59-D24B-067F4B324629}"/>
                </a:ext>
              </a:extLst>
            </p:cNvPr>
            <p:cNvCxnSpPr>
              <a:cxnSpLocks/>
            </p:cNvCxnSpPr>
            <p:nvPr/>
          </p:nvCxnSpPr>
          <p:spPr>
            <a:xfrm>
              <a:off x="7180035" y="1405395"/>
              <a:ext cx="0" cy="4739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7845588-9257-DC61-FEC4-E7D3A4B87F16}"/>
                </a:ext>
              </a:extLst>
            </p:cNvPr>
            <p:cNvSpPr txBox="1"/>
            <p:nvPr/>
          </p:nvSpPr>
          <p:spPr>
            <a:xfrm>
              <a:off x="7188863" y="1580278"/>
              <a:ext cx="507135" cy="369332"/>
            </a:xfrm>
            <a:prstGeom prst="rect">
              <a:avLst/>
            </a:prstGeom>
            <a:noFill/>
          </p:spPr>
          <p:txBody>
            <a:bodyPr wrap="square" rtlCol="0">
              <a:spAutoFit/>
            </a:bodyPr>
            <a:lstStyle/>
            <a:p>
              <a:r>
                <a:rPr lang="en-US" altLang="zh-CN" dirty="0"/>
                <a:t>B1</a:t>
              </a:r>
              <a:endParaRPr lang="zh-CN" altLang="en-US" dirty="0"/>
            </a:p>
          </p:txBody>
        </p:sp>
        <p:sp>
          <p:nvSpPr>
            <p:cNvPr id="25" name="文本框 24">
              <a:extLst>
                <a:ext uri="{FF2B5EF4-FFF2-40B4-BE49-F238E27FC236}">
                  <a16:creationId xmlns:a16="http://schemas.microsoft.com/office/drawing/2014/main" id="{3B363F63-60AB-D673-EE4D-0E0C7CF8388B}"/>
                </a:ext>
              </a:extLst>
            </p:cNvPr>
            <p:cNvSpPr txBox="1"/>
            <p:nvPr/>
          </p:nvSpPr>
          <p:spPr>
            <a:xfrm>
              <a:off x="9364434" y="1580278"/>
              <a:ext cx="507135" cy="369332"/>
            </a:xfrm>
            <a:prstGeom prst="rect">
              <a:avLst/>
            </a:prstGeom>
            <a:noFill/>
          </p:spPr>
          <p:txBody>
            <a:bodyPr wrap="square" rtlCol="0">
              <a:spAutoFit/>
            </a:bodyPr>
            <a:lstStyle/>
            <a:p>
              <a:r>
                <a:rPr lang="en-US" altLang="zh-CN" dirty="0"/>
                <a:t>B2</a:t>
              </a:r>
              <a:endParaRPr lang="zh-CN" altLang="en-US" dirty="0"/>
            </a:p>
          </p:txBody>
        </p:sp>
        <p:sp>
          <p:nvSpPr>
            <p:cNvPr id="26" name="文本框 25">
              <a:extLst>
                <a:ext uri="{FF2B5EF4-FFF2-40B4-BE49-F238E27FC236}">
                  <a16:creationId xmlns:a16="http://schemas.microsoft.com/office/drawing/2014/main" id="{7EF007DB-6E14-E229-ECD6-BFAC79D380D2}"/>
                </a:ext>
              </a:extLst>
            </p:cNvPr>
            <p:cNvSpPr txBox="1"/>
            <p:nvPr/>
          </p:nvSpPr>
          <p:spPr>
            <a:xfrm>
              <a:off x="9373262" y="2540904"/>
              <a:ext cx="507135" cy="369332"/>
            </a:xfrm>
            <a:prstGeom prst="rect">
              <a:avLst/>
            </a:prstGeom>
            <a:noFill/>
          </p:spPr>
          <p:txBody>
            <a:bodyPr wrap="square" rtlCol="0">
              <a:spAutoFit/>
            </a:bodyPr>
            <a:lstStyle/>
            <a:p>
              <a:r>
                <a:rPr lang="en-US" altLang="zh-CN" dirty="0"/>
                <a:t>B3</a:t>
              </a:r>
              <a:endParaRPr lang="zh-CN" altLang="en-US" dirty="0"/>
            </a:p>
          </p:txBody>
        </p:sp>
        <p:sp>
          <p:nvSpPr>
            <p:cNvPr id="27" name="文本框 26">
              <a:extLst>
                <a:ext uri="{FF2B5EF4-FFF2-40B4-BE49-F238E27FC236}">
                  <a16:creationId xmlns:a16="http://schemas.microsoft.com/office/drawing/2014/main" id="{81C1865D-AD54-CB91-7BC9-DB59AE6BC6E4}"/>
                </a:ext>
              </a:extLst>
            </p:cNvPr>
            <p:cNvSpPr txBox="1"/>
            <p:nvPr/>
          </p:nvSpPr>
          <p:spPr>
            <a:xfrm>
              <a:off x="7256233" y="2554849"/>
              <a:ext cx="507135" cy="369332"/>
            </a:xfrm>
            <a:prstGeom prst="rect">
              <a:avLst/>
            </a:prstGeom>
            <a:noFill/>
          </p:spPr>
          <p:txBody>
            <a:bodyPr wrap="square" rtlCol="0">
              <a:spAutoFit/>
            </a:bodyPr>
            <a:lstStyle/>
            <a:p>
              <a:r>
                <a:rPr lang="en-US" altLang="zh-CN" dirty="0"/>
                <a:t>B4</a:t>
              </a:r>
              <a:endParaRPr lang="zh-CN" altLang="en-US" dirty="0"/>
            </a:p>
          </p:txBody>
        </p:sp>
        <p:sp>
          <p:nvSpPr>
            <p:cNvPr id="29" name="文本框 28">
              <a:extLst>
                <a:ext uri="{FF2B5EF4-FFF2-40B4-BE49-F238E27FC236}">
                  <a16:creationId xmlns:a16="http://schemas.microsoft.com/office/drawing/2014/main" id="{5D22420E-1B67-E72C-4337-D3B39B859E6D}"/>
                </a:ext>
              </a:extLst>
            </p:cNvPr>
            <p:cNvSpPr txBox="1"/>
            <p:nvPr/>
          </p:nvSpPr>
          <p:spPr>
            <a:xfrm>
              <a:off x="7357965" y="1090456"/>
              <a:ext cx="507135" cy="369332"/>
            </a:xfrm>
            <a:prstGeom prst="rect">
              <a:avLst/>
            </a:prstGeom>
            <a:noFill/>
          </p:spPr>
          <p:txBody>
            <a:bodyPr wrap="square" rtlCol="0">
              <a:spAutoFit/>
            </a:bodyPr>
            <a:lstStyle/>
            <a:p>
              <a:r>
                <a:rPr lang="en-US" altLang="zh-CN" dirty="0"/>
                <a:t>H1</a:t>
              </a:r>
              <a:endParaRPr lang="zh-CN" altLang="en-US" dirty="0"/>
            </a:p>
          </p:txBody>
        </p:sp>
        <p:sp>
          <p:nvSpPr>
            <p:cNvPr id="30" name="文本框 29">
              <a:extLst>
                <a:ext uri="{FF2B5EF4-FFF2-40B4-BE49-F238E27FC236}">
                  <a16:creationId xmlns:a16="http://schemas.microsoft.com/office/drawing/2014/main" id="{CB93C6FE-01C3-4AE1-32E0-7DE5B73A9999}"/>
                </a:ext>
              </a:extLst>
            </p:cNvPr>
            <p:cNvSpPr txBox="1"/>
            <p:nvPr/>
          </p:nvSpPr>
          <p:spPr>
            <a:xfrm>
              <a:off x="9580634" y="3668374"/>
              <a:ext cx="507135" cy="369332"/>
            </a:xfrm>
            <a:prstGeom prst="rect">
              <a:avLst/>
            </a:prstGeom>
            <a:noFill/>
          </p:spPr>
          <p:txBody>
            <a:bodyPr wrap="square" rtlCol="0">
              <a:spAutoFit/>
            </a:bodyPr>
            <a:lstStyle/>
            <a:p>
              <a:r>
                <a:rPr lang="en-US" altLang="zh-CN" dirty="0"/>
                <a:t>H2</a:t>
              </a:r>
              <a:endParaRPr lang="zh-CN" altLang="en-US" dirty="0"/>
            </a:p>
          </p:txBody>
        </p:sp>
      </p:grpSp>
    </p:spTree>
    <p:extLst>
      <p:ext uri="{BB962C8B-B14F-4D97-AF65-F5344CB8AC3E}">
        <p14:creationId xmlns:p14="http://schemas.microsoft.com/office/powerpoint/2010/main" val="9763821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1E440-0A5D-41F1-1581-2828145B5D12}"/>
              </a:ext>
            </a:extLst>
          </p:cNvPr>
          <p:cNvSpPr>
            <a:spLocks noGrp="1"/>
          </p:cNvSpPr>
          <p:nvPr>
            <p:ph type="title"/>
          </p:nvPr>
        </p:nvSpPr>
        <p:spPr/>
        <p:txBody>
          <a:bodyPr/>
          <a:lstStyle/>
          <a:p>
            <a:r>
              <a:rPr lang="zh-CN" altLang="en-US" dirty="0"/>
              <a:t>交换机和路由器</a:t>
            </a:r>
          </a:p>
        </p:txBody>
      </p:sp>
      <p:sp>
        <p:nvSpPr>
          <p:cNvPr id="3" name="内容占位符 2">
            <a:extLst>
              <a:ext uri="{FF2B5EF4-FFF2-40B4-BE49-F238E27FC236}">
                <a16:creationId xmlns:a16="http://schemas.microsoft.com/office/drawing/2014/main" id="{22540212-C638-C04E-B9F5-7240F0F094F0}"/>
              </a:ext>
            </a:extLst>
          </p:cNvPr>
          <p:cNvSpPr>
            <a:spLocks noGrp="1"/>
          </p:cNvSpPr>
          <p:nvPr>
            <p:ph idx="1"/>
          </p:nvPr>
        </p:nvSpPr>
        <p:spPr>
          <a:xfrm>
            <a:off x="442913" y="728662"/>
            <a:ext cx="11289710" cy="5792933"/>
          </a:xfrm>
        </p:spPr>
        <p:txBody>
          <a:bodyPr>
            <a:noAutofit/>
          </a:bodyPr>
          <a:lstStyle/>
          <a:p>
            <a:pPr>
              <a:lnSpc>
                <a:spcPct val="100000"/>
              </a:lnSpc>
            </a:pPr>
            <a:r>
              <a:rPr lang="zh-CN" altLang="en-US" sz="1800" dirty="0"/>
              <a:t>都采用分组交换（存储转发）</a:t>
            </a:r>
            <a:endParaRPr lang="en-US" altLang="zh-CN" sz="1800" dirty="0"/>
          </a:p>
          <a:p>
            <a:pPr lvl="1">
              <a:lnSpc>
                <a:spcPct val="100000"/>
              </a:lnSpc>
            </a:pPr>
            <a:r>
              <a:rPr lang="zh-CN" altLang="en-US" dirty="0"/>
              <a:t>路由器：基于网络层头部查找转发表进行转发</a:t>
            </a:r>
            <a:endParaRPr lang="en-US" altLang="zh-CN" dirty="0"/>
          </a:p>
          <a:p>
            <a:pPr lvl="1">
              <a:lnSpc>
                <a:spcPct val="100000"/>
              </a:lnSpc>
            </a:pPr>
            <a:r>
              <a:rPr lang="zh-CN" altLang="en-US" dirty="0"/>
              <a:t>交换机：基于链路层头部查找转发表进行转发</a:t>
            </a:r>
            <a:endParaRPr lang="en-US" altLang="zh-CN" dirty="0"/>
          </a:p>
          <a:p>
            <a:pPr>
              <a:lnSpc>
                <a:spcPct val="100000"/>
              </a:lnSpc>
            </a:pPr>
            <a:r>
              <a:rPr lang="zh-CN" altLang="en-US" sz="1800" dirty="0"/>
              <a:t>基于转发表进行转发：</a:t>
            </a:r>
            <a:endParaRPr lang="en-US" altLang="zh-CN" sz="1800" dirty="0"/>
          </a:p>
          <a:p>
            <a:pPr lvl="1">
              <a:lnSpc>
                <a:spcPct val="100000"/>
              </a:lnSpc>
            </a:pPr>
            <a:r>
              <a:rPr lang="zh-CN" altLang="en-US" dirty="0"/>
              <a:t>路由器：通过路由协议构造转发表</a:t>
            </a:r>
            <a:endParaRPr lang="en-US" altLang="zh-CN" dirty="0"/>
          </a:p>
          <a:p>
            <a:pPr lvl="1">
              <a:lnSpc>
                <a:spcPct val="100000"/>
              </a:lnSpc>
            </a:pPr>
            <a:r>
              <a:rPr lang="zh-CN" altLang="en-US" dirty="0"/>
              <a:t>交换机：</a:t>
            </a:r>
            <a:endParaRPr lang="en-US" altLang="zh-CN" dirty="0"/>
          </a:p>
          <a:p>
            <a:pPr lvl="2">
              <a:lnSpc>
                <a:spcPct val="100000"/>
              </a:lnSpc>
            </a:pPr>
            <a:r>
              <a:rPr lang="zh-CN" altLang="en-US" sz="1800" dirty="0"/>
              <a:t>基于源地址学习</a:t>
            </a:r>
            <a:endParaRPr lang="en-US" altLang="zh-CN" sz="1800" dirty="0"/>
          </a:p>
          <a:p>
            <a:pPr lvl="2">
              <a:lnSpc>
                <a:spcPct val="100000"/>
              </a:lnSpc>
            </a:pPr>
            <a:r>
              <a:rPr lang="zh-CN" altLang="en-US" sz="1800" dirty="0"/>
              <a:t>在转发表项没有匹配时扩散，有匹配时过滤和转发</a:t>
            </a:r>
            <a:endParaRPr lang="en-US" altLang="zh-CN" sz="1800" dirty="0"/>
          </a:p>
          <a:p>
            <a:pPr lvl="2">
              <a:lnSpc>
                <a:spcPct val="100000"/>
              </a:lnSpc>
            </a:pPr>
            <a:r>
              <a:rPr lang="zh-CN" altLang="en-US" sz="1800" dirty="0"/>
              <a:t>广播帧会扩散到所有网段</a:t>
            </a:r>
            <a:endParaRPr lang="en-US" altLang="zh-CN" sz="1800" dirty="0"/>
          </a:p>
          <a:p>
            <a:pPr>
              <a:lnSpc>
                <a:spcPct val="100000"/>
              </a:lnSpc>
            </a:pPr>
            <a:r>
              <a:rPr lang="zh-CN" altLang="en-US" sz="1800" dirty="0"/>
              <a:t>管理角度：</a:t>
            </a:r>
            <a:endParaRPr lang="en-US" altLang="zh-CN" sz="1800" dirty="0"/>
          </a:p>
          <a:p>
            <a:pPr lvl="1">
              <a:lnSpc>
                <a:spcPct val="100000"/>
              </a:lnSpc>
            </a:pPr>
            <a:r>
              <a:rPr lang="zh-CN" altLang="en-US" dirty="0"/>
              <a:t>交换机：即插即用，在采用生成树算法时也只需要少量配置</a:t>
            </a:r>
            <a:endParaRPr lang="en-US" altLang="zh-CN" dirty="0"/>
          </a:p>
          <a:p>
            <a:pPr lvl="1">
              <a:lnSpc>
                <a:spcPct val="100000"/>
              </a:lnSpc>
            </a:pPr>
            <a:r>
              <a:rPr lang="zh-CN" altLang="en-US" dirty="0"/>
              <a:t>路由器：需要配置接口</a:t>
            </a:r>
            <a:r>
              <a:rPr lang="en-US" altLang="zh-CN" dirty="0"/>
              <a:t>IP</a:t>
            </a:r>
            <a:r>
              <a:rPr lang="zh-CN" altLang="en-US" dirty="0"/>
              <a:t>地址、路由协议参数</a:t>
            </a:r>
            <a:endParaRPr lang="en-US" altLang="zh-CN" dirty="0"/>
          </a:p>
          <a:p>
            <a:pPr>
              <a:lnSpc>
                <a:spcPct val="100000"/>
              </a:lnSpc>
            </a:pPr>
            <a:r>
              <a:rPr lang="zh-CN" altLang="en-US" sz="1800" dirty="0"/>
              <a:t>网络拓扑：</a:t>
            </a:r>
            <a:endParaRPr lang="en-US" altLang="zh-CN" sz="1800" dirty="0"/>
          </a:p>
          <a:p>
            <a:pPr lvl="1">
              <a:lnSpc>
                <a:spcPct val="100000"/>
              </a:lnSpc>
            </a:pPr>
            <a:r>
              <a:rPr lang="zh-CN" altLang="en-US" dirty="0"/>
              <a:t>交换机：一般采用层次星形拓扑。出现路由回路必须采用生成树算法</a:t>
            </a:r>
            <a:endParaRPr lang="en-US" altLang="zh-CN" dirty="0"/>
          </a:p>
          <a:p>
            <a:pPr lvl="1">
              <a:lnSpc>
                <a:spcPct val="100000"/>
              </a:lnSpc>
            </a:pPr>
            <a:r>
              <a:rPr lang="zh-CN" altLang="en-US" dirty="0"/>
              <a:t>路由器：支持网状拓扑结构</a:t>
            </a:r>
            <a:endParaRPr lang="en-US" altLang="zh-CN" dirty="0"/>
          </a:p>
          <a:p>
            <a:pPr lvl="2">
              <a:lnSpc>
                <a:spcPct val="100000"/>
              </a:lnSpc>
            </a:pPr>
            <a:r>
              <a:rPr lang="zh-CN" altLang="en-US" sz="1800" dirty="0"/>
              <a:t>出现路由回路时，</a:t>
            </a:r>
            <a:r>
              <a:rPr lang="en-US" altLang="zh-CN" sz="1800" dirty="0"/>
              <a:t>TTL</a:t>
            </a:r>
            <a:r>
              <a:rPr lang="zh-CN" altLang="en-US" sz="1800" dirty="0"/>
              <a:t>字段保证分组不会一直游荡</a:t>
            </a:r>
            <a:endParaRPr lang="en-US" altLang="zh-CN" sz="1800" dirty="0"/>
          </a:p>
          <a:p>
            <a:pPr lvl="2">
              <a:lnSpc>
                <a:spcPct val="100000"/>
              </a:lnSpc>
            </a:pPr>
            <a:endParaRPr lang="en-US" altLang="zh-CN" sz="1800" dirty="0"/>
          </a:p>
          <a:p>
            <a:pPr lvl="1">
              <a:lnSpc>
                <a:spcPct val="100000"/>
              </a:lnSpc>
            </a:pPr>
            <a:endParaRPr lang="zh-CN" altLang="en-US" dirty="0"/>
          </a:p>
        </p:txBody>
      </p:sp>
      <p:grpSp>
        <p:nvGrpSpPr>
          <p:cNvPr id="68" name="组合 67">
            <a:extLst>
              <a:ext uri="{FF2B5EF4-FFF2-40B4-BE49-F238E27FC236}">
                <a16:creationId xmlns:a16="http://schemas.microsoft.com/office/drawing/2014/main" id="{3D137E3F-ABC0-2990-E83B-D9B79E7B9263}"/>
              </a:ext>
            </a:extLst>
          </p:cNvPr>
          <p:cNvGrpSpPr/>
          <p:nvPr/>
        </p:nvGrpSpPr>
        <p:grpSpPr>
          <a:xfrm>
            <a:off x="7324725" y="155391"/>
            <a:ext cx="4867275" cy="5972175"/>
            <a:chOff x="7112339" y="663939"/>
            <a:chExt cx="4867275" cy="5972175"/>
          </a:xfrm>
        </p:grpSpPr>
        <p:sp>
          <p:nvSpPr>
            <p:cNvPr id="4" name="Freeform 3">
              <a:extLst>
                <a:ext uri="{FF2B5EF4-FFF2-40B4-BE49-F238E27FC236}">
                  <a16:creationId xmlns:a16="http://schemas.microsoft.com/office/drawing/2014/main" id="{C9B19C11-653C-59BD-B16B-1936F98348B8}"/>
                </a:ext>
              </a:extLst>
            </p:cNvPr>
            <p:cNvSpPr>
              <a:spLocks/>
            </p:cNvSpPr>
            <p:nvPr/>
          </p:nvSpPr>
          <p:spPr bwMode="auto">
            <a:xfrm flipH="1">
              <a:off x="9361825" y="2092325"/>
              <a:ext cx="638175" cy="803639"/>
            </a:xfrm>
            <a:custGeom>
              <a:avLst/>
              <a:gdLst>
                <a:gd name="T0" fmla="*/ 2147483647 w 402"/>
                <a:gd name="T1" fmla="*/ 2147483647 h 537"/>
                <a:gd name="T2" fmla="*/ 2147483647 w 402"/>
                <a:gd name="T3" fmla="*/ 0 h 537"/>
                <a:gd name="T4" fmla="*/ 0 w 402"/>
                <a:gd name="T5" fmla="*/ 2147483647 h 537"/>
                <a:gd name="T6" fmla="*/ 2147483647 w 402"/>
                <a:gd name="T7" fmla="*/ 2147483647 h 537"/>
                <a:gd name="T8" fmla="*/ 2147483647 w 402"/>
                <a:gd name="T9" fmla="*/ 2147483647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bg1">
                    <a:lumMod val="75000"/>
                  </a:schemeClr>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5" name="Freeform 10">
              <a:extLst>
                <a:ext uri="{FF2B5EF4-FFF2-40B4-BE49-F238E27FC236}">
                  <a16:creationId xmlns:a16="http://schemas.microsoft.com/office/drawing/2014/main" id="{7678F36D-5B47-883C-7D00-AA883487D816}"/>
                </a:ext>
              </a:extLst>
            </p:cNvPr>
            <p:cNvSpPr>
              <a:spLocks/>
            </p:cNvSpPr>
            <p:nvPr/>
          </p:nvSpPr>
          <p:spPr bwMode="auto">
            <a:xfrm>
              <a:off x="9349126" y="844952"/>
              <a:ext cx="360363" cy="1517612"/>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bg1">
                    <a:lumMod val="75000"/>
                  </a:schemeClr>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6" name="Rectangle 24">
              <a:extLst>
                <a:ext uri="{FF2B5EF4-FFF2-40B4-BE49-F238E27FC236}">
                  <a16:creationId xmlns:a16="http://schemas.microsoft.com/office/drawing/2014/main" id="{221ABE30-A734-AD03-F494-0FFA66613E50}"/>
                </a:ext>
              </a:extLst>
            </p:cNvPr>
            <p:cNvSpPr>
              <a:spLocks noChangeArrowheads="1"/>
            </p:cNvSpPr>
            <p:nvPr/>
          </p:nvSpPr>
          <p:spPr bwMode="auto">
            <a:xfrm>
              <a:off x="8077539" y="862377"/>
              <a:ext cx="1273175" cy="1536700"/>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7" name="Line 25">
              <a:extLst>
                <a:ext uri="{FF2B5EF4-FFF2-40B4-BE49-F238E27FC236}">
                  <a16:creationId xmlns:a16="http://schemas.microsoft.com/office/drawing/2014/main" id="{57D0603F-03FB-91FE-14EF-A4563BDCDFF2}"/>
                </a:ext>
              </a:extLst>
            </p:cNvPr>
            <p:cNvSpPr>
              <a:spLocks noChangeShapeType="1"/>
            </p:cNvSpPr>
            <p:nvPr/>
          </p:nvSpPr>
          <p:spPr bwMode="auto">
            <a:xfrm>
              <a:off x="8077539" y="117987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8" name="Text Box 26">
              <a:extLst>
                <a:ext uri="{FF2B5EF4-FFF2-40B4-BE49-F238E27FC236}">
                  <a16:creationId xmlns:a16="http://schemas.microsoft.com/office/drawing/2014/main" id="{986CD208-4213-AE2C-A481-36CA89C492AB}"/>
                </a:ext>
              </a:extLst>
            </p:cNvPr>
            <p:cNvSpPr txBox="1">
              <a:spLocks noChangeArrowheads="1"/>
            </p:cNvSpPr>
            <p:nvPr/>
          </p:nvSpPr>
          <p:spPr bwMode="auto">
            <a:xfrm>
              <a:off x="8056901" y="829039"/>
              <a:ext cx="1317625"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0" fontAlgn="base" hangingPunct="0">
                <a:lnSpc>
                  <a:spcPct val="110000"/>
                </a:lnSpc>
                <a:spcBef>
                  <a:spcPct val="0"/>
                </a:spcBef>
                <a:spcAft>
                  <a:spcPct val="0"/>
                </a:spcAft>
              </a:pPr>
              <a:r>
                <a:rPr lang="en-US" sz="1800" i="0" dirty="0">
                  <a:solidFill>
                    <a:srgbClr val="000000"/>
                  </a:solidFill>
                  <a:latin typeface="+mn-lt"/>
                  <a:cs typeface="Arial" charset="0"/>
                </a:rPr>
                <a:t>application</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transport</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network</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link</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physical</a:t>
              </a:r>
            </a:p>
          </p:txBody>
        </p:sp>
        <p:sp>
          <p:nvSpPr>
            <p:cNvPr id="9" name="Line 27">
              <a:extLst>
                <a:ext uri="{FF2B5EF4-FFF2-40B4-BE49-F238E27FC236}">
                  <a16:creationId xmlns:a16="http://schemas.microsoft.com/office/drawing/2014/main" id="{A7E27302-082A-CA0C-11A6-F8C93E029208}"/>
                </a:ext>
              </a:extLst>
            </p:cNvPr>
            <p:cNvSpPr>
              <a:spLocks noChangeShapeType="1"/>
            </p:cNvSpPr>
            <p:nvPr/>
          </p:nvSpPr>
          <p:spPr bwMode="auto">
            <a:xfrm>
              <a:off x="8085476" y="150055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10" name="Line 28">
              <a:extLst>
                <a:ext uri="{FF2B5EF4-FFF2-40B4-BE49-F238E27FC236}">
                  <a16:creationId xmlns:a16="http://schemas.microsoft.com/office/drawing/2014/main" id="{5AA1A14C-0FD3-4E76-21E7-7C1B6C59B945}"/>
                </a:ext>
              </a:extLst>
            </p:cNvPr>
            <p:cNvSpPr>
              <a:spLocks noChangeShapeType="1"/>
            </p:cNvSpPr>
            <p:nvPr/>
          </p:nvSpPr>
          <p:spPr bwMode="auto">
            <a:xfrm>
              <a:off x="8090239" y="1781539"/>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11" name="Line 29">
              <a:extLst>
                <a:ext uri="{FF2B5EF4-FFF2-40B4-BE49-F238E27FC236}">
                  <a16:creationId xmlns:a16="http://schemas.microsoft.com/office/drawing/2014/main" id="{A1512EA7-B452-D080-EC7C-7EAD75EEEDF9}"/>
                </a:ext>
              </a:extLst>
            </p:cNvPr>
            <p:cNvSpPr>
              <a:spLocks noChangeShapeType="1"/>
            </p:cNvSpPr>
            <p:nvPr/>
          </p:nvSpPr>
          <p:spPr bwMode="auto">
            <a:xfrm>
              <a:off x="8090239" y="205776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nvGrpSpPr>
            <p:cNvPr id="12" name="Group 88">
              <a:extLst>
                <a:ext uri="{FF2B5EF4-FFF2-40B4-BE49-F238E27FC236}">
                  <a16:creationId xmlns:a16="http://schemas.microsoft.com/office/drawing/2014/main" id="{EF64CFF7-21F6-EEF0-6700-ACE915D65733}"/>
                </a:ext>
              </a:extLst>
            </p:cNvPr>
            <p:cNvGrpSpPr>
              <a:grpSpLocks/>
            </p:cNvGrpSpPr>
            <p:nvPr/>
          </p:nvGrpSpPr>
          <p:grpSpPr bwMode="auto">
            <a:xfrm>
              <a:off x="9518991" y="3463925"/>
              <a:ext cx="1328738" cy="996950"/>
              <a:chOff x="3593" y="192"/>
              <a:chExt cx="837" cy="628"/>
            </a:xfrm>
          </p:grpSpPr>
          <p:sp>
            <p:nvSpPr>
              <p:cNvPr id="13" name="Rectangle 90">
                <a:extLst>
                  <a:ext uri="{FF2B5EF4-FFF2-40B4-BE49-F238E27FC236}">
                    <a16:creationId xmlns:a16="http://schemas.microsoft.com/office/drawing/2014/main" id="{E0E80F3A-18C2-64DD-C7C7-E797033B754F}"/>
                  </a:ext>
                </a:extLst>
              </p:cNvPr>
              <p:cNvSpPr>
                <a:spLocks noChangeArrowheads="1"/>
              </p:cNvSpPr>
              <p:nvPr/>
            </p:nvSpPr>
            <p:spPr bwMode="auto">
              <a:xfrm>
                <a:off x="3628" y="213"/>
                <a:ext cx="802" cy="596"/>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4" name="Line 91">
                <a:extLst>
                  <a:ext uri="{FF2B5EF4-FFF2-40B4-BE49-F238E27FC236}">
                    <a16:creationId xmlns:a16="http://schemas.microsoft.com/office/drawing/2014/main" id="{ECA2E910-41BE-D0D6-050B-D2012C27BCE0}"/>
                  </a:ext>
                </a:extLst>
              </p:cNvPr>
              <p:cNvSpPr>
                <a:spLocks noChangeShapeType="1"/>
              </p:cNvSpPr>
              <p:nvPr/>
            </p:nvSpPr>
            <p:spPr bwMode="auto">
              <a:xfrm>
                <a:off x="3628" y="413"/>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15" name="Text Box 92">
                <a:extLst>
                  <a:ext uri="{FF2B5EF4-FFF2-40B4-BE49-F238E27FC236}">
                    <a16:creationId xmlns:a16="http://schemas.microsoft.com/office/drawing/2014/main" id="{67BA2FC0-4D1D-B5DE-4935-21FDE33A78BD}"/>
                  </a:ext>
                </a:extLst>
              </p:cNvPr>
              <p:cNvSpPr txBox="1">
                <a:spLocks noChangeArrowheads="1"/>
              </p:cNvSpPr>
              <p:nvPr/>
            </p:nvSpPr>
            <p:spPr bwMode="auto">
              <a:xfrm>
                <a:off x="3593" y="192"/>
                <a:ext cx="830" cy="6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cs typeface="Arial" charset="0"/>
                  </a:rPr>
                  <a:t>network</a:t>
                </a:r>
              </a:p>
              <a:p>
                <a:pPr marL="0" marR="0" lvl="0" indent="0" algn="ctr" defTabSz="91440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cs typeface="Arial" charset="0"/>
                  </a:rPr>
                  <a:t>link</a:t>
                </a:r>
              </a:p>
              <a:p>
                <a:pPr marL="0" marR="0" lvl="0" indent="0" algn="ctr" defTabSz="91440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cs typeface="Arial" charset="0"/>
                  </a:rPr>
                  <a:t>physical</a:t>
                </a:r>
              </a:p>
            </p:txBody>
          </p:sp>
          <p:sp>
            <p:nvSpPr>
              <p:cNvPr id="16" name="Line 93">
                <a:extLst>
                  <a:ext uri="{FF2B5EF4-FFF2-40B4-BE49-F238E27FC236}">
                    <a16:creationId xmlns:a16="http://schemas.microsoft.com/office/drawing/2014/main" id="{C02BB818-FA93-7E14-1160-B0794E76CBE3}"/>
                  </a:ext>
                </a:extLst>
              </p:cNvPr>
              <p:cNvSpPr>
                <a:spLocks noChangeShapeType="1"/>
              </p:cNvSpPr>
              <p:nvPr/>
            </p:nvSpPr>
            <p:spPr bwMode="auto">
              <a:xfrm>
                <a:off x="3633" y="615"/>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grpSp>
          <p:nvGrpSpPr>
            <p:cNvPr id="17" name="Group 94">
              <a:extLst>
                <a:ext uri="{FF2B5EF4-FFF2-40B4-BE49-F238E27FC236}">
                  <a16:creationId xmlns:a16="http://schemas.microsoft.com/office/drawing/2014/main" id="{CB49DFA1-39BE-39FA-6D6E-33D867CF496C}"/>
                </a:ext>
              </a:extLst>
            </p:cNvPr>
            <p:cNvGrpSpPr>
              <a:grpSpLocks/>
            </p:cNvGrpSpPr>
            <p:nvPr/>
          </p:nvGrpSpPr>
          <p:grpSpPr bwMode="auto">
            <a:xfrm>
              <a:off x="9901576" y="2097452"/>
              <a:ext cx="1317625" cy="695325"/>
              <a:chOff x="4714" y="633"/>
              <a:chExt cx="830" cy="438"/>
            </a:xfrm>
          </p:grpSpPr>
          <p:sp>
            <p:nvSpPr>
              <p:cNvPr id="18" name="Rectangle 96">
                <a:extLst>
                  <a:ext uri="{FF2B5EF4-FFF2-40B4-BE49-F238E27FC236}">
                    <a16:creationId xmlns:a16="http://schemas.microsoft.com/office/drawing/2014/main" id="{BBAC0606-3D66-6033-B1AE-427C96F0CD7D}"/>
                  </a:ext>
                </a:extLst>
              </p:cNvPr>
              <p:cNvSpPr>
                <a:spLocks noChangeArrowheads="1"/>
              </p:cNvSpPr>
              <p:nvPr/>
            </p:nvSpPr>
            <p:spPr bwMode="auto">
              <a:xfrm>
                <a:off x="4723" y="642"/>
                <a:ext cx="802" cy="413"/>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19" name="Line 97">
                <a:extLst>
                  <a:ext uri="{FF2B5EF4-FFF2-40B4-BE49-F238E27FC236}">
                    <a16:creationId xmlns:a16="http://schemas.microsoft.com/office/drawing/2014/main" id="{FAE46457-F46E-2C78-BC43-13A411FC2672}"/>
                  </a:ext>
                </a:extLst>
              </p:cNvPr>
              <p:cNvSpPr>
                <a:spLocks noChangeShapeType="1"/>
              </p:cNvSpPr>
              <p:nvPr/>
            </p:nvSpPr>
            <p:spPr bwMode="auto">
              <a:xfrm>
                <a:off x="4723" y="842"/>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20" name="Text Box 98">
                <a:extLst>
                  <a:ext uri="{FF2B5EF4-FFF2-40B4-BE49-F238E27FC236}">
                    <a16:creationId xmlns:a16="http://schemas.microsoft.com/office/drawing/2014/main" id="{6DD2D971-74B6-EB04-5B17-DB19DB07E8D3}"/>
                  </a:ext>
                </a:extLst>
              </p:cNvPr>
              <p:cNvSpPr txBox="1">
                <a:spLocks noChangeArrowheads="1"/>
              </p:cNvSpPr>
              <p:nvPr/>
            </p:nvSpPr>
            <p:spPr bwMode="auto">
              <a:xfrm>
                <a:off x="4714" y="633"/>
                <a:ext cx="830" cy="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cs typeface="Arial" charset="0"/>
                  </a:rPr>
                  <a:t>link</a:t>
                </a:r>
              </a:p>
              <a:p>
                <a:pPr marL="0" marR="0" lvl="0" indent="0" algn="ctr" defTabSz="91440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mn-lt"/>
                    <a:ea typeface="ＭＳ Ｐゴシック" charset="0"/>
                    <a:cs typeface="Arial" charset="0"/>
                  </a:rPr>
                  <a:t>physical</a:t>
                </a:r>
              </a:p>
            </p:txBody>
          </p:sp>
        </p:grpSp>
        <p:sp>
          <p:nvSpPr>
            <p:cNvPr id="21" name="Text Box 167">
              <a:extLst>
                <a:ext uri="{FF2B5EF4-FFF2-40B4-BE49-F238E27FC236}">
                  <a16:creationId xmlns:a16="http://schemas.microsoft.com/office/drawing/2014/main" id="{973F6002-DF5D-EB8D-5175-9506FFE6F45E}"/>
                </a:ext>
              </a:extLst>
            </p:cNvPr>
            <p:cNvSpPr txBox="1">
              <a:spLocks noChangeArrowheads="1"/>
            </p:cNvSpPr>
            <p:nvPr/>
          </p:nvSpPr>
          <p:spPr bwMode="auto">
            <a:xfrm>
              <a:off x="8672851" y="2943589"/>
              <a:ext cx="79925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b="1" i="0" dirty="0">
                  <a:solidFill>
                    <a:srgbClr val="000000"/>
                  </a:solidFill>
                  <a:latin typeface="+mn-lt"/>
                  <a:cs typeface="Arial" charset="0"/>
                </a:rPr>
                <a:t>switch</a:t>
              </a:r>
            </a:p>
          </p:txBody>
        </p:sp>
        <p:grpSp>
          <p:nvGrpSpPr>
            <p:cNvPr id="22" name="Group 39">
              <a:extLst>
                <a:ext uri="{FF2B5EF4-FFF2-40B4-BE49-F238E27FC236}">
                  <a16:creationId xmlns:a16="http://schemas.microsoft.com/office/drawing/2014/main" id="{9B691EFB-1D38-13EE-3E87-35782C8AA080}"/>
                </a:ext>
              </a:extLst>
            </p:cNvPr>
            <p:cNvGrpSpPr>
              <a:grpSpLocks/>
            </p:cNvGrpSpPr>
            <p:nvPr/>
          </p:nvGrpSpPr>
          <p:grpSpPr bwMode="auto">
            <a:xfrm>
              <a:off x="7270588" y="1487019"/>
              <a:ext cx="917575" cy="307975"/>
              <a:chOff x="1080" y="911"/>
              <a:chExt cx="578" cy="194"/>
            </a:xfrm>
          </p:grpSpPr>
          <p:sp>
            <p:nvSpPr>
              <p:cNvPr id="23" name="Rectangle 40">
                <a:extLst>
                  <a:ext uri="{FF2B5EF4-FFF2-40B4-BE49-F238E27FC236}">
                    <a16:creationId xmlns:a16="http://schemas.microsoft.com/office/drawing/2014/main" id="{BEC7887F-9A2C-94DB-D466-9F6C5E9C4B0A}"/>
                  </a:ext>
                </a:extLst>
              </p:cNvPr>
              <p:cNvSpPr>
                <a:spLocks noChangeArrowheads="1"/>
              </p:cNvSpPr>
              <p:nvPr/>
            </p:nvSpPr>
            <p:spPr bwMode="auto">
              <a:xfrm>
                <a:off x="1082" y="939"/>
                <a:ext cx="576" cy="135"/>
              </a:xfrm>
              <a:prstGeom prst="rect">
                <a:avLst/>
              </a:prstGeom>
              <a:solidFill>
                <a:srgbClr val="FFFFF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ea typeface="ＭＳ Ｐゴシック" charset="0"/>
                  <a:cs typeface="Arial" charset="0"/>
                </a:endParaRPr>
              </a:p>
            </p:txBody>
          </p:sp>
          <p:sp>
            <p:nvSpPr>
              <p:cNvPr id="24" name="Text Box 4">
                <a:extLst>
                  <a:ext uri="{FF2B5EF4-FFF2-40B4-BE49-F238E27FC236}">
                    <a16:creationId xmlns:a16="http://schemas.microsoft.com/office/drawing/2014/main" id="{E64036A6-3AED-E2B2-94BC-0D37A97076F9}"/>
                  </a:ext>
                </a:extLst>
              </p:cNvPr>
              <p:cNvSpPr txBox="1">
                <a:spLocks noChangeArrowheads="1"/>
              </p:cNvSpPr>
              <p:nvPr/>
            </p:nvSpPr>
            <p:spPr bwMode="auto">
              <a:xfrm>
                <a:off x="1080" y="911"/>
                <a:ext cx="561"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C0000"/>
                    </a:solidFill>
                    <a:effectLst/>
                    <a:uLnTx/>
                    <a:uFillTx/>
                    <a:latin typeface="+mn-lt"/>
                    <a:ea typeface="ＭＳ Ｐゴシック" charset="0"/>
                    <a:cs typeface="Arial" charset="0"/>
                  </a:rPr>
                  <a:t>datagram</a:t>
                </a:r>
              </a:p>
            </p:txBody>
          </p:sp>
        </p:grpSp>
        <p:sp>
          <p:nvSpPr>
            <p:cNvPr id="25" name="Rectangle 58">
              <a:extLst>
                <a:ext uri="{FF2B5EF4-FFF2-40B4-BE49-F238E27FC236}">
                  <a16:creationId xmlns:a16="http://schemas.microsoft.com/office/drawing/2014/main" id="{8CAF5502-9E2C-093E-4A32-C5A2C1E3B929}"/>
                </a:ext>
              </a:extLst>
            </p:cNvPr>
            <p:cNvSpPr>
              <a:spLocks noChangeArrowheads="1"/>
            </p:cNvSpPr>
            <p:nvPr/>
          </p:nvSpPr>
          <p:spPr bwMode="auto">
            <a:xfrm>
              <a:off x="7979114" y="4605702"/>
              <a:ext cx="1273175" cy="1536700"/>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ea typeface="ＭＳ Ｐゴシック" charset="0"/>
                <a:cs typeface="Arial" charset="0"/>
              </a:endParaRPr>
            </a:p>
          </p:txBody>
        </p:sp>
        <p:sp>
          <p:nvSpPr>
            <p:cNvPr id="26" name="Line 59">
              <a:extLst>
                <a:ext uri="{FF2B5EF4-FFF2-40B4-BE49-F238E27FC236}">
                  <a16:creationId xmlns:a16="http://schemas.microsoft.com/office/drawing/2014/main" id="{952F9878-51DE-8AD5-1D56-8D974919F975}"/>
                </a:ext>
              </a:extLst>
            </p:cNvPr>
            <p:cNvSpPr>
              <a:spLocks noChangeShapeType="1"/>
            </p:cNvSpPr>
            <p:nvPr/>
          </p:nvSpPr>
          <p:spPr bwMode="auto">
            <a:xfrm>
              <a:off x="7979114" y="492320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27" name="Text Box 60">
              <a:extLst>
                <a:ext uri="{FF2B5EF4-FFF2-40B4-BE49-F238E27FC236}">
                  <a16:creationId xmlns:a16="http://schemas.microsoft.com/office/drawing/2014/main" id="{F6EA273F-4D5A-6325-7B96-4DD41BD13CED}"/>
                </a:ext>
              </a:extLst>
            </p:cNvPr>
            <p:cNvSpPr txBox="1">
              <a:spLocks noChangeArrowheads="1"/>
            </p:cNvSpPr>
            <p:nvPr/>
          </p:nvSpPr>
          <p:spPr bwMode="auto">
            <a:xfrm>
              <a:off x="7958476" y="4578714"/>
              <a:ext cx="1317625"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0" fontAlgn="base" hangingPunct="0">
                <a:lnSpc>
                  <a:spcPct val="110000"/>
                </a:lnSpc>
                <a:spcBef>
                  <a:spcPct val="0"/>
                </a:spcBef>
                <a:spcAft>
                  <a:spcPct val="0"/>
                </a:spcAft>
              </a:pPr>
              <a:r>
                <a:rPr lang="en-US" sz="1800" i="0" dirty="0">
                  <a:solidFill>
                    <a:srgbClr val="000000"/>
                  </a:solidFill>
                  <a:latin typeface="+mn-lt"/>
                  <a:cs typeface="Arial" charset="0"/>
                </a:rPr>
                <a:t>application</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transport</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network</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link</a:t>
              </a:r>
            </a:p>
            <a:p>
              <a:pPr algn="ctr" eaLnBrk="0" fontAlgn="base" hangingPunct="0">
                <a:lnSpc>
                  <a:spcPct val="110000"/>
                </a:lnSpc>
                <a:spcBef>
                  <a:spcPct val="0"/>
                </a:spcBef>
                <a:spcAft>
                  <a:spcPct val="0"/>
                </a:spcAft>
              </a:pPr>
              <a:r>
                <a:rPr lang="en-US" sz="1800" i="0" dirty="0">
                  <a:solidFill>
                    <a:srgbClr val="000000"/>
                  </a:solidFill>
                  <a:latin typeface="+mn-lt"/>
                  <a:cs typeface="Arial" charset="0"/>
                </a:rPr>
                <a:t>physical</a:t>
              </a:r>
            </a:p>
          </p:txBody>
        </p:sp>
        <p:sp>
          <p:nvSpPr>
            <p:cNvPr id="28" name="Line 61">
              <a:extLst>
                <a:ext uri="{FF2B5EF4-FFF2-40B4-BE49-F238E27FC236}">
                  <a16:creationId xmlns:a16="http://schemas.microsoft.com/office/drawing/2014/main" id="{982C0343-6E69-1431-AE0B-5EFF19AF16BB}"/>
                </a:ext>
              </a:extLst>
            </p:cNvPr>
            <p:cNvSpPr>
              <a:spLocks noChangeShapeType="1"/>
            </p:cNvSpPr>
            <p:nvPr/>
          </p:nvSpPr>
          <p:spPr bwMode="auto">
            <a:xfrm>
              <a:off x="7987051" y="524387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29" name="Line 62">
              <a:extLst>
                <a:ext uri="{FF2B5EF4-FFF2-40B4-BE49-F238E27FC236}">
                  <a16:creationId xmlns:a16="http://schemas.microsoft.com/office/drawing/2014/main" id="{B033CCCB-061B-705B-E099-B41FC12F82B5}"/>
                </a:ext>
              </a:extLst>
            </p:cNvPr>
            <p:cNvSpPr>
              <a:spLocks noChangeShapeType="1"/>
            </p:cNvSpPr>
            <p:nvPr/>
          </p:nvSpPr>
          <p:spPr bwMode="auto">
            <a:xfrm>
              <a:off x="7991814" y="552486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30" name="Line 63">
              <a:extLst>
                <a:ext uri="{FF2B5EF4-FFF2-40B4-BE49-F238E27FC236}">
                  <a16:creationId xmlns:a16="http://schemas.microsoft.com/office/drawing/2014/main" id="{E2B1CC84-8748-0753-2062-1201B2BD3661}"/>
                </a:ext>
              </a:extLst>
            </p:cNvPr>
            <p:cNvSpPr>
              <a:spLocks noChangeShapeType="1"/>
            </p:cNvSpPr>
            <p:nvPr/>
          </p:nvSpPr>
          <p:spPr bwMode="auto">
            <a:xfrm>
              <a:off x="7991814" y="5801089"/>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sp>
          <p:nvSpPr>
            <p:cNvPr id="31" name="Freeform 49">
              <a:extLst>
                <a:ext uri="{FF2B5EF4-FFF2-40B4-BE49-F238E27FC236}">
                  <a16:creationId xmlns:a16="http://schemas.microsoft.com/office/drawing/2014/main" id="{3E8EF921-E7DC-A3F5-CEB5-369D051EF5F7}"/>
                </a:ext>
              </a:extLst>
            </p:cNvPr>
            <p:cNvSpPr>
              <a:spLocks/>
            </p:cNvSpPr>
            <p:nvPr/>
          </p:nvSpPr>
          <p:spPr bwMode="auto">
            <a:xfrm>
              <a:off x="9264650" y="4613275"/>
              <a:ext cx="406739" cy="1784714"/>
            </a:xfrm>
            <a:custGeom>
              <a:avLst/>
              <a:gdLst>
                <a:gd name="T0" fmla="*/ 0 w 240"/>
                <a:gd name="T1" fmla="*/ 2147483647 h 1170"/>
                <a:gd name="T2" fmla="*/ 2147483647 w 240"/>
                <a:gd name="T3" fmla="*/ 0 h 1170"/>
                <a:gd name="T4" fmla="*/ 2147483647 w 240"/>
                <a:gd name="T5" fmla="*/ 2147483647 h 1170"/>
                <a:gd name="T6" fmla="*/ 2147483647 w 240"/>
                <a:gd name="T7" fmla="*/ 2147483647 h 1170"/>
                <a:gd name="T8" fmla="*/ 0 w 240"/>
                <a:gd name="T9" fmla="*/ 2147483647 h 1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170">
                  <a:moveTo>
                    <a:pt x="0" y="960"/>
                  </a:moveTo>
                  <a:lnTo>
                    <a:pt x="6" y="0"/>
                  </a:lnTo>
                  <a:lnTo>
                    <a:pt x="240" y="1092"/>
                  </a:lnTo>
                  <a:lnTo>
                    <a:pt x="168" y="1170"/>
                  </a:lnTo>
                  <a:lnTo>
                    <a:pt x="0" y="960"/>
                  </a:lnTo>
                  <a:close/>
                </a:path>
              </a:pathLst>
            </a:custGeom>
            <a:gradFill rotWithShape="1">
              <a:gsLst>
                <a:gs pos="1000">
                  <a:schemeClr val="bg1">
                    <a:lumMod val="75000"/>
                  </a:schemeClr>
                </a:gs>
                <a:gs pos="100000">
                  <a:srgbClr val="FFFFFF"/>
                </a:gs>
              </a:gsLst>
              <a:lin ang="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2" name="Group 50">
              <a:extLst>
                <a:ext uri="{FF2B5EF4-FFF2-40B4-BE49-F238E27FC236}">
                  <a16:creationId xmlns:a16="http://schemas.microsoft.com/office/drawing/2014/main" id="{52B1808B-93C8-1473-F246-CC0DAEAAB91F}"/>
                </a:ext>
              </a:extLst>
            </p:cNvPr>
            <p:cNvGrpSpPr>
              <a:grpSpLocks/>
            </p:cNvGrpSpPr>
            <p:nvPr/>
          </p:nvGrpSpPr>
          <p:grpSpPr bwMode="auto">
            <a:xfrm>
              <a:off x="7112339" y="1754552"/>
              <a:ext cx="1095375" cy="338137"/>
              <a:chOff x="998" y="1077"/>
              <a:chExt cx="690" cy="213"/>
            </a:xfrm>
          </p:grpSpPr>
          <p:sp>
            <p:nvSpPr>
              <p:cNvPr id="33" name="Rectangle 51">
                <a:extLst>
                  <a:ext uri="{FF2B5EF4-FFF2-40B4-BE49-F238E27FC236}">
                    <a16:creationId xmlns:a16="http://schemas.microsoft.com/office/drawing/2014/main" id="{C0E03F31-8554-3A14-A347-21E9FBADE60E}"/>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ea typeface="ＭＳ Ｐゴシック" charset="0"/>
                  <a:cs typeface="Arial" charset="0"/>
                </a:endParaRPr>
              </a:p>
            </p:txBody>
          </p:sp>
          <p:sp>
            <p:nvSpPr>
              <p:cNvPr id="34" name="Text Box 7">
                <a:extLst>
                  <a:ext uri="{FF2B5EF4-FFF2-40B4-BE49-F238E27FC236}">
                    <a16:creationId xmlns:a16="http://schemas.microsoft.com/office/drawing/2014/main" id="{632DEEC6-40E8-17E6-2F07-B7C0F3F84088}"/>
                  </a:ext>
                </a:extLst>
              </p:cNvPr>
              <p:cNvSpPr txBox="1">
                <a:spLocks noChangeArrowheads="1"/>
              </p:cNvSpPr>
              <p:nvPr/>
            </p:nvSpPr>
            <p:spPr bwMode="auto">
              <a:xfrm>
                <a:off x="1107" y="1077"/>
                <a:ext cx="43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mn-lt"/>
                    <a:ea typeface="ＭＳ Ｐゴシック" charset="0"/>
                    <a:cs typeface="Arial" charset="0"/>
                  </a:rPr>
                  <a:t>frame</a:t>
                </a:r>
              </a:p>
            </p:txBody>
          </p:sp>
        </p:grpSp>
        <p:sp>
          <p:nvSpPr>
            <p:cNvPr id="35" name="Freeform 53">
              <a:extLst>
                <a:ext uri="{FF2B5EF4-FFF2-40B4-BE49-F238E27FC236}">
                  <a16:creationId xmlns:a16="http://schemas.microsoft.com/office/drawing/2014/main" id="{FD767D4B-5DD3-5355-FDB9-7160299A03E1}"/>
                </a:ext>
              </a:extLst>
            </p:cNvPr>
            <p:cNvSpPr>
              <a:spLocks/>
            </p:cNvSpPr>
            <p:nvPr/>
          </p:nvSpPr>
          <p:spPr bwMode="auto">
            <a:xfrm>
              <a:off x="8099764" y="663939"/>
              <a:ext cx="2924175" cy="5314950"/>
            </a:xfrm>
            <a:custGeom>
              <a:avLst/>
              <a:gdLst>
                <a:gd name="T0" fmla="*/ 2147483647 w 1842"/>
                <a:gd name="T1" fmla="*/ 0 h 3348"/>
                <a:gd name="T2" fmla="*/ 2147483647 w 1842"/>
                <a:gd name="T3" fmla="*/ 2147483647 h 3348"/>
                <a:gd name="T4" fmla="*/ 2147483647 w 1842"/>
                <a:gd name="T5" fmla="*/ 2147483647 h 3348"/>
                <a:gd name="T6" fmla="*/ 2147483647 w 1842"/>
                <a:gd name="T7" fmla="*/ 2147483647 h 3348"/>
                <a:gd name="T8" fmla="*/ 2147483647 w 1842"/>
                <a:gd name="T9" fmla="*/ 2147483647 h 3348"/>
                <a:gd name="T10" fmla="*/ 2147483647 w 1842"/>
                <a:gd name="T11" fmla="*/ 2147483647 h 3348"/>
                <a:gd name="T12" fmla="*/ 2147483647 w 1842"/>
                <a:gd name="T13" fmla="*/ 2147483647 h 3348"/>
                <a:gd name="T14" fmla="*/ 2147483647 w 1842"/>
                <a:gd name="T15" fmla="*/ 2147483647 h 3348"/>
                <a:gd name="T16" fmla="*/ 2147483647 w 1842"/>
                <a:gd name="T17" fmla="*/ 2147483647 h 3348"/>
                <a:gd name="T18" fmla="*/ 2147483647 w 1842"/>
                <a:gd name="T19" fmla="*/ 2147483647 h 3348"/>
                <a:gd name="T20" fmla="*/ 2147483647 w 1842"/>
                <a:gd name="T21" fmla="*/ 2147483647 h 3348"/>
                <a:gd name="T22" fmla="*/ 2147483647 w 1842"/>
                <a:gd name="T23" fmla="*/ 2147483647 h 3348"/>
                <a:gd name="T24" fmla="*/ 0 w 1842"/>
                <a:gd name="T25" fmla="*/ 2147483647 h 33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42" h="3348">
                  <a:moveTo>
                    <a:pt x="132" y="0"/>
                  </a:moveTo>
                  <a:lnTo>
                    <a:pt x="138" y="1200"/>
                  </a:lnTo>
                  <a:lnTo>
                    <a:pt x="1326" y="1200"/>
                  </a:lnTo>
                  <a:lnTo>
                    <a:pt x="1326" y="948"/>
                  </a:lnTo>
                  <a:lnTo>
                    <a:pt x="1830" y="948"/>
                  </a:lnTo>
                  <a:lnTo>
                    <a:pt x="1842" y="2496"/>
                  </a:lnTo>
                  <a:lnTo>
                    <a:pt x="1656" y="2340"/>
                  </a:lnTo>
                  <a:lnTo>
                    <a:pt x="1644" y="1896"/>
                  </a:lnTo>
                  <a:lnTo>
                    <a:pt x="1248" y="1902"/>
                  </a:lnTo>
                  <a:lnTo>
                    <a:pt x="1230" y="2430"/>
                  </a:lnTo>
                  <a:lnTo>
                    <a:pt x="774" y="3348"/>
                  </a:lnTo>
                  <a:lnTo>
                    <a:pt x="6" y="3348"/>
                  </a:lnTo>
                  <a:lnTo>
                    <a:pt x="0" y="2226"/>
                  </a:lnTo>
                </a:path>
              </a:pathLst>
            </a:custGeom>
            <a:noFill/>
            <a:ln w="28575" cap="flat" cmpd="sng">
              <a:solidFill>
                <a:srgbClr val="C0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dirty="0">
                <a:solidFill>
                  <a:srgbClr val="000000"/>
                </a:solidFill>
                <a:ea typeface="ＭＳ Ｐゴシック" charset="0"/>
              </a:endParaRPr>
            </a:p>
          </p:txBody>
        </p:sp>
        <p:grpSp>
          <p:nvGrpSpPr>
            <p:cNvPr id="36" name="Group 54">
              <a:extLst>
                <a:ext uri="{FF2B5EF4-FFF2-40B4-BE49-F238E27FC236}">
                  <a16:creationId xmlns:a16="http://schemas.microsoft.com/office/drawing/2014/main" id="{C6D58614-9EAC-694A-7DF7-E510145709C5}"/>
                </a:ext>
              </a:extLst>
            </p:cNvPr>
            <p:cNvGrpSpPr>
              <a:grpSpLocks/>
            </p:cNvGrpSpPr>
            <p:nvPr/>
          </p:nvGrpSpPr>
          <p:grpSpPr bwMode="auto">
            <a:xfrm>
              <a:off x="10884239" y="2106977"/>
              <a:ext cx="1095375" cy="338137"/>
              <a:chOff x="998" y="1077"/>
              <a:chExt cx="690" cy="213"/>
            </a:xfrm>
          </p:grpSpPr>
          <p:sp>
            <p:nvSpPr>
              <p:cNvPr id="37" name="Rectangle 55">
                <a:extLst>
                  <a:ext uri="{FF2B5EF4-FFF2-40B4-BE49-F238E27FC236}">
                    <a16:creationId xmlns:a16="http://schemas.microsoft.com/office/drawing/2014/main" id="{9981F113-2ABB-E346-4FBE-8AB9C6C94F96}"/>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ea typeface="ＭＳ Ｐゴシック" charset="0"/>
                  <a:cs typeface="Arial" charset="0"/>
                </a:endParaRPr>
              </a:p>
            </p:txBody>
          </p:sp>
          <p:sp>
            <p:nvSpPr>
              <p:cNvPr id="38" name="Text Box 7">
                <a:extLst>
                  <a:ext uri="{FF2B5EF4-FFF2-40B4-BE49-F238E27FC236}">
                    <a16:creationId xmlns:a16="http://schemas.microsoft.com/office/drawing/2014/main" id="{AFB23C6A-C898-69B5-EB01-28B2E7E8DB94}"/>
                  </a:ext>
                </a:extLst>
              </p:cNvPr>
              <p:cNvSpPr txBox="1">
                <a:spLocks noChangeArrowheads="1"/>
              </p:cNvSpPr>
              <p:nvPr/>
            </p:nvSpPr>
            <p:spPr bwMode="auto">
              <a:xfrm>
                <a:off x="1107" y="1077"/>
                <a:ext cx="43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mn-lt"/>
                    <a:ea typeface="ＭＳ Ｐゴシック" charset="0"/>
                    <a:cs typeface="Arial" charset="0"/>
                  </a:rPr>
                  <a:t>frame</a:t>
                </a:r>
              </a:p>
            </p:txBody>
          </p:sp>
        </p:grpSp>
        <p:grpSp>
          <p:nvGrpSpPr>
            <p:cNvPr id="39" name="Group 57">
              <a:extLst>
                <a:ext uri="{FF2B5EF4-FFF2-40B4-BE49-F238E27FC236}">
                  <a16:creationId xmlns:a16="http://schemas.microsoft.com/office/drawing/2014/main" id="{1C4F958F-B32F-35E4-D701-A81BB0A1CDB2}"/>
                </a:ext>
              </a:extLst>
            </p:cNvPr>
            <p:cNvGrpSpPr>
              <a:grpSpLocks/>
            </p:cNvGrpSpPr>
            <p:nvPr/>
          </p:nvGrpSpPr>
          <p:grpSpPr bwMode="auto">
            <a:xfrm>
              <a:off x="10560389" y="3854815"/>
              <a:ext cx="1095375" cy="338137"/>
              <a:chOff x="998" y="1074"/>
              <a:chExt cx="690" cy="213"/>
            </a:xfrm>
          </p:grpSpPr>
          <p:sp>
            <p:nvSpPr>
              <p:cNvPr id="40" name="Rectangle 58">
                <a:extLst>
                  <a:ext uri="{FF2B5EF4-FFF2-40B4-BE49-F238E27FC236}">
                    <a16:creationId xmlns:a16="http://schemas.microsoft.com/office/drawing/2014/main" id="{6C18B19C-E6C0-B6A5-9A26-B86E35277E99}"/>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ea typeface="ＭＳ Ｐゴシック" charset="0"/>
                  <a:cs typeface="Arial" charset="0"/>
                </a:endParaRPr>
              </a:p>
            </p:txBody>
          </p:sp>
          <p:sp>
            <p:nvSpPr>
              <p:cNvPr id="41" name="Text Box 7">
                <a:extLst>
                  <a:ext uri="{FF2B5EF4-FFF2-40B4-BE49-F238E27FC236}">
                    <a16:creationId xmlns:a16="http://schemas.microsoft.com/office/drawing/2014/main" id="{AA8E099B-6EA0-E1E5-56B0-9F3A961A6DAC}"/>
                  </a:ext>
                </a:extLst>
              </p:cNvPr>
              <p:cNvSpPr txBox="1">
                <a:spLocks noChangeArrowheads="1"/>
              </p:cNvSpPr>
              <p:nvPr/>
            </p:nvSpPr>
            <p:spPr bwMode="auto">
              <a:xfrm>
                <a:off x="1107" y="1074"/>
                <a:ext cx="43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mn-lt"/>
                    <a:ea typeface="ＭＳ Ｐゴシック" charset="0"/>
                    <a:cs typeface="Arial" charset="0"/>
                  </a:rPr>
                  <a:t>frame</a:t>
                </a:r>
              </a:p>
            </p:txBody>
          </p:sp>
        </p:grpSp>
        <p:grpSp>
          <p:nvGrpSpPr>
            <p:cNvPr id="42" name="Group 60">
              <a:extLst>
                <a:ext uri="{FF2B5EF4-FFF2-40B4-BE49-F238E27FC236}">
                  <a16:creationId xmlns:a16="http://schemas.microsoft.com/office/drawing/2014/main" id="{343D2A4C-DBEF-D191-F420-8F865B24BEBC}"/>
                </a:ext>
              </a:extLst>
            </p:cNvPr>
            <p:cNvGrpSpPr>
              <a:grpSpLocks/>
            </p:cNvGrpSpPr>
            <p:nvPr/>
          </p:nvGrpSpPr>
          <p:grpSpPr bwMode="auto">
            <a:xfrm>
              <a:off x="10646114" y="3580178"/>
              <a:ext cx="914400" cy="307975"/>
              <a:chOff x="1082" y="919"/>
              <a:chExt cx="576" cy="194"/>
            </a:xfrm>
          </p:grpSpPr>
          <p:sp>
            <p:nvSpPr>
              <p:cNvPr id="43" name="Rectangle 61">
                <a:extLst>
                  <a:ext uri="{FF2B5EF4-FFF2-40B4-BE49-F238E27FC236}">
                    <a16:creationId xmlns:a16="http://schemas.microsoft.com/office/drawing/2014/main" id="{FA26FD3A-2B1A-8884-D249-76D23042FFA0}"/>
                  </a:ext>
                </a:extLst>
              </p:cNvPr>
              <p:cNvSpPr>
                <a:spLocks noChangeArrowheads="1"/>
              </p:cNvSpPr>
              <p:nvPr/>
            </p:nvSpPr>
            <p:spPr bwMode="auto">
              <a:xfrm>
                <a:off x="1082" y="939"/>
                <a:ext cx="576"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ea typeface="ＭＳ Ｐゴシック" charset="0"/>
                  <a:cs typeface="Arial" charset="0"/>
                </a:endParaRPr>
              </a:p>
            </p:txBody>
          </p:sp>
          <p:sp>
            <p:nvSpPr>
              <p:cNvPr id="44" name="Text Box 4">
                <a:extLst>
                  <a:ext uri="{FF2B5EF4-FFF2-40B4-BE49-F238E27FC236}">
                    <a16:creationId xmlns:a16="http://schemas.microsoft.com/office/drawing/2014/main" id="{3EF9A3CB-0AC6-D820-40A1-30A1C6BB5DBD}"/>
                  </a:ext>
                </a:extLst>
              </p:cNvPr>
              <p:cNvSpPr txBox="1">
                <a:spLocks noChangeArrowheads="1"/>
              </p:cNvSpPr>
              <p:nvPr/>
            </p:nvSpPr>
            <p:spPr bwMode="auto">
              <a:xfrm>
                <a:off x="1082" y="919"/>
                <a:ext cx="561"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C0000"/>
                    </a:solidFill>
                    <a:effectLst/>
                    <a:uLnTx/>
                    <a:uFillTx/>
                    <a:latin typeface="+mn-lt"/>
                    <a:ea typeface="ＭＳ Ｐゴシック" charset="0"/>
                    <a:cs typeface="Arial" charset="0"/>
                  </a:rPr>
                  <a:t>datagram</a:t>
                </a:r>
              </a:p>
            </p:txBody>
          </p:sp>
        </p:grpSp>
        <p:sp>
          <p:nvSpPr>
            <p:cNvPr id="45" name="Freeform 63">
              <a:extLst>
                <a:ext uri="{FF2B5EF4-FFF2-40B4-BE49-F238E27FC236}">
                  <a16:creationId xmlns:a16="http://schemas.microsoft.com/office/drawing/2014/main" id="{A64F22B2-0F18-FE77-AF74-3BB150F3D20A}"/>
                </a:ext>
              </a:extLst>
            </p:cNvPr>
            <p:cNvSpPr>
              <a:spLocks/>
            </p:cNvSpPr>
            <p:nvPr/>
          </p:nvSpPr>
          <p:spPr bwMode="auto">
            <a:xfrm>
              <a:off x="9242764" y="3479800"/>
              <a:ext cx="333036" cy="974725"/>
            </a:xfrm>
            <a:custGeom>
              <a:avLst/>
              <a:gdLst>
                <a:gd name="T0" fmla="*/ 2147483647 w 228"/>
                <a:gd name="T1" fmla="*/ 0 h 582"/>
                <a:gd name="T2" fmla="*/ 2147483647 w 228"/>
                <a:gd name="T3" fmla="*/ 2147483647 h 582"/>
                <a:gd name="T4" fmla="*/ 2147483647 w 228"/>
                <a:gd name="T5" fmla="*/ 2147483647 h 582"/>
                <a:gd name="T6" fmla="*/ 0 w 228"/>
                <a:gd name="T7" fmla="*/ 2147483647 h 582"/>
                <a:gd name="T8" fmla="*/ 2147483647 w 228"/>
                <a:gd name="T9" fmla="*/ 0 h 5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 h="582">
                  <a:moveTo>
                    <a:pt x="228" y="0"/>
                  </a:moveTo>
                  <a:lnTo>
                    <a:pt x="228" y="582"/>
                  </a:lnTo>
                  <a:lnTo>
                    <a:pt x="12" y="360"/>
                  </a:lnTo>
                  <a:lnTo>
                    <a:pt x="0" y="222"/>
                  </a:lnTo>
                  <a:lnTo>
                    <a:pt x="228" y="0"/>
                  </a:lnTo>
                  <a:close/>
                </a:path>
              </a:pathLst>
            </a:custGeom>
            <a:gradFill rotWithShape="1">
              <a:gsLst>
                <a:gs pos="0">
                  <a:srgbClr val="FFFFFF"/>
                </a:gs>
                <a:gs pos="100000">
                  <a:schemeClr val="bg1">
                    <a:lumMod val="75000"/>
                  </a:schemeClr>
                </a:gs>
              </a:gsLst>
              <a:lin ang="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nvGrpSpPr>
            <p:cNvPr id="46" name="Group 44">
              <a:extLst>
                <a:ext uri="{FF2B5EF4-FFF2-40B4-BE49-F238E27FC236}">
                  <a16:creationId xmlns:a16="http://schemas.microsoft.com/office/drawing/2014/main" id="{E2295A22-2C61-1A81-A8A9-5706FBAB407F}"/>
                </a:ext>
              </a:extLst>
            </p:cNvPr>
            <p:cNvGrpSpPr>
              <a:grpSpLocks/>
            </p:cNvGrpSpPr>
            <p:nvPr/>
          </p:nvGrpSpPr>
          <p:grpSpPr bwMode="auto">
            <a:xfrm>
              <a:off x="9299914" y="1287827"/>
              <a:ext cx="762000" cy="693737"/>
              <a:chOff x="-44" y="1473"/>
              <a:chExt cx="981" cy="1105"/>
            </a:xfrm>
          </p:grpSpPr>
          <p:pic>
            <p:nvPicPr>
              <p:cNvPr id="47" name="Picture 45" descr="desktop_computer_stylized_medium">
                <a:extLst>
                  <a:ext uri="{FF2B5EF4-FFF2-40B4-BE49-F238E27FC236}">
                    <a16:creationId xmlns:a16="http://schemas.microsoft.com/office/drawing/2014/main" id="{493D215E-E0EC-5CF3-1B05-099E01F3B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8" name="Freeform 46">
                <a:extLst>
                  <a:ext uri="{FF2B5EF4-FFF2-40B4-BE49-F238E27FC236}">
                    <a16:creationId xmlns:a16="http://schemas.microsoft.com/office/drawing/2014/main" id="{68C086FE-4B2B-F27F-5489-52A568533FB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ea typeface="ＭＳ Ｐゴシック" charset="0"/>
                </a:endParaRPr>
              </a:p>
            </p:txBody>
          </p:sp>
        </p:grpSp>
        <p:grpSp>
          <p:nvGrpSpPr>
            <p:cNvPr id="49" name="Group 44">
              <a:extLst>
                <a:ext uri="{FF2B5EF4-FFF2-40B4-BE49-F238E27FC236}">
                  <a16:creationId xmlns:a16="http://schemas.microsoft.com/office/drawing/2014/main" id="{19DA0C6D-FB45-A70D-34A3-316665C50CE2}"/>
                </a:ext>
              </a:extLst>
            </p:cNvPr>
            <p:cNvGrpSpPr>
              <a:grpSpLocks/>
            </p:cNvGrpSpPr>
            <p:nvPr/>
          </p:nvGrpSpPr>
          <p:grpSpPr bwMode="auto">
            <a:xfrm>
              <a:off x="9279276" y="5942377"/>
              <a:ext cx="762000" cy="693737"/>
              <a:chOff x="-44" y="1473"/>
              <a:chExt cx="981" cy="1105"/>
            </a:xfrm>
          </p:grpSpPr>
          <p:pic>
            <p:nvPicPr>
              <p:cNvPr id="50" name="Picture 45" descr="desktop_computer_stylized_medium">
                <a:extLst>
                  <a:ext uri="{FF2B5EF4-FFF2-40B4-BE49-F238E27FC236}">
                    <a16:creationId xmlns:a16="http://schemas.microsoft.com/office/drawing/2014/main" id="{E0536918-867E-9B63-7742-F991C2765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 name="Freeform 46">
                <a:extLst>
                  <a:ext uri="{FF2B5EF4-FFF2-40B4-BE49-F238E27FC236}">
                    <a16:creationId xmlns:a16="http://schemas.microsoft.com/office/drawing/2014/main" id="{E7A30C2A-5C5B-E224-AD10-423B928ABC8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2" name="Group 285">
              <a:extLst>
                <a:ext uri="{FF2B5EF4-FFF2-40B4-BE49-F238E27FC236}">
                  <a16:creationId xmlns:a16="http://schemas.microsoft.com/office/drawing/2014/main" id="{17A36761-3596-B1E0-C1EA-490EDD7F7836}"/>
                </a:ext>
              </a:extLst>
            </p:cNvPr>
            <p:cNvGrpSpPr/>
            <p:nvPr/>
          </p:nvGrpSpPr>
          <p:grpSpPr>
            <a:xfrm>
              <a:off x="8822377" y="2470342"/>
              <a:ext cx="914400" cy="479686"/>
              <a:chOff x="3668110" y="2448910"/>
              <a:chExt cx="3794234" cy="2165130"/>
            </a:xfrm>
          </p:grpSpPr>
          <p:sp>
            <p:nvSpPr>
              <p:cNvPr id="53" name="Rectangle 286">
                <a:extLst>
                  <a:ext uri="{FF2B5EF4-FFF2-40B4-BE49-F238E27FC236}">
                    <a16:creationId xmlns:a16="http://schemas.microsoft.com/office/drawing/2014/main" id="{754185E9-5DB8-A568-3AA0-66AC2EBF6AB3}"/>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4" name="Freeform 287">
                <a:extLst>
                  <a:ext uri="{FF2B5EF4-FFF2-40B4-BE49-F238E27FC236}">
                    <a16:creationId xmlns:a16="http://schemas.microsoft.com/office/drawing/2014/main" id="{AF1C8390-5F3C-CB34-1B1A-2D87C18D25C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nvGrpSpPr>
              <p:cNvPr id="55" name="Group 288">
                <a:extLst>
                  <a:ext uri="{FF2B5EF4-FFF2-40B4-BE49-F238E27FC236}">
                    <a16:creationId xmlns:a16="http://schemas.microsoft.com/office/drawing/2014/main" id="{58347C87-B38F-A1A2-3C53-E486745D27B1}"/>
                  </a:ext>
                </a:extLst>
              </p:cNvPr>
              <p:cNvGrpSpPr/>
              <p:nvPr/>
            </p:nvGrpSpPr>
            <p:grpSpPr>
              <a:xfrm>
                <a:off x="3941378" y="2603243"/>
                <a:ext cx="3202061" cy="1066110"/>
                <a:chOff x="7939341" y="3037317"/>
                <a:chExt cx="897649" cy="353919"/>
              </a:xfrm>
            </p:grpSpPr>
            <p:sp>
              <p:nvSpPr>
                <p:cNvPr id="56" name="Freeform 289">
                  <a:extLst>
                    <a:ext uri="{FF2B5EF4-FFF2-40B4-BE49-F238E27FC236}">
                      <a16:creationId xmlns:a16="http://schemas.microsoft.com/office/drawing/2014/main" id="{0EBFB08B-29ED-7597-8113-EA0481A45AA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7" name="Freeform 290">
                  <a:extLst>
                    <a:ext uri="{FF2B5EF4-FFF2-40B4-BE49-F238E27FC236}">
                      <a16:creationId xmlns:a16="http://schemas.microsoft.com/office/drawing/2014/main" id="{0F2039E1-3D79-93F6-3674-3D0A4FD3D36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8" name="Freeform 291">
                  <a:extLst>
                    <a:ext uri="{FF2B5EF4-FFF2-40B4-BE49-F238E27FC236}">
                      <a16:creationId xmlns:a16="http://schemas.microsoft.com/office/drawing/2014/main" id="{B80EE47B-1AA2-A334-7A35-3367CA4C964B}"/>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9" name="Freeform 292">
                  <a:extLst>
                    <a:ext uri="{FF2B5EF4-FFF2-40B4-BE49-F238E27FC236}">
                      <a16:creationId xmlns:a16="http://schemas.microsoft.com/office/drawing/2014/main" id="{25997E39-CD65-BCFF-1226-40E54A41D76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grpSp>
          <p:nvGrpSpPr>
            <p:cNvPr id="60" name="Group 293">
              <a:extLst>
                <a:ext uri="{FF2B5EF4-FFF2-40B4-BE49-F238E27FC236}">
                  <a16:creationId xmlns:a16="http://schemas.microsoft.com/office/drawing/2014/main" id="{7FF7C76E-02E5-4C68-3BD5-38C4F7A310AB}"/>
                </a:ext>
              </a:extLst>
            </p:cNvPr>
            <p:cNvGrpSpPr/>
            <p:nvPr/>
          </p:nvGrpSpPr>
          <p:grpSpPr>
            <a:xfrm>
              <a:off x="8461094" y="3741153"/>
              <a:ext cx="894855" cy="442494"/>
              <a:chOff x="7493876" y="2774731"/>
              <a:chExt cx="1481958" cy="894622"/>
            </a:xfrm>
          </p:grpSpPr>
          <p:sp>
            <p:nvSpPr>
              <p:cNvPr id="61" name="Freeform 294">
                <a:extLst>
                  <a:ext uri="{FF2B5EF4-FFF2-40B4-BE49-F238E27FC236}">
                    <a16:creationId xmlns:a16="http://schemas.microsoft.com/office/drawing/2014/main" id="{2D4AEBD6-EDA0-EBCB-4420-4D4FAA0FED8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ea typeface="+mn-ea"/>
                    <a:cs typeface="+mn-cs"/>
                  </a:rPr>
                  <a:t>                   </a:t>
                </a:r>
              </a:p>
            </p:txBody>
          </p:sp>
          <p:sp>
            <p:nvSpPr>
              <p:cNvPr id="62" name="Oval 295">
                <a:extLst>
                  <a:ext uri="{FF2B5EF4-FFF2-40B4-BE49-F238E27FC236}">
                    <a16:creationId xmlns:a16="http://schemas.microsoft.com/office/drawing/2014/main" id="{B3A64ECF-665D-734C-7790-382F6718898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ea typeface="+mn-ea"/>
                    <a:cs typeface="+mn-cs"/>
                  </a:rPr>
                  <a:t>              </a:t>
                </a:r>
              </a:p>
            </p:txBody>
          </p:sp>
          <p:grpSp>
            <p:nvGrpSpPr>
              <p:cNvPr id="63" name="Group 296">
                <a:extLst>
                  <a:ext uri="{FF2B5EF4-FFF2-40B4-BE49-F238E27FC236}">
                    <a16:creationId xmlns:a16="http://schemas.microsoft.com/office/drawing/2014/main" id="{3A9C6C69-E2F3-A3DE-941A-29C3D1546397}"/>
                  </a:ext>
                </a:extLst>
              </p:cNvPr>
              <p:cNvGrpSpPr/>
              <p:nvPr/>
            </p:nvGrpSpPr>
            <p:grpSpPr>
              <a:xfrm>
                <a:off x="7713663" y="2848339"/>
                <a:ext cx="1042107" cy="425543"/>
                <a:chOff x="7786941" y="2884917"/>
                <a:chExt cx="897649" cy="353919"/>
              </a:xfrm>
            </p:grpSpPr>
            <p:sp>
              <p:nvSpPr>
                <p:cNvPr id="64" name="Freeform 297">
                  <a:extLst>
                    <a:ext uri="{FF2B5EF4-FFF2-40B4-BE49-F238E27FC236}">
                      <a16:creationId xmlns:a16="http://schemas.microsoft.com/office/drawing/2014/main" id="{1070C19A-AE67-76AD-D90B-05202F30E3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65" name="Freeform 298">
                  <a:extLst>
                    <a:ext uri="{FF2B5EF4-FFF2-40B4-BE49-F238E27FC236}">
                      <a16:creationId xmlns:a16="http://schemas.microsoft.com/office/drawing/2014/main" id="{274DFCB6-39BB-3032-0EB0-AD207584467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66" name="Freeform 299">
                  <a:extLst>
                    <a:ext uri="{FF2B5EF4-FFF2-40B4-BE49-F238E27FC236}">
                      <a16:creationId xmlns:a16="http://schemas.microsoft.com/office/drawing/2014/main" id="{6B1BB52A-4599-4503-4DB3-FF90491F19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67" name="Freeform 300">
                  <a:extLst>
                    <a:ext uri="{FF2B5EF4-FFF2-40B4-BE49-F238E27FC236}">
                      <a16:creationId xmlns:a16="http://schemas.microsoft.com/office/drawing/2014/main" id="{89CEA5B8-6BD2-5214-D9F6-6C1E0690C39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sp>
          <p:nvSpPr>
            <p:cNvPr id="69" name="Text Box 167">
              <a:extLst>
                <a:ext uri="{FF2B5EF4-FFF2-40B4-BE49-F238E27FC236}">
                  <a16:creationId xmlns:a16="http://schemas.microsoft.com/office/drawing/2014/main" id="{A7955914-DEA9-9430-82FB-8C8AF3C2943E}"/>
                </a:ext>
              </a:extLst>
            </p:cNvPr>
            <p:cNvSpPr txBox="1">
              <a:spLocks noChangeArrowheads="1"/>
            </p:cNvSpPr>
            <p:nvPr/>
          </p:nvSpPr>
          <p:spPr bwMode="auto">
            <a:xfrm>
              <a:off x="8536580" y="4120719"/>
              <a:ext cx="78495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b="1" i="0" dirty="0">
                  <a:solidFill>
                    <a:srgbClr val="000000"/>
                  </a:solidFill>
                  <a:latin typeface="+mn-lt"/>
                  <a:cs typeface="Arial" charset="0"/>
                </a:rPr>
                <a:t>route</a:t>
              </a:r>
              <a:r>
                <a:rPr lang="en-US" altLang="zh-CN" sz="1800" b="1" i="0" dirty="0">
                  <a:solidFill>
                    <a:srgbClr val="000000"/>
                  </a:solidFill>
                  <a:latin typeface="+mn-lt"/>
                  <a:cs typeface="Arial" charset="0"/>
                </a:rPr>
                <a:t>r</a:t>
              </a:r>
              <a:endParaRPr lang="en-US" sz="1800" b="1" i="0" dirty="0">
                <a:solidFill>
                  <a:srgbClr val="000000"/>
                </a:solidFill>
                <a:latin typeface="+mn-lt"/>
                <a:cs typeface="Arial" charset="0"/>
              </a:endParaRPr>
            </a:p>
          </p:txBody>
        </p:sp>
      </p:grpSp>
    </p:spTree>
    <p:extLst>
      <p:ext uri="{BB962C8B-B14F-4D97-AF65-F5344CB8AC3E}">
        <p14:creationId xmlns:p14="http://schemas.microsoft.com/office/powerpoint/2010/main" val="16208880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fontScale="92500" lnSpcReduction="10000"/>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dirty="0"/>
              <a:t>6.4 </a:t>
            </a:r>
            <a:r>
              <a:rPr lang="zh-CN" altLang="en-US" sz="2400" dirty="0"/>
              <a:t>交换局域网</a:t>
            </a:r>
            <a:endParaRPr lang="en-US" altLang="zh-CN" sz="2400" dirty="0"/>
          </a:p>
          <a:p>
            <a:pPr lvl="1"/>
            <a:r>
              <a:rPr lang="en-US" altLang="zh-CN" sz="2400" dirty="0"/>
              <a:t>MAC</a:t>
            </a:r>
            <a:r>
              <a:rPr lang="zh-CN" altLang="en-US" sz="2400" dirty="0"/>
              <a:t>地址和</a:t>
            </a:r>
            <a:r>
              <a:rPr lang="en-US" altLang="zh-CN" sz="2400" dirty="0"/>
              <a:t>ARP</a:t>
            </a:r>
          </a:p>
          <a:p>
            <a:pPr lvl="1"/>
            <a:r>
              <a:rPr lang="zh-CN" altLang="en-US" sz="2400" dirty="0"/>
              <a:t>以太网</a:t>
            </a:r>
            <a:endParaRPr lang="en-US" altLang="zh-CN" sz="2400" dirty="0"/>
          </a:p>
          <a:p>
            <a:pPr lvl="1"/>
            <a:r>
              <a:rPr lang="zh-CN" altLang="en-US" sz="2400" dirty="0"/>
              <a:t>交换机</a:t>
            </a:r>
            <a:endParaRPr lang="en-US" altLang="zh-CN" sz="2400" dirty="0"/>
          </a:p>
          <a:p>
            <a:pPr lvl="1"/>
            <a:r>
              <a:rPr lang="zh-CN" altLang="en-US" sz="2400" b="1" dirty="0">
                <a:solidFill>
                  <a:schemeClr val="accent4"/>
                </a:solidFill>
              </a:rPr>
              <a:t>虚拟局域网</a:t>
            </a:r>
            <a:endParaRPr lang="en-US" altLang="zh-CN" sz="2400" b="1" dirty="0">
              <a:solidFill>
                <a:schemeClr val="accent4"/>
              </a:solidFill>
            </a:endParaRPr>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dirty="0"/>
              <a:t>6.7 </a:t>
            </a:r>
            <a:r>
              <a:rPr lang="zh-CN" altLang="en-US" sz="2400" dirty="0"/>
              <a:t>回顾：</a:t>
            </a:r>
            <a:r>
              <a:rPr lang="en-US" altLang="zh-CN" sz="2400" dirty="0"/>
              <a:t>Web</a:t>
            </a:r>
            <a:r>
              <a:rPr lang="zh-CN" altLang="en-US" sz="2400" dirty="0"/>
              <a:t>页面请求的历程</a:t>
            </a:r>
            <a:endParaRPr lang="en-US" altLang="zh-CN" sz="2400" dirty="0"/>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5895579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EC004-111F-48FB-09FA-0A76C7FCDF33}"/>
              </a:ext>
            </a:extLst>
          </p:cNvPr>
          <p:cNvSpPr>
            <a:spLocks noGrp="1"/>
          </p:cNvSpPr>
          <p:nvPr>
            <p:ph type="title"/>
          </p:nvPr>
        </p:nvSpPr>
        <p:spPr/>
        <p:txBody>
          <a:bodyPr/>
          <a:lstStyle/>
          <a:p>
            <a:r>
              <a:rPr lang="zh-CN" altLang="en-US" dirty="0"/>
              <a:t>虚拟局域网（</a:t>
            </a:r>
            <a:r>
              <a:rPr lang="en-US" altLang="zh-CN" dirty="0"/>
              <a:t>Virtual LAN</a:t>
            </a:r>
            <a:r>
              <a:rPr lang="zh-CN" altLang="en-US" dirty="0"/>
              <a:t>）</a:t>
            </a:r>
          </a:p>
        </p:txBody>
      </p:sp>
      <p:sp>
        <p:nvSpPr>
          <p:cNvPr id="3" name="内容占位符 2">
            <a:extLst>
              <a:ext uri="{FF2B5EF4-FFF2-40B4-BE49-F238E27FC236}">
                <a16:creationId xmlns:a16="http://schemas.microsoft.com/office/drawing/2014/main" id="{A2C5F77C-94BB-CDC6-E4B0-346DCDEFBE34}"/>
              </a:ext>
            </a:extLst>
          </p:cNvPr>
          <p:cNvSpPr>
            <a:spLocks noGrp="1"/>
          </p:cNvSpPr>
          <p:nvPr>
            <p:ph idx="1"/>
          </p:nvPr>
        </p:nvSpPr>
        <p:spPr>
          <a:xfrm>
            <a:off x="442913" y="728663"/>
            <a:ext cx="11289710" cy="3044565"/>
          </a:xfrm>
        </p:spPr>
        <p:txBody>
          <a:bodyPr>
            <a:noAutofit/>
          </a:bodyPr>
          <a:lstStyle/>
          <a:p>
            <a:r>
              <a:rPr lang="zh-CN" altLang="en-US" dirty="0"/>
              <a:t>网桥连接成一个大的“扩展”的局域网，属于同一个广播域</a:t>
            </a:r>
            <a:r>
              <a:rPr lang="en-US" altLang="zh-CN" dirty="0"/>
              <a:t>(Broadcast Domain)</a:t>
            </a:r>
            <a:endParaRPr lang="zh-CN" altLang="en-US" dirty="0"/>
          </a:p>
          <a:p>
            <a:pPr lvl="1"/>
            <a:r>
              <a:rPr lang="zh-CN" altLang="en-US" sz="2000" dirty="0"/>
              <a:t>广播帧表示发送给局域网的所有主机，扩散到所有局域网</a:t>
            </a:r>
            <a:r>
              <a:rPr lang="en-US" altLang="zh-CN" sz="2000" dirty="0">
                <a:sym typeface="Wingdings" pitchFamily="2" charset="2"/>
              </a:rPr>
              <a:t></a:t>
            </a:r>
            <a:r>
              <a:rPr lang="zh-CN" altLang="en-US" sz="2000" dirty="0"/>
              <a:t>广播帧占用相当大的带宽</a:t>
            </a:r>
            <a:endParaRPr lang="en-US" altLang="zh-CN" sz="2000" dirty="0"/>
          </a:p>
          <a:p>
            <a:pPr lvl="1"/>
            <a:r>
              <a:rPr lang="zh-CN" altLang="en-US" sz="2000" dirty="0"/>
              <a:t>网桥提供过滤和转发功能，但是并没有真正实现负载的隔离</a:t>
            </a:r>
            <a:endParaRPr lang="en-US" altLang="zh-CN" sz="2000" dirty="0"/>
          </a:p>
          <a:p>
            <a:pPr lvl="2"/>
            <a:r>
              <a:rPr lang="zh-CN" altLang="en-US" dirty="0"/>
              <a:t>帧在不知道目的节点位置时扩散，其他端口仍然可能收到别的节点发送的（目的地为其他节点）帧</a:t>
            </a:r>
            <a:endParaRPr lang="en-US" altLang="zh-CN" dirty="0"/>
          </a:p>
          <a:p>
            <a:pPr lvl="2"/>
            <a:r>
              <a:rPr lang="zh-CN" altLang="en-US" dirty="0"/>
              <a:t>可以进行</a:t>
            </a:r>
            <a:r>
              <a:rPr lang="en-US" altLang="zh-CN" dirty="0"/>
              <a:t>ARP</a:t>
            </a:r>
            <a:r>
              <a:rPr lang="zh-CN" altLang="en-US" dirty="0"/>
              <a:t>伪装攻击</a:t>
            </a:r>
            <a:endParaRPr lang="en-US" altLang="zh-CN" dirty="0"/>
          </a:p>
          <a:p>
            <a:r>
              <a:rPr lang="zh-CN" altLang="en-US" dirty="0"/>
              <a:t>管理方面的问题：搭建一个反映逻辑组织架构的物理拓扑要增加工作量和成本</a:t>
            </a:r>
            <a:endParaRPr lang="en-US" altLang="zh-CN" dirty="0"/>
          </a:p>
          <a:p>
            <a:pPr lvl="1"/>
            <a:r>
              <a:rPr lang="zh-CN" altLang="en-US" sz="2000" dirty="0"/>
              <a:t>一个交换机只能用于连接同一个部门的主机</a:t>
            </a:r>
            <a:endParaRPr lang="en-US" altLang="zh-CN" sz="2000" dirty="0"/>
          </a:p>
          <a:p>
            <a:pPr lvl="1"/>
            <a:r>
              <a:rPr lang="zh-CN" altLang="en-US" sz="2000" dirty="0"/>
              <a:t>用户移动物理位置，但是逻辑的组织结构不变</a:t>
            </a:r>
            <a:r>
              <a:rPr lang="en-US" altLang="zh-CN" sz="2000" dirty="0"/>
              <a:t>?</a:t>
            </a:r>
          </a:p>
          <a:p>
            <a:endParaRPr lang="zh-CN" altLang="en-US" dirty="0"/>
          </a:p>
          <a:p>
            <a:endParaRPr lang="zh-CN" altLang="en-US" dirty="0"/>
          </a:p>
        </p:txBody>
      </p:sp>
      <p:grpSp>
        <p:nvGrpSpPr>
          <p:cNvPr id="183" name="组合 182">
            <a:extLst>
              <a:ext uri="{FF2B5EF4-FFF2-40B4-BE49-F238E27FC236}">
                <a16:creationId xmlns:a16="http://schemas.microsoft.com/office/drawing/2014/main" id="{82CE7137-85AD-1E46-644C-15EFC5CD838E}"/>
              </a:ext>
            </a:extLst>
          </p:cNvPr>
          <p:cNvGrpSpPr/>
          <p:nvPr/>
        </p:nvGrpSpPr>
        <p:grpSpPr>
          <a:xfrm>
            <a:off x="7451044" y="3545985"/>
            <a:ext cx="4670577" cy="2918641"/>
            <a:chOff x="475941" y="2261002"/>
            <a:chExt cx="5113490" cy="3296953"/>
          </a:xfrm>
        </p:grpSpPr>
        <p:sp>
          <p:nvSpPr>
            <p:cNvPr id="4" name="Freeform 81">
              <a:extLst>
                <a:ext uri="{FF2B5EF4-FFF2-40B4-BE49-F238E27FC236}">
                  <a16:creationId xmlns:a16="http://schemas.microsoft.com/office/drawing/2014/main" id="{1DF03599-F9D2-9E49-4170-D3387E441381}"/>
                </a:ext>
              </a:extLst>
            </p:cNvPr>
            <p:cNvSpPr>
              <a:spLocks/>
            </p:cNvSpPr>
            <p:nvPr/>
          </p:nvSpPr>
          <p:spPr bwMode="auto">
            <a:xfrm rot="5400000">
              <a:off x="1384209" y="1352734"/>
              <a:ext cx="3296953" cy="5113490"/>
            </a:xfrm>
            <a:custGeom>
              <a:avLst/>
              <a:gdLst>
                <a:gd name="T0" fmla="*/ 2147483647 w 10000"/>
                <a:gd name="T1" fmla="*/ 2147483647 h 9831"/>
                <a:gd name="T2" fmla="*/ 2147483647 w 10000"/>
                <a:gd name="T3" fmla="*/ 2147483647 h 9831"/>
                <a:gd name="T4" fmla="*/ 2147483647 w 10000"/>
                <a:gd name="T5" fmla="*/ 2147483647 h 9831"/>
                <a:gd name="T6" fmla="*/ 2147483647 w 10000"/>
                <a:gd name="T7" fmla="*/ 2147483647 h 9831"/>
                <a:gd name="T8" fmla="*/ 2147483647 w 10000"/>
                <a:gd name="T9" fmla="*/ 2147483647 h 9831"/>
                <a:gd name="T10" fmla="*/ 2147483647 w 10000"/>
                <a:gd name="T11" fmla="*/ 2147483647 h 9831"/>
                <a:gd name="T12" fmla="*/ 2147483647 w 10000"/>
                <a:gd name="T13" fmla="*/ 2147483647 h 9831"/>
                <a:gd name="T14" fmla="*/ 2147483647 w 10000"/>
                <a:gd name="T15" fmla="*/ 2147483647 h 9831"/>
                <a:gd name="T16" fmla="*/ 2147483647 w 10000"/>
                <a:gd name="T17" fmla="*/ 2147483647 h 9831"/>
                <a:gd name="T18" fmla="*/ 2147483647 w 10000"/>
                <a:gd name="T19" fmla="*/ 2147483647 h 9831"/>
                <a:gd name="T20" fmla="*/ 2147483647 w 10000"/>
                <a:gd name="T21" fmla="*/ 2147483647 h 9831"/>
                <a:gd name="T22" fmla="*/ 2147483647 w 10000"/>
                <a:gd name="T23" fmla="*/ 2147483647 h 98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connsiteX0" fmla="*/ 3018 w 10166"/>
                <a:gd name="connsiteY0" fmla="*/ 121 h 10000"/>
                <a:gd name="connsiteX1" fmla="*/ 545 w 10166"/>
                <a:gd name="connsiteY1" fmla="*/ 527 h 10000"/>
                <a:gd name="connsiteX2" fmla="*/ 8 w 10166"/>
                <a:gd name="connsiteY2" fmla="*/ 3524 h 10000"/>
                <a:gd name="connsiteX3" fmla="*/ 354 w 10166"/>
                <a:gd name="connsiteY3" fmla="*/ 6305 h 10000"/>
                <a:gd name="connsiteX4" fmla="*/ 1947 w 10166"/>
                <a:gd name="connsiteY4" fmla="*/ 6681 h 10000"/>
                <a:gd name="connsiteX5" fmla="*/ 5285 w 10166"/>
                <a:gd name="connsiteY5" fmla="*/ 9001 h 10000"/>
                <a:gd name="connsiteX6" fmla="*/ 8172 w 10166"/>
                <a:gd name="connsiteY6" fmla="*/ 9974 h 10000"/>
                <a:gd name="connsiteX7" fmla="*/ 9864 w 10166"/>
                <a:gd name="connsiteY7" fmla="*/ 8031 h 10000"/>
                <a:gd name="connsiteX8" fmla="*/ 9830 w 10166"/>
                <a:gd name="connsiteY8" fmla="*/ 3652 h 10000"/>
                <a:gd name="connsiteX9" fmla="*/ 9852 w 10166"/>
                <a:gd name="connsiteY9" fmla="*/ 791 h 10000"/>
                <a:gd name="connsiteX10" fmla="*/ 5984 w 10166"/>
                <a:gd name="connsiteY10" fmla="*/ 50 h 10000"/>
                <a:gd name="connsiteX11" fmla="*/ 3018 w 10166"/>
                <a:gd name="connsiteY11" fmla="*/ 121 h 10000"/>
                <a:gd name="connsiteX0" fmla="*/ 3018 w 10281"/>
                <a:gd name="connsiteY0" fmla="*/ 121 h 10000"/>
                <a:gd name="connsiteX1" fmla="*/ 545 w 10281"/>
                <a:gd name="connsiteY1" fmla="*/ 527 h 10000"/>
                <a:gd name="connsiteX2" fmla="*/ 8 w 10281"/>
                <a:gd name="connsiteY2" fmla="*/ 3524 h 10000"/>
                <a:gd name="connsiteX3" fmla="*/ 354 w 10281"/>
                <a:gd name="connsiteY3" fmla="*/ 6305 h 10000"/>
                <a:gd name="connsiteX4" fmla="*/ 1947 w 10281"/>
                <a:gd name="connsiteY4" fmla="*/ 6681 h 10000"/>
                <a:gd name="connsiteX5" fmla="*/ 5285 w 10281"/>
                <a:gd name="connsiteY5" fmla="*/ 9001 h 10000"/>
                <a:gd name="connsiteX6" fmla="*/ 8172 w 10281"/>
                <a:gd name="connsiteY6" fmla="*/ 9974 h 10000"/>
                <a:gd name="connsiteX7" fmla="*/ 9864 w 10281"/>
                <a:gd name="connsiteY7" fmla="*/ 8031 h 10000"/>
                <a:gd name="connsiteX8" fmla="*/ 10169 w 10281"/>
                <a:gd name="connsiteY8" fmla="*/ 3708 h 10000"/>
                <a:gd name="connsiteX9" fmla="*/ 9852 w 10281"/>
                <a:gd name="connsiteY9" fmla="*/ 791 h 10000"/>
                <a:gd name="connsiteX10" fmla="*/ 5984 w 10281"/>
                <a:gd name="connsiteY10" fmla="*/ 50 h 10000"/>
                <a:gd name="connsiteX11" fmla="*/ 3018 w 10281"/>
                <a:gd name="connsiteY11" fmla="*/ 12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81" h="10000">
                  <a:moveTo>
                    <a:pt x="3018" y="121"/>
                  </a:moveTo>
                  <a:cubicBezTo>
                    <a:pt x="2111" y="201"/>
                    <a:pt x="1047" y="-40"/>
                    <a:pt x="545" y="527"/>
                  </a:cubicBezTo>
                  <a:cubicBezTo>
                    <a:pt x="43" y="1094"/>
                    <a:pt x="40" y="2561"/>
                    <a:pt x="8" y="3524"/>
                  </a:cubicBezTo>
                  <a:cubicBezTo>
                    <a:pt x="-24" y="4487"/>
                    <a:pt x="32" y="5779"/>
                    <a:pt x="354" y="6305"/>
                  </a:cubicBezTo>
                  <a:cubicBezTo>
                    <a:pt x="677" y="6830"/>
                    <a:pt x="1127" y="6231"/>
                    <a:pt x="1947" y="6681"/>
                  </a:cubicBezTo>
                  <a:cubicBezTo>
                    <a:pt x="2769" y="7131"/>
                    <a:pt x="4247" y="8453"/>
                    <a:pt x="5285" y="9001"/>
                  </a:cubicBezTo>
                  <a:cubicBezTo>
                    <a:pt x="6321" y="9549"/>
                    <a:pt x="7408" y="10134"/>
                    <a:pt x="8172" y="9974"/>
                  </a:cubicBezTo>
                  <a:cubicBezTo>
                    <a:pt x="8934" y="9811"/>
                    <a:pt x="9531" y="9075"/>
                    <a:pt x="9864" y="8031"/>
                  </a:cubicBezTo>
                  <a:cubicBezTo>
                    <a:pt x="10197" y="6987"/>
                    <a:pt x="10171" y="4915"/>
                    <a:pt x="10169" y="3708"/>
                  </a:cubicBezTo>
                  <a:cubicBezTo>
                    <a:pt x="10167" y="2501"/>
                    <a:pt x="10574" y="1287"/>
                    <a:pt x="9852" y="791"/>
                  </a:cubicBezTo>
                  <a:cubicBezTo>
                    <a:pt x="9131" y="296"/>
                    <a:pt x="7123" y="162"/>
                    <a:pt x="5984" y="50"/>
                  </a:cubicBezTo>
                  <a:cubicBezTo>
                    <a:pt x="4845" y="-62"/>
                    <a:pt x="3924" y="42"/>
                    <a:pt x="3018" y="121"/>
                  </a:cubicBezTo>
                  <a:close/>
                </a:path>
              </a:pathLst>
            </a:custGeom>
            <a:solidFill>
              <a:srgbClr val="9CE0FA"/>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 name="Line 34">
              <a:extLst>
                <a:ext uri="{FF2B5EF4-FFF2-40B4-BE49-F238E27FC236}">
                  <a16:creationId xmlns:a16="http://schemas.microsoft.com/office/drawing/2014/main" id="{3EDD8E9B-3051-6AD2-3DD4-C54366DA8F1D}"/>
                </a:ext>
              </a:extLst>
            </p:cNvPr>
            <p:cNvSpPr>
              <a:spLocks noChangeShapeType="1"/>
            </p:cNvSpPr>
            <p:nvPr/>
          </p:nvSpPr>
          <p:spPr bwMode="auto">
            <a:xfrm>
              <a:off x="3067442" y="3407180"/>
              <a:ext cx="0" cy="108858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 name="Line 35">
              <a:extLst>
                <a:ext uri="{FF2B5EF4-FFF2-40B4-BE49-F238E27FC236}">
                  <a16:creationId xmlns:a16="http://schemas.microsoft.com/office/drawing/2014/main" id="{C2C62551-9CF5-087D-7DB1-82E42AD60DB9}"/>
                </a:ext>
              </a:extLst>
            </p:cNvPr>
            <p:cNvSpPr>
              <a:spLocks noChangeShapeType="1"/>
            </p:cNvSpPr>
            <p:nvPr/>
          </p:nvSpPr>
          <p:spPr bwMode="auto">
            <a:xfrm flipH="1" flipV="1">
              <a:off x="3199950" y="3358878"/>
              <a:ext cx="1259908" cy="120403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 name="Line 59">
              <a:extLst>
                <a:ext uri="{FF2B5EF4-FFF2-40B4-BE49-F238E27FC236}">
                  <a16:creationId xmlns:a16="http://schemas.microsoft.com/office/drawing/2014/main" id="{DFAEDB26-B287-7AC7-B089-84185A041354}"/>
                </a:ext>
              </a:extLst>
            </p:cNvPr>
            <p:cNvSpPr>
              <a:spLocks noChangeShapeType="1"/>
            </p:cNvSpPr>
            <p:nvPr/>
          </p:nvSpPr>
          <p:spPr bwMode="auto">
            <a:xfrm flipV="1">
              <a:off x="3270548" y="2900589"/>
              <a:ext cx="837404" cy="31455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 name="Line 60">
              <a:extLst>
                <a:ext uri="{FF2B5EF4-FFF2-40B4-BE49-F238E27FC236}">
                  <a16:creationId xmlns:a16="http://schemas.microsoft.com/office/drawing/2014/main" id="{3866A7A1-4D0A-F9A9-5044-ED9A30F1E534}"/>
                </a:ext>
              </a:extLst>
            </p:cNvPr>
            <p:cNvSpPr>
              <a:spLocks noChangeShapeType="1"/>
            </p:cNvSpPr>
            <p:nvPr/>
          </p:nvSpPr>
          <p:spPr bwMode="auto">
            <a:xfrm flipV="1">
              <a:off x="3129352" y="2661431"/>
              <a:ext cx="458346" cy="563141"/>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77">
              <a:extLst>
                <a:ext uri="{FF2B5EF4-FFF2-40B4-BE49-F238E27FC236}">
                  <a16:creationId xmlns:a16="http://schemas.microsoft.com/office/drawing/2014/main" id="{23DD6879-F861-A584-E2E8-7C64BA3C9675}"/>
                </a:ext>
              </a:extLst>
            </p:cNvPr>
            <p:cNvSpPr>
              <a:spLocks noChangeShapeType="1"/>
            </p:cNvSpPr>
            <p:nvPr/>
          </p:nvSpPr>
          <p:spPr bwMode="auto">
            <a:xfrm>
              <a:off x="2381009" y="2775708"/>
              <a:ext cx="589768" cy="47831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0" name="Group 115">
              <a:extLst>
                <a:ext uri="{FF2B5EF4-FFF2-40B4-BE49-F238E27FC236}">
                  <a16:creationId xmlns:a16="http://schemas.microsoft.com/office/drawing/2014/main" id="{ED3DD466-393D-A024-9A02-483F3BFEDBB8}"/>
                </a:ext>
              </a:extLst>
            </p:cNvPr>
            <p:cNvGrpSpPr/>
            <p:nvPr/>
          </p:nvGrpSpPr>
          <p:grpSpPr>
            <a:xfrm>
              <a:off x="2778135" y="3090622"/>
              <a:ext cx="625610" cy="355986"/>
              <a:chOff x="3668110" y="2448910"/>
              <a:chExt cx="3794234" cy="2165130"/>
            </a:xfrm>
          </p:grpSpPr>
          <p:sp>
            <p:nvSpPr>
              <p:cNvPr id="11" name="Rectangle 156">
                <a:extLst>
                  <a:ext uri="{FF2B5EF4-FFF2-40B4-BE49-F238E27FC236}">
                    <a16:creationId xmlns:a16="http://schemas.microsoft.com/office/drawing/2014/main" id="{838A9FF0-F0C0-7019-5EC9-D11BFADDBF23}"/>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157">
                <a:extLst>
                  <a:ext uri="{FF2B5EF4-FFF2-40B4-BE49-F238E27FC236}">
                    <a16:creationId xmlns:a16="http://schemas.microsoft.com/office/drawing/2014/main" id="{BEF0B2A3-7AC0-CB35-2BCB-C182698FD4B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 name="Group 158">
                <a:extLst>
                  <a:ext uri="{FF2B5EF4-FFF2-40B4-BE49-F238E27FC236}">
                    <a16:creationId xmlns:a16="http://schemas.microsoft.com/office/drawing/2014/main" id="{0425A384-6E1D-D85E-D82A-2DCEDF688421}"/>
                  </a:ext>
                </a:extLst>
              </p:cNvPr>
              <p:cNvGrpSpPr/>
              <p:nvPr/>
            </p:nvGrpSpPr>
            <p:grpSpPr>
              <a:xfrm>
                <a:off x="3941378" y="2603243"/>
                <a:ext cx="3202061" cy="1066110"/>
                <a:chOff x="7939341" y="3037317"/>
                <a:chExt cx="897649" cy="353919"/>
              </a:xfrm>
            </p:grpSpPr>
            <p:sp>
              <p:nvSpPr>
                <p:cNvPr id="14" name="Freeform 159">
                  <a:extLst>
                    <a:ext uri="{FF2B5EF4-FFF2-40B4-BE49-F238E27FC236}">
                      <a16:creationId xmlns:a16="http://schemas.microsoft.com/office/drawing/2014/main" id="{8B5E8870-B3BC-911F-6D8E-D6E3F6EE1637}"/>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160">
                  <a:extLst>
                    <a:ext uri="{FF2B5EF4-FFF2-40B4-BE49-F238E27FC236}">
                      <a16:creationId xmlns:a16="http://schemas.microsoft.com/office/drawing/2014/main" id="{14D85BC1-745E-2D31-C2CE-0F69E70C717E}"/>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61">
                  <a:extLst>
                    <a:ext uri="{FF2B5EF4-FFF2-40B4-BE49-F238E27FC236}">
                      <a16:creationId xmlns:a16="http://schemas.microsoft.com/office/drawing/2014/main" id="{17D360DE-ACFF-13C3-E946-259AB893B172}"/>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162">
                  <a:extLst>
                    <a:ext uri="{FF2B5EF4-FFF2-40B4-BE49-F238E27FC236}">
                      <a16:creationId xmlns:a16="http://schemas.microsoft.com/office/drawing/2014/main" id="{667CBB99-B64A-0678-96FE-636CB4E3679C}"/>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8" name="Line 20">
              <a:extLst>
                <a:ext uri="{FF2B5EF4-FFF2-40B4-BE49-F238E27FC236}">
                  <a16:creationId xmlns:a16="http://schemas.microsoft.com/office/drawing/2014/main" id="{315C7F59-E79D-8411-B02C-B77E3BD62989}"/>
                </a:ext>
              </a:extLst>
            </p:cNvPr>
            <p:cNvSpPr>
              <a:spLocks noChangeShapeType="1"/>
            </p:cNvSpPr>
            <p:nvPr/>
          </p:nvSpPr>
          <p:spPr bwMode="auto">
            <a:xfrm flipH="1">
              <a:off x="1065709" y="4430966"/>
              <a:ext cx="38014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 name="Line 21">
              <a:extLst>
                <a:ext uri="{FF2B5EF4-FFF2-40B4-BE49-F238E27FC236}">
                  <a16:creationId xmlns:a16="http://schemas.microsoft.com/office/drawing/2014/main" id="{95FFF90F-E5BB-EEC9-B92B-BEB8564595F8}"/>
                </a:ext>
              </a:extLst>
            </p:cNvPr>
            <p:cNvSpPr>
              <a:spLocks noChangeShapeType="1"/>
            </p:cNvSpPr>
            <p:nvPr/>
          </p:nvSpPr>
          <p:spPr bwMode="auto">
            <a:xfrm flipH="1">
              <a:off x="1330724" y="4466310"/>
              <a:ext cx="185728" cy="2332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 name="Line 22">
              <a:extLst>
                <a:ext uri="{FF2B5EF4-FFF2-40B4-BE49-F238E27FC236}">
                  <a16:creationId xmlns:a16="http://schemas.microsoft.com/office/drawing/2014/main" id="{1476785D-F4EE-87D5-CA05-65A6D25BC408}"/>
                </a:ext>
              </a:extLst>
            </p:cNvPr>
            <p:cNvSpPr>
              <a:spLocks noChangeShapeType="1"/>
            </p:cNvSpPr>
            <p:nvPr/>
          </p:nvSpPr>
          <p:spPr bwMode="auto">
            <a:xfrm>
              <a:off x="1617462" y="4487516"/>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21" name="Group 44">
              <a:extLst>
                <a:ext uri="{FF2B5EF4-FFF2-40B4-BE49-F238E27FC236}">
                  <a16:creationId xmlns:a16="http://schemas.microsoft.com/office/drawing/2014/main" id="{3A118EC5-7A25-D30A-56E1-4E42E80CE17C}"/>
                </a:ext>
              </a:extLst>
            </p:cNvPr>
            <p:cNvGrpSpPr>
              <a:grpSpLocks/>
            </p:cNvGrpSpPr>
            <p:nvPr/>
          </p:nvGrpSpPr>
          <p:grpSpPr bwMode="auto">
            <a:xfrm>
              <a:off x="753990" y="4284879"/>
              <a:ext cx="388834" cy="356970"/>
              <a:chOff x="-44" y="1473"/>
              <a:chExt cx="981" cy="1105"/>
            </a:xfrm>
          </p:grpSpPr>
          <p:pic>
            <p:nvPicPr>
              <p:cNvPr id="22" name="Picture 45" descr="desktop_computer_stylized_medium">
                <a:extLst>
                  <a:ext uri="{FF2B5EF4-FFF2-40B4-BE49-F238E27FC236}">
                    <a16:creationId xmlns:a16="http://schemas.microsoft.com/office/drawing/2014/main" id="{3FECA2A0-9E5B-932B-36C7-BB9A976BD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 name="Freeform 46">
                <a:extLst>
                  <a:ext uri="{FF2B5EF4-FFF2-40B4-BE49-F238E27FC236}">
                    <a16:creationId xmlns:a16="http://schemas.microsoft.com/office/drawing/2014/main" id="{90CF1622-B0D6-1FF7-8559-D875BEDD8ED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4" name="Group 44">
              <a:extLst>
                <a:ext uri="{FF2B5EF4-FFF2-40B4-BE49-F238E27FC236}">
                  <a16:creationId xmlns:a16="http://schemas.microsoft.com/office/drawing/2014/main" id="{CE2E683B-19A4-5DAD-85FB-1B9FE069B2C2}"/>
                </a:ext>
              </a:extLst>
            </p:cNvPr>
            <p:cNvGrpSpPr>
              <a:grpSpLocks/>
            </p:cNvGrpSpPr>
            <p:nvPr/>
          </p:nvGrpSpPr>
          <p:grpSpPr bwMode="auto">
            <a:xfrm>
              <a:off x="1032038" y="4624177"/>
              <a:ext cx="388834" cy="356970"/>
              <a:chOff x="-44" y="1473"/>
              <a:chExt cx="981" cy="1105"/>
            </a:xfrm>
          </p:grpSpPr>
          <p:pic>
            <p:nvPicPr>
              <p:cNvPr id="25" name="Picture 45" descr="desktop_computer_stylized_medium">
                <a:extLst>
                  <a:ext uri="{FF2B5EF4-FFF2-40B4-BE49-F238E27FC236}">
                    <a16:creationId xmlns:a16="http://schemas.microsoft.com/office/drawing/2014/main" id="{44A1B059-FA1C-3C22-C95B-B0EBE61198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 name="Freeform 46">
                <a:extLst>
                  <a:ext uri="{FF2B5EF4-FFF2-40B4-BE49-F238E27FC236}">
                    <a16:creationId xmlns:a16="http://schemas.microsoft.com/office/drawing/2014/main" id="{51E909BA-508E-11B3-3B1A-2FFC4398C75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7" name="Group 44">
              <a:extLst>
                <a:ext uri="{FF2B5EF4-FFF2-40B4-BE49-F238E27FC236}">
                  <a16:creationId xmlns:a16="http://schemas.microsoft.com/office/drawing/2014/main" id="{323CBF3B-3602-7F4D-B79A-63A93D3676F2}"/>
                </a:ext>
              </a:extLst>
            </p:cNvPr>
            <p:cNvGrpSpPr>
              <a:grpSpLocks/>
            </p:cNvGrpSpPr>
            <p:nvPr/>
          </p:nvGrpSpPr>
          <p:grpSpPr bwMode="auto">
            <a:xfrm>
              <a:off x="1393719" y="4647740"/>
              <a:ext cx="388834" cy="356970"/>
              <a:chOff x="-44" y="1473"/>
              <a:chExt cx="981" cy="1105"/>
            </a:xfrm>
          </p:grpSpPr>
          <p:pic>
            <p:nvPicPr>
              <p:cNvPr id="28" name="Picture 45" descr="desktop_computer_stylized_medium">
                <a:extLst>
                  <a:ext uri="{FF2B5EF4-FFF2-40B4-BE49-F238E27FC236}">
                    <a16:creationId xmlns:a16="http://schemas.microsoft.com/office/drawing/2014/main" id="{B9CCB97F-EECA-D88D-AB2F-4C9EF3F7A4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9" name="Freeform 46">
                <a:extLst>
                  <a:ext uri="{FF2B5EF4-FFF2-40B4-BE49-F238E27FC236}">
                    <a16:creationId xmlns:a16="http://schemas.microsoft.com/office/drawing/2014/main" id="{AF04D3E4-E484-6858-E351-536854502A9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0" name="Line 21">
              <a:extLst>
                <a:ext uri="{FF2B5EF4-FFF2-40B4-BE49-F238E27FC236}">
                  <a16:creationId xmlns:a16="http://schemas.microsoft.com/office/drawing/2014/main" id="{3AC7E7AE-C986-1F01-B7B5-CF4EF4CB4BDF}"/>
                </a:ext>
              </a:extLst>
            </p:cNvPr>
            <p:cNvSpPr>
              <a:spLocks noChangeShapeType="1"/>
            </p:cNvSpPr>
            <p:nvPr/>
          </p:nvSpPr>
          <p:spPr bwMode="auto">
            <a:xfrm>
              <a:off x="1767347" y="4435678"/>
              <a:ext cx="258498" cy="22619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 name="Line 22">
              <a:extLst>
                <a:ext uri="{FF2B5EF4-FFF2-40B4-BE49-F238E27FC236}">
                  <a16:creationId xmlns:a16="http://schemas.microsoft.com/office/drawing/2014/main" id="{CABC17C2-796C-7866-1A4F-2ADCAC223081}"/>
                </a:ext>
              </a:extLst>
            </p:cNvPr>
            <p:cNvSpPr>
              <a:spLocks noChangeShapeType="1"/>
            </p:cNvSpPr>
            <p:nvPr/>
          </p:nvSpPr>
          <p:spPr bwMode="auto">
            <a:xfrm flipH="1">
              <a:off x="1925922" y="4803252"/>
              <a:ext cx="82546" cy="21795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2" name="Line 20">
              <a:extLst>
                <a:ext uri="{FF2B5EF4-FFF2-40B4-BE49-F238E27FC236}">
                  <a16:creationId xmlns:a16="http://schemas.microsoft.com/office/drawing/2014/main" id="{75EEBAC9-B041-619D-86B9-E8F07AF954F5}"/>
                </a:ext>
              </a:extLst>
            </p:cNvPr>
            <p:cNvSpPr>
              <a:spLocks noChangeShapeType="1"/>
            </p:cNvSpPr>
            <p:nvPr/>
          </p:nvSpPr>
          <p:spPr bwMode="auto">
            <a:xfrm>
              <a:off x="2131694" y="4497705"/>
              <a:ext cx="1677" cy="2254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3" name="Group 44">
              <a:extLst>
                <a:ext uri="{FF2B5EF4-FFF2-40B4-BE49-F238E27FC236}">
                  <a16:creationId xmlns:a16="http://schemas.microsoft.com/office/drawing/2014/main" id="{718C794E-8FE3-F1F0-5605-74CCAB94F973}"/>
                </a:ext>
              </a:extLst>
            </p:cNvPr>
            <p:cNvGrpSpPr>
              <a:grpSpLocks/>
            </p:cNvGrpSpPr>
            <p:nvPr/>
          </p:nvGrpSpPr>
          <p:grpSpPr bwMode="auto">
            <a:xfrm>
              <a:off x="1670682" y="4924597"/>
              <a:ext cx="388834" cy="356970"/>
              <a:chOff x="-44" y="1473"/>
              <a:chExt cx="981" cy="1105"/>
            </a:xfrm>
          </p:grpSpPr>
          <p:pic>
            <p:nvPicPr>
              <p:cNvPr id="34" name="Picture 45" descr="desktop_computer_stylized_medium">
                <a:extLst>
                  <a:ext uri="{FF2B5EF4-FFF2-40B4-BE49-F238E27FC236}">
                    <a16:creationId xmlns:a16="http://schemas.microsoft.com/office/drawing/2014/main" id="{B09329EA-A2E4-6549-3B68-4D9880591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Freeform 46">
                <a:extLst>
                  <a:ext uri="{FF2B5EF4-FFF2-40B4-BE49-F238E27FC236}">
                    <a16:creationId xmlns:a16="http://schemas.microsoft.com/office/drawing/2014/main" id="{B644A6F2-6266-4DEC-DA40-DDF176EEAC8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36" name="Group 44">
              <a:extLst>
                <a:ext uri="{FF2B5EF4-FFF2-40B4-BE49-F238E27FC236}">
                  <a16:creationId xmlns:a16="http://schemas.microsoft.com/office/drawing/2014/main" id="{C1607C07-1A93-2516-3EAB-BCCAAAB1C613}"/>
                </a:ext>
              </a:extLst>
            </p:cNvPr>
            <p:cNvGrpSpPr>
              <a:grpSpLocks/>
            </p:cNvGrpSpPr>
            <p:nvPr/>
          </p:nvGrpSpPr>
          <p:grpSpPr bwMode="auto">
            <a:xfrm>
              <a:off x="1920239" y="4247763"/>
              <a:ext cx="388834" cy="356970"/>
              <a:chOff x="-44" y="1473"/>
              <a:chExt cx="981" cy="1105"/>
            </a:xfrm>
          </p:grpSpPr>
          <p:pic>
            <p:nvPicPr>
              <p:cNvPr id="37" name="Picture 45" descr="desktop_computer_stylized_medium">
                <a:extLst>
                  <a:ext uri="{FF2B5EF4-FFF2-40B4-BE49-F238E27FC236}">
                    <a16:creationId xmlns:a16="http://schemas.microsoft.com/office/drawing/2014/main" id="{89105F0C-1A68-190A-5F67-C54E7FE95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8" name="Freeform 46">
                <a:extLst>
                  <a:ext uri="{FF2B5EF4-FFF2-40B4-BE49-F238E27FC236}">
                    <a16:creationId xmlns:a16="http://schemas.microsoft.com/office/drawing/2014/main" id="{5DB71A3F-AC0B-5AA0-5F2E-62CD959CBB7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9" name="Line 20">
              <a:extLst>
                <a:ext uri="{FF2B5EF4-FFF2-40B4-BE49-F238E27FC236}">
                  <a16:creationId xmlns:a16="http://schemas.microsoft.com/office/drawing/2014/main" id="{238D47FC-B1C5-5E81-FE80-4156CEE0D944}"/>
                </a:ext>
              </a:extLst>
            </p:cNvPr>
            <p:cNvSpPr>
              <a:spLocks noChangeShapeType="1"/>
            </p:cNvSpPr>
            <p:nvPr/>
          </p:nvSpPr>
          <p:spPr bwMode="auto">
            <a:xfrm flipH="1">
              <a:off x="3952637" y="4630068"/>
              <a:ext cx="38014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0" name="Line 21">
              <a:extLst>
                <a:ext uri="{FF2B5EF4-FFF2-40B4-BE49-F238E27FC236}">
                  <a16:creationId xmlns:a16="http://schemas.microsoft.com/office/drawing/2014/main" id="{53DC9832-32B0-C306-900E-4B9B12A00DC5}"/>
                </a:ext>
              </a:extLst>
            </p:cNvPr>
            <p:cNvSpPr>
              <a:spLocks noChangeShapeType="1"/>
            </p:cNvSpPr>
            <p:nvPr/>
          </p:nvSpPr>
          <p:spPr bwMode="auto">
            <a:xfrm flipH="1">
              <a:off x="4217652" y="4665411"/>
              <a:ext cx="185728" cy="2332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 name="Line 22">
              <a:extLst>
                <a:ext uri="{FF2B5EF4-FFF2-40B4-BE49-F238E27FC236}">
                  <a16:creationId xmlns:a16="http://schemas.microsoft.com/office/drawing/2014/main" id="{533949B0-F58E-2237-D654-E0F8C0D19DE6}"/>
                </a:ext>
              </a:extLst>
            </p:cNvPr>
            <p:cNvSpPr>
              <a:spLocks noChangeShapeType="1"/>
            </p:cNvSpPr>
            <p:nvPr/>
          </p:nvSpPr>
          <p:spPr bwMode="auto">
            <a:xfrm>
              <a:off x="4504390" y="4686617"/>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2" name="Group 44">
              <a:extLst>
                <a:ext uri="{FF2B5EF4-FFF2-40B4-BE49-F238E27FC236}">
                  <a16:creationId xmlns:a16="http://schemas.microsoft.com/office/drawing/2014/main" id="{2D0B7CE2-01A4-45F5-9372-DA2C4907E25C}"/>
                </a:ext>
              </a:extLst>
            </p:cNvPr>
            <p:cNvGrpSpPr>
              <a:grpSpLocks/>
            </p:cNvGrpSpPr>
            <p:nvPr/>
          </p:nvGrpSpPr>
          <p:grpSpPr bwMode="auto">
            <a:xfrm>
              <a:off x="3741928" y="4492228"/>
              <a:ext cx="388834" cy="356970"/>
              <a:chOff x="-44" y="1473"/>
              <a:chExt cx="981" cy="1105"/>
            </a:xfrm>
          </p:grpSpPr>
          <p:pic>
            <p:nvPicPr>
              <p:cNvPr id="43" name="Picture 45" descr="desktop_computer_stylized_medium">
                <a:extLst>
                  <a:ext uri="{FF2B5EF4-FFF2-40B4-BE49-F238E27FC236}">
                    <a16:creationId xmlns:a16="http://schemas.microsoft.com/office/drawing/2014/main" id="{099B98A1-AA66-D3A0-972E-DA0DEA5AF2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4" name="Freeform 46">
                <a:extLst>
                  <a:ext uri="{FF2B5EF4-FFF2-40B4-BE49-F238E27FC236}">
                    <a16:creationId xmlns:a16="http://schemas.microsoft.com/office/drawing/2014/main" id="{C0463807-37FC-3122-7599-B8C7426CF5C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5" name="Group 44">
              <a:extLst>
                <a:ext uri="{FF2B5EF4-FFF2-40B4-BE49-F238E27FC236}">
                  <a16:creationId xmlns:a16="http://schemas.microsoft.com/office/drawing/2014/main" id="{DB49C5F5-03EC-7716-D267-21957B2415E9}"/>
                </a:ext>
              </a:extLst>
            </p:cNvPr>
            <p:cNvGrpSpPr>
              <a:grpSpLocks/>
            </p:cNvGrpSpPr>
            <p:nvPr/>
          </p:nvGrpSpPr>
          <p:grpSpPr bwMode="auto">
            <a:xfrm>
              <a:off x="3918966" y="4823279"/>
              <a:ext cx="389920" cy="356970"/>
              <a:chOff x="-44" y="1473"/>
              <a:chExt cx="981" cy="1105"/>
            </a:xfrm>
          </p:grpSpPr>
          <p:pic>
            <p:nvPicPr>
              <p:cNvPr id="46" name="Picture 45" descr="desktop_computer_stylized_medium">
                <a:extLst>
                  <a:ext uri="{FF2B5EF4-FFF2-40B4-BE49-F238E27FC236}">
                    <a16:creationId xmlns:a16="http://schemas.microsoft.com/office/drawing/2014/main" id="{35440685-D310-D7D1-2107-2CAA74BBE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7" name="Freeform 46">
                <a:extLst>
                  <a:ext uri="{FF2B5EF4-FFF2-40B4-BE49-F238E27FC236}">
                    <a16:creationId xmlns:a16="http://schemas.microsoft.com/office/drawing/2014/main" id="{5AD39242-228C-CC6D-4862-869EF9052B0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8" name="Group 44">
              <a:extLst>
                <a:ext uri="{FF2B5EF4-FFF2-40B4-BE49-F238E27FC236}">
                  <a16:creationId xmlns:a16="http://schemas.microsoft.com/office/drawing/2014/main" id="{7D23547F-235C-229A-0943-A999F0F5510B}"/>
                </a:ext>
              </a:extLst>
            </p:cNvPr>
            <p:cNvGrpSpPr>
              <a:grpSpLocks/>
            </p:cNvGrpSpPr>
            <p:nvPr/>
          </p:nvGrpSpPr>
          <p:grpSpPr bwMode="auto">
            <a:xfrm>
              <a:off x="4280647" y="4845664"/>
              <a:ext cx="388834" cy="358148"/>
              <a:chOff x="-44" y="1473"/>
              <a:chExt cx="981" cy="1105"/>
            </a:xfrm>
          </p:grpSpPr>
          <p:pic>
            <p:nvPicPr>
              <p:cNvPr id="49" name="Picture 45" descr="desktop_computer_stylized_medium">
                <a:extLst>
                  <a:ext uri="{FF2B5EF4-FFF2-40B4-BE49-F238E27FC236}">
                    <a16:creationId xmlns:a16="http://schemas.microsoft.com/office/drawing/2014/main" id="{209F9E20-5F8B-D805-7EFA-304460B13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0" name="Freeform 46">
                <a:extLst>
                  <a:ext uri="{FF2B5EF4-FFF2-40B4-BE49-F238E27FC236}">
                    <a16:creationId xmlns:a16="http://schemas.microsoft.com/office/drawing/2014/main" id="{79A69AB4-F666-F082-A430-1EEEB62336F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1" name="Line 20">
              <a:extLst>
                <a:ext uri="{FF2B5EF4-FFF2-40B4-BE49-F238E27FC236}">
                  <a16:creationId xmlns:a16="http://schemas.microsoft.com/office/drawing/2014/main" id="{3DF7E2CE-6748-A739-29AD-F637457925DA}"/>
                </a:ext>
              </a:extLst>
            </p:cNvPr>
            <p:cNvSpPr>
              <a:spLocks noChangeShapeType="1"/>
            </p:cNvSpPr>
            <p:nvPr/>
          </p:nvSpPr>
          <p:spPr bwMode="auto">
            <a:xfrm flipH="1" flipV="1">
              <a:off x="3250998" y="4664234"/>
              <a:ext cx="414901" cy="23208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2" name="Line 21">
              <a:extLst>
                <a:ext uri="{FF2B5EF4-FFF2-40B4-BE49-F238E27FC236}">
                  <a16:creationId xmlns:a16="http://schemas.microsoft.com/office/drawing/2014/main" id="{4C220711-B10F-B6BE-F242-B20DC400FA0E}"/>
                </a:ext>
              </a:extLst>
            </p:cNvPr>
            <p:cNvSpPr>
              <a:spLocks noChangeShapeType="1"/>
            </p:cNvSpPr>
            <p:nvPr/>
          </p:nvSpPr>
          <p:spPr bwMode="auto">
            <a:xfrm flipH="1">
              <a:off x="2933849" y="4630068"/>
              <a:ext cx="185728" cy="2332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 name="Line 22">
              <a:extLst>
                <a:ext uri="{FF2B5EF4-FFF2-40B4-BE49-F238E27FC236}">
                  <a16:creationId xmlns:a16="http://schemas.microsoft.com/office/drawing/2014/main" id="{0FA3210B-568A-75BC-F7F2-15D38C4DF57B}"/>
                </a:ext>
              </a:extLst>
            </p:cNvPr>
            <p:cNvSpPr>
              <a:spLocks noChangeShapeType="1"/>
            </p:cNvSpPr>
            <p:nvPr/>
          </p:nvSpPr>
          <p:spPr bwMode="auto">
            <a:xfrm>
              <a:off x="3220586" y="4651274"/>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4" name="Group 44">
              <a:extLst>
                <a:ext uri="{FF2B5EF4-FFF2-40B4-BE49-F238E27FC236}">
                  <a16:creationId xmlns:a16="http://schemas.microsoft.com/office/drawing/2014/main" id="{54E928AF-F76B-7261-1EFF-38F457A5084E}"/>
                </a:ext>
              </a:extLst>
            </p:cNvPr>
            <p:cNvGrpSpPr>
              <a:grpSpLocks/>
            </p:cNvGrpSpPr>
            <p:nvPr/>
          </p:nvGrpSpPr>
          <p:grpSpPr bwMode="auto">
            <a:xfrm>
              <a:off x="3349835" y="4784402"/>
              <a:ext cx="389920" cy="356970"/>
              <a:chOff x="-44" y="1473"/>
              <a:chExt cx="981" cy="1105"/>
            </a:xfrm>
          </p:grpSpPr>
          <p:pic>
            <p:nvPicPr>
              <p:cNvPr id="55" name="Picture 45" descr="desktop_computer_stylized_medium">
                <a:extLst>
                  <a:ext uri="{FF2B5EF4-FFF2-40B4-BE49-F238E27FC236}">
                    <a16:creationId xmlns:a16="http://schemas.microsoft.com/office/drawing/2014/main" id="{489A2FB5-AD43-6446-6F4C-5708F4E95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Freeform 46">
                <a:extLst>
                  <a:ext uri="{FF2B5EF4-FFF2-40B4-BE49-F238E27FC236}">
                    <a16:creationId xmlns:a16="http://schemas.microsoft.com/office/drawing/2014/main" id="{2EAF8714-023C-9100-7C1F-349F34FB78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7" name="Group 44">
              <a:extLst>
                <a:ext uri="{FF2B5EF4-FFF2-40B4-BE49-F238E27FC236}">
                  <a16:creationId xmlns:a16="http://schemas.microsoft.com/office/drawing/2014/main" id="{E9CAF264-F67F-3BE8-DBDA-88511DDA7404}"/>
                </a:ext>
              </a:extLst>
            </p:cNvPr>
            <p:cNvGrpSpPr>
              <a:grpSpLocks/>
            </p:cNvGrpSpPr>
            <p:nvPr/>
          </p:nvGrpSpPr>
          <p:grpSpPr bwMode="auto">
            <a:xfrm>
              <a:off x="2635163" y="4787936"/>
              <a:ext cx="389920" cy="358148"/>
              <a:chOff x="-44" y="1473"/>
              <a:chExt cx="981" cy="1105"/>
            </a:xfrm>
          </p:grpSpPr>
          <p:pic>
            <p:nvPicPr>
              <p:cNvPr id="58" name="Picture 45" descr="desktop_computer_stylized_medium">
                <a:extLst>
                  <a:ext uri="{FF2B5EF4-FFF2-40B4-BE49-F238E27FC236}">
                    <a16:creationId xmlns:a16="http://schemas.microsoft.com/office/drawing/2014/main" id="{2A5E3D6C-1ACB-3EEE-FBFA-0918CAD1D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9" name="Freeform 46">
                <a:extLst>
                  <a:ext uri="{FF2B5EF4-FFF2-40B4-BE49-F238E27FC236}">
                    <a16:creationId xmlns:a16="http://schemas.microsoft.com/office/drawing/2014/main" id="{256E9143-1CF6-9FC5-1021-F0D5432B6DC8}"/>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0" name="Group 44">
              <a:extLst>
                <a:ext uri="{FF2B5EF4-FFF2-40B4-BE49-F238E27FC236}">
                  <a16:creationId xmlns:a16="http://schemas.microsoft.com/office/drawing/2014/main" id="{B3757B3F-A6E5-B9C4-F357-D23CB73324BD}"/>
                </a:ext>
              </a:extLst>
            </p:cNvPr>
            <p:cNvGrpSpPr>
              <a:grpSpLocks/>
            </p:cNvGrpSpPr>
            <p:nvPr/>
          </p:nvGrpSpPr>
          <p:grpSpPr bwMode="auto">
            <a:xfrm>
              <a:off x="2996844" y="4811498"/>
              <a:ext cx="389920" cy="356970"/>
              <a:chOff x="-44" y="1473"/>
              <a:chExt cx="981" cy="1105"/>
            </a:xfrm>
          </p:grpSpPr>
          <p:pic>
            <p:nvPicPr>
              <p:cNvPr id="61" name="Picture 45" descr="desktop_computer_stylized_medium">
                <a:extLst>
                  <a:ext uri="{FF2B5EF4-FFF2-40B4-BE49-F238E27FC236}">
                    <a16:creationId xmlns:a16="http://schemas.microsoft.com/office/drawing/2014/main" id="{948FEC3F-9C25-A7E1-396B-10D013CE2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2" name="Freeform 46">
                <a:extLst>
                  <a:ext uri="{FF2B5EF4-FFF2-40B4-BE49-F238E27FC236}">
                    <a16:creationId xmlns:a16="http://schemas.microsoft.com/office/drawing/2014/main" id="{EB720C5C-D8B6-238A-0B41-D1C7324C6BE8}"/>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3" name="Line 20">
              <a:extLst>
                <a:ext uri="{FF2B5EF4-FFF2-40B4-BE49-F238E27FC236}">
                  <a16:creationId xmlns:a16="http://schemas.microsoft.com/office/drawing/2014/main" id="{292ED609-8800-0120-77F2-6B57EF697453}"/>
                </a:ext>
              </a:extLst>
            </p:cNvPr>
            <p:cNvSpPr>
              <a:spLocks noChangeShapeType="1"/>
            </p:cNvSpPr>
            <p:nvPr/>
          </p:nvSpPr>
          <p:spPr bwMode="auto">
            <a:xfrm flipH="1">
              <a:off x="4510426" y="4534645"/>
              <a:ext cx="38014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4" name="Group 44">
              <a:extLst>
                <a:ext uri="{FF2B5EF4-FFF2-40B4-BE49-F238E27FC236}">
                  <a16:creationId xmlns:a16="http://schemas.microsoft.com/office/drawing/2014/main" id="{40D1FDEC-924D-3BFA-A95B-3BD9E7709EDB}"/>
                </a:ext>
              </a:extLst>
            </p:cNvPr>
            <p:cNvGrpSpPr>
              <a:grpSpLocks/>
            </p:cNvGrpSpPr>
            <p:nvPr/>
          </p:nvGrpSpPr>
          <p:grpSpPr bwMode="auto">
            <a:xfrm>
              <a:off x="4622370" y="4306005"/>
              <a:ext cx="389920" cy="356970"/>
              <a:chOff x="-44" y="1487"/>
              <a:chExt cx="981" cy="1105"/>
            </a:xfrm>
          </p:grpSpPr>
          <p:pic>
            <p:nvPicPr>
              <p:cNvPr id="65" name="Picture 45" descr="desktop_computer_stylized_medium">
                <a:extLst>
                  <a:ext uri="{FF2B5EF4-FFF2-40B4-BE49-F238E27FC236}">
                    <a16:creationId xmlns:a16="http://schemas.microsoft.com/office/drawing/2014/main" id="{CA5C4204-C38B-FE5F-95D7-F2E71A6EC6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87"/>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6">
                <a:extLst>
                  <a:ext uri="{FF2B5EF4-FFF2-40B4-BE49-F238E27FC236}">
                    <a16:creationId xmlns:a16="http://schemas.microsoft.com/office/drawing/2014/main" id="{4D408B42-287B-1881-D892-0C5CB47FB33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7" name="Group 906">
              <a:extLst>
                <a:ext uri="{FF2B5EF4-FFF2-40B4-BE49-F238E27FC236}">
                  <a16:creationId xmlns:a16="http://schemas.microsoft.com/office/drawing/2014/main" id="{FB2EE60C-2AD8-B987-F160-3DD6EEE01B4B}"/>
                </a:ext>
              </a:extLst>
            </p:cNvPr>
            <p:cNvGrpSpPr>
              <a:grpSpLocks/>
            </p:cNvGrpSpPr>
            <p:nvPr/>
          </p:nvGrpSpPr>
          <p:grpSpPr bwMode="auto">
            <a:xfrm>
              <a:off x="3580094" y="2469397"/>
              <a:ext cx="250896" cy="430014"/>
              <a:chOff x="4140" y="429"/>
              <a:chExt cx="1425" cy="2396"/>
            </a:xfrm>
          </p:grpSpPr>
          <p:sp>
            <p:nvSpPr>
              <p:cNvPr id="68" name="Freeform 907">
                <a:extLst>
                  <a:ext uri="{FF2B5EF4-FFF2-40B4-BE49-F238E27FC236}">
                    <a16:creationId xmlns:a16="http://schemas.microsoft.com/office/drawing/2014/main" id="{C4E9DA0A-DEAA-31DF-9E16-158B247E0CF5}"/>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9" name="Rectangle 908">
                <a:extLst>
                  <a:ext uri="{FF2B5EF4-FFF2-40B4-BE49-F238E27FC236}">
                    <a16:creationId xmlns:a16="http://schemas.microsoft.com/office/drawing/2014/main" id="{553116F0-56F3-FF8E-4B94-B2A275D49DE9}"/>
                  </a:ext>
                </a:extLst>
              </p:cNvPr>
              <p:cNvSpPr>
                <a:spLocks noChangeArrowheads="1"/>
              </p:cNvSpPr>
              <p:nvPr/>
            </p:nvSpPr>
            <p:spPr bwMode="auto">
              <a:xfrm>
                <a:off x="4208" y="429"/>
                <a:ext cx="1043"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70" name="Freeform 909">
                <a:extLst>
                  <a:ext uri="{FF2B5EF4-FFF2-40B4-BE49-F238E27FC236}">
                    <a16:creationId xmlns:a16="http://schemas.microsoft.com/office/drawing/2014/main" id="{45BB1FDF-4937-B989-DE1A-6AFC22F7E96A}"/>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 name="Freeform 910">
                <a:extLst>
                  <a:ext uri="{FF2B5EF4-FFF2-40B4-BE49-F238E27FC236}">
                    <a16:creationId xmlns:a16="http://schemas.microsoft.com/office/drawing/2014/main" id="{56640B73-AE7B-0E53-8460-6159A46A020D}"/>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 name="Rectangle 911">
                <a:extLst>
                  <a:ext uri="{FF2B5EF4-FFF2-40B4-BE49-F238E27FC236}">
                    <a16:creationId xmlns:a16="http://schemas.microsoft.com/office/drawing/2014/main" id="{9D0F28DA-79B7-307B-6D9D-D4BAB202B765}"/>
                  </a:ext>
                </a:extLst>
              </p:cNvPr>
              <p:cNvSpPr>
                <a:spLocks noChangeArrowheads="1"/>
              </p:cNvSpPr>
              <p:nvPr/>
            </p:nvSpPr>
            <p:spPr bwMode="auto">
              <a:xfrm>
                <a:off x="4214" y="692"/>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73" name="Group 912">
                <a:extLst>
                  <a:ext uri="{FF2B5EF4-FFF2-40B4-BE49-F238E27FC236}">
                    <a16:creationId xmlns:a16="http://schemas.microsoft.com/office/drawing/2014/main" id="{2603B6FD-7A0C-62CD-7037-C84E94544C13}"/>
                  </a:ext>
                </a:extLst>
              </p:cNvPr>
              <p:cNvGrpSpPr>
                <a:grpSpLocks/>
              </p:cNvGrpSpPr>
              <p:nvPr/>
            </p:nvGrpSpPr>
            <p:grpSpPr bwMode="auto">
              <a:xfrm>
                <a:off x="4749" y="668"/>
                <a:ext cx="581" cy="145"/>
                <a:chOff x="614" y="2568"/>
                <a:chExt cx="725" cy="139"/>
              </a:xfrm>
            </p:grpSpPr>
            <p:sp>
              <p:nvSpPr>
                <p:cNvPr id="98" name="AutoShape 913">
                  <a:extLst>
                    <a:ext uri="{FF2B5EF4-FFF2-40B4-BE49-F238E27FC236}">
                      <a16:creationId xmlns:a16="http://schemas.microsoft.com/office/drawing/2014/main" id="{B732C7B5-B758-5EA0-626F-CA4FCF9271CB}"/>
                    </a:ext>
                  </a:extLst>
                </p:cNvPr>
                <p:cNvSpPr>
                  <a:spLocks noChangeArrowheads="1"/>
                </p:cNvSpPr>
                <p:nvPr/>
              </p:nvSpPr>
              <p:spPr bwMode="auto">
                <a:xfrm>
                  <a:off x="616" y="2565"/>
                  <a:ext cx="724" cy="12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9" name="AutoShape 914">
                  <a:extLst>
                    <a:ext uri="{FF2B5EF4-FFF2-40B4-BE49-F238E27FC236}">
                      <a16:creationId xmlns:a16="http://schemas.microsoft.com/office/drawing/2014/main" id="{D6112CCD-1D39-4AE8-DA83-9FB667096D96}"/>
                    </a:ext>
                  </a:extLst>
                </p:cNvPr>
                <p:cNvSpPr>
                  <a:spLocks noChangeArrowheads="1"/>
                </p:cNvSpPr>
                <p:nvPr/>
              </p:nvSpPr>
              <p:spPr bwMode="auto">
                <a:xfrm>
                  <a:off x="632" y="2584"/>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74" name="Rectangle 915">
                <a:extLst>
                  <a:ext uri="{FF2B5EF4-FFF2-40B4-BE49-F238E27FC236}">
                    <a16:creationId xmlns:a16="http://schemas.microsoft.com/office/drawing/2014/main" id="{22F1B4F9-EC91-2350-BB2C-E73BA6BDCA8B}"/>
                  </a:ext>
                </a:extLst>
              </p:cNvPr>
              <p:cNvSpPr>
                <a:spLocks noChangeArrowheads="1"/>
              </p:cNvSpPr>
              <p:nvPr/>
            </p:nvSpPr>
            <p:spPr bwMode="auto">
              <a:xfrm>
                <a:off x="4226" y="1020"/>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75" name="Group 916">
                <a:extLst>
                  <a:ext uri="{FF2B5EF4-FFF2-40B4-BE49-F238E27FC236}">
                    <a16:creationId xmlns:a16="http://schemas.microsoft.com/office/drawing/2014/main" id="{CF0823F9-E9FE-0073-E4AC-9D8A16795A20}"/>
                  </a:ext>
                </a:extLst>
              </p:cNvPr>
              <p:cNvGrpSpPr>
                <a:grpSpLocks/>
              </p:cNvGrpSpPr>
              <p:nvPr/>
            </p:nvGrpSpPr>
            <p:grpSpPr bwMode="auto">
              <a:xfrm>
                <a:off x="4747" y="994"/>
                <a:ext cx="581" cy="134"/>
                <a:chOff x="614" y="2568"/>
                <a:chExt cx="725" cy="139"/>
              </a:xfrm>
            </p:grpSpPr>
            <p:sp>
              <p:nvSpPr>
                <p:cNvPr id="96" name="AutoShape 917">
                  <a:extLst>
                    <a:ext uri="{FF2B5EF4-FFF2-40B4-BE49-F238E27FC236}">
                      <a16:creationId xmlns:a16="http://schemas.microsoft.com/office/drawing/2014/main" id="{3D9CA7FA-0469-DC7D-4C25-5D1F90440A5F}"/>
                    </a:ext>
                  </a:extLst>
                </p:cNvPr>
                <p:cNvSpPr>
                  <a:spLocks noChangeArrowheads="1"/>
                </p:cNvSpPr>
                <p:nvPr/>
              </p:nvSpPr>
              <p:spPr bwMode="auto">
                <a:xfrm>
                  <a:off x="611" y="2568"/>
                  <a:ext cx="731" cy="136"/>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7" name="AutoShape 918">
                  <a:extLst>
                    <a:ext uri="{FF2B5EF4-FFF2-40B4-BE49-F238E27FC236}">
                      <a16:creationId xmlns:a16="http://schemas.microsoft.com/office/drawing/2014/main" id="{5B441A45-150F-F23E-D9D6-B30E6C38F4C9}"/>
                    </a:ext>
                  </a:extLst>
                </p:cNvPr>
                <p:cNvSpPr>
                  <a:spLocks noChangeArrowheads="1"/>
                </p:cNvSpPr>
                <p:nvPr/>
              </p:nvSpPr>
              <p:spPr bwMode="auto">
                <a:xfrm>
                  <a:off x="626" y="2581"/>
                  <a:ext cx="700"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76" name="Rectangle 919">
                <a:extLst>
                  <a:ext uri="{FF2B5EF4-FFF2-40B4-BE49-F238E27FC236}">
                    <a16:creationId xmlns:a16="http://schemas.microsoft.com/office/drawing/2014/main" id="{75B9B481-53AE-7A19-8A09-29773001369B}"/>
                  </a:ext>
                </a:extLst>
              </p:cNvPr>
              <p:cNvSpPr>
                <a:spLocks noChangeArrowheads="1"/>
              </p:cNvSpPr>
              <p:nvPr/>
            </p:nvSpPr>
            <p:spPr bwMode="auto">
              <a:xfrm>
                <a:off x="4214" y="1361"/>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77" name="Rectangle 920">
                <a:extLst>
                  <a:ext uri="{FF2B5EF4-FFF2-40B4-BE49-F238E27FC236}">
                    <a16:creationId xmlns:a16="http://schemas.microsoft.com/office/drawing/2014/main" id="{9382E7D8-5A9B-AFE6-4A69-E9F722BD8253}"/>
                  </a:ext>
                </a:extLst>
              </p:cNvPr>
              <p:cNvSpPr>
                <a:spLocks noChangeArrowheads="1"/>
              </p:cNvSpPr>
              <p:nvPr/>
            </p:nvSpPr>
            <p:spPr bwMode="auto">
              <a:xfrm>
                <a:off x="4226" y="1657"/>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78" name="Group 921">
                <a:extLst>
                  <a:ext uri="{FF2B5EF4-FFF2-40B4-BE49-F238E27FC236}">
                    <a16:creationId xmlns:a16="http://schemas.microsoft.com/office/drawing/2014/main" id="{EFE32AE9-2FA4-5460-E458-0F4640E3555E}"/>
                  </a:ext>
                </a:extLst>
              </p:cNvPr>
              <p:cNvGrpSpPr>
                <a:grpSpLocks/>
              </p:cNvGrpSpPr>
              <p:nvPr/>
            </p:nvGrpSpPr>
            <p:grpSpPr bwMode="auto">
              <a:xfrm>
                <a:off x="4735" y="1627"/>
                <a:ext cx="582" cy="151"/>
                <a:chOff x="614" y="2568"/>
                <a:chExt cx="725" cy="139"/>
              </a:xfrm>
            </p:grpSpPr>
            <p:sp>
              <p:nvSpPr>
                <p:cNvPr id="94" name="AutoShape 922">
                  <a:extLst>
                    <a:ext uri="{FF2B5EF4-FFF2-40B4-BE49-F238E27FC236}">
                      <a16:creationId xmlns:a16="http://schemas.microsoft.com/office/drawing/2014/main" id="{7B6665C9-7AF8-3E83-9C80-067D81E01465}"/>
                    </a:ext>
                  </a:extLst>
                </p:cNvPr>
                <p:cNvSpPr>
                  <a:spLocks noChangeArrowheads="1"/>
                </p:cNvSpPr>
                <p:nvPr/>
              </p:nvSpPr>
              <p:spPr bwMode="auto">
                <a:xfrm>
                  <a:off x="611" y="2571"/>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5" name="AutoShape 923">
                  <a:extLst>
                    <a:ext uri="{FF2B5EF4-FFF2-40B4-BE49-F238E27FC236}">
                      <a16:creationId xmlns:a16="http://schemas.microsoft.com/office/drawing/2014/main" id="{A95C219B-75F9-29F7-F698-471B1B76812B}"/>
                    </a:ext>
                  </a:extLst>
                </p:cNvPr>
                <p:cNvSpPr>
                  <a:spLocks noChangeArrowheads="1"/>
                </p:cNvSpPr>
                <p:nvPr/>
              </p:nvSpPr>
              <p:spPr bwMode="auto">
                <a:xfrm>
                  <a:off x="626" y="2589"/>
                  <a:ext cx="699" cy="12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79" name="Freeform 924">
                <a:extLst>
                  <a:ext uri="{FF2B5EF4-FFF2-40B4-BE49-F238E27FC236}">
                    <a16:creationId xmlns:a16="http://schemas.microsoft.com/office/drawing/2014/main" id="{657B7930-0A14-F4E4-8A1F-2D89D09317C2}"/>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80" name="Group 925">
                <a:extLst>
                  <a:ext uri="{FF2B5EF4-FFF2-40B4-BE49-F238E27FC236}">
                    <a16:creationId xmlns:a16="http://schemas.microsoft.com/office/drawing/2014/main" id="{87EA34F4-2EF1-052D-0361-37E6FBF9D655}"/>
                  </a:ext>
                </a:extLst>
              </p:cNvPr>
              <p:cNvGrpSpPr>
                <a:grpSpLocks/>
              </p:cNvGrpSpPr>
              <p:nvPr/>
            </p:nvGrpSpPr>
            <p:grpSpPr bwMode="auto">
              <a:xfrm>
                <a:off x="4739" y="1327"/>
                <a:ext cx="582" cy="139"/>
                <a:chOff x="614" y="2568"/>
                <a:chExt cx="725" cy="139"/>
              </a:xfrm>
            </p:grpSpPr>
            <p:sp>
              <p:nvSpPr>
                <p:cNvPr id="92" name="AutoShape 926">
                  <a:extLst>
                    <a:ext uri="{FF2B5EF4-FFF2-40B4-BE49-F238E27FC236}">
                      <a16:creationId xmlns:a16="http://schemas.microsoft.com/office/drawing/2014/main" id="{4FB801EA-FFC0-43AA-6102-02D88F2B330C}"/>
                    </a:ext>
                  </a:extLst>
                </p:cNvPr>
                <p:cNvSpPr>
                  <a:spLocks noChangeArrowheads="1"/>
                </p:cNvSpPr>
                <p:nvPr/>
              </p:nvSpPr>
              <p:spPr bwMode="auto">
                <a:xfrm>
                  <a:off x="613" y="2569"/>
                  <a:ext cx="715"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3" name="AutoShape 927">
                  <a:extLst>
                    <a:ext uri="{FF2B5EF4-FFF2-40B4-BE49-F238E27FC236}">
                      <a16:creationId xmlns:a16="http://schemas.microsoft.com/office/drawing/2014/main" id="{FB8823F4-BACD-A535-F3A5-796E62DD318D}"/>
                    </a:ext>
                  </a:extLst>
                </p:cNvPr>
                <p:cNvSpPr>
                  <a:spLocks noChangeArrowheads="1"/>
                </p:cNvSpPr>
                <p:nvPr/>
              </p:nvSpPr>
              <p:spPr bwMode="auto">
                <a:xfrm>
                  <a:off x="629" y="2582"/>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81" name="Rectangle 928">
                <a:extLst>
                  <a:ext uri="{FF2B5EF4-FFF2-40B4-BE49-F238E27FC236}">
                    <a16:creationId xmlns:a16="http://schemas.microsoft.com/office/drawing/2014/main" id="{7B2A7193-6247-7A93-C94A-68F4CBE96598}"/>
                  </a:ext>
                </a:extLst>
              </p:cNvPr>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2" name="Freeform 929">
                <a:extLst>
                  <a:ext uri="{FF2B5EF4-FFF2-40B4-BE49-F238E27FC236}">
                    <a16:creationId xmlns:a16="http://schemas.microsoft.com/office/drawing/2014/main" id="{9881C88F-4956-54AB-3F79-006A7B7F0D30}"/>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 name="Freeform 930">
                <a:extLst>
                  <a:ext uri="{FF2B5EF4-FFF2-40B4-BE49-F238E27FC236}">
                    <a16:creationId xmlns:a16="http://schemas.microsoft.com/office/drawing/2014/main" id="{C6ECDE1F-5AE2-FAD1-3EAA-116A112C40BE}"/>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4" name="Oval 931">
                <a:extLst>
                  <a:ext uri="{FF2B5EF4-FFF2-40B4-BE49-F238E27FC236}">
                    <a16:creationId xmlns:a16="http://schemas.microsoft.com/office/drawing/2014/main" id="{0A003463-660E-3482-6B2F-2F0BF83D5059}"/>
                  </a:ext>
                </a:extLst>
              </p:cNvPr>
              <p:cNvSpPr>
                <a:spLocks noChangeArrowheads="1"/>
              </p:cNvSpPr>
              <p:nvPr/>
            </p:nvSpPr>
            <p:spPr bwMode="auto">
              <a:xfrm>
                <a:off x="5516" y="2608"/>
                <a:ext cx="49"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5" name="Freeform 932">
                <a:extLst>
                  <a:ext uri="{FF2B5EF4-FFF2-40B4-BE49-F238E27FC236}">
                    <a16:creationId xmlns:a16="http://schemas.microsoft.com/office/drawing/2014/main" id="{1EDF9779-5D16-B812-4DD2-362BD83CC148}"/>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6" name="AutoShape 933">
                <a:extLst>
                  <a:ext uri="{FF2B5EF4-FFF2-40B4-BE49-F238E27FC236}">
                    <a16:creationId xmlns:a16="http://schemas.microsoft.com/office/drawing/2014/main" id="{57D6363B-A14C-035A-824D-0D1762F89961}"/>
                  </a:ext>
                </a:extLst>
              </p:cNvPr>
              <p:cNvSpPr>
                <a:spLocks noChangeArrowheads="1"/>
              </p:cNvSpPr>
              <p:nvPr/>
            </p:nvSpPr>
            <p:spPr bwMode="auto">
              <a:xfrm>
                <a:off x="4140" y="2681"/>
                <a:ext cx="1197" cy="144"/>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7" name="AutoShape 934">
                <a:extLst>
                  <a:ext uri="{FF2B5EF4-FFF2-40B4-BE49-F238E27FC236}">
                    <a16:creationId xmlns:a16="http://schemas.microsoft.com/office/drawing/2014/main" id="{F6459F0B-4913-08CC-9F89-7BBFD349C692}"/>
                  </a:ext>
                </a:extLst>
              </p:cNvPr>
              <p:cNvSpPr>
                <a:spLocks noChangeArrowheads="1"/>
              </p:cNvSpPr>
              <p:nvPr/>
            </p:nvSpPr>
            <p:spPr bwMode="auto">
              <a:xfrm>
                <a:off x="4208" y="2713"/>
                <a:ext cx="1067"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8" name="Oval 935">
                <a:extLst>
                  <a:ext uri="{FF2B5EF4-FFF2-40B4-BE49-F238E27FC236}">
                    <a16:creationId xmlns:a16="http://schemas.microsoft.com/office/drawing/2014/main" id="{6074445B-2491-ED80-1B5A-90BF73A9F002}"/>
                  </a:ext>
                </a:extLst>
              </p:cNvPr>
              <p:cNvSpPr>
                <a:spLocks noChangeArrowheads="1"/>
              </p:cNvSpPr>
              <p:nvPr/>
            </p:nvSpPr>
            <p:spPr bwMode="auto">
              <a:xfrm>
                <a:off x="4307" y="2385"/>
                <a:ext cx="160"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9" name="Oval 936">
                <a:extLst>
                  <a:ext uri="{FF2B5EF4-FFF2-40B4-BE49-F238E27FC236}">
                    <a16:creationId xmlns:a16="http://schemas.microsoft.com/office/drawing/2014/main" id="{1596BC2C-6098-B91A-ABA0-ABB43E2E9CA3}"/>
                  </a:ext>
                </a:extLst>
              </p:cNvPr>
              <p:cNvSpPr>
                <a:spLocks noChangeArrowheads="1"/>
              </p:cNvSpPr>
              <p:nvPr/>
            </p:nvSpPr>
            <p:spPr bwMode="auto">
              <a:xfrm>
                <a:off x="4485" y="2385"/>
                <a:ext cx="160"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90" name="Oval 937">
                <a:extLst>
                  <a:ext uri="{FF2B5EF4-FFF2-40B4-BE49-F238E27FC236}">
                    <a16:creationId xmlns:a16="http://schemas.microsoft.com/office/drawing/2014/main" id="{38A03962-9E15-4E6A-9FED-9BBF58FFEA55}"/>
                  </a:ext>
                </a:extLst>
              </p:cNvPr>
              <p:cNvSpPr>
                <a:spLocks noChangeArrowheads="1"/>
              </p:cNvSpPr>
              <p:nvPr/>
            </p:nvSpPr>
            <p:spPr bwMode="auto">
              <a:xfrm>
                <a:off x="4664" y="2379"/>
                <a:ext cx="154"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91" name="Rectangle 938">
                <a:extLst>
                  <a:ext uri="{FF2B5EF4-FFF2-40B4-BE49-F238E27FC236}">
                    <a16:creationId xmlns:a16="http://schemas.microsoft.com/office/drawing/2014/main" id="{C34D3D9C-130F-8C28-D8E1-5B6097487AF9}"/>
                  </a:ext>
                </a:extLst>
              </p:cNvPr>
              <p:cNvSpPr>
                <a:spLocks noChangeArrowheads="1"/>
              </p:cNvSpPr>
              <p:nvPr/>
            </p:nvSpPr>
            <p:spPr bwMode="auto">
              <a:xfrm>
                <a:off x="5059" y="1834"/>
                <a:ext cx="86"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grpSp>
          <p:nvGrpSpPr>
            <p:cNvPr id="100" name="Group 906">
              <a:extLst>
                <a:ext uri="{FF2B5EF4-FFF2-40B4-BE49-F238E27FC236}">
                  <a16:creationId xmlns:a16="http://schemas.microsoft.com/office/drawing/2014/main" id="{60E550CC-392F-D3D2-9595-A62D27612F9E}"/>
                </a:ext>
              </a:extLst>
            </p:cNvPr>
            <p:cNvGrpSpPr>
              <a:grpSpLocks/>
            </p:cNvGrpSpPr>
            <p:nvPr/>
          </p:nvGrpSpPr>
          <p:grpSpPr bwMode="auto">
            <a:xfrm>
              <a:off x="3993910" y="2847574"/>
              <a:ext cx="250895" cy="430013"/>
              <a:chOff x="4140" y="429"/>
              <a:chExt cx="1425" cy="2396"/>
            </a:xfrm>
          </p:grpSpPr>
          <p:sp>
            <p:nvSpPr>
              <p:cNvPr id="101" name="Freeform 907">
                <a:extLst>
                  <a:ext uri="{FF2B5EF4-FFF2-40B4-BE49-F238E27FC236}">
                    <a16:creationId xmlns:a16="http://schemas.microsoft.com/office/drawing/2014/main" id="{8B456A27-AAB2-55CC-7B9B-90DD898346DE}"/>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2" name="Rectangle 908">
                <a:extLst>
                  <a:ext uri="{FF2B5EF4-FFF2-40B4-BE49-F238E27FC236}">
                    <a16:creationId xmlns:a16="http://schemas.microsoft.com/office/drawing/2014/main" id="{0AEC3285-2B4A-AE00-19A5-D0B68C58D078}"/>
                  </a:ext>
                </a:extLst>
              </p:cNvPr>
              <p:cNvSpPr>
                <a:spLocks noChangeArrowheads="1"/>
              </p:cNvSpPr>
              <p:nvPr/>
            </p:nvSpPr>
            <p:spPr bwMode="auto">
              <a:xfrm>
                <a:off x="4208" y="429"/>
                <a:ext cx="1043"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03" name="Freeform 909">
                <a:extLst>
                  <a:ext uri="{FF2B5EF4-FFF2-40B4-BE49-F238E27FC236}">
                    <a16:creationId xmlns:a16="http://schemas.microsoft.com/office/drawing/2014/main" id="{395FFC76-EA97-FF55-700F-A81E145823D9}"/>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4" name="Freeform 910">
                <a:extLst>
                  <a:ext uri="{FF2B5EF4-FFF2-40B4-BE49-F238E27FC236}">
                    <a16:creationId xmlns:a16="http://schemas.microsoft.com/office/drawing/2014/main" id="{8B748560-1AB0-9149-14BE-62073D1A5AD9}"/>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5" name="Rectangle 911">
                <a:extLst>
                  <a:ext uri="{FF2B5EF4-FFF2-40B4-BE49-F238E27FC236}">
                    <a16:creationId xmlns:a16="http://schemas.microsoft.com/office/drawing/2014/main" id="{182679DF-25EC-3D87-54E7-07AD630C8C7F}"/>
                  </a:ext>
                </a:extLst>
              </p:cNvPr>
              <p:cNvSpPr>
                <a:spLocks noChangeArrowheads="1"/>
              </p:cNvSpPr>
              <p:nvPr/>
            </p:nvSpPr>
            <p:spPr bwMode="auto">
              <a:xfrm>
                <a:off x="4214" y="692"/>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106" name="Group 912">
                <a:extLst>
                  <a:ext uri="{FF2B5EF4-FFF2-40B4-BE49-F238E27FC236}">
                    <a16:creationId xmlns:a16="http://schemas.microsoft.com/office/drawing/2014/main" id="{E544BB27-2DA1-7B9B-E08C-61E05DBD6669}"/>
                  </a:ext>
                </a:extLst>
              </p:cNvPr>
              <p:cNvGrpSpPr>
                <a:grpSpLocks/>
              </p:cNvGrpSpPr>
              <p:nvPr/>
            </p:nvGrpSpPr>
            <p:grpSpPr bwMode="auto">
              <a:xfrm>
                <a:off x="4749" y="668"/>
                <a:ext cx="581" cy="145"/>
                <a:chOff x="614" y="2568"/>
                <a:chExt cx="725" cy="139"/>
              </a:xfrm>
            </p:grpSpPr>
            <p:sp>
              <p:nvSpPr>
                <p:cNvPr id="131" name="AutoShape 913">
                  <a:extLst>
                    <a:ext uri="{FF2B5EF4-FFF2-40B4-BE49-F238E27FC236}">
                      <a16:creationId xmlns:a16="http://schemas.microsoft.com/office/drawing/2014/main" id="{E336E4C7-D7C0-75D3-C26E-4F2685D2A12B}"/>
                    </a:ext>
                  </a:extLst>
                </p:cNvPr>
                <p:cNvSpPr>
                  <a:spLocks noChangeArrowheads="1"/>
                </p:cNvSpPr>
                <p:nvPr/>
              </p:nvSpPr>
              <p:spPr bwMode="auto">
                <a:xfrm>
                  <a:off x="616" y="2565"/>
                  <a:ext cx="724" cy="12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32" name="AutoShape 914">
                  <a:extLst>
                    <a:ext uri="{FF2B5EF4-FFF2-40B4-BE49-F238E27FC236}">
                      <a16:creationId xmlns:a16="http://schemas.microsoft.com/office/drawing/2014/main" id="{A9B4CB2D-1B1B-617A-BBA7-4F40E8D08D5F}"/>
                    </a:ext>
                  </a:extLst>
                </p:cNvPr>
                <p:cNvSpPr>
                  <a:spLocks noChangeArrowheads="1"/>
                </p:cNvSpPr>
                <p:nvPr/>
              </p:nvSpPr>
              <p:spPr bwMode="auto">
                <a:xfrm>
                  <a:off x="632" y="2584"/>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07" name="Rectangle 915">
                <a:extLst>
                  <a:ext uri="{FF2B5EF4-FFF2-40B4-BE49-F238E27FC236}">
                    <a16:creationId xmlns:a16="http://schemas.microsoft.com/office/drawing/2014/main" id="{17F9C371-D881-5358-45A1-BAA6D6919E47}"/>
                  </a:ext>
                </a:extLst>
              </p:cNvPr>
              <p:cNvSpPr>
                <a:spLocks noChangeArrowheads="1"/>
              </p:cNvSpPr>
              <p:nvPr/>
            </p:nvSpPr>
            <p:spPr bwMode="auto">
              <a:xfrm>
                <a:off x="4226" y="1020"/>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108" name="Group 916">
                <a:extLst>
                  <a:ext uri="{FF2B5EF4-FFF2-40B4-BE49-F238E27FC236}">
                    <a16:creationId xmlns:a16="http://schemas.microsoft.com/office/drawing/2014/main" id="{944E2D9F-A29A-1BAF-031E-8FFA9F8FA725}"/>
                  </a:ext>
                </a:extLst>
              </p:cNvPr>
              <p:cNvGrpSpPr>
                <a:grpSpLocks/>
              </p:cNvGrpSpPr>
              <p:nvPr/>
            </p:nvGrpSpPr>
            <p:grpSpPr bwMode="auto">
              <a:xfrm>
                <a:off x="4747" y="994"/>
                <a:ext cx="581" cy="134"/>
                <a:chOff x="614" y="2568"/>
                <a:chExt cx="725" cy="139"/>
              </a:xfrm>
            </p:grpSpPr>
            <p:sp>
              <p:nvSpPr>
                <p:cNvPr id="129" name="AutoShape 917">
                  <a:extLst>
                    <a:ext uri="{FF2B5EF4-FFF2-40B4-BE49-F238E27FC236}">
                      <a16:creationId xmlns:a16="http://schemas.microsoft.com/office/drawing/2014/main" id="{69A63F03-9BCD-5A25-4577-A589BB760E03}"/>
                    </a:ext>
                  </a:extLst>
                </p:cNvPr>
                <p:cNvSpPr>
                  <a:spLocks noChangeArrowheads="1"/>
                </p:cNvSpPr>
                <p:nvPr/>
              </p:nvSpPr>
              <p:spPr bwMode="auto">
                <a:xfrm>
                  <a:off x="611" y="2568"/>
                  <a:ext cx="731" cy="136"/>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30" name="AutoShape 918">
                  <a:extLst>
                    <a:ext uri="{FF2B5EF4-FFF2-40B4-BE49-F238E27FC236}">
                      <a16:creationId xmlns:a16="http://schemas.microsoft.com/office/drawing/2014/main" id="{67F55604-E208-67E9-7A51-885CAFF8B356}"/>
                    </a:ext>
                  </a:extLst>
                </p:cNvPr>
                <p:cNvSpPr>
                  <a:spLocks noChangeArrowheads="1"/>
                </p:cNvSpPr>
                <p:nvPr/>
              </p:nvSpPr>
              <p:spPr bwMode="auto">
                <a:xfrm>
                  <a:off x="626" y="2581"/>
                  <a:ext cx="700"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09" name="Rectangle 919">
                <a:extLst>
                  <a:ext uri="{FF2B5EF4-FFF2-40B4-BE49-F238E27FC236}">
                    <a16:creationId xmlns:a16="http://schemas.microsoft.com/office/drawing/2014/main" id="{5E3C1738-907C-04E1-D753-B96AA5859EE9}"/>
                  </a:ext>
                </a:extLst>
              </p:cNvPr>
              <p:cNvSpPr>
                <a:spLocks noChangeArrowheads="1"/>
              </p:cNvSpPr>
              <p:nvPr/>
            </p:nvSpPr>
            <p:spPr bwMode="auto">
              <a:xfrm>
                <a:off x="4214" y="1361"/>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10" name="Rectangle 920">
                <a:extLst>
                  <a:ext uri="{FF2B5EF4-FFF2-40B4-BE49-F238E27FC236}">
                    <a16:creationId xmlns:a16="http://schemas.microsoft.com/office/drawing/2014/main" id="{731C761E-AF73-9AE5-F5A0-DC5B6AF1AE53}"/>
                  </a:ext>
                </a:extLst>
              </p:cNvPr>
              <p:cNvSpPr>
                <a:spLocks noChangeArrowheads="1"/>
              </p:cNvSpPr>
              <p:nvPr/>
            </p:nvSpPr>
            <p:spPr bwMode="auto">
              <a:xfrm>
                <a:off x="4226" y="1657"/>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111" name="Group 921">
                <a:extLst>
                  <a:ext uri="{FF2B5EF4-FFF2-40B4-BE49-F238E27FC236}">
                    <a16:creationId xmlns:a16="http://schemas.microsoft.com/office/drawing/2014/main" id="{02487EDB-87C9-B57F-BAE2-29F50F8805DF}"/>
                  </a:ext>
                </a:extLst>
              </p:cNvPr>
              <p:cNvGrpSpPr>
                <a:grpSpLocks/>
              </p:cNvGrpSpPr>
              <p:nvPr/>
            </p:nvGrpSpPr>
            <p:grpSpPr bwMode="auto">
              <a:xfrm>
                <a:off x="4735" y="1627"/>
                <a:ext cx="582" cy="151"/>
                <a:chOff x="614" y="2568"/>
                <a:chExt cx="725" cy="139"/>
              </a:xfrm>
            </p:grpSpPr>
            <p:sp>
              <p:nvSpPr>
                <p:cNvPr id="127" name="AutoShape 922">
                  <a:extLst>
                    <a:ext uri="{FF2B5EF4-FFF2-40B4-BE49-F238E27FC236}">
                      <a16:creationId xmlns:a16="http://schemas.microsoft.com/office/drawing/2014/main" id="{8041FDEE-EC48-2E86-15A9-EDE765AD2715}"/>
                    </a:ext>
                  </a:extLst>
                </p:cNvPr>
                <p:cNvSpPr>
                  <a:spLocks noChangeArrowheads="1"/>
                </p:cNvSpPr>
                <p:nvPr/>
              </p:nvSpPr>
              <p:spPr bwMode="auto">
                <a:xfrm>
                  <a:off x="611" y="2571"/>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8" name="AutoShape 923">
                  <a:extLst>
                    <a:ext uri="{FF2B5EF4-FFF2-40B4-BE49-F238E27FC236}">
                      <a16:creationId xmlns:a16="http://schemas.microsoft.com/office/drawing/2014/main" id="{E9B6F203-8E86-3DE6-7BEE-803E73AE751D}"/>
                    </a:ext>
                  </a:extLst>
                </p:cNvPr>
                <p:cNvSpPr>
                  <a:spLocks noChangeArrowheads="1"/>
                </p:cNvSpPr>
                <p:nvPr/>
              </p:nvSpPr>
              <p:spPr bwMode="auto">
                <a:xfrm>
                  <a:off x="626" y="2589"/>
                  <a:ext cx="699" cy="12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12" name="Freeform 924">
                <a:extLst>
                  <a:ext uri="{FF2B5EF4-FFF2-40B4-BE49-F238E27FC236}">
                    <a16:creationId xmlns:a16="http://schemas.microsoft.com/office/drawing/2014/main" id="{F29FE248-A8C9-1AC5-2F6E-8F40D693548D}"/>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13" name="Group 925">
                <a:extLst>
                  <a:ext uri="{FF2B5EF4-FFF2-40B4-BE49-F238E27FC236}">
                    <a16:creationId xmlns:a16="http://schemas.microsoft.com/office/drawing/2014/main" id="{238A22CE-7E5F-5E24-119D-321F7E7EF606}"/>
                  </a:ext>
                </a:extLst>
              </p:cNvPr>
              <p:cNvGrpSpPr>
                <a:grpSpLocks/>
              </p:cNvGrpSpPr>
              <p:nvPr/>
            </p:nvGrpSpPr>
            <p:grpSpPr bwMode="auto">
              <a:xfrm>
                <a:off x="4739" y="1327"/>
                <a:ext cx="582" cy="139"/>
                <a:chOff x="614" y="2568"/>
                <a:chExt cx="725" cy="139"/>
              </a:xfrm>
            </p:grpSpPr>
            <p:sp>
              <p:nvSpPr>
                <p:cNvPr id="125" name="AutoShape 926">
                  <a:extLst>
                    <a:ext uri="{FF2B5EF4-FFF2-40B4-BE49-F238E27FC236}">
                      <a16:creationId xmlns:a16="http://schemas.microsoft.com/office/drawing/2014/main" id="{3C5E735A-806B-314B-8D4A-4A054D885D91}"/>
                    </a:ext>
                  </a:extLst>
                </p:cNvPr>
                <p:cNvSpPr>
                  <a:spLocks noChangeArrowheads="1"/>
                </p:cNvSpPr>
                <p:nvPr/>
              </p:nvSpPr>
              <p:spPr bwMode="auto">
                <a:xfrm>
                  <a:off x="613" y="2569"/>
                  <a:ext cx="715"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6" name="AutoShape 927">
                  <a:extLst>
                    <a:ext uri="{FF2B5EF4-FFF2-40B4-BE49-F238E27FC236}">
                      <a16:creationId xmlns:a16="http://schemas.microsoft.com/office/drawing/2014/main" id="{E36B5CA9-B13D-1B8E-371D-E0CEBB06CDE6}"/>
                    </a:ext>
                  </a:extLst>
                </p:cNvPr>
                <p:cNvSpPr>
                  <a:spLocks noChangeArrowheads="1"/>
                </p:cNvSpPr>
                <p:nvPr/>
              </p:nvSpPr>
              <p:spPr bwMode="auto">
                <a:xfrm>
                  <a:off x="629" y="2582"/>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114" name="Rectangle 928">
                <a:extLst>
                  <a:ext uri="{FF2B5EF4-FFF2-40B4-BE49-F238E27FC236}">
                    <a16:creationId xmlns:a16="http://schemas.microsoft.com/office/drawing/2014/main" id="{41C0F9DD-0446-46CE-C87B-C4A7FD82E4E3}"/>
                  </a:ext>
                </a:extLst>
              </p:cNvPr>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15" name="Freeform 929">
                <a:extLst>
                  <a:ext uri="{FF2B5EF4-FFF2-40B4-BE49-F238E27FC236}">
                    <a16:creationId xmlns:a16="http://schemas.microsoft.com/office/drawing/2014/main" id="{05075DC6-544D-32F0-AAD6-34C21B74B969}"/>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6" name="Freeform 930">
                <a:extLst>
                  <a:ext uri="{FF2B5EF4-FFF2-40B4-BE49-F238E27FC236}">
                    <a16:creationId xmlns:a16="http://schemas.microsoft.com/office/drawing/2014/main" id="{5570AAAE-8CED-A6AA-9140-CAB368ED6211}"/>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7" name="Oval 931">
                <a:extLst>
                  <a:ext uri="{FF2B5EF4-FFF2-40B4-BE49-F238E27FC236}">
                    <a16:creationId xmlns:a16="http://schemas.microsoft.com/office/drawing/2014/main" id="{C4F60585-D4E8-07EC-B171-D473B0EC1650}"/>
                  </a:ext>
                </a:extLst>
              </p:cNvPr>
              <p:cNvSpPr>
                <a:spLocks noChangeArrowheads="1"/>
              </p:cNvSpPr>
              <p:nvPr/>
            </p:nvSpPr>
            <p:spPr bwMode="auto">
              <a:xfrm>
                <a:off x="5516" y="2608"/>
                <a:ext cx="49"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18" name="Freeform 932">
                <a:extLst>
                  <a:ext uri="{FF2B5EF4-FFF2-40B4-BE49-F238E27FC236}">
                    <a16:creationId xmlns:a16="http://schemas.microsoft.com/office/drawing/2014/main" id="{4AD665A6-2FF0-38B5-2DEA-1AF770F20ED3}"/>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9" name="AutoShape 933">
                <a:extLst>
                  <a:ext uri="{FF2B5EF4-FFF2-40B4-BE49-F238E27FC236}">
                    <a16:creationId xmlns:a16="http://schemas.microsoft.com/office/drawing/2014/main" id="{29425E8C-0000-3B4E-B3D1-15D494D65FEC}"/>
                  </a:ext>
                </a:extLst>
              </p:cNvPr>
              <p:cNvSpPr>
                <a:spLocks noChangeArrowheads="1"/>
              </p:cNvSpPr>
              <p:nvPr/>
            </p:nvSpPr>
            <p:spPr bwMode="auto">
              <a:xfrm>
                <a:off x="4140" y="2681"/>
                <a:ext cx="1197" cy="144"/>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0" name="AutoShape 934">
                <a:extLst>
                  <a:ext uri="{FF2B5EF4-FFF2-40B4-BE49-F238E27FC236}">
                    <a16:creationId xmlns:a16="http://schemas.microsoft.com/office/drawing/2014/main" id="{62CB5408-A9C2-5AE1-0185-D3D68CCD59E5}"/>
                  </a:ext>
                </a:extLst>
              </p:cNvPr>
              <p:cNvSpPr>
                <a:spLocks noChangeArrowheads="1"/>
              </p:cNvSpPr>
              <p:nvPr/>
            </p:nvSpPr>
            <p:spPr bwMode="auto">
              <a:xfrm>
                <a:off x="4208" y="2713"/>
                <a:ext cx="1067"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1" name="Oval 935">
                <a:extLst>
                  <a:ext uri="{FF2B5EF4-FFF2-40B4-BE49-F238E27FC236}">
                    <a16:creationId xmlns:a16="http://schemas.microsoft.com/office/drawing/2014/main" id="{9770F941-F89C-5FF8-1B9E-665708B3962D}"/>
                  </a:ext>
                </a:extLst>
              </p:cNvPr>
              <p:cNvSpPr>
                <a:spLocks noChangeArrowheads="1"/>
              </p:cNvSpPr>
              <p:nvPr/>
            </p:nvSpPr>
            <p:spPr bwMode="auto">
              <a:xfrm>
                <a:off x="4307" y="2385"/>
                <a:ext cx="160"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2" name="Oval 936">
                <a:extLst>
                  <a:ext uri="{FF2B5EF4-FFF2-40B4-BE49-F238E27FC236}">
                    <a16:creationId xmlns:a16="http://schemas.microsoft.com/office/drawing/2014/main" id="{78229CA7-45C4-B548-B3E8-8998F718A856}"/>
                  </a:ext>
                </a:extLst>
              </p:cNvPr>
              <p:cNvSpPr>
                <a:spLocks noChangeArrowheads="1"/>
              </p:cNvSpPr>
              <p:nvPr/>
            </p:nvSpPr>
            <p:spPr bwMode="auto">
              <a:xfrm>
                <a:off x="4485" y="2385"/>
                <a:ext cx="160"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23" name="Oval 937">
                <a:extLst>
                  <a:ext uri="{FF2B5EF4-FFF2-40B4-BE49-F238E27FC236}">
                    <a16:creationId xmlns:a16="http://schemas.microsoft.com/office/drawing/2014/main" id="{E15524AD-08C1-3530-92FF-CD25BA97186D}"/>
                  </a:ext>
                </a:extLst>
              </p:cNvPr>
              <p:cNvSpPr>
                <a:spLocks noChangeArrowheads="1"/>
              </p:cNvSpPr>
              <p:nvPr/>
            </p:nvSpPr>
            <p:spPr bwMode="auto">
              <a:xfrm>
                <a:off x="4664" y="2379"/>
                <a:ext cx="154"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24" name="Rectangle 938">
                <a:extLst>
                  <a:ext uri="{FF2B5EF4-FFF2-40B4-BE49-F238E27FC236}">
                    <a16:creationId xmlns:a16="http://schemas.microsoft.com/office/drawing/2014/main" id="{BF890CF2-C21C-E821-0140-13C5343C109E}"/>
                  </a:ext>
                </a:extLst>
              </p:cNvPr>
              <p:cNvSpPr>
                <a:spLocks noChangeArrowheads="1"/>
              </p:cNvSpPr>
              <p:nvPr/>
            </p:nvSpPr>
            <p:spPr bwMode="auto">
              <a:xfrm>
                <a:off x="5059" y="1834"/>
                <a:ext cx="86"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grpSp>
          <p:nvGrpSpPr>
            <p:cNvPr id="133" name="Group 116">
              <a:extLst>
                <a:ext uri="{FF2B5EF4-FFF2-40B4-BE49-F238E27FC236}">
                  <a16:creationId xmlns:a16="http://schemas.microsoft.com/office/drawing/2014/main" id="{917F5565-F27F-E92D-24A1-7303DFBDA0A6}"/>
                </a:ext>
              </a:extLst>
            </p:cNvPr>
            <p:cNvGrpSpPr/>
            <p:nvPr/>
          </p:nvGrpSpPr>
          <p:grpSpPr>
            <a:xfrm>
              <a:off x="1943156" y="2557294"/>
              <a:ext cx="612237" cy="328385"/>
              <a:chOff x="7493876" y="2774731"/>
              <a:chExt cx="1481958" cy="894622"/>
            </a:xfrm>
          </p:grpSpPr>
          <p:sp>
            <p:nvSpPr>
              <p:cNvPr id="134" name="Freeform 149">
                <a:extLst>
                  <a:ext uri="{FF2B5EF4-FFF2-40B4-BE49-F238E27FC236}">
                    <a16:creationId xmlns:a16="http://schemas.microsoft.com/office/drawing/2014/main" id="{A5443751-FF37-9DED-EC3B-72D36AA0EE1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5" name="Oval 150">
                <a:extLst>
                  <a:ext uri="{FF2B5EF4-FFF2-40B4-BE49-F238E27FC236}">
                    <a16:creationId xmlns:a16="http://schemas.microsoft.com/office/drawing/2014/main" id="{E873B6C5-8A61-C042-C223-59CDA95AF99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36" name="Group 151">
                <a:extLst>
                  <a:ext uri="{FF2B5EF4-FFF2-40B4-BE49-F238E27FC236}">
                    <a16:creationId xmlns:a16="http://schemas.microsoft.com/office/drawing/2014/main" id="{A38C8268-5489-BB86-28F9-33DF36C166B0}"/>
                  </a:ext>
                </a:extLst>
              </p:cNvPr>
              <p:cNvGrpSpPr/>
              <p:nvPr/>
            </p:nvGrpSpPr>
            <p:grpSpPr>
              <a:xfrm>
                <a:off x="7713663" y="2848342"/>
                <a:ext cx="1042107" cy="425542"/>
                <a:chOff x="7786941" y="2884918"/>
                <a:chExt cx="897649" cy="353918"/>
              </a:xfrm>
            </p:grpSpPr>
            <p:sp>
              <p:nvSpPr>
                <p:cNvPr id="137" name="Freeform 152">
                  <a:extLst>
                    <a:ext uri="{FF2B5EF4-FFF2-40B4-BE49-F238E27FC236}">
                      <a16:creationId xmlns:a16="http://schemas.microsoft.com/office/drawing/2014/main" id="{A3EFAEE8-CDEA-C47F-7A32-AEDA02F2F726}"/>
                    </a:ext>
                  </a:extLst>
                </p:cNvPr>
                <p:cNvSpPr/>
                <p:nvPr/>
              </p:nvSpPr>
              <p:spPr>
                <a:xfrm>
                  <a:off x="7811773" y="2884918"/>
                  <a:ext cx="849159"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Freeform 153">
                  <a:extLst>
                    <a:ext uri="{FF2B5EF4-FFF2-40B4-BE49-F238E27FC236}">
                      <a16:creationId xmlns:a16="http://schemas.microsoft.com/office/drawing/2014/main" id="{E743140E-3148-DEE1-F90D-B9415B54FEA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Freeform 154">
                  <a:extLst>
                    <a:ext uri="{FF2B5EF4-FFF2-40B4-BE49-F238E27FC236}">
                      <a16:creationId xmlns:a16="http://schemas.microsoft.com/office/drawing/2014/main" id="{0BA42050-63DB-8FA6-406A-B84ADEBF75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155">
                  <a:extLst>
                    <a:ext uri="{FF2B5EF4-FFF2-40B4-BE49-F238E27FC236}">
                      <a16:creationId xmlns:a16="http://schemas.microsoft.com/office/drawing/2014/main" id="{915335F5-5456-699F-0C4B-E9F1C594FC8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1" name="Group 118">
              <a:extLst>
                <a:ext uri="{FF2B5EF4-FFF2-40B4-BE49-F238E27FC236}">
                  <a16:creationId xmlns:a16="http://schemas.microsoft.com/office/drawing/2014/main" id="{C36BDF7C-5D67-CD84-0F80-5AC66405111C}"/>
                </a:ext>
              </a:extLst>
            </p:cNvPr>
            <p:cNvGrpSpPr/>
            <p:nvPr/>
          </p:nvGrpSpPr>
          <p:grpSpPr>
            <a:xfrm>
              <a:off x="1853790" y="4620776"/>
              <a:ext cx="455726" cy="262502"/>
              <a:chOff x="3668110" y="2448910"/>
              <a:chExt cx="3794234" cy="2165130"/>
            </a:xfrm>
          </p:grpSpPr>
          <p:sp>
            <p:nvSpPr>
              <p:cNvPr id="142" name="Rectangle 135">
                <a:extLst>
                  <a:ext uri="{FF2B5EF4-FFF2-40B4-BE49-F238E27FC236}">
                    <a16:creationId xmlns:a16="http://schemas.microsoft.com/office/drawing/2014/main" id="{C73B84DD-5F51-F765-0B7F-847114A4FAC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36">
                <a:extLst>
                  <a:ext uri="{FF2B5EF4-FFF2-40B4-BE49-F238E27FC236}">
                    <a16:creationId xmlns:a16="http://schemas.microsoft.com/office/drawing/2014/main" id="{CD52C82B-65DB-56D0-2BCD-FC7E77B5315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4" name="Group 137">
                <a:extLst>
                  <a:ext uri="{FF2B5EF4-FFF2-40B4-BE49-F238E27FC236}">
                    <a16:creationId xmlns:a16="http://schemas.microsoft.com/office/drawing/2014/main" id="{225304EA-4955-18DB-3AA9-8A435D8E3BA6}"/>
                  </a:ext>
                </a:extLst>
              </p:cNvPr>
              <p:cNvGrpSpPr/>
              <p:nvPr/>
            </p:nvGrpSpPr>
            <p:grpSpPr>
              <a:xfrm>
                <a:off x="3941378" y="2603243"/>
                <a:ext cx="3202061" cy="1066110"/>
                <a:chOff x="7939341" y="3037317"/>
                <a:chExt cx="897649" cy="353919"/>
              </a:xfrm>
            </p:grpSpPr>
            <p:sp>
              <p:nvSpPr>
                <p:cNvPr id="145" name="Freeform 138">
                  <a:extLst>
                    <a:ext uri="{FF2B5EF4-FFF2-40B4-BE49-F238E27FC236}">
                      <a16:creationId xmlns:a16="http://schemas.microsoft.com/office/drawing/2014/main" id="{49F391C4-5F14-9B58-7FBA-513719335360}"/>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Freeform 139">
                  <a:extLst>
                    <a:ext uri="{FF2B5EF4-FFF2-40B4-BE49-F238E27FC236}">
                      <a16:creationId xmlns:a16="http://schemas.microsoft.com/office/drawing/2014/main" id="{53DBF844-E7B8-AFE6-AC1B-D1E641F8ED3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Freeform 140">
                  <a:extLst>
                    <a:ext uri="{FF2B5EF4-FFF2-40B4-BE49-F238E27FC236}">
                      <a16:creationId xmlns:a16="http://schemas.microsoft.com/office/drawing/2014/main" id="{5ADBEAC0-EA15-8543-595D-CF2FC328B526}"/>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Freeform 141">
                  <a:extLst>
                    <a:ext uri="{FF2B5EF4-FFF2-40B4-BE49-F238E27FC236}">
                      <a16:creationId xmlns:a16="http://schemas.microsoft.com/office/drawing/2014/main" id="{8A912C7D-91B4-998A-9DBB-59B5CFC14020}"/>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9" name="Group 119">
              <a:extLst>
                <a:ext uri="{FF2B5EF4-FFF2-40B4-BE49-F238E27FC236}">
                  <a16:creationId xmlns:a16="http://schemas.microsoft.com/office/drawing/2014/main" id="{C4CDAF6F-A55F-8A32-64EC-302E55D9F637}"/>
                </a:ext>
              </a:extLst>
            </p:cNvPr>
            <p:cNvGrpSpPr/>
            <p:nvPr/>
          </p:nvGrpSpPr>
          <p:grpSpPr>
            <a:xfrm>
              <a:off x="2906147" y="4468033"/>
              <a:ext cx="455726" cy="262502"/>
              <a:chOff x="3668110" y="2448910"/>
              <a:chExt cx="3794234" cy="2165130"/>
            </a:xfrm>
          </p:grpSpPr>
          <p:sp>
            <p:nvSpPr>
              <p:cNvPr id="150" name="Rectangle 128">
                <a:extLst>
                  <a:ext uri="{FF2B5EF4-FFF2-40B4-BE49-F238E27FC236}">
                    <a16:creationId xmlns:a16="http://schemas.microsoft.com/office/drawing/2014/main" id="{FD8D50A4-9B61-E237-D567-5A5FA37B459D}"/>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29">
                <a:extLst>
                  <a:ext uri="{FF2B5EF4-FFF2-40B4-BE49-F238E27FC236}">
                    <a16:creationId xmlns:a16="http://schemas.microsoft.com/office/drawing/2014/main" id="{207E086B-8762-076C-1664-2B516F7C162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2" name="Group 130">
                <a:extLst>
                  <a:ext uri="{FF2B5EF4-FFF2-40B4-BE49-F238E27FC236}">
                    <a16:creationId xmlns:a16="http://schemas.microsoft.com/office/drawing/2014/main" id="{F5661263-8902-FFE1-8A5D-04345C1C3BD6}"/>
                  </a:ext>
                </a:extLst>
              </p:cNvPr>
              <p:cNvGrpSpPr/>
              <p:nvPr/>
            </p:nvGrpSpPr>
            <p:grpSpPr>
              <a:xfrm>
                <a:off x="3941378" y="2603243"/>
                <a:ext cx="3202061" cy="1066110"/>
                <a:chOff x="7939341" y="3037317"/>
                <a:chExt cx="897649" cy="353919"/>
              </a:xfrm>
            </p:grpSpPr>
            <p:sp>
              <p:nvSpPr>
                <p:cNvPr id="153" name="Freeform 131">
                  <a:extLst>
                    <a:ext uri="{FF2B5EF4-FFF2-40B4-BE49-F238E27FC236}">
                      <a16:creationId xmlns:a16="http://schemas.microsoft.com/office/drawing/2014/main" id="{32D3C86D-7D60-CEA8-D3A9-7B781657B2F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Freeform 132">
                  <a:extLst>
                    <a:ext uri="{FF2B5EF4-FFF2-40B4-BE49-F238E27FC236}">
                      <a16:creationId xmlns:a16="http://schemas.microsoft.com/office/drawing/2014/main" id="{951C16B0-1F64-A931-3A7F-B9E7F071F978}"/>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 name="Freeform 133">
                  <a:extLst>
                    <a:ext uri="{FF2B5EF4-FFF2-40B4-BE49-F238E27FC236}">
                      <a16:creationId xmlns:a16="http://schemas.microsoft.com/office/drawing/2014/main" id="{EE7C41F7-F993-F7BE-354B-5D77AA8E4451}"/>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Freeform 134">
                  <a:extLst>
                    <a:ext uri="{FF2B5EF4-FFF2-40B4-BE49-F238E27FC236}">
                      <a16:creationId xmlns:a16="http://schemas.microsoft.com/office/drawing/2014/main" id="{51FD3464-A313-8036-6F37-C118981E14C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57" name="Rectangle 7">
              <a:extLst>
                <a:ext uri="{FF2B5EF4-FFF2-40B4-BE49-F238E27FC236}">
                  <a16:creationId xmlns:a16="http://schemas.microsoft.com/office/drawing/2014/main" id="{507BF137-7CC4-4C81-00F2-5C30F2BF58B9}"/>
                </a:ext>
              </a:extLst>
            </p:cNvPr>
            <p:cNvSpPr/>
            <p:nvPr/>
          </p:nvSpPr>
          <p:spPr>
            <a:xfrm>
              <a:off x="1023151" y="3962400"/>
              <a:ext cx="748665" cy="169545"/>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extBox 3">
              <a:extLst>
                <a:ext uri="{FF2B5EF4-FFF2-40B4-BE49-F238E27FC236}">
                  <a16:creationId xmlns:a16="http://schemas.microsoft.com/office/drawing/2014/main" id="{5DF19935-2808-9F92-1F3D-545E38FF7B8C}"/>
                </a:ext>
              </a:extLst>
            </p:cNvPr>
            <p:cNvSpPr txBox="1"/>
            <p:nvPr/>
          </p:nvSpPr>
          <p:spPr>
            <a:xfrm>
              <a:off x="979209" y="3735832"/>
              <a:ext cx="1068947" cy="512769"/>
            </a:xfrm>
            <a:prstGeom prst="rect">
              <a:avLst/>
            </a:prstGeom>
            <a:noFill/>
          </p:spPr>
          <p:txBody>
            <a:bodyPr wrap="none" rtlCol="0">
              <a:spAutoFit/>
            </a:bodyPr>
            <a:lstStyle/>
            <a:p>
              <a:pPr>
                <a:lnSpc>
                  <a:spcPct val="85000"/>
                </a:lnSpc>
              </a:pPr>
              <a:r>
                <a:rPr lang="en-US" sz="1600" dirty="0"/>
                <a:t>Computer </a:t>
              </a:r>
            </a:p>
            <a:p>
              <a:pPr>
                <a:lnSpc>
                  <a:spcPct val="85000"/>
                </a:lnSpc>
              </a:pPr>
              <a:r>
                <a:rPr lang="en-US" sz="1600" dirty="0"/>
                <a:t>Science</a:t>
              </a:r>
            </a:p>
          </p:txBody>
        </p:sp>
        <p:grpSp>
          <p:nvGrpSpPr>
            <p:cNvPr id="159" name="Group 8">
              <a:extLst>
                <a:ext uri="{FF2B5EF4-FFF2-40B4-BE49-F238E27FC236}">
                  <a16:creationId xmlns:a16="http://schemas.microsoft.com/office/drawing/2014/main" id="{72FB4904-4190-3C74-95D0-6B1445CF62B4}"/>
                </a:ext>
              </a:extLst>
            </p:cNvPr>
            <p:cNvGrpSpPr/>
            <p:nvPr/>
          </p:nvGrpSpPr>
          <p:grpSpPr>
            <a:xfrm>
              <a:off x="4561160" y="3962400"/>
              <a:ext cx="390965" cy="303481"/>
              <a:chOff x="3878580" y="5130446"/>
              <a:chExt cx="390965" cy="303481"/>
            </a:xfrm>
          </p:grpSpPr>
          <p:sp>
            <p:nvSpPr>
              <p:cNvPr id="160" name="Rectangle 322">
                <a:extLst>
                  <a:ext uri="{FF2B5EF4-FFF2-40B4-BE49-F238E27FC236}">
                    <a16:creationId xmlns:a16="http://schemas.microsoft.com/office/drawing/2014/main" id="{C0450ED4-FEFD-FA79-2C90-7C964A0BA17C}"/>
                  </a:ext>
                </a:extLst>
              </p:cNvPr>
              <p:cNvSpPr/>
              <p:nvPr/>
            </p:nvSpPr>
            <p:spPr>
              <a:xfrm>
                <a:off x="3878580" y="5172075"/>
                <a:ext cx="356235" cy="169545"/>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321">
                <a:extLst>
                  <a:ext uri="{FF2B5EF4-FFF2-40B4-BE49-F238E27FC236}">
                    <a16:creationId xmlns:a16="http://schemas.microsoft.com/office/drawing/2014/main" id="{DDA5FE26-0915-C849-363B-6843E2F0581D}"/>
                  </a:ext>
                </a:extLst>
              </p:cNvPr>
              <p:cNvSpPr txBox="1"/>
              <p:nvPr/>
            </p:nvSpPr>
            <p:spPr>
              <a:xfrm>
                <a:off x="3882901" y="5130446"/>
                <a:ext cx="386644" cy="303481"/>
              </a:xfrm>
              <a:prstGeom prst="rect">
                <a:avLst/>
              </a:prstGeom>
              <a:noFill/>
            </p:spPr>
            <p:txBody>
              <a:bodyPr wrap="none" rtlCol="0">
                <a:spAutoFit/>
              </a:bodyPr>
              <a:lstStyle/>
              <a:p>
                <a:pPr>
                  <a:lnSpc>
                    <a:spcPct val="85000"/>
                  </a:lnSpc>
                </a:pPr>
                <a:r>
                  <a:rPr lang="en-US" sz="1600" dirty="0"/>
                  <a:t>EE</a:t>
                </a:r>
              </a:p>
            </p:txBody>
          </p:sp>
        </p:grpSp>
        <p:grpSp>
          <p:nvGrpSpPr>
            <p:cNvPr id="162" name="Group 120">
              <a:extLst>
                <a:ext uri="{FF2B5EF4-FFF2-40B4-BE49-F238E27FC236}">
                  <a16:creationId xmlns:a16="http://schemas.microsoft.com/office/drawing/2014/main" id="{A2878889-E996-B6A3-BCB2-A5DCFE30CC61}"/>
                </a:ext>
              </a:extLst>
            </p:cNvPr>
            <p:cNvGrpSpPr/>
            <p:nvPr/>
          </p:nvGrpSpPr>
          <p:grpSpPr>
            <a:xfrm>
              <a:off x="4226162" y="4486689"/>
              <a:ext cx="455726" cy="262502"/>
              <a:chOff x="3668110" y="2448910"/>
              <a:chExt cx="3794234" cy="2165130"/>
            </a:xfrm>
          </p:grpSpPr>
          <p:sp>
            <p:nvSpPr>
              <p:cNvPr id="163" name="Rectangle 121">
                <a:extLst>
                  <a:ext uri="{FF2B5EF4-FFF2-40B4-BE49-F238E27FC236}">
                    <a16:creationId xmlns:a16="http://schemas.microsoft.com/office/drawing/2014/main" id="{0B638904-549F-654F-471D-9E229B92B74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Freeform 122">
                <a:extLst>
                  <a:ext uri="{FF2B5EF4-FFF2-40B4-BE49-F238E27FC236}">
                    <a16:creationId xmlns:a16="http://schemas.microsoft.com/office/drawing/2014/main" id="{A8B531AF-7602-D755-9941-24528CCFDB2E}"/>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5" name="Group 123">
                <a:extLst>
                  <a:ext uri="{FF2B5EF4-FFF2-40B4-BE49-F238E27FC236}">
                    <a16:creationId xmlns:a16="http://schemas.microsoft.com/office/drawing/2014/main" id="{35CC750E-86E6-8DCA-D13E-E924DA15EDFC}"/>
                  </a:ext>
                </a:extLst>
              </p:cNvPr>
              <p:cNvGrpSpPr/>
              <p:nvPr/>
            </p:nvGrpSpPr>
            <p:grpSpPr>
              <a:xfrm>
                <a:off x="3941378" y="2603243"/>
                <a:ext cx="3202061" cy="1066110"/>
                <a:chOff x="7939341" y="3037317"/>
                <a:chExt cx="897649" cy="353919"/>
              </a:xfrm>
            </p:grpSpPr>
            <p:sp>
              <p:nvSpPr>
                <p:cNvPr id="166" name="Freeform 124">
                  <a:extLst>
                    <a:ext uri="{FF2B5EF4-FFF2-40B4-BE49-F238E27FC236}">
                      <a16:creationId xmlns:a16="http://schemas.microsoft.com/office/drawing/2014/main" id="{0AA18D51-2CB4-EEE4-0429-B6CE903DC09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25">
                  <a:extLst>
                    <a:ext uri="{FF2B5EF4-FFF2-40B4-BE49-F238E27FC236}">
                      <a16:creationId xmlns:a16="http://schemas.microsoft.com/office/drawing/2014/main" id="{75DC7A27-A223-7A10-0F1B-AD69FD6DDA3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26">
                  <a:extLst>
                    <a:ext uri="{FF2B5EF4-FFF2-40B4-BE49-F238E27FC236}">
                      <a16:creationId xmlns:a16="http://schemas.microsoft.com/office/drawing/2014/main" id="{8119E564-4535-DC7D-F703-EDCCCC1156A9}"/>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127">
                  <a:extLst>
                    <a:ext uri="{FF2B5EF4-FFF2-40B4-BE49-F238E27FC236}">
                      <a16:creationId xmlns:a16="http://schemas.microsoft.com/office/drawing/2014/main" id="{833ED7EE-64A5-569A-7B57-9DF72F987AC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0" name="Group 117">
              <a:extLst>
                <a:ext uri="{FF2B5EF4-FFF2-40B4-BE49-F238E27FC236}">
                  <a16:creationId xmlns:a16="http://schemas.microsoft.com/office/drawing/2014/main" id="{0D401402-DB93-2A29-2619-309B63D47485}"/>
                </a:ext>
              </a:extLst>
            </p:cNvPr>
            <p:cNvGrpSpPr/>
            <p:nvPr/>
          </p:nvGrpSpPr>
          <p:grpSpPr>
            <a:xfrm>
              <a:off x="1377841" y="4315992"/>
              <a:ext cx="446640" cy="251686"/>
              <a:chOff x="3668110" y="2448910"/>
              <a:chExt cx="3794234" cy="2165130"/>
            </a:xfrm>
          </p:grpSpPr>
          <p:sp>
            <p:nvSpPr>
              <p:cNvPr id="171" name="Rectangle 142">
                <a:extLst>
                  <a:ext uri="{FF2B5EF4-FFF2-40B4-BE49-F238E27FC236}">
                    <a16:creationId xmlns:a16="http://schemas.microsoft.com/office/drawing/2014/main" id="{40BFA455-FF44-7156-D812-FED362B07F2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Freeform 143">
                <a:extLst>
                  <a:ext uri="{FF2B5EF4-FFF2-40B4-BE49-F238E27FC236}">
                    <a16:creationId xmlns:a16="http://schemas.microsoft.com/office/drawing/2014/main" id="{A2BF6C3A-8EE3-500F-DE49-1FB85CA84D3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3" name="Group 144">
                <a:extLst>
                  <a:ext uri="{FF2B5EF4-FFF2-40B4-BE49-F238E27FC236}">
                    <a16:creationId xmlns:a16="http://schemas.microsoft.com/office/drawing/2014/main" id="{0B4B74CA-0B6C-7926-246E-59A84E8B7B2D}"/>
                  </a:ext>
                </a:extLst>
              </p:cNvPr>
              <p:cNvGrpSpPr/>
              <p:nvPr/>
            </p:nvGrpSpPr>
            <p:grpSpPr>
              <a:xfrm>
                <a:off x="3941378" y="2603243"/>
                <a:ext cx="3202061" cy="1066110"/>
                <a:chOff x="7939341" y="3037317"/>
                <a:chExt cx="897649" cy="353919"/>
              </a:xfrm>
            </p:grpSpPr>
            <p:sp>
              <p:nvSpPr>
                <p:cNvPr id="174" name="Freeform 145">
                  <a:extLst>
                    <a:ext uri="{FF2B5EF4-FFF2-40B4-BE49-F238E27FC236}">
                      <a16:creationId xmlns:a16="http://schemas.microsoft.com/office/drawing/2014/main" id="{D69B08EB-7F55-D104-6DE8-BCD7BF957BB1}"/>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46">
                  <a:extLst>
                    <a:ext uri="{FF2B5EF4-FFF2-40B4-BE49-F238E27FC236}">
                      <a16:creationId xmlns:a16="http://schemas.microsoft.com/office/drawing/2014/main" id="{49898C8F-72AD-CD3A-C0E6-9A058FBC94C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47">
                  <a:extLst>
                    <a:ext uri="{FF2B5EF4-FFF2-40B4-BE49-F238E27FC236}">
                      <a16:creationId xmlns:a16="http://schemas.microsoft.com/office/drawing/2014/main" id="{BE2607ED-AB1B-824B-A474-0DF1535F714B}"/>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Freeform 148">
                  <a:extLst>
                    <a:ext uri="{FF2B5EF4-FFF2-40B4-BE49-F238E27FC236}">
                      <a16:creationId xmlns:a16="http://schemas.microsoft.com/office/drawing/2014/main" id="{5D6FBC83-B99E-5950-D2A2-C8CD13E9C57B}"/>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78" name="Line 33">
              <a:extLst>
                <a:ext uri="{FF2B5EF4-FFF2-40B4-BE49-F238E27FC236}">
                  <a16:creationId xmlns:a16="http://schemas.microsoft.com/office/drawing/2014/main" id="{FD0AA799-EBA1-19DD-1BB1-36A44959DFD5}"/>
                </a:ext>
              </a:extLst>
            </p:cNvPr>
            <p:cNvSpPr>
              <a:spLocks noChangeShapeType="1"/>
            </p:cNvSpPr>
            <p:nvPr/>
          </p:nvSpPr>
          <p:spPr bwMode="auto">
            <a:xfrm flipH="1">
              <a:off x="1724471" y="3455082"/>
              <a:ext cx="1147604" cy="8591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9" name="Line 22">
              <a:extLst>
                <a:ext uri="{FF2B5EF4-FFF2-40B4-BE49-F238E27FC236}">
                  <a16:creationId xmlns:a16="http://schemas.microsoft.com/office/drawing/2014/main" id="{669FCEA1-FD60-999D-59DD-B75A867BCB11}"/>
                </a:ext>
              </a:extLst>
            </p:cNvPr>
            <p:cNvSpPr>
              <a:spLocks noChangeShapeType="1"/>
            </p:cNvSpPr>
            <p:nvPr/>
          </p:nvSpPr>
          <p:spPr bwMode="auto">
            <a:xfrm>
              <a:off x="4677507" y="4700953"/>
              <a:ext cx="223945" cy="79475"/>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80" name="Group 44">
              <a:extLst>
                <a:ext uri="{FF2B5EF4-FFF2-40B4-BE49-F238E27FC236}">
                  <a16:creationId xmlns:a16="http://schemas.microsoft.com/office/drawing/2014/main" id="{8FFB48E9-CD9A-7FCB-986B-EAD1C757601A}"/>
                </a:ext>
              </a:extLst>
            </p:cNvPr>
            <p:cNvGrpSpPr>
              <a:grpSpLocks/>
            </p:cNvGrpSpPr>
            <p:nvPr/>
          </p:nvGrpSpPr>
          <p:grpSpPr bwMode="auto">
            <a:xfrm>
              <a:off x="4647799" y="4698334"/>
              <a:ext cx="388834" cy="356970"/>
              <a:chOff x="-44" y="1473"/>
              <a:chExt cx="981" cy="1105"/>
            </a:xfrm>
          </p:grpSpPr>
          <p:pic>
            <p:nvPicPr>
              <p:cNvPr id="181" name="Picture 45" descr="desktop_computer_stylized_medium">
                <a:extLst>
                  <a:ext uri="{FF2B5EF4-FFF2-40B4-BE49-F238E27FC236}">
                    <a16:creationId xmlns:a16="http://schemas.microsoft.com/office/drawing/2014/main" id="{4C4170DD-1EA7-96D3-64E8-DEB1EC5F4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2" name="Freeform 46">
                <a:extLst>
                  <a:ext uri="{FF2B5EF4-FFF2-40B4-BE49-F238E27FC236}">
                    <a16:creationId xmlns:a16="http://schemas.microsoft.com/office/drawing/2014/main" id="{98F01074-E218-737A-49B5-78F3A7463FC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185" name="文本框 184">
            <a:extLst>
              <a:ext uri="{FF2B5EF4-FFF2-40B4-BE49-F238E27FC236}">
                <a16:creationId xmlns:a16="http://schemas.microsoft.com/office/drawing/2014/main" id="{B30ED77F-F37F-15D9-F5CA-ABEA6674557C}"/>
              </a:ext>
            </a:extLst>
          </p:cNvPr>
          <p:cNvSpPr txBox="1"/>
          <p:nvPr/>
        </p:nvSpPr>
        <p:spPr>
          <a:xfrm>
            <a:off x="384277" y="4404912"/>
            <a:ext cx="7368847" cy="2413096"/>
          </a:xfrm>
          <a:prstGeom prst="rect">
            <a:avLst/>
          </a:prstGeom>
          <a:solidFill>
            <a:schemeClr val="bg1"/>
          </a:solidFill>
        </p:spPr>
        <p:txBody>
          <a:bodyPr wrap="square">
            <a:spAutoFit/>
          </a:bodyPr>
          <a:lstStyle/>
          <a:p>
            <a:pPr>
              <a:lnSpc>
                <a:spcPct val="110000"/>
              </a:lnSpc>
              <a:spcAft>
                <a:spcPts val="600"/>
              </a:spcAft>
            </a:pPr>
            <a:r>
              <a:rPr lang="en-US" altLang="zh-CN" sz="2000" b="1" dirty="0">
                <a:solidFill>
                  <a:schemeClr val="accent4"/>
                </a:solidFill>
              </a:rPr>
              <a:t>802.1Q</a:t>
            </a:r>
            <a:r>
              <a:rPr lang="zh-CN" altLang="en-US" sz="2000" b="1" dirty="0">
                <a:solidFill>
                  <a:schemeClr val="accent4"/>
                </a:solidFill>
              </a:rPr>
              <a:t>提出了</a:t>
            </a:r>
            <a:r>
              <a:rPr lang="en-US" altLang="zh-CN" sz="2000" b="1" dirty="0">
                <a:solidFill>
                  <a:schemeClr val="accent4"/>
                </a:solidFill>
              </a:rPr>
              <a:t>VLAN</a:t>
            </a:r>
            <a:r>
              <a:rPr lang="zh-CN" altLang="en-US" sz="2000" b="1" dirty="0">
                <a:solidFill>
                  <a:schemeClr val="accent4"/>
                </a:solidFill>
              </a:rPr>
              <a:t>的思想</a:t>
            </a:r>
          </a:p>
          <a:p>
            <a:pPr marL="285750" indent="-285750">
              <a:lnSpc>
                <a:spcPct val="110000"/>
              </a:lnSpc>
              <a:spcAft>
                <a:spcPts val="600"/>
              </a:spcAft>
              <a:buFont typeface="Arial" panose="020B0604020202020204" pitchFamily="34" charset="0"/>
              <a:buChar char="•"/>
            </a:pPr>
            <a:r>
              <a:rPr lang="zh-CN" altLang="en-US" sz="2000" dirty="0"/>
              <a:t>扩展的</a:t>
            </a:r>
            <a:r>
              <a:rPr lang="en-US" altLang="zh-CN" sz="2000" dirty="0"/>
              <a:t>LAN</a:t>
            </a:r>
            <a:r>
              <a:rPr lang="zh-CN" altLang="en-US" sz="2000" dirty="0"/>
              <a:t>可被分割成几个逻辑上处于不同位置的虚拟局域网，每个虚拟局域网被分配一个标识（</a:t>
            </a:r>
            <a:r>
              <a:rPr lang="en-US" altLang="zh-CN" sz="2000" dirty="0"/>
              <a:t>VLAN ID</a:t>
            </a:r>
            <a:r>
              <a:rPr lang="zh-CN" altLang="en-US" sz="2000" dirty="0"/>
              <a:t>）</a:t>
            </a:r>
          </a:p>
          <a:p>
            <a:pPr marL="285750" indent="-285750">
              <a:lnSpc>
                <a:spcPct val="110000"/>
              </a:lnSpc>
              <a:spcAft>
                <a:spcPts val="600"/>
              </a:spcAft>
              <a:buFont typeface="Arial" panose="020B0604020202020204" pitchFamily="34" charset="0"/>
              <a:buChar char="•"/>
            </a:pPr>
            <a:r>
              <a:rPr lang="zh-CN" altLang="en-US" sz="2000" dirty="0"/>
              <a:t>帧</a:t>
            </a:r>
            <a:r>
              <a:rPr lang="en-US" altLang="zh-CN" sz="2000" dirty="0"/>
              <a:t>(</a:t>
            </a:r>
            <a:r>
              <a:rPr lang="zh-CN" altLang="en-US" sz="2000" dirty="0"/>
              <a:t>单播帧、组播帧和广播帧）只在同一个虚拟局域网中转发</a:t>
            </a:r>
            <a:endParaRPr lang="en-US" altLang="zh-CN" sz="2000" dirty="0"/>
          </a:p>
          <a:p>
            <a:pPr marL="800100" lvl="1" indent="-342900">
              <a:lnSpc>
                <a:spcPct val="110000"/>
              </a:lnSpc>
              <a:spcAft>
                <a:spcPts val="600"/>
              </a:spcAft>
              <a:buFont typeface="Arial" panose="020B0604020202020204" pitchFamily="34" charset="0"/>
              <a:buChar char="•"/>
            </a:pPr>
            <a:r>
              <a:rPr lang="zh-CN" altLang="en-US" sz="2000" dirty="0"/>
              <a:t>限制了广播帧的扩散的范围</a:t>
            </a:r>
            <a:endParaRPr lang="en-US" altLang="zh-CN" sz="2000" dirty="0"/>
          </a:p>
          <a:p>
            <a:pPr marL="800100" lvl="1" indent="-342900">
              <a:lnSpc>
                <a:spcPct val="110000"/>
              </a:lnSpc>
              <a:spcAft>
                <a:spcPts val="600"/>
              </a:spcAft>
              <a:buFont typeface="Arial" panose="020B0604020202020204" pitchFamily="34" charset="0"/>
              <a:buChar char="•"/>
            </a:pPr>
            <a:r>
              <a:rPr lang="zh-CN" altLang="en-US" sz="2000" dirty="0"/>
              <a:t>单播帧也只在相同</a:t>
            </a:r>
            <a:r>
              <a:rPr lang="en-US" altLang="zh-CN" sz="2000" dirty="0"/>
              <a:t>ID</a:t>
            </a:r>
            <a:r>
              <a:rPr lang="zh-CN" altLang="en-US" sz="2000" dirty="0"/>
              <a:t>的</a:t>
            </a:r>
            <a:r>
              <a:rPr lang="en-US" altLang="zh-CN" sz="2000" dirty="0"/>
              <a:t>VLAN</a:t>
            </a:r>
            <a:r>
              <a:rPr lang="zh-CN" altLang="en-US" sz="2000" dirty="0"/>
              <a:t>中转发</a:t>
            </a:r>
            <a:endParaRPr lang="en-US" altLang="zh-CN" sz="2000" dirty="0"/>
          </a:p>
        </p:txBody>
      </p:sp>
    </p:spTree>
    <p:extLst>
      <p:ext uri="{BB962C8B-B14F-4D97-AF65-F5344CB8AC3E}">
        <p14:creationId xmlns:p14="http://schemas.microsoft.com/office/powerpoint/2010/main" val="18990410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0D152F-263A-4F8B-A6CB-2351CBF6D23F}"/>
              </a:ext>
            </a:extLst>
          </p:cNvPr>
          <p:cNvSpPr>
            <a:spLocks noGrp="1"/>
          </p:cNvSpPr>
          <p:nvPr>
            <p:ph type="title"/>
          </p:nvPr>
        </p:nvSpPr>
        <p:spPr/>
        <p:txBody>
          <a:bodyPr/>
          <a:lstStyle/>
          <a:p>
            <a:r>
              <a:rPr lang="en-US" altLang="zh-CN" dirty="0"/>
              <a:t>VLAN</a:t>
            </a:r>
            <a:r>
              <a:rPr lang="zh-CN" altLang="en-US" dirty="0"/>
              <a:t>：逻辑上的分割</a:t>
            </a:r>
          </a:p>
        </p:txBody>
      </p:sp>
      <p:sp>
        <p:nvSpPr>
          <p:cNvPr id="3" name="内容占位符 2">
            <a:extLst>
              <a:ext uri="{FF2B5EF4-FFF2-40B4-BE49-F238E27FC236}">
                <a16:creationId xmlns:a16="http://schemas.microsoft.com/office/drawing/2014/main" id="{68F71265-9BF9-44C7-98CD-73BD93E17871}"/>
              </a:ext>
            </a:extLst>
          </p:cNvPr>
          <p:cNvSpPr>
            <a:spLocks noGrp="1"/>
          </p:cNvSpPr>
          <p:nvPr>
            <p:ph idx="1"/>
          </p:nvPr>
        </p:nvSpPr>
        <p:spPr>
          <a:xfrm>
            <a:off x="442913" y="728663"/>
            <a:ext cx="9852662" cy="5765270"/>
          </a:xfrm>
        </p:spPr>
        <p:txBody>
          <a:bodyPr>
            <a:noAutofit/>
          </a:bodyPr>
          <a:lstStyle/>
          <a:p>
            <a:pPr>
              <a:buClr>
                <a:schemeClr val="tx1"/>
              </a:buClr>
            </a:pPr>
            <a:r>
              <a:rPr lang="zh-CN" altLang="en-US" dirty="0"/>
              <a:t>基于</a:t>
            </a:r>
            <a:r>
              <a:rPr lang="en-US" altLang="zh-CN" dirty="0"/>
              <a:t>MAC</a:t>
            </a:r>
            <a:r>
              <a:rPr lang="zh-CN" altLang="en-US" dirty="0"/>
              <a:t>地址的</a:t>
            </a:r>
            <a:r>
              <a:rPr lang="en-US" altLang="zh-CN" dirty="0"/>
              <a:t>VLAN</a:t>
            </a:r>
            <a:r>
              <a:rPr lang="zh-CN" altLang="en-US" dirty="0"/>
              <a:t>：根据帧的</a:t>
            </a:r>
            <a:r>
              <a:rPr lang="en-US" altLang="zh-CN" dirty="0"/>
              <a:t>MAC</a:t>
            </a:r>
            <a:r>
              <a:rPr lang="zh-CN" altLang="en-US" dirty="0"/>
              <a:t>地址来确定属于哪一个</a:t>
            </a:r>
            <a:r>
              <a:rPr lang="en-US" altLang="zh-CN" dirty="0"/>
              <a:t>VLAN</a:t>
            </a:r>
          </a:p>
          <a:p>
            <a:pPr lvl="1"/>
            <a:r>
              <a:rPr lang="zh-CN" altLang="en-US" sz="2000" dirty="0"/>
              <a:t>交换机维护了一个</a:t>
            </a:r>
            <a:r>
              <a:rPr lang="en-US" altLang="zh-CN" sz="2000" dirty="0"/>
              <a:t>MAC</a:t>
            </a:r>
            <a:r>
              <a:rPr lang="zh-CN" altLang="en-US" sz="2000" dirty="0"/>
              <a:t>地址和对应</a:t>
            </a:r>
            <a:r>
              <a:rPr lang="en-US" altLang="zh-CN" sz="2000" dirty="0"/>
              <a:t>VLAN</a:t>
            </a:r>
            <a:r>
              <a:rPr lang="zh-CN" altLang="en-US" sz="2000" dirty="0"/>
              <a:t>的表</a:t>
            </a:r>
          </a:p>
          <a:p>
            <a:pPr lvl="1"/>
            <a:r>
              <a:rPr lang="zh-CN" altLang="en-US" sz="2000" dirty="0"/>
              <a:t>表的维护是一项繁琐的工作</a:t>
            </a:r>
          </a:p>
          <a:p>
            <a:pPr lvl="1"/>
            <a:r>
              <a:rPr lang="zh-CN" altLang="en-US" sz="2000" dirty="0"/>
              <a:t>节点的移动无需进行重新配置</a:t>
            </a:r>
            <a:endParaRPr lang="en-US" altLang="zh-CN" sz="2000" dirty="0"/>
          </a:p>
          <a:p>
            <a:pPr>
              <a:buClr>
                <a:schemeClr val="tx1"/>
              </a:buClr>
            </a:pPr>
            <a:r>
              <a:rPr lang="zh-CN" altLang="en-US" dirty="0"/>
              <a:t>基于协议的</a:t>
            </a:r>
            <a:r>
              <a:rPr lang="en-US" altLang="zh-CN" dirty="0"/>
              <a:t>VLAN</a:t>
            </a:r>
            <a:r>
              <a:rPr lang="zh-CN" altLang="en-US" dirty="0"/>
              <a:t>：</a:t>
            </a:r>
          </a:p>
          <a:p>
            <a:pPr lvl="1"/>
            <a:r>
              <a:rPr lang="zh-CN" altLang="en-US" sz="2000" dirty="0"/>
              <a:t>根据第三层（网络层）的协议和第三层地址来判断属于哪一个</a:t>
            </a:r>
            <a:r>
              <a:rPr lang="en-US" altLang="zh-CN" sz="2000" dirty="0"/>
              <a:t>VLAN</a:t>
            </a:r>
          </a:p>
          <a:p>
            <a:pPr lvl="1"/>
            <a:r>
              <a:rPr lang="zh-CN" altLang="en-US" sz="2000" dirty="0"/>
              <a:t>要求交换机支持第三层的交换</a:t>
            </a:r>
          </a:p>
          <a:p>
            <a:pPr>
              <a:buClr>
                <a:schemeClr val="tx1"/>
              </a:buClr>
            </a:pPr>
            <a:r>
              <a:rPr lang="zh-CN" altLang="en-US" dirty="0"/>
              <a:t>基于端口的</a:t>
            </a:r>
            <a:r>
              <a:rPr lang="en-US" altLang="zh-CN" dirty="0"/>
              <a:t>VLAN</a:t>
            </a:r>
            <a:r>
              <a:rPr lang="zh-CN" altLang="en-US" dirty="0"/>
              <a:t>：根据交换机的端口来进行分割，最为常见</a:t>
            </a:r>
          </a:p>
          <a:p>
            <a:pPr lvl="1"/>
            <a:r>
              <a:rPr lang="zh-CN" altLang="en-US" sz="2000" dirty="0"/>
              <a:t>交换机配置各个端口所属的</a:t>
            </a:r>
            <a:r>
              <a:rPr lang="en-US" altLang="zh-CN" sz="2000" dirty="0"/>
              <a:t>VLAN</a:t>
            </a:r>
            <a:r>
              <a:rPr lang="zh-CN" altLang="en-US" sz="2000" dirty="0"/>
              <a:t>的</a:t>
            </a:r>
            <a:r>
              <a:rPr lang="en-US" altLang="zh-CN" sz="2000" dirty="0"/>
              <a:t>ID</a:t>
            </a:r>
            <a:r>
              <a:rPr lang="zh-CN" altLang="en-US" sz="2000" dirty="0"/>
              <a:t>。从端口收到帧</a:t>
            </a:r>
            <a:r>
              <a:rPr lang="en-US" altLang="zh-CN" sz="2000" dirty="0"/>
              <a:t>(</a:t>
            </a:r>
            <a:r>
              <a:rPr lang="zh-CN" altLang="en-US" sz="2000" dirty="0"/>
              <a:t>如果没有包括</a:t>
            </a:r>
            <a:r>
              <a:rPr lang="en-US" altLang="zh-CN" sz="2000" dirty="0"/>
              <a:t>VLAN ID)</a:t>
            </a:r>
            <a:r>
              <a:rPr lang="zh-CN" altLang="en-US" sz="2000" dirty="0"/>
              <a:t>，则该帧属于端口所对应的</a:t>
            </a:r>
            <a:r>
              <a:rPr lang="en-US" altLang="zh-CN" sz="2000" dirty="0"/>
              <a:t>VLAN</a:t>
            </a:r>
            <a:endParaRPr lang="zh-CN" altLang="en-US" sz="2000" dirty="0"/>
          </a:p>
          <a:p>
            <a:pPr lvl="1"/>
            <a:r>
              <a:rPr lang="zh-CN" altLang="en-US" sz="2000" dirty="0"/>
              <a:t>连接到交换机的一个端口上的</a:t>
            </a:r>
            <a:r>
              <a:rPr lang="zh-CN" altLang="en-US" sz="2000" b="1" dirty="0">
                <a:solidFill>
                  <a:srgbClr val="FF0000"/>
                </a:solidFill>
              </a:rPr>
              <a:t>所有传统节点</a:t>
            </a:r>
            <a:r>
              <a:rPr lang="zh-CN" altLang="en-US" sz="2000" dirty="0"/>
              <a:t>都必须属于同一个</a:t>
            </a:r>
            <a:r>
              <a:rPr lang="en-US" altLang="zh-CN" sz="2000" dirty="0"/>
              <a:t>VLAN</a:t>
            </a:r>
            <a:r>
              <a:rPr lang="zh-CN" altLang="en-US" sz="2000" dirty="0"/>
              <a:t>中</a:t>
            </a:r>
            <a:endParaRPr lang="en-US" altLang="zh-CN" sz="2000" dirty="0"/>
          </a:p>
          <a:p>
            <a:pPr lvl="1"/>
            <a:r>
              <a:rPr lang="zh-CN" altLang="en-US" sz="2000" dirty="0"/>
              <a:t>节点移动位置，只需重新配置其所要连接的交换机的相应端口的</a:t>
            </a:r>
            <a:r>
              <a:rPr lang="en-US" altLang="zh-CN" sz="2000" dirty="0"/>
              <a:t>VLAN</a:t>
            </a:r>
            <a:r>
              <a:rPr lang="zh-CN" altLang="en-US" sz="2000" dirty="0"/>
              <a:t>设置即可</a:t>
            </a:r>
          </a:p>
          <a:p>
            <a:r>
              <a:rPr lang="zh-CN" altLang="en-US" dirty="0"/>
              <a:t>不同</a:t>
            </a:r>
            <a:r>
              <a:rPr lang="en-US" altLang="zh-CN" dirty="0"/>
              <a:t>VLAN</a:t>
            </a:r>
            <a:r>
              <a:rPr lang="zh-CN" altLang="en-US" dirty="0"/>
              <a:t>中的节点之间的数据传输要依赖于路由器</a:t>
            </a:r>
            <a:endParaRPr lang="en-US" altLang="zh-CN" dirty="0"/>
          </a:p>
          <a:p>
            <a:pPr lvl="1"/>
            <a:r>
              <a:rPr lang="zh-CN" altLang="en-US" sz="2000" dirty="0"/>
              <a:t>第三层交换机：交换</a:t>
            </a:r>
            <a:r>
              <a:rPr lang="en-US" altLang="zh-CN" sz="2000" dirty="0"/>
              <a:t>+</a:t>
            </a:r>
            <a:r>
              <a:rPr lang="zh-CN" altLang="en-US" sz="2000" dirty="0"/>
              <a:t>路由</a:t>
            </a:r>
          </a:p>
          <a:p>
            <a:endParaRPr lang="zh-CN" altLang="en-US" dirty="0"/>
          </a:p>
        </p:txBody>
      </p:sp>
      <p:grpSp>
        <p:nvGrpSpPr>
          <p:cNvPr id="67" name="组合 66">
            <a:extLst>
              <a:ext uri="{FF2B5EF4-FFF2-40B4-BE49-F238E27FC236}">
                <a16:creationId xmlns:a16="http://schemas.microsoft.com/office/drawing/2014/main" id="{BB6A9A99-8B16-2D91-DB4E-08D7094FE966}"/>
              </a:ext>
            </a:extLst>
          </p:cNvPr>
          <p:cNvGrpSpPr/>
          <p:nvPr/>
        </p:nvGrpSpPr>
        <p:grpSpPr>
          <a:xfrm>
            <a:off x="7636819" y="572756"/>
            <a:ext cx="4669307" cy="1714067"/>
            <a:chOff x="7763818" y="835222"/>
            <a:chExt cx="4669307" cy="1714067"/>
          </a:xfrm>
        </p:grpSpPr>
        <p:grpSp>
          <p:nvGrpSpPr>
            <p:cNvPr id="4" name="Group 18">
              <a:extLst>
                <a:ext uri="{FF2B5EF4-FFF2-40B4-BE49-F238E27FC236}">
                  <a16:creationId xmlns:a16="http://schemas.microsoft.com/office/drawing/2014/main" id="{A7697772-40CD-A9A9-2CBA-72983BA14D51}"/>
                </a:ext>
              </a:extLst>
            </p:cNvPr>
            <p:cNvGrpSpPr/>
            <p:nvPr/>
          </p:nvGrpSpPr>
          <p:grpSpPr>
            <a:xfrm>
              <a:off x="9008643" y="1214770"/>
              <a:ext cx="1243611" cy="519112"/>
              <a:chOff x="9287864" y="4082048"/>
              <a:chExt cx="1243611" cy="519112"/>
            </a:xfrm>
          </p:grpSpPr>
          <p:sp>
            <p:nvSpPr>
              <p:cNvPr id="5" name="Rectangle 75">
                <a:extLst>
                  <a:ext uri="{FF2B5EF4-FFF2-40B4-BE49-F238E27FC236}">
                    <a16:creationId xmlns:a16="http://schemas.microsoft.com/office/drawing/2014/main" id="{0C971CAF-6ECB-C4B1-59AA-512A9AAC6D12}"/>
                  </a:ext>
                </a:extLst>
              </p:cNvPr>
              <p:cNvSpPr>
                <a:spLocks noChangeArrowheads="1"/>
              </p:cNvSpPr>
              <p:nvPr/>
            </p:nvSpPr>
            <p:spPr bwMode="auto">
              <a:xfrm>
                <a:off x="9340181" y="4127584"/>
                <a:ext cx="1188897" cy="471997"/>
              </a:xfrm>
              <a:prstGeom prst="rect">
                <a:avLst/>
              </a:prstGeom>
              <a:solidFill>
                <a:srgbClr val="F56F6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solidFill>
                    <a:srgbClr val="000000"/>
                  </a:solidFill>
                  <a:latin typeface="Arial" charset="0"/>
                  <a:ea typeface="ＭＳ Ｐゴシック" charset="0"/>
                </a:endParaRPr>
              </a:p>
            </p:txBody>
          </p:sp>
          <p:sp>
            <p:nvSpPr>
              <p:cNvPr id="6" name="Rectangle 2">
                <a:extLst>
                  <a:ext uri="{FF2B5EF4-FFF2-40B4-BE49-F238E27FC236}">
                    <a16:creationId xmlns:a16="http://schemas.microsoft.com/office/drawing/2014/main" id="{ADAAA379-B939-EACF-D4B2-877617F5A2C4}"/>
                  </a:ext>
                </a:extLst>
              </p:cNvPr>
              <p:cNvSpPr>
                <a:spLocks noChangeArrowheads="1"/>
              </p:cNvSpPr>
              <p:nvPr/>
            </p:nvSpPr>
            <p:spPr bwMode="auto">
              <a:xfrm>
                <a:off x="9349866" y="4128085"/>
                <a:ext cx="1181609" cy="468313"/>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 name="Line 3">
                <a:extLst>
                  <a:ext uri="{FF2B5EF4-FFF2-40B4-BE49-F238E27FC236}">
                    <a16:creationId xmlns:a16="http://schemas.microsoft.com/office/drawing/2014/main" id="{6A425C67-D756-276C-453F-A52AB303361F}"/>
                  </a:ext>
                </a:extLst>
              </p:cNvPr>
              <p:cNvSpPr>
                <a:spLocks noChangeShapeType="1"/>
              </p:cNvSpPr>
              <p:nvPr/>
            </p:nvSpPr>
            <p:spPr bwMode="auto">
              <a:xfrm flipV="1">
                <a:off x="9351453" y="4342570"/>
                <a:ext cx="1179110" cy="141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 name="Text Box 6">
                <a:extLst>
                  <a:ext uri="{FF2B5EF4-FFF2-40B4-BE49-F238E27FC236}">
                    <a16:creationId xmlns:a16="http://schemas.microsoft.com/office/drawing/2014/main" id="{775C68D0-77B0-0BE3-FBB6-C5C2BDFC01AD}"/>
                  </a:ext>
                </a:extLst>
              </p:cNvPr>
              <p:cNvSpPr txBox="1">
                <a:spLocks noChangeArrowheads="1"/>
              </p:cNvSpPr>
              <p:nvPr/>
            </p:nvSpPr>
            <p:spPr bwMode="auto">
              <a:xfrm>
                <a:off x="9287864" y="4107358"/>
                <a:ext cx="24130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a:t>
                </a:r>
              </a:p>
            </p:txBody>
          </p:sp>
          <p:sp>
            <p:nvSpPr>
              <p:cNvPr id="9" name="Line 18">
                <a:extLst>
                  <a:ext uri="{FF2B5EF4-FFF2-40B4-BE49-F238E27FC236}">
                    <a16:creationId xmlns:a16="http://schemas.microsoft.com/office/drawing/2014/main" id="{FC621379-81D4-DE8C-FFFD-B7DD2EF11105}"/>
                  </a:ext>
                </a:extLst>
              </p:cNvPr>
              <p:cNvSpPr>
                <a:spLocks noChangeShapeType="1"/>
              </p:cNvSpPr>
              <p:nvPr/>
            </p:nvSpPr>
            <p:spPr bwMode="auto">
              <a:xfrm>
                <a:off x="9930891" y="4132848"/>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Line 21">
                <a:extLst>
                  <a:ext uri="{FF2B5EF4-FFF2-40B4-BE49-F238E27FC236}">
                    <a16:creationId xmlns:a16="http://schemas.microsoft.com/office/drawing/2014/main" id="{4E028B61-44D7-8545-220C-574B46F6AC72}"/>
                  </a:ext>
                </a:extLst>
              </p:cNvPr>
              <p:cNvSpPr>
                <a:spLocks noChangeShapeType="1"/>
              </p:cNvSpPr>
              <p:nvPr/>
            </p:nvSpPr>
            <p:spPr bwMode="auto">
              <a:xfrm>
                <a:off x="9640378" y="4129673"/>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1" name="Line 23">
                <a:extLst>
                  <a:ext uri="{FF2B5EF4-FFF2-40B4-BE49-F238E27FC236}">
                    <a16:creationId xmlns:a16="http://schemas.microsoft.com/office/drawing/2014/main" id="{DF94866C-227F-8F11-C437-7489EB4BD207}"/>
                  </a:ext>
                </a:extLst>
              </p:cNvPr>
              <p:cNvSpPr>
                <a:spLocks noChangeShapeType="1"/>
              </p:cNvSpPr>
              <p:nvPr/>
            </p:nvSpPr>
            <p:spPr bwMode="auto">
              <a:xfrm>
                <a:off x="10211878" y="4137610"/>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 name="Text Box 26">
                <a:extLst>
                  <a:ext uri="{FF2B5EF4-FFF2-40B4-BE49-F238E27FC236}">
                    <a16:creationId xmlns:a16="http://schemas.microsoft.com/office/drawing/2014/main" id="{E46377D8-3EC8-1AA4-A022-6138578DB67C}"/>
                  </a:ext>
                </a:extLst>
              </p:cNvPr>
              <p:cNvSpPr txBox="1">
                <a:spLocks noChangeArrowheads="1"/>
              </p:cNvSpPr>
              <p:nvPr/>
            </p:nvSpPr>
            <p:spPr bwMode="auto">
              <a:xfrm>
                <a:off x="10148378" y="4296360"/>
                <a:ext cx="24130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8</a:t>
                </a:r>
              </a:p>
            </p:txBody>
          </p:sp>
          <p:sp>
            <p:nvSpPr>
              <p:cNvPr id="13" name="Text Box 30">
                <a:extLst>
                  <a:ext uri="{FF2B5EF4-FFF2-40B4-BE49-F238E27FC236}">
                    <a16:creationId xmlns:a16="http://schemas.microsoft.com/office/drawing/2014/main" id="{E792E571-301C-A2C2-9F43-4BBE388294D8}"/>
                  </a:ext>
                </a:extLst>
              </p:cNvPr>
              <p:cNvSpPr txBox="1">
                <a:spLocks noChangeArrowheads="1"/>
              </p:cNvSpPr>
              <p:nvPr/>
            </p:nvSpPr>
            <p:spPr bwMode="auto">
              <a:xfrm>
                <a:off x="9290540" y="4300533"/>
                <a:ext cx="24130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2</a:t>
                </a:r>
              </a:p>
            </p:txBody>
          </p:sp>
          <p:sp>
            <p:nvSpPr>
              <p:cNvPr id="14" name="Text Box 57">
                <a:extLst>
                  <a:ext uri="{FF2B5EF4-FFF2-40B4-BE49-F238E27FC236}">
                    <a16:creationId xmlns:a16="http://schemas.microsoft.com/office/drawing/2014/main" id="{5C4BC532-2CDE-9C4F-4B52-D5E87B52AA34}"/>
                  </a:ext>
                </a:extLst>
              </p:cNvPr>
              <p:cNvSpPr txBox="1">
                <a:spLocks noChangeArrowheads="1"/>
              </p:cNvSpPr>
              <p:nvPr/>
            </p:nvSpPr>
            <p:spPr bwMode="auto">
              <a:xfrm>
                <a:off x="10143616" y="4082048"/>
                <a:ext cx="24130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7</a:t>
                </a:r>
              </a:p>
            </p:txBody>
          </p:sp>
          <p:sp>
            <p:nvSpPr>
              <p:cNvPr id="15" name="Oval 81">
                <a:extLst>
                  <a:ext uri="{FF2B5EF4-FFF2-40B4-BE49-F238E27FC236}">
                    <a16:creationId xmlns:a16="http://schemas.microsoft.com/office/drawing/2014/main" id="{2AC73B58-FE76-6342-0E4A-7243023887D2}"/>
                  </a:ext>
                </a:extLst>
              </p:cNvPr>
              <p:cNvSpPr>
                <a:spLocks noChangeArrowheads="1"/>
              </p:cNvSpPr>
              <p:nvPr/>
            </p:nvSpPr>
            <p:spPr bwMode="auto">
              <a:xfrm>
                <a:off x="9465753" y="4442410"/>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6" name="Oval 82">
                <a:extLst>
                  <a:ext uri="{FF2B5EF4-FFF2-40B4-BE49-F238E27FC236}">
                    <a16:creationId xmlns:a16="http://schemas.microsoft.com/office/drawing/2014/main" id="{888A047F-9D06-62D0-EC1A-186FE8BA8B1A}"/>
                  </a:ext>
                </a:extLst>
              </p:cNvPr>
              <p:cNvSpPr>
                <a:spLocks noChangeArrowheads="1"/>
              </p:cNvSpPr>
              <p:nvPr/>
            </p:nvSpPr>
            <p:spPr bwMode="auto">
              <a:xfrm>
                <a:off x="9757853" y="4439235"/>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 name="Oval 83">
                <a:extLst>
                  <a:ext uri="{FF2B5EF4-FFF2-40B4-BE49-F238E27FC236}">
                    <a16:creationId xmlns:a16="http://schemas.microsoft.com/office/drawing/2014/main" id="{4732D71F-1EBD-8E7F-7E70-E73711B5283E}"/>
                  </a:ext>
                </a:extLst>
              </p:cNvPr>
              <p:cNvSpPr>
                <a:spLocks noChangeArrowheads="1"/>
              </p:cNvSpPr>
              <p:nvPr/>
            </p:nvSpPr>
            <p:spPr bwMode="auto">
              <a:xfrm>
                <a:off x="10345228" y="4443998"/>
                <a:ext cx="42863" cy="47625"/>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8" name="Group 17">
              <a:extLst>
                <a:ext uri="{FF2B5EF4-FFF2-40B4-BE49-F238E27FC236}">
                  <a16:creationId xmlns:a16="http://schemas.microsoft.com/office/drawing/2014/main" id="{1549F6B7-16DB-E12C-9FAD-E0F30F6FBC82}"/>
                </a:ext>
              </a:extLst>
            </p:cNvPr>
            <p:cNvGrpSpPr/>
            <p:nvPr/>
          </p:nvGrpSpPr>
          <p:grpSpPr>
            <a:xfrm>
              <a:off x="10177511" y="1210015"/>
              <a:ext cx="1259780" cy="523875"/>
              <a:chOff x="10932220" y="4822113"/>
              <a:chExt cx="1259780" cy="523875"/>
            </a:xfrm>
          </p:grpSpPr>
          <p:sp>
            <p:nvSpPr>
              <p:cNvPr id="19" name="Rectangle 76">
                <a:extLst>
                  <a:ext uri="{FF2B5EF4-FFF2-40B4-BE49-F238E27FC236}">
                    <a16:creationId xmlns:a16="http://schemas.microsoft.com/office/drawing/2014/main" id="{08D07D6C-7C37-8213-0409-2F40935C7091}"/>
                  </a:ext>
                </a:extLst>
              </p:cNvPr>
              <p:cNvSpPr>
                <a:spLocks noChangeArrowheads="1"/>
              </p:cNvSpPr>
              <p:nvPr/>
            </p:nvSpPr>
            <p:spPr bwMode="auto">
              <a:xfrm>
                <a:off x="11001071" y="4880851"/>
                <a:ext cx="1190929" cy="457200"/>
              </a:xfrm>
              <a:prstGeom prst="rect">
                <a:avLst/>
              </a:prstGeom>
              <a:solidFill>
                <a:schemeClr val="accent5">
                  <a:lumMod val="60000"/>
                  <a:lumOff val="4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solidFill>
                    <a:srgbClr val="000000"/>
                  </a:solidFill>
                  <a:latin typeface="Arial" charset="0"/>
                  <a:ea typeface="ＭＳ Ｐゴシック" charset="0"/>
                </a:endParaRPr>
              </a:p>
            </p:txBody>
          </p:sp>
          <p:sp>
            <p:nvSpPr>
              <p:cNvPr id="20" name="Rectangle 2">
                <a:extLst>
                  <a:ext uri="{FF2B5EF4-FFF2-40B4-BE49-F238E27FC236}">
                    <a16:creationId xmlns:a16="http://schemas.microsoft.com/office/drawing/2014/main" id="{A0CF67A1-AC96-94DE-1548-A5997AFA5221}"/>
                  </a:ext>
                </a:extLst>
              </p:cNvPr>
              <p:cNvSpPr>
                <a:spLocks noChangeArrowheads="1"/>
              </p:cNvSpPr>
              <p:nvPr/>
            </p:nvSpPr>
            <p:spPr bwMode="auto">
              <a:xfrm>
                <a:off x="11010391" y="4872913"/>
                <a:ext cx="1181609" cy="468313"/>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 name="Line 3">
                <a:extLst>
                  <a:ext uri="{FF2B5EF4-FFF2-40B4-BE49-F238E27FC236}">
                    <a16:creationId xmlns:a16="http://schemas.microsoft.com/office/drawing/2014/main" id="{2E7E8540-3B72-5BCF-2669-B93D1C852A12}"/>
                  </a:ext>
                </a:extLst>
              </p:cNvPr>
              <p:cNvSpPr>
                <a:spLocks noChangeShapeType="1"/>
              </p:cNvSpPr>
              <p:nvPr/>
            </p:nvSpPr>
            <p:spPr bwMode="auto">
              <a:xfrm>
                <a:off x="11009376" y="5090714"/>
                <a:ext cx="1163270" cy="286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2" name="Line 17">
                <a:extLst>
                  <a:ext uri="{FF2B5EF4-FFF2-40B4-BE49-F238E27FC236}">
                    <a16:creationId xmlns:a16="http://schemas.microsoft.com/office/drawing/2014/main" id="{2CA4E86F-8291-A654-A58B-C0763A58B692}"/>
                  </a:ext>
                </a:extLst>
              </p:cNvPr>
              <p:cNvSpPr>
                <a:spLocks noChangeShapeType="1"/>
              </p:cNvSpPr>
              <p:nvPr/>
            </p:nvSpPr>
            <p:spPr bwMode="auto">
              <a:xfrm>
                <a:off x="11601146" y="4882438"/>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23" name="Line 24">
                <a:extLst>
                  <a:ext uri="{FF2B5EF4-FFF2-40B4-BE49-F238E27FC236}">
                    <a16:creationId xmlns:a16="http://schemas.microsoft.com/office/drawing/2014/main" id="{4F94494F-BC26-CDAF-F90C-D65BF0DFB1C2}"/>
                  </a:ext>
                </a:extLst>
              </p:cNvPr>
              <p:cNvSpPr>
                <a:spLocks noChangeShapeType="1"/>
              </p:cNvSpPr>
              <p:nvPr/>
            </p:nvSpPr>
            <p:spPr bwMode="auto">
              <a:xfrm>
                <a:off x="11305871" y="4877676"/>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24" name="Line 25">
                <a:extLst>
                  <a:ext uri="{FF2B5EF4-FFF2-40B4-BE49-F238E27FC236}">
                    <a16:creationId xmlns:a16="http://schemas.microsoft.com/office/drawing/2014/main" id="{AF55FAA3-ED67-95CE-3C2F-9C8662B1DE38}"/>
                  </a:ext>
                </a:extLst>
              </p:cNvPr>
              <p:cNvSpPr>
                <a:spLocks noChangeShapeType="1"/>
              </p:cNvSpPr>
              <p:nvPr/>
            </p:nvSpPr>
            <p:spPr bwMode="auto">
              <a:xfrm>
                <a:off x="11896421" y="4872913"/>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25" name="Text Box 27">
                <a:extLst>
                  <a:ext uri="{FF2B5EF4-FFF2-40B4-BE49-F238E27FC236}">
                    <a16:creationId xmlns:a16="http://schemas.microsoft.com/office/drawing/2014/main" id="{8BFF66CB-78FD-FE24-437D-E9EA8B3AA27D}"/>
                  </a:ext>
                </a:extLst>
              </p:cNvPr>
              <p:cNvSpPr txBox="1">
                <a:spLocks noChangeArrowheads="1"/>
              </p:cNvSpPr>
              <p:nvPr/>
            </p:nvSpPr>
            <p:spPr bwMode="auto">
              <a:xfrm>
                <a:off x="10947845" y="4840575"/>
                <a:ext cx="24130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9</a:t>
                </a:r>
              </a:p>
            </p:txBody>
          </p:sp>
          <p:sp>
            <p:nvSpPr>
              <p:cNvPr id="26" name="Text Box 28">
                <a:extLst>
                  <a:ext uri="{FF2B5EF4-FFF2-40B4-BE49-F238E27FC236}">
                    <a16:creationId xmlns:a16="http://schemas.microsoft.com/office/drawing/2014/main" id="{1EAA6DD9-7059-0C73-9015-AE3D357E9F7C}"/>
                  </a:ext>
                </a:extLst>
              </p:cNvPr>
              <p:cNvSpPr txBox="1">
                <a:spLocks noChangeArrowheads="1"/>
              </p:cNvSpPr>
              <p:nvPr/>
            </p:nvSpPr>
            <p:spPr bwMode="auto">
              <a:xfrm>
                <a:off x="11813871" y="5045951"/>
                <a:ext cx="29845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16</a:t>
                </a:r>
              </a:p>
            </p:txBody>
          </p:sp>
          <p:sp>
            <p:nvSpPr>
              <p:cNvPr id="27" name="Text Box 29">
                <a:extLst>
                  <a:ext uri="{FF2B5EF4-FFF2-40B4-BE49-F238E27FC236}">
                    <a16:creationId xmlns:a16="http://schemas.microsoft.com/office/drawing/2014/main" id="{F9193AD1-A015-1765-C9FD-4FF1640C5764}"/>
                  </a:ext>
                </a:extLst>
              </p:cNvPr>
              <p:cNvSpPr txBox="1">
                <a:spLocks noChangeArrowheads="1"/>
              </p:cNvSpPr>
              <p:nvPr/>
            </p:nvSpPr>
            <p:spPr bwMode="auto">
              <a:xfrm>
                <a:off x="10932220" y="5049376"/>
                <a:ext cx="29845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10</a:t>
                </a:r>
              </a:p>
            </p:txBody>
          </p:sp>
          <p:sp>
            <p:nvSpPr>
              <p:cNvPr id="28" name="Text Box 74">
                <a:extLst>
                  <a:ext uri="{FF2B5EF4-FFF2-40B4-BE49-F238E27FC236}">
                    <a16:creationId xmlns:a16="http://schemas.microsoft.com/office/drawing/2014/main" id="{2AF2788F-7034-3167-F1B8-84AAA99DDE24}"/>
                  </a:ext>
                </a:extLst>
              </p:cNvPr>
              <p:cNvSpPr txBox="1">
                <a:spLocks noChangeArrowheads="1"/>
              </p:cNvSpPr>
              <p:nvPr/>
            </p:nvSpPr>
            <p:spPr bwMode="auto">
              <a:xfrm>
                <a:off x="11809108" y="4822113"/>
                <a:ext cx="29845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15</a:t>
                </a:r>
              </a:p>
            </p:txBody>
          </p:sp>
          <p:sp>
            <p:nvSpPr>
              <p:cNvPr id="29" name="Oval 84">
                <a:extLst>
                  <a:ext uri="{FF2B5EF4-FFF2-40B4-BE49-F238E27FC236}">
                    <a16:creationId xmlns:a16="http://schemas.microsoft.com/office/drawing/2014/main" id="{61465367-24CE-0492-DCAE-8DB33735FAE8}"/>
                  </a:ext>
                </a:extLst>
              </p:cNvPr>
              <p:cNvSpPr>
                <a:spLocks noChangeArrowheads="1"/>
              </p:cNvSpPr>
              <p:nvPr/>
            </p:nvSpPr>
            <p:spPr bwMode="auto">
              <a:xfrm>
                <a:off x="11147121" y="5185651"/>
                <a:ext cx="42862"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30" name="Oval 85">
                <a:extLst>
                  <a:ext uri="{FF2B5EF4-FFF2-40B4-BE49-F238E27FC236}">
                    <a16:creationId xmlns:a16="http://schemas.microsoft.com/office/drawing/2014/main" id="{C60446DD-23E9-2C40-AC96-CA4E954D9050}"/>
                  </a:ext>
                </a:extLst>
              </p:cNvPr>
              <p:cNvSpPr>
                <a:spLocks noChangeArrowheads="1"/>
              </p:cNvSpPr>
              <p:nvPr/>
            </p:nvSpPr>
            <p:spPr bwMode="auto">
              <a:xfrm>
                <a:off x="11134421" y="4971338"/>
                <a:ext cx="42862"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31" name="Oval 86">
                <a:extLst>
                  <a:ext uri="{FF2B5EF4-FFF2-40B4-BE49-F238E27FC236}">
                    <a16:creationId xmlns:a16="http://schemas.microsoft.com/office/drawing/2014/main" id="{0F70654D-2184-F3A7-B4A6-DE70774BAD9A}"/>
                  </a:ext>
                </a:extLst>
              </p:cNvPr>
              <p:cNvSpPr>
                <a:spLocks noChangeArrowheads="1"/>
              </p:cNvSpPr>
              <p:nvPr/>
            </p:nvSpPr>
            <p:spPr bwMode="auto">
              <a:xfrm>
                <a:off x="12009133" y="4968163"/>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grpSp>
        <p:grpSp>
          <p:nvGrpSpPr>
            <p:cNvPr id="32" name="Group 2">
              <a:extLst>
                <a:ext uri="{FF2B5EF4-FFF2-40B4-BE49-F238E27FC236}">
                  <a16:creationId xmlns:a16="http://schemas.microsoft.com/office/drawing/2014/main" id="{5705E1FB-DC93-0875-1521-F0805B5C5EE6}"/>
                </a:ext>
              </a:extLst>
            </p:cNvPr>
            <p:cNvGrpSpPr/>
            <p:nvPr/>
          </p:nvGrpSpPr>
          <p:grpSpPr>
            <a:xfrm>
              <a:off x="9052615" y="835222"/>
              <a:ext cx="2388836" cy="410624"/>
              <a:chOff x="7399107" y="1365161"/>
              <a:chExt cx="2388836" cy="732595"/>
            </a:xfrm>
          </p:grpSpPr>
          <p:sp>
            <p:nvSpPr>
              <p:cNvPr id="33" name="Freeform 540">
                <a:extLst>
                  <a:ext uri="{FF2B5EF4-FFF2-40B4-BE49-F238E27FC236}">
                    <a16:creationId xmlns:a16="http://schemas.microsoft.com/office/drawing/2014/main" id="{E5C4A8EF-4327-6934-97E5-64D0CDBCAADF}"/>
                  </a:ext>
                </a:extLst>
              </p:cNvPr>
              <p:cNvSpPr/>
              <p:nvPr/>
            </p:nvSpPr>
            <p:spPr>
              <a:xfrm>
                <a:off x="7399107" y="1365161"/>
                <a:ext cx="2388836" cy="732595"/>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4" name="Group 541">
                <a:extLst>
                  <a:ext uri="{FF2B5EF4-FFF2-40B4-BE49-F238E27FC236}">
                    <a16:creationId xmlns:a16="http://schemas.microsoft.com/office/drawing/2014/main" id="{1C54DACE-5969-5534-8373-9EE2582F67BD}"/>
                  </a:ext>
                </a:extLst>
              </p:cNvPr>
              <p:cNvGrpSpPr/>
              <p:nvPr/>
            </p:nvGrpSpPr>
            <p:grpSpPr>
              <a:xfrm>
                <a:off x="7564998" y="1450537"/>
                <a:ext cx="2021605" cy="589765"/>
                <a:chOff x="7939341" y="3037317"/>
                <a:chExt cx="897649" cy="353919"/>
              </a:xfrm>
            </p:grpSpPr>
            <p:sp>
              <p:nvSpPr>
                <p:cNvPr id="35" name="Freeform 542">
                  <a:extLst>
                    <a:ext uri="{FF2B5EF4-FFF2-40B4-BE49-F238E27FC236}">
                      <a16:creationId xmlns:a16="http://schemas.microsoft.com/office/drawing/2014/main" id="{A97995B8-9DBB-6B60-9D4E-D76E827D8B0B}"/>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Freeform 543">
                  <a:extLst>
                    <a:ext uri="{FF2B5EF4-FFF2-40B4-BE49-F238E27FC236}">
                      <a16:creationId xmlns:a16="http://schemas.microsoft.com/office/drawing/2014/main" id="{BCE2A280-EBDE-0287-9769-3E9DF2CDB989}"/>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Freeform 544">
                  <a:extLst>
                    <a:ext uri="{FF2B5EF4-FFF2-40B4-BE49-F238E27FC236}">
                      <a16:creationId xmlns:a16="http://schemas.microsoft.com/office/drawing/2014/main" id="{DD412BCF-5CDB-DE20-C084-C7CF335FF7E0}"/>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Freeform 545">
                  <a:extLst>
                    <a:ext uri="{FF2B5EF4-FFF2-40B4-BE49-F238E27FC236}">
                      <a16:creationId xmlns:a16="http://schemas.microsoft.com/office/drawing/2014/main" id="{C7D85E5C-69FB-0A33-B34D-2D3EDE604D0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9" name="Line 61">
              <a:extLst>
                <a:ext uri="{FF2B5EF4-FFF2-40B4-BE49-F238E27FC236}">
                  <a16:creationId xmlns:a16="http://schemas.microsoft.com/office/drawing/2014/main" id="{A069C8F8-7283-CB61-23AE-6457C2FAFAF9}"/>
                </a:ext>
              </a:extLst>
            </p:cNvPr>
            <p:cNvSpPr>
              <a:spLocks noChangeShapeType="1"/>
            </p:cNvSpPr>
            <p:nvPr/>
          </p:nvSpPr>
          <p:spPr bwMode="auto">
            <a:xfrm flipH="1">
              <a:off x="8300393" y="1565540"/>
              <a:ext cx="901700" cy="2794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0" name="Line 62">
              <a:extLst>
                <a:ext uri="{FF2B5EF4-FFF2-40B4-BE49-F238E27FC236}">
                  <a16:creationId xmlns:a16="http://schemas.microsoft.com/office/drawing/2014/main" id="{78C4B353-F46B-AF6D-D153-791A279280F7}"/>
                </a:ext>
              </a:extLst>
            </p:cNvPr>
            <p:cNvSpPr>
              <a:spLocks noChangeShapeType="1"/>
            </p:cNvSpPr>
            <p:nvPr/>
          </p:nvSpPr>
          <p:spPr bwMode="auto">
            <a:xfrm flipH="1">
              <a:off x="8686156" y="1565540"/>
              <a:ext cx="806450" cy="4191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 name="Line 63">
              <a:extLst>
                <a:ext uri="{FF2B5EF4-FFF2-40B4-BE49-F238E27FC236}">
                  <a16:creationId xmlns:a16="http://schemas.microsoft.com/office/drawing/2014/main" id="{D0B9D406-E392-48AB-675D-C9EFED4E85B9}"/>
                </a:ext>
              </a:extLst>
            </p:cNvPr>
            <p:cNvSpPr>
              <a:spLocks noChangeShapeType="1"/>
            </p:cNvSpPr>
            <p:nvPr/>
          </p:nvSpPr>
          <p:spPr bwMode="auto">
            <a:xfrm flipH="1">
              <a:off x="9405292" y="1580466"/>
              <a:ext cx="672983" cy="3613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 name="Text Box 64">
              <a:extLst>
                <a:ext uri="{FF2B5EF4-FFF2-40B4-BE49-F238E27FC236}">
                  <a16:creationId xmlns:a16="http://schemas.microsoft.com/office/drawing/2014/main" id="{C8509054-6374-43DC-D047-D455C3A415AC}"/>
                </a:ext>
              </a:extLst>
            </p:cNvPr>
            <p:cNvSpPr txBox="1">
              <a:spLocks noChangeArrowheads="1"/>
            </p:cNvSpPr>
            <p:nvPr/>
          </p:nvSpPr>
          <p:spPr bwMode="auto">
            <a:xfrm>
              <a:off x="11194814" y="1780725"/>
              <a:ext cx="3433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i="0" dirty="0">
                  <a:solidFill>
                    <a:srgbClr val="000000"/>
                  </a:solidFill>
                  <a:latin typeface="+mn-lt"/>
                </a:rPr>
                <a:t>…</a:t>
              </a:r>
            </a:p>
          </p:txBody>
        </p:sp>
        <p:sp>
          <p:nvSpPr>
            <p:cNvPr id="43" name="Line 69">
              <a:extLst>
                <a:ext uri="{FF2B5EF4-FFF2-40B4-BE49-F238E27FC236}">
                  <a16:creationId xmlns:a16="http://schemas.microsoft.com/office/drawing/2014/main" id="{332BD35F-CB6B-615A-4D55-2D508A967E74}"/>
                </a:ext>
              </a:extLst>
            </p:cNvPr>
            <p:cNvSpPr>
              <a:spLocks noChangeShapeType="1"/>
            </p:cNvSpPr>
            <p:nvPr/>
          </p:nvSpPr>
          <p:spPr bwMode="auto">
            <a:xfrm>
              <a:off x="10413356" y="1568715"/>
              <a:ext cx="101600" cy="3778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 name="Line 70">
              <a:extLst>
                <a:ext uri="{FF2B5EF4-FFF2-40B4-BE49-F238E27FC236}">
                  <a16:creationId xmlns:a16="http://schemas.microsoft.com/office/drawing/2014/main" id="{7E039DFA-37C6-9F62-83CF-2E7FB6C4BD76}"/>
                </a:ext>
              </a:extLst>
            </p:cNvPr>
            <p:cNvSpPr>
              <a:spLocks noChangeShapeType="1"/>
            </p:cNvSpPr>
            <p:nvPr/>
          </p:nvSpPr>
          <p:spPr bwMode="auto">
            <a:xfrm>
              <a:off x="10403831" y="1367102"/>
              <a:ext cx="479425" cy="6032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5" name="Line 71">
              <a:extLst>
                <a:ext uri="{FF2B5EF4-FFF2-40B4-BE49-F238E27FC236}">
                  <a16:creationId xmlns:a16="http://schemas.microsoft.com/office/drawing/2014/main" id="{904DA77B-628C-6512-9741-80E9E855B320}"/>
                </a:ext>
              </a:extLst>
            </p:cNvPr>
            <p:cNvSpPr>
              <a:spLocks noChangeShapeType="1"/>
            </p:cNvSpPr>
            <p:nvPr/>
          </p:nvSpPr>
          <p:spPr bwMode="auto">
            <a:xfrm>
              <a:off x="11259493" y="1311540"/>
              <a:ext cx="514350" cy="4841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6" name="Text Box 72">
              <a:extLst>
                <a:ext uri="{FF2B5EF4-FFF2-40B4-BE49-F238E27FC236}">
                  <a16:creationId xmlns:a16="http://schemas.microsoft.com/office/drawing/2014/main" id="{E6EDEF66-B1CC-6AA4-BEDE-06907BE58303}"/>
                </a:ext>
              </a:extLst>
            </p:cNvPr>
            <p:cNvSpPr txBox="1">
              <a:spLocks noChangeArrowheads="1"/>
            </p:cNvSpPr>
            <p:nvPr/>
          </p:nvSpPr>
          <p:spPr bwMode="auto">
            <a:xfrm>
              <a:off x="7919720" y="2272290"/>
              <a:ext cx="1731567"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fontAlgn="base">
                <a:spcBef>
                  <a:spcPct val="0"/>
                </a:spcBef>
                <a:spcAft>
                  <a:spcPct val="0"/>
                </a:spcAft>
              </a:pPr>
              <a:r>
                <a:rPr lang="en-US" sz="1200" i="0" dirty="0">
                  <a:solidFill>
                    <a:srgbClr val="000000"/>
                  </a:solidFill>
                  <a:latin typeface="Arial" charset="0"/>
                </a:rPr>
                <a:t>EE (VLAN ports 1-8)</a:t>
              </a:r>
            </a:p>
          </p:txBody>
        </p:sp>
        <p:sp>
          <p:nvSpPr>
            <p:cNvPr id="47" name="Text Box 73">
              <a:extLst>
                <a:ext uri="{FF2B5EF4-FFF2-40B4-BE49-F238E27FC236}">
                  <a16:creationId xmlns:a16="http://schemas.microsoft.com/office/drawing/2014/main" id="{BAB4B730-E54C-0EAB-E301-E963051C722B}"/>
                </a:ext>
              </a:extLst>
            </p:cNvPr>
            <p:cNvSpPr txBox="1">
              <a:spLocks noChangeArrowheads="1"/>
            </p:cNvSpPr>
            <p:nvPr/>
          </p:nvSpPr>
          <p:spPr bwMode="auto">
            <a:xfrm>
              <a:off x="9860615" y="2272290"/>
              <a:ext cx="257251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fontAlgn="base">
                <a:spcBef>
                  <a:spcPct val="0"/>
                </a:spcBef>
                <a:spcAft>
                  <a:spcPct val="0"/>
                </a:spcAft>
              </a:pPr>
              <a:r>
                <a:rPr lang="en-US" sz="1200" i="0" dirty="0">
                  <a:solidFill>
                    <a:srgbClr val="000000"/>
                  </a:solidFill>
                  <a:latin typeface="Arial" charset="0"/>
                </a:rPr>
                <a:t>CS (VLAN ports 9-15)</a:t>
              </a:r>
            </a:p>
          </p:txBody>
        </p:sp>
        <p:sp>
          <p:nvSpPr>
            <p:cNvPr id="48" name="Text Box 45">
              <a:extLst>
                <a:ext uri="{FF2B5EF4-FFF2-40B4-BE49-F238E27FC236}">
                  <a16:creationId xmlns:a16="http://schemas.microsoft.com/office/drawing/2014/main" id="{E3D80C4E-4333-63FB-5F96-B93328F8DD77}"/>
                </a:ext>
              </a:extLst>
            </p:cNvPr>
            <p:cNvSpPr txBox="1">
              <a:spLocks noChangeArrowheads="1"/>
            </p:cNvSpPr>
            <p:nvPr/>
          </p:nvSpPr>
          <p:spPr bwMode="auto">
            <a:xfrm>
              <a:off x="8948570" y="1743772"/>
              <a:ext cx="3433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i="0" dirty="0">
                  <a:solidFill>
                    <a:srgbClr val="000000"/>
                  </a:solidFill>
                  <a:latin typeface="+mn-lt"/>
                </a:rPr>
                <a:t>…</a:t>
              </a:r>
            </a:p>
          </p:txBody>
        </p:sp>
        <p:grpSp>
          <p:nvGrpSpPr>
            <p:cNvPr id="49" name="Group 44">
              <a:extLst>
                <a:ext uri="{FF2B5EF4-FFF2-40B4-BE49-F238E27FC236}">
                  <a16:creationId xmlns:a16="http://schemas.microsoft.com/office/drawing/2014/main" id="{B28CC021-3A65-F5FD-AC50-EECB5B2BFF92}"/>
                </a:ext>
              </a:extLst>
            </p:cNvPr>
            <p:cNvGrpSpPr>
              <a:grpSpLocks/>
            </p:cNvGrpSpPr>
            <p:nvPr/>
          </p:nvGrpSpPr>
          <p:grpSpPr bwMode="auto">
            <a:xfrm>
              <a:off x="7763818" y="1751277"/>
              <a:ext cx="609600" cy="558800"/>
              <a:chOff x="-44" y="1473"/>
              <a:chExt cx="981" cy="1105"/>
            </a:xfrm>
          </p:grpSpPr>
          <p:pic>
            <p:nvPicPr>
              <p:cNvPr id="50" name="Picture 45" descr="desktop_computer_stylized_medium">
                <a:extLst>
                  <a:ext uri="{FF2B5EF4-FFF2-40B4-BE49-F238E27FC236}">
                    <a16:creationId xmlns:a16="http://schemas.microsoft.com/office/drawing/2014/main" id="{1F30C9F7-FE7B-415C-36A9-9555D7FF2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 name="Freeform 46">
                <a:extLst>
                  <a:ext uri="{FF2B5EF4-FFF2-40B4-BE49-F238E27FC236}">
                    <a16:creationId xmlns:a16="http://schemas.microsoft.com/office/drawing/2014/main" id="{C2DE930F-5FFB-83C2-F5D4-CB2B69093F1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2" name="Group 44">
              <a:extLst>
                <a:ext uri="{FF2B5EF4-FFF2-40B4-BE49-F238E27FC236}">
                  <a16:creationId xmlns:a16="http://schemas.microsoft.com/office/drawing/2014/main" id="{C61669B7-270A-75FF-6A18-FAA338A2B710}"/>
                </a:ext>
              </a:extLst>
            </p:cNvPr>
            <p:cNvGrpSpPr>
              <a:grpSpLocks/>
            </p:cNvGrpSpPr>
            <p:nvPr/>
          </p:nvGrpSpPr>
          <p:grpSpPr bwMode="auto">
            <a:xfrm>
              <a:off x="8328599" y="1756611"/>
              <a:ext cx="609600" cy="558800"/>
              <a:chOff x="-44" y="1473"/>
              <a:chExt cx="981" cy="1105"/>
            </a:xfrm>
          </p:grpSpPr>
          <p:pic>
            <p:nvPicPr>
              <p:cNvPr id="53" name="Picture 45" descr="desktop_computer_stylized_medium">
                <a:extLst>
                  <a:ext uri="{FF2B5EF4-FFF2-40B4-BE49-F238E27FC236}">
                    <a16:creationId xmlns:a16="http://schemas.microsoft.com/office/drawing/2014/main" id="{F7420A50-9983-E430-7B56-259EF27216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4" name="Freeform 46">
                <a:extLst>
                  <a:ext uri="{FF2B5EF4-FFF2-40B4-BE49-F238E27FC236}">
                    <a16:creationId xmlns:a16="http://schemas.microsoft.com/office/drawing/2014/main" id="{B0674FE6-5E08-19E9-756B-519A422E2DE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5" name="Group 44">
              <a:extLst>
                <a:ext uri="{FF2B5EF4-FFF2-40B4-BE49-F238E27FC236}">
                  <a16:creationId xmlns:a16="http://schemas.microsoft.com/office/drawing/2014/main" id="{6C326B6F-8CDD-E49A-CBDC-CD6605B142C5}"/>
                </a:ext>
              </a:extLst>
            </p:cNvPr>
            <p:cNvGrpSpPr>
              <a:grpSpLocks/>
            </p:cNvGrpSpPr>
            <p:nvPr/>
          </p:nvGrpSpPr>
          <p:grpSpPr bwMode="auto">
            <a:xfrm>
              <a:off x="9085466" y="1751949"/>
              <a:ext cx="609600" cy="558800"/>
              <a:chOff x="-44" y="1473"/>
              <a:chExt cx="981" cy="1105"/>
            </a:xfrm>
          </p:grpSpPr>
          <p:pic>
            <p:nvPicPr>
              <p:cNvPr id="56" name="Picture 45" descr="desktop_computer_stylized_medium">
                <a:extLst>
                  <a:ext uri="{FF2B5EF4-FFF2-40B4-BE49-F238E27FC236}">
                    <a16:creationId xmlns:a16="http://schemas.microsoft.com/office/drawing/2014/main" id="{3FDBD672-1A75-C1B3-EAD4-7467AB2AD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7" name="Freeform 46">
                <a:extLst>
                  <a:ext uri="{FF2B5EF4-FFF2-40B4-BE49-F238E27FC236}">
                    <a16:creationId xmlns:a16="http://schemas.microsoft.com/office/drawing/2014/main" id="{3CFE4E8E-B94E-D1E5-7C21-26E7E445FB9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8" name="Group 44">
              <a:extLst>
                <a:ext uri="{FF2B5EF4-FFF2-40B4-BE49-F238E27FC236}">
                  <a16:creationId xmlns:a16="http://schemas.microsoft.com/office/drawing/2014/main" id="{6E390C70-8476-5E3E-F204-F05890F0CE41}"/>
                </a:ext>
              </a:extLst>
            </p:cNvPr>
            <p:cNvGrpSpPr>
              <a:grpSpLocks/>
            </p:cNvGrpSpPr>
            <p:nvPr/>
          </p:nvGrpSpPr>
          <p:grpSpPr bwMode="auto">
            <a:xfrm>
              <a:off x="10050867" y="1747287"/>
              <a:ext cx="609600" cy="558800"/>
              <a:chOff x="-44" y="1473"/>
              <a:chExt cx="981" cy="1105"/>
            </a:xfrm>
          </p:grpSpPr>
          <p:pic>
            <p:nvPicPr>
              <p:cNvPr id="59" name="Picture 45" descr="desktop_computer_stylized_medium">
                <a:extLst>
                  <a:ext uri="{FF2B5EF4-FFF2-40B4-BE49-F238E27FC236}">
                    <a16:creationId xmlns:a16="http://schemas.microsoft.com/office/drawing/2014/main" id="{5E03E64C-2418-E8F9-9F70-95588CDA0D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 name="Freeform 46">
                <a:extLst>
                  <a:ext uri="{FF2B5EF4-FFF2-40B4-BE49-F238E27FC236}">
                    <a16:creationId xmlns:a16="http://schemas.microsoft.com/office/drawing/2014/main" id="{215D3CA3-517B-8FD9-F862-7E2C96DF798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1" name="Group 44">
              <a:extLst>
                <a:ext uri="{FF2B5EF4-FFF2-40B4-BE49-F238E27FC236}">
                  <a16:creationId xmlns:a16="http://schemas.microsoft.com/office/drawing/2014/main" id="{BA761A03-F018-9534-1DE3-9532407EEACC}"/>
                </a:ext>
              </a:extLst>
            </p:cNvPr>
            <p:cNvGrpSpPr>
              <a:grpSpLocks/>
            </p:cNvGrpSpPr>
            <p:nvPr/>
          </p:nvGrpSpPr>
          <p:grpSpPr bwMode="auto">
            <a:xfrm>
              <a:off x="10566094" y="1753197"/>
              <a:ext cx="609600" cy="558800"/>
              <a:chOff x="-44" y="1473"/>
              <a:chExt cx="981" cy="1105"/>
            </a:xfrm>
          </p:grpSpPr>
          <p:pic>
            <p:nvPicPr>
              <p:cNvPr id="62" name="Picture 45" descr="desktop_computer_stylized_medium">
                <a:extLst>
                  <a:ext uri="{FF2B5EF4-FFF2-40B4-BE49-F238E27FC236}">
                    <a16:creationId xmlns:a16="http://schemas.microsoft.com/office/drawing/2014/main" id="{DCF393C9-4D41-EB06-1699-79AEF4BEA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 name="Freeform 46">
                <a:extLst>
                  <a:ext uri="{FF2B5EF4-FFF2-40B4-BE49-F238E27FC236}">
                    <a16:creationId xmlns:a16="http://schemas.microsoft.com/office/drawing/2014/main" id="{EC7B30F1-82A7-77B9-76AB-4D9E78A0758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4" name="Group 44">
              <a:extLst>
                <a:ext uri="{FF2B5EF4-FFF2-40B4-BE49-F238E27FC236}">
                  <a16:creationId xmlns:a16="http://schemas.microsoft.com/office/drawing/2014/main" id="{2BDCA3F3-979C-F30F-A533-A4A0F1C8809D}"/>
                </a:ext>
              </a:extLst>
            </p:cNvPr>
            <p:cNvGrpSpPr>
              <a:grpSpLocks/>
            </p:cNvGrpSpPr>
            <p:nvPr/>
          </p:nvGrpSpPr>
          <p:grpSpPr bwMode="auto">
            <a:xfrm>
              <a:off x="11429695" y="1762189"/>
              <a:ext cx="609600" cy="558800"/>
              <a:chOff x="-44" y="1473"/>
              <a:chExt cx="981" cy="1105"/>
            </a:xfrm>
          </p:grpSpPr>
          <p:pic>
            <p:nvPicPr>
              <p:cNvPr id="65" name="Picture 45" descr="desktop_computer_stylized_medium">
                <a:extLst>
                  <a:ext uri="{FF2B5EF4-FFF2-40B4-BE49-F238E27FC236}">
                    <a16:creationId xmlns:a16="http://schemas.microsoft.com/office/drawing/2014/main" id="{3BA1F95F-C0D1-86BD-B9A8-8068E2EFB4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6">
                <a:extLst>
                  <a:ext uri="{FF2B5EF4-FFF2-40B4-BE49-F238E27FC236}">
                    <a16:creationId xmlns:a16="http://schemas.microsoft.com/office/drawing/2014/main" id="{64A86EA5-7665-7C96-919D-482111AB640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Tree>
    <p:extLst>
      <p:ext uri="{BB962C8B-B14F-4D97-AF65-F5344CB8AC3E}">
        <p14:creationId xmlns:p14="http://schemas.microsoft.com/office/powerpoint/2010/main" val="39686847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文本框 118">
            <a:extLst>
              <a:ext uri="{FF2B5EF4-FFF2-40B4-BE49-F238E27FC236}">
                <a16:creationId xmlns:a16="http://schemas.microsoft.com/office/drawing/2014/main" id="{B058197D-E6F6-DB4A-8324-125C703CA4D1}"/>
              </a:ext>
            </a:extLst>
          </p:cNvPr>
          <p:cNvSpPr txBox="1"/>
          <p:nvPr/>
        </p:nvSpPr>
        <p:spPr>
          <a:xfrm>
            <a:off x="191285" y="4539496"/>
            <a:ext cx="4400851" cy="2277547"/>
          </a:xfrm>
          <a:prstGeom prst="rect">
            <a:avLst/>
          </a:prstGeom>
          <a:solidFill>
            <a:schemeClr val="bg1"/>
          </a:solidFill>
        </p:spPr>
        <p:txBody>
          <a:bodyPr wrap="square">
            <a:spAutoFit/>
          </a:bodyPr>
          <a:lstStyle/>
          <a:p>
            <a:r>
              <a:rPr lang="en-US" altLang="zh-CN" sz="2200" b="1" dirty="0">
                <a:solidFill>
                  <a:schemeClr val="accent2"/>
                </a:solidFill>
              </a:rPr>
              <a:t>TCI(Tag</a:t>
            </a:r>
            <a:r>
              <a:rPr lang="zh-CN" altLang="en-US" sz="2200" b="1" dirty="0">
                <a:solidFill>
                  <a:schemeClr val="accent2"/>
                </a:solidFill>
              </a:rPr>
              <a:t> </a:t>
            </a:r>
            <a:r>
              <a:rPr lang="en-US" altLang="zh-CN" sz="2200" b="1" dirty="0">
                <a:solidFill>
                  <a:schemeClr val="accent2"/>
                </a:solidFill>
              </a:rPr>
              <a:t>Control Information)</a:t>
            </a:r>
          </a:p>
          <a:p>
            <a:pPr marL="342900" indent="-342900">
              <a:buFont typeface="Arial" panose="020B0604020202020204" pitchFamily="34" charset="0"/>
              <a:buChar char="•"/>
            </a:pPr>
            <a:r>
              <a:rPr lang="en-US" altLang="zh-CN" sz="2000" dirty="0"/>
              <a:t>3</a:t>
            </a:r>
            <a:r>
              <a:rPr lang="zh-CN" altLang="en-US" sz="2000" dirty="0"/>
              <a:t>比特优先级</a:t>
            </a:r>
            <a:r>
              <a:rPr lang="en-US" altLang="zh-CN" sz="2000" dirty="0"/>
              <a:t>(0-7)</a:t>
            </a:r>
            <a:r>
              <a:rPr lang="zh-CN" altLang="en-US" sz="2000" dirty="0"/>
              <a:t>，</a:t>
            </a:r>
            <a:r>
              <a:rPr lang="en-US" altLang="zh-CN" sz="2000" dirty="0"/>
              <a:t>7</a:t>
            </a:r>
            <a:r>
              <a:rPr lang="zh-CN" altLang="en-US" sz="2000" dirty="0"/>
              <a:t>最高，决定在</a:t>
            </a:r>
            <a:r>
              <a:rPr lang="zh-CN" altLang="en-US" sz="2000" b="1" dirty="0">
                <a:solidFill>
                  <a:srgbClr val="FF0000"/>
                </a:solidFill>
              </a:rPr>
              <a:t>节点内部排队</a:t>
            </a:r>
            <a:r>
              <a:rPr lang="zh-CN" altLang="en-US" sz="2000" dirty="0"/>
              <a:t>时的优先级，</a:t>
            </a:r>
            <a:r>
              <a:rPr lang="en-US" altLang="zh-CN" sz="2000" dirty="0"/>
              <a:t>802.1p</a:t>
            </a:r>
            <a:r>
              <a:rPr lang="zh-CN" altLang="en-US" sz="2000" dirty="0"/>
              <a:t>中定义</a:t>
            </a:r>
            <a:endParaRPr lang="en-US" altLang="zh-CN" sz="2000" dirty="0"/>
          </a:p>
          <a:p>
            <a:pPr marL="342900" indent="-342900">
              <a:buFont typeface="Arial" panose="020B0604020202020204" pitchFamily="34" charset="0"/>
              <a:buChar char="•"/>
            </a:pPr>
            <a:r>
              <a:rPr lang="en-US" altLang="zh-CN" sz="2000" dirty="0"/>
              <a:t>1</a:t>
            </a:r>
            <a:r>
              <a:rPr lang="zh-CN" altLang="en-US" sz="2000" dirty="0"/>
              <a:t>比特</a:t>
            </a:r>
            <a:r>
              <a:rPr lang="en-US" altLang="zh-CN" sz="2000" dirty="0"/>
              <a:t>DEI(Drop Eligibility Indicator) </a:t>
            </a:r>
            <a:r>
              <a:rPr lang="zh-CN" altLang="en-US" sz="2000" dirty="0"/>
              <a:t>可丢弃指示</a:t>
            </a:r>
            <a:endParaRPr lang="en-US" altLang="zh-CN" sz="2000" dirty="0"/>
          </a:p>
          <a:p>
            <a:pPr marL="342900" indent="-342900">
              <a:buFont typeface="Arial" panose="020B0604020202020204" pitchFamily="34" charset="0"/>
              <a:buChar char="•"/>
            </a:pPr>
            <a:r>
              <a:rPr lang="en-US" altLang="zh-CN" sz="2000" dirty="0"/>
              <a:t>12</a:t>
            </a:r>
            <a:r>
              <a:rPr lang="zh-CN" altLang="en-US" sz="2000" dirty="0"/>
              <a:t>比特</a:t>
            </a:r>
            <a:r>
              <a:rPr lang="en-US" altLang="zh-CN" sz="2000" b="1" dirty="0">
                <a:solidFill>
                  <a:srgbClr val="FF0000"/>
                </a:solidFill>
              </a:rPr>
              <a:t>VLAN ID</a:t>
            </a:r>
            <a:r>
              <a:rPr lang="zh-CN" altLang="en-US" sz="2000" dirty="0"/>
              <a:t>：</a:t>
            </a:r>
            <a:r>
              <a:rPr lang="zh-CN" altLang="en-US" dirty="0"/>
              <a:t>为</a:t>
            </a:r>
            <a:r>
              <a:rPr lang="en-US" altLang="zh-CN" dirty="0"/>
              <a:t>0</a:t>
            </a:r>
            <a:r>
              <a:rPr lang="zh-CN" altLang="en-US" dirty="0"/>
              <a:t>表示未知</a:t>
            </a:r>
            <a:r>
              <a:rPr lang="en-US" altLang="zh-CN" dirty="0"/>
              <a:t>VLAN</a:t>
            </a:r>
          </a:p>
        </p:txBody>
      </p:sp>
      <p:sp>
        <p:nvSpPr>
          <p:cNvPr id="2" name="标题 1">
            <a:extLst>
              <a:ext uri="{FF2B5EF4-FFF2-40B4-BE49-F238E27FC236}">
                <a16:creationId xmlns:a16="http://schemas.microsoft.com/office/drawing/2014/main" id="{0CED25D4-3D04-C38B-511D-38446E512B10}"/>
              </a:ext>
            </a:extLst>
          </p:cNvPr>
          <p:cNvSpPr>
            <a:spLocks noGrp="1"/>
          </p:cNvSpPr>
          <p:nvPr>
            <p:ph type="title"/>
          </p:nvPr>
        </p:nvSpPr>
        <p:spPr/>
        <p:txBody>
          <a:bodyPr/>
          <a:lstStyle/>
          <a:p>
            <a:r>
              <a:rPr lang="zh-CN" altLang="en-US" dirty="0"/>
              <a:t>虚拟局域网：干线链路</a:t>
            </a:r>
            <a:r>
              <a:rPr lang="en-US" altLang="zh-CN" dirty="0"/>
              <a:t>(Trunk Link)</a:t>
            </a:r>
            <a:endParaRPr lang="zh-CN" altLang="en-US" dirty="0"/>
          </a:p>
        </p:txBody>
      </p:sp>
      <p:sp>
        <p:nvSpPr>
          <p:cNvPr id="3" name="内容占位符 2">
            <a:extLst>
              <a:ext uri="{FF2B5EF4-FFF2-40B4-BE49-F238E27FC236}">
                <a16:creationId xmlns:a16="http://schemas.microsoft.com/office/drawing/2014/main" id="{0439B7E9-5C34-84BF-A388-2E5A59F222E6}"/>
              </a:ext>
            </a:extLst>
          </p:cNvPr>
          <p:cNvSpPr>
            <a:spLocks noGrp="1"/>
          </p:cNvSpPr>
          <p:nvPr>
            <p:ph idx="1"/>
          </p:nvPr>
        </p:nvSpPr>
        <p:spPr>
          <a:xfrm>
            <a:off x="442913" y="728663"/>
            <a:ext cx="11289710" cy="1986534"/>
          </a:xfrm>
        </p:spPr>
        <p:txBody>
          <a:bodyPr>
            <a:normAutofit/>
          </a:bodyPr>
          <a:lstStyle/>
          <a:p>
            <a:pPr marL="0" indent="0">
              <a:buNone/>
            </a:pPr>
            <a:r>
              <a:rPr lang="zh-CN" altLang="en-US" dirty="0"/>
              <a:t>如果虚拟局域网分布在多个</a:t>
            </a:r>
            <a:r>
              <a:rPr lang="en-US" altLang="zh-CN" dirty="0"/>
              <a:t>VLAN</a:t>
            </a:r>
            <a:r>
              <a:rPr lang="zh-CN" altLang="en-US" dirty="0"/>
              <a:t>交换机？</a:t>
            </a:r>
            <a:endParaRPr lang="en-US" altLang="zh-CN" dirty="0"/>
          </a:p>
          <a:p>
            <a:r>
              <a:rPr lang="zh-CN" altLang="en-US" dirty="0"/>
              <a:t>配置</a:t>
            </a:r>
            <a:r>
              <a:rPr lang="en-US" altLang="zh-CN" dirty="0"/>
              <a:t>VLAN</a:t>
            </a:r>
            <a:r>
              <a:rPr lang="zh-CN" altLang="en-US" dirty="0"/>
              <a:t>交换机的一对端口属于同一个虚拟局域网：有伸缩性的问题</a:t>
            </a:r>
            <a:endParaRPr lang="en-US" altLang="zh-CN" dirty="0"/>
          </a:p>
          <a:p>
            <a:r>
              <a:rPr lang="zh-CN" altLang="en-US" dirty="0"/>
              <a:t>干线链路：两个</a:t>
            </a:r>
            <a:r>
              <a:rPr lang="en-US" altLang="zh-CN" dirty="0"/>
              <a:t>VLAN</a:t>
            </a:r>
            <a:r>
              <a:rPr lang="zh-CN" altLang="en-US" dirty="0"/>
              <a:t>交换机的干线端口之间的链路</a:t>
            </a:r>
            <a:endParaRPr lang="en-US" altLang="zh-CN" dirty="0"/>
          </a:p>
          <a:p>
            <a:pPr lvl="1"/>
            <a:r>
              <a:rPr lang="zh-CN" altLang="en-US" sz="2000" dirty="0"/>
              <a:t>干线链路传输的帧不是传统的以太网帧，而是包含了</a:t>
            </a:r>
            <a:r>
              <a:rPr lang="en-US" altLang="zh-CN" sz="2000" dirty="0"/>
              <a:t>VLAN ID</a:t>
            </a:r>
            <a:r>
              <a:rPr lang="zh-CN" altLang="en-US" sz="2000" dirty="0"/>
              <a:t>的</a:t>
            </a:r>
            <a:r>
              <a:rPr lang="en-US" altLang="zh-CN" sz="2000" dirty="0"/>
              <a:t>VLAN</a:t>
            </a:r>
            <a:r>
              <a:rPr lang="zh-CN" altLang="en-US" sz="2000" dirty="0"/>
              <a:t>帧</a:t>
            </a:r>
          </a:p>
        </p:txBody>
      </p:sp>
      <p:grpSp>
        <p:nvGrpSpPr>
          <p:cNvPr id="115" name="组合 114">
            <a:extLst>
              <a:ext uri="{FF2B5EF4-FFF2-40B4-BE49-F238E27FC236}">
                <a16:creationId xmlns:a16="http://schemas.microsoft.com/office/drawing/2014/main" id="{68D72887-50AC-D3B6-DB4F-07FE4B417A63}"/>
              </a:ext>
            </a:extLst>
          </p:cNvPr>
          <p:cNvGrpSpPr/>
          <p:nvPr/>
        </p:nvGrpSpPr>
        <p:grpSpPr>
          <a:xfrm>
            <a:off x="4266047" y="4668224"/>
            <a:ext cx="7822176" cy="1931386"/>
            <a:chOff x="1027763" y="1851720"/>
            <a:chExt cx="7822176" cy="1931386"/>
          </a:xfrm>
        </p:grpSpPr>
        <p:sp>
          <p:nvSpPr>
            <p:cNvPr id="4" name="Rectangle 76">
              <a:extLst>
                <a:ext uri="{FF2B5EF4-FFF2-40B4-BE49-F238E27FC236}">
                  <a16:creationId xmlns:a16="http://schemas.microsoft.com/office/drawing/2014/main" id="{0784E1F6-2487-FB24-6519-9A39FF664C0D}"/>
                </a:ext>
              </a:extLst>
            </p:cNvPr>
            <p:cNvSpPr>
              <a:spLocks noChangeArrowheads="1"/>
            </p:cNvSpPr>
            <p:nvPr/>
          </p:nvSpPr>
          <p:spPr bwMode="auto">
            <a:xfrm>
              <a:off x="4402748" y="2279650"/>
              <a:ext cx="294061" cy="222307"/>
            </a:xfrm>
            <a:prstGeom prst="rect">
              <a:avLst/>
            </a:prstGeom>
            <a:solidFill>
              <a:schemeClr val="accent5">
                <a:lumMod val="60000"/>
                <a:lumOff val="4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latin typeface="Arial" charset="0"/>
                <a:ea typeface="ＭＳ Ｐゴシック" charset="0"/>
              </a:endParaRPr>
            </a:p>
          </p:txBody>
        </p:sp>
        <p:sp>
          <p:nvSpPr>
            <p:cNvPr id="5" name="Rectangle 75">
              <a:extLst>
                <a:ext uri="{FF2B5EF4-FFF2-40B4-BE49-F238E27FC236}">
                  <a16:creationId xmlns:a16="http://schemas.microsoft.com/office/drawing/2014/main" id="{80BB47A9-1F14-6DB0-F367-85F5D2165AF1}"/>
                </a:ext>
              </a:extLst>
            </p:cNvPr>
            <p:cNvSpPr>
              <a:spLocks noChangeArrowheads="1"/>
            </p:cNvSpPr>
            <p:nvPr/>
          </p:nvSpPr>
          <p:spPr bwMode="auto">
            <a:xfrm>
              <a:off x="6971200" y="2519374"/>
              <a:ext cx="302725" cy="252401"/>
            </a:xfrm>
            <a:prstGeom prst="rect">
              <a:avLst/>
            </a:prstGeom>
            <a:solidFill>
              <a:srgbClr val="F56F6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solidFill>
                  <a:srgbClr val="000000"/>
                </a:solidFill>
                <a:latin typeface="Arial" charset="0"/>
                <a:ea typeface="ＭＳ Ｐゴシック" charset="0"/>
              </a:endParaRPr>
            </a:p>
          </p:txBody>
        </p:sp>
        <p:sp>
          <p:nvSpPr>
            <p:cNvPr id="6" name="Rectangle 76">
              <a:extLst>
                <a:ext uri="{FF2B5EF4-FFF2-40B4-BE49-F238E27FC236}">
                  <a16:creationId xmlns:a16="http://schemas.microsoft.com/office/drawing/2014/main" id="{0975B9FE-084C-1051-3B92-4F3AD7AF487A}"/>
                </a:ext>
              </a:extLst>
            </p:cNvPr>
            <p:cNvSpPr>
              <a:spLocks noChangeArrowheads="1"/>
            </p:cNvSpPr>
            <p:nvPr/>
          </p:nvSpPr>
          <p:spPr bwMode="auto">
            <a:xfrm>
              <a:off x="7860323" y="2308273"/>
              <a:ext cx="294061" cy="247659"/>
            </a:xfrm>
            <a:prstGeom prst="rect">
              <a:avLst/>
            </a:prstGeom>
            <a:solidFill>
              <a:schemeClr val="accent5">
                <a:lumMod val="60000"/>
                <a:lumOff val="4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latin typeface="Arial" charset="0"/>
                <a:ea typeface="ＭＳ Ｐゴシック" charset="0"/>
              </a:endParaRPr>
            </a:p>
          </p:txBody>
        </p:sp>
        <p:sp>
          <p:nvSpPr>
            <p:cNvPr id="7" name="Rectangle 75">
              <a:extLst>
                <a:ext uri="{FF2B5EF4-FFF2-40B4-BE49-F238E27FC236}">
                  <a16:creationId xmlns:a16="http://schemas.microsoft.com/office/drawing/2014/main" id="{7425DC85-D62D-30AD-AF13-DBFB53BA6152}"/>
                </a:ext>
              </a:extLst>
            </p:cNvPr>
            <p:cNvSpPr>
              <a:spLocks noChangeArrowheads="1"/>
            </p:cNvSpPr>
            <p:nvPr/>
          </p:nvSpPr>
          <p:spPr bwMode="auto">
            <a:xfrm>
              <a:off x="2324905" y="2276804"/>
              <a:ext cx="1188897" cy="471997"/>
            </a:xfrm>
            <a:prstGeom prst="rect">
              <a:avLst/>
            </a:prstGeom>
            <a:solidFill>
              <a:srgbClr val="F56F6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solidFill>
                  <a:srgbClr val="000000"/>
                </a:solidFill>
                <a:latin typeface="Arial" charset="0"/>
                <a:ea typeface="ＭＳ Ｐゴシック" charset="0"/>
              </a:endParaRPr>
            </a:p>
          </p:txBody>
        </p:sp>
        <p:sp>
          <p:nvSpPr>
            <p:cNvPr id="8" name="Rectangle 2">
              <a:extLst>
                <a:ext uri="{FF2B5EF4-FFF2-40B4-BE49-F238E27FC236}">
                  <a16:creationId xmlns:a16="http://schemas.microsoft.com/office/drawing/2014/main" id="{00C323ED-378D-D65A-45EC-7887AD543FCA}"/>
                </a:ext>
              </a:extLst>
            </p:cNvPr>
            <p:cNvSpPr>
              <a:spLocks noChangeArrowheads="1"/>
            </p:cNvSpPr>
            <p:nvPr/>
          </p:nvSpPr>
          <p:spPr bwMode="auto">
            <a:xfrm>
              <a:off x="2334590" y="2277305"/>
              <a:ext cx="1181609" cy="468313"/>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 name="Line 3">
              <a:extLst>
                <a:ext uri="{FF2B5EF4-FFF2-40B4-BE49-F238E27FC236}">
                  <a16:creationId xmlns:a16="http://schemas.microsoft.com/office/drawing/2014/main" id="{4BFF45C5-4381-88E5-C04A-EB0AF2B13535}"/>
                </a:ext>
              </a:extLst>
            </p:cNvPr>
            <p:cNvSpPr>
              <a:spLocks noChangeShapeType="1"/>
            </p:cNvSpPr>
            <p:nvPr/>
          </p:nvSpPr>
          <p:spPr bwMode="auto">
            <a:xfrm flipV="1">
              <a:off x="2336177" y="2491790"/>
              <a:ext cx="1179110" cy="141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 name="Text Box 6">
              <a:extLst>
                <a:ext uri="{FF2B5EF4-FFF2-40B4-BE49-F238E27FC236}">
                  <a16:creationId xmlns:a16="http://schemas.microsoft.com/office/drawing/2014/main" id="{08B06AF4-4AC5-B9C9-D271-56B46E9EEB26}"/>
                </a:ext>
              </a:extLst>
            </p:cNvPr>
            <p:cNvSpPr txBox="1">
              <a:spLocks noChangeArrowheads="1"/>
            </p:cNvSpPr>
            <p:nvPr/>
          </p:nvSpPr>
          <p:spPr bwMode="auto">
            <a:xfrm>
              <a:off x="2272588" y="2256578"/>
              <a:ext cx="24130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a:t>
              </a:r>
            </a:p>
          </p:txBody>
        </p:sp>
        <p:sp>
          <p:nvSpPr>
            <p:cNvPr id="11" name="Line 18">
              <a:extLst>
                <a:ext uri="{FF2B5EF4-FFF2-40B4-BE49-F238E27FC236}">
                  <a16:creationId xmlns:a16="http://schemas.microsoft.com/office/drawing/2014/main" id="{551BBA68-5E4B-D440-6FA8-FAF9DD3D3E53}"/>
                </a:ext>
              </a:extLst>
            </p:cNvPr>
            <p:cNvSpPr>
              <a:spLocks noChangeShapeType="1"/>
            </p:cNvSpPr>
            <p:nvPr/>
          </p:nvSpPr>
          <p:spPr bwMode="auto">
            <a:xfrm>
              <a:off x="2915615" y="2282068"/>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2" name="Line 21">
              <a:extLst>
                <a:ext uri="{FF2B5EF4-FFF2-40B4-BE49-F238E27FC236}">
                  <a16:creationId xmlns:a16="http://schemas.microsoft.com/office/drawing/2014/main" id="{388A4BF3-F4B2-1694-38BA-2A9B6F3C512F}"/>
                </a:ext>
              </a:extLst>
            </p:cNvPr>
            <p:cNvSpPr>
              <a:spLocks noChangeShapeType="1"/>
            </p:cNvSpPr>
            <p:nvPr/>
          </p:nvSpPr>
          <p:spPr bwMode="auto">
            <a:xfrm>
              <a:off x="2625102" y="2278893"/>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 name="Line 23">
              <a:extLst>
                <a:ext uri="{FF2B5EF4-FFF2-40B4-BE49-F238E27FC236}">
                  <a16:creationId xmlns:a16="http://schemas.microsoft.com/office/drawing/2014/main" id="{AF145147-5405-C76A-9FC9-050C47EE0350}"/>
                </a:ext>
              </a:extLst>
            </p:cNvPr>
            <p:cNvSpPr>
              <a:spLocks noChangeShapeType="1"/>
            </p:cNvSpPr>
            <p:nvPr/>
          </p:nvSpPr>
          <p:spPr bwMode="auto">
            <a:xfrm>
              <a:off x="3196602" y="2286830"/>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 name="Text Box 26">
              <a:extLst>
                <a:ext uri="{FF2B5EF4-FFF2-40B4-BE49-F238E27FC236}">
                  <a16:creationId xmlns:a16="http://schemas.microsoft.com/office/drawing/2014/main" id="{024D6900-9B7C-4AC8-4512-7188F03EC38C}"/>
                </a:ext>
              </a:extLst>
            </p:cNvPr>
            <p:cNvSpPr txBox="1">
              <a:spLocks noChangeArrowheads="1"/>
            </p:cNvSpPr>
            <p:nvPr/>
          </p:nvSpPr>
          <p:spPr bwMode="auto">
            <a:xfrm>
              <a:off x="3133102" y="2445580"/>
              <a:ext cx="24130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8</a:t>
              </a:r>
            </a:p>
          </p:txBody>
        </p:sp>
        <p:sp>
          <p:nvSpPr>
            <p:cNvPr id="15" name="Text Box 30">
              <a:extLst>
                <a:ext uri="{FF2B5EF4-FFF2-40B4-BE49-F238E27FC236}">
                  <a16:creationId xmlns:a16="http://schemas.microsoft.com/office/drawing/2014/main" id="{9AA7273D-5007-566F-1E77-278107268275}"/>
                </a:ext>
              </a:extLst>
            </p:cNvPr>
            <p:cNvSpPr txBox="1">
              <a:spLocks noChangeArrowheads="1"/>
            </p:cNvSpPr>
            <p:nvPr/>
          </p:nvSpPr>
          <p:spPr bwMode="auto">
            <a:xfrm>
              <a:off x="2275264" y="2449753"/>
              <a:ext cx="24130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2</a:t>
              </a:r>
            </a:p>
          </p:txBody>
        </p:sp>
        <p:sp>
          <p:nvSpPr>
            <p:cNvPr id="16" name="Text Box 57">
              <a:extLst>
                <a:ext uri="{FF2B5EF4-FFF2-40B4-BE49-F238E27FC236}">
                  <a16:creationId xmlns:a16="http://schemas.microsoft.com/office/drawing/2014/main" id="{E3D15748-1E6C-1447-6395-700D893FAB79}"/>
                </a:ext>
              </a:extLst>
            </p:cNvPr>
            <p:cNvSpPr txBox="1">
              <a:spLocks noChangeArrowheads="1"/>
            </p:cNvSpPr>
            <p:nvPr/>
          </p:nvSpPr>
          <p:spPr bwMode="auto">
            <a:xfrm>
              <a:off x="3128340" y="2231268"/>
              <a:ext cx="24130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7</a:t>
              </a:r>
            </a:p>
          </p:txBody>
        </p:sp>
        <p:sp>
          <p:nvSpPr>
            <p:cNvPr id="17" name="Oval 81">
              <a:extLst>
                <a:ext uri="{FF2B5EF4-FFF2-40B4-BE49-F238E27FC236}">
                  <a16:creationId xmlns:a16="http://schemas.microsoft.com/office/drawing/2014/main" id="{B49C526A-275E-2C51-59E1-43D84CA9C21E}"/>
                </a:ext>
              </a:extLst>
            </p:cNvPr>
            <p:cNvSpPr>
              <a:spLocks noChangeArrowheads="1"/>
            </p:cNvSpPr>
            <p:nvPr/>
          </p:nvSpPr>
          <p:spPr bwMode="auto">
            <a:xfrm>
              <a:off x="2450477" y="2591630"/>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 name="Oval 82">
              <a:extLst>
                <a:ext uri="{FF2B5EF4-FFF2-40B4-BE49-F238E27FC236}">
                  <a16:creationId xmlns:a16="http://schemas.microsoft.com/office/drawing/2014/main" id="{FCED8641-2114-A629-3A71-917747294439}"/>
                </a:ext>
              </a:extLst>
            </p:cNvPr>
            <p:cNvSpPr>
              <a:spLocks noChangeArrowheads="1"/>
            </p:cNvSpPr>
            <p:nvPr/>
          </p:nvSpPr>
          <p:spPr bwMode="auto">
            <a:xfrm>
              <a:off x="2742577" y="2588455"/>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 name="Oval 83">
              <a:extLst>
                <a:ext uri="{FF2B5EF4-FFF2-40B4-BE49-F238E27FC236}">
                  <a16:creationId xmlns:a16="http://schemas.microsoft.com/office/drawing/2014/main" id="{E8B30ED8-230F-EF22-87DE-0A07EB02F50F}"/>
                </a:ext>
              </a:extLst>
            </p:cNvPr>
            <p:cNvSpPr>
              <a:spLocks noChangeArrowheads="1"/>
            </p:cNvSpPr>
            <p:nvPr/>
          </p:nvSpPr>
          <p:spPr bwMode="auto">
            <a:xfrm>
              <a:off x="3329952" y="2593218"/>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 name="Rectangle 75">
              <a:extLst>
                <a:ext uri="{FF2B5EF4-FFF2-40B4-BE49-F238E27FC236}">
                  <a16:creationId xmlns:a16="http://schemas.microsoft.com/office/drawing/2014/main" id="{B506B537-19D9-3B81-A798-91F2D3C08DAC}"/>
                </a:ext>
              </a:extLst>
            </p:cNvPr>
            <p:cNvSpPr>
              <a:spLocks noChangeArrowheads="1"/>
            </p:cNvSpPr>
            <p:nvPr/>
          </p:nvSpPr>
          <p:spPr bwMode="auto">
            <a:xfrm>
              <a:off x="7269650" y="2300299"/>
              <a:ext cx="582125" cy="471997"/>
            </a:xfrm>
            <a:prstGeom prst="rect">
              <a:avLst/>
            </a:prstGeom>
            <a:solidFill>
              <a:srgbClr val="F56F6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solidFill>
                  <a:srgbClr val="000000"/>
                </a:solidFill>
                <a:latin typeface="Arial" charset="0"/>
                <a:ea typeface="ＭＳ Ｐゴシック" charset="0"/>
              </a:endParaRPr>
            </a:p>
          </p:txBody>
        </p:sp>
        <p:grpSp>
          <p:nvGrpSpPr>
            <p:cNvPr id="21" name="Group 17">
              <a:extLst>
                <a:ext uri="{FF2B5EF4-FFF2-40B4-BE49-F238E27FC236}">
                  <a16:creationId xmlns:a16="http://schemas.microsoft.com/office/drawing/2014/main" id="{DC5738BD-78FB-2170-1B13-EB498C7EB615}"/>
                </a:ext>
              </a:extLst>
            </p:cNvPr>
            <p:cNvGrpSpPr/>
            <p:nvPr/>
          </p:nvGrpSpPr>
          <p:grpSpPr>
            <a:xfrm>
              <a:off x="3441456" y="2226513"/>
              <a:ext cx="1259780" cy="523875"/>
              <a:chOff x="10932220" y="4822113"/>
              <a:chExt cx="1259780" cy="523875"/>
            </a:xfrm>
          </p:grpSpPr>
          <p:sp>
            <p:nvSpPr>
              <p:cNvPr id="22" name="Rectangle 76">
                <a:extLst>
                  <a:ext uri="{FF2B5EF4-FFF2-40B4-BE49-F238E27FC236}">
                    <a16:creationId xmlns:a16="http://schemas.microsoft.com/office/drawing/2014/main" id="{F028969D-1BA7-DBB8-DAE5-75D95A8DB028}"/>
                  </a:ext>
                </a:extLst>
              </p:cNvPr>
              <p:cNvSpPr>
                <a:spLocks noChangeArrowheads="1"/>
              </p:cNvSpPr>
              <p:nvPr/>
            </p:nvSpPr>
            <p:spPr bwMode="auto">
              <a:xfrm>
                <a:off x="11001071" y="4880851"/>
                <a:ext cx="896593" cy="457200"/>
              </a:xfrm>
              <a:prstGeom prst="rect">
                <a:avLst/>
              </a:prstGeom>
              <a:solidFill>
                <a:schemeClr val="accent5">
                  <a:lumMod val="60000"/>
                  <a:lumOff val="4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solidFill>
                    <a:srgbClr val="000000"/>
                  </a:solidFill>
                  <a:latin typeface="Arial" charset="0"/>
                  <a:ea typeface="ＭＳ Ｐゴシック" charset="0"/>
                </a:endParaRPr>
              </a:p>
            </p:txBody>
          </p:sp>
          <p:sp>
            <p:nvSpPr>
              <p:cNvPr id="23" name="Rectangle 2">
                <a:extLst>
                  <a:ext uri="{FF2B5EF4-FFF2-40B4-BE49-F238E27FC236}">
                    <a16:creationId xmlns:a16="http://schemas.microsoft.com/office/drawing/2014/main" id="{02D1AC06-B7F5-2A66-4B9D-A6F072CF6899}"/>
                  </a:ext>
                </a:extLst>
              </p:cNvPr>
              <p:cNvSpPr>
                <a:spLocks noChangeArrowheads="1"/>
              </p:cNvSpPr>
              <p:nvPr/>
            </p:nvSpPr>
            <p:spPr bwMode="auto">
              <a:xfrm>
                <a:off x="11010391" y="4872913"/>
                <a:ext cx="1181609" cy="468313"/>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4" name="Line 3">
                <a:extLst>
                  <a:ext uri="{FF2B5EF4-FFF2-40B4-BE49-F238E27FC236}">
                    <a16:creationId xmlns:a16="http://schemas.microsoft.com/office/drawing/2014/main" id="{54409BB2-1EA1-6EAE-63B6-D58BE690C104}"/>
                  </a:ext>
                </a:extLst>
              </p:cNvPr>
              <p:cNvSpPr>
                <a:spLocks noChangeShapeType="1"/>
              </p:cNvSpPr>
              <p:nvPr/>
            </p:nvSpPr>
            <p:spPr bwMode="auto">
              <a:xfrm>
                <a:off x="11009376" y="5090714"/>
                <a:ext cx="1163270" cy="286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5" name="Line 17">
                <a:extLst>
                  <a:ext uri="{FF2B5EF4-FFF2-40B4-BE49-F238E27FC236}">
                    <a16:creationId xmlns:a16="http://schemas.microsoft.com/office/drawing/2014/main" id="{481827DB-7921-4AA1-EBDA-5BB3F0DBA06A}"/>
                  </a:ext>
                </a:extLst>
              </p:cNvPr>
              <p:cNvSpPr>
                <a:spLocks noChangeShapeType="1"/>
              </p:cNvSpPr>
              <p:nvPr/>
            </p:nvSpPr>
            <p:spPr bwMode="auto">
              <a:xfrm>
                <a:off x="11601146" y="4882438"/>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26" name="Line 24">
                <a:extLst>
                  <a:ext uri="{FF2B5EF4-FFF2-40B4-BE49-F238E27FC236}">
                    <a16:creationId xmlns:a16="http://schemas.microsoft.com/office/drawing/2014/main" id="{6B307182-D0E0-0E7F-EF23-577ACB8E54BE}"/>
                  </a:ext>
                </a:extLst>
              </p:cNvPr>
              <p:cNvSpPr>
                <a:spLocks noChangeShapeType="1"/>
              </p:cNvSpPr>
              <p:nvPr/>
            </p:nvSpPr>
            <p:spPr bwMode="auto">
              <a:xfrm>
                <a:off x="11305871" y="4877676"/>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27" name="Line 25">
                <a:extLst>
                  <a:ext uri="{FF2B5EF4-FFF2-40B4-BE49-F238E27FC236}">
                    <a16:creationId xmlns:a16="http://schemas.microsoft.com/office/drawing/2014/main" id="{0A152965-0C5E-97DC-3FAC-7FC9EAFD298B}"/>
                  </a:ext>
                </a:extLst>
              </p:cNvPr>
              <p:cNvSpPr>
                <a:spLocks noChangeShapeType="1"/>
              </p:cNvSpPr>
              <p:nvPr/>
            </p:nvSpPr>
            <p:spPr bwMode="auto">
              <a:xfrm>
                <a:off x="11896421" y="4872913"/>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28" name="Text Box 27">
                <a:extLst>
                  <a:ext uri="{FF2B5EF4-FFF2-40B4-BE49-F238E27FC236}">
                    <a16:creationId xmlns:a16="http://schemas.microsoft.com/office/drawing/2014/main" id="{FE821A36-BE42-CBB9-2BCE-4A440813FECF}"/>
                  </a:ext>
                </a:extLst>
              </p:cNvPr>
              <p:cNvSpPr txBox="1">
                <a:spLocks noChangeArrowheads="1"/>
              </p:cNvSpPr>
              <p:nvPr/>
            </p:nvSpPr>
            <p:spPr bwMode="auto">
              <a:xfrm>
                <a:off x="10947845" y="4840575"/>
                <a:ext cx="24130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9</a:t>
                </a:r>
              </a:p>
            </p:txBody>
          </p:sp>
          <p:sp>
            <p:nvSpPr>
              <p:cNvPr id="29" name="Text Box 28">
                <a:extLst>
                  <a:ext uri="{FF2B5EF4-FFF2-40B4-BE49-F238E27FC236}">
                    <a16:creationId xmlns:a16="http://schemas.microsoft.com/office/drawing/2014/main" id="{566D625E-DB46-0756-627B-A2AB2AB2F593}"/>
                  </a:ext>
                </a:extLst>
              </p:cNvPr>
              <p:cNvSpPr txBox="1">
                <a:spLocks noChangeArrowheads="1"/>
              </p:cNvSpPr>
              <p:nvPr/>
            </p:nvSpPr>
            <p:spPr bwMode="auto">
              <a:xfrm>
                <a:off x="11813871" y="5045951"/>
                <a:ext cx="29845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16</a:t>
                </a:r>
              </a:p>
            </p:txBody>
          </p:sp>
          <p:sp>
            <p:nvSpPr>
              <p:cNvPr id="30" name="Text Box 29">
                <a:extLst>
                  <a:ext uri="{FF2B5EF4-FFF2-40B4-BE49-F238E27FC236}">
                    <a16:creationId xmlns:a16="http://schemas.microsoft.com/office/drawing/2014/main" id="{1D3C0EA9-15B5-D9AA-97F3-B36E634E4D72}"/>
                  </a:ext>
                </a:extLst>
              </p:cNvPr>
              <p:cNvSpPr txBox="1">
                <a:spLocks noChangeArrowheads="1"/>
              </p:cNvSpPr>
              <p:nvPr/>
            </p:nvSpPr>
            <p:spPr bwMode="auto">
              <a:xfrm>
                <a:off x="10932220" y="5049376"/>
                <a:ext cx="29845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10</a:t>
                </a:r>
              </a:p>
            </p:txBody>
          </p:sp>
          <p:sp>
            <p:nvSpPr>
              <p:cNvPr id="31" name="Text Box 74">
                <a:extLst>
                  <a:ext uri="{FF2B5EF4-FFF2-40B4-BE49-F238E27FC236}">
                    <a16:creationId xmlns:a16="http://schemas.microsoft.com/office/drawing/2014/main" id="{C1015AEE-9A58-5866-814A-054459CF5751}"/>
                  </a:ext>
                </a:extLst>
              </p:cNvPr>
              <p:cNvSpPr txBox="1">
                <a:spLocks noChangeArrowheads="1"/>
              </p:cNvSpPr>
              <p:nvPr/>
            </p:nvSpPr>
            <p:spPr bwMode="auto">
              <a:xfrm>
                <a:off x="11809108" y="4822113"/>
                <a:ext cx="298450"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solidFill>
                      <a:schemeClr val="bg1"/>
                    </a:solidFill>
                    <a:latin typeface="Arial" charset="0"/>
                  </a:rPr>
                  <a:t>15</a:t>
                </a:r>
              </a:p>
            </p:txBody>
          </p:sp>
          <p:sp>
            <p:nvSpPr>
              <p:cNvPr id="32" name="Oval 84">
                <a:extLst>
                  <a:ext uri="{FF2B5EF4-FFF2-40B4-BE49-F238E27FC236}">
                    <a16:creationId xmlns:a16="http://schemas.microsoft.com/office/drawing/2014/main" id="{581C4085-9797-80D3-D7F3-994E3C065F27}"/>
                  </a:ext>
                </a:extLst>
              </p:cNvPr>
              <p:cNvSpPr>
                <a:spLocks noChangeArrowheads="1"/>
              </p:cNvSpPr>
              <p:nvPr/>
            </p:nvSpPr>
            <p:spPr bwMode="auto">
              <a:xfrm>
                <a:off x="11147121" y="5185651"/>
                <a:ext cx="42862"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33" name="Oval 85">
                <a:extLst>
                  <a:ext uri="{FF2B5EF4-FFF2-40B4-BE49-F238E27FC236}">
                    <a16:creationId xmlns:a16="http://schemas.microsoft.com/office/drawing/2014/main" id="{6511F73A-3F53-F1FB-E58E-F171DE4F0B31}"/>
                  </a:ext>
                </a:extLst>
              </p:cNvPr>
              <p:cNvSpPr>
                <a:spLocks noChangeArrowheads="1"/>
              </p:cNvSpPr>
              <p:nvPr/>
            </p:nvSpPr>
            <p:spPr bwMode="auto">
              <a:xfrm>
                <a:off x="11134421" y="4971338"/>
                <a:ext cx="42862"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sp>
            <p:nvSpPr>
              <p:cNvPr id="34" name="Oval 86">
                <a:extLst>
                  <a:ext uri="{FF2B5EF4-FFF2-40B4-BE49-F238E27FC236}">
                    <a16:creationId xmlns:a16="http://schemas.microsoft.com/office/drawing/2014/main" id="{68634F22-92E2-4DE7-21E9-AD68CAEA2958}"/>
                  </a:ext>
                </a:extLst>
              </p:cNvPr>
              <p:cNvSpPr>
                <a:spLocks noChangeArrowheads="1"/>
              </p:cNvSpPr>
              <p:nvPr/>
            </p:nvSpPr>
            <p:spPr bwMode="auto">
              <a:xfrm>
                <a:off x="12009133" y="4968163"/>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charset="0"/>
                  <a:ea typeface="ＭＳ Ｐゴシック" charset="0"/>
                </a:endParaRPr>
              </a:p>
            </p:txBody>
          </p:sp>
        </p:grpSp>
        <p:grpSp>
          <p:nvGrpSpPr>
            <p:cNvPr id="35" name="Group 2">
              <a:extLst>
                <a:ext uri="{FF2B5EF4-FFF2-40B4-BE49-F238E27FC236}">
                  <a16:creationId xmlns:a16="http://schemas.microsoft.com/office/drawing/2014/main" id="{810CD4E5-E5FA-AC88-64FC-280DD66C82A5}"/>
                </a:ext>
              </a:extLst>
            </p:cNvPr>
            <p:cNvGrpSpPr/>
            <p:nvPr/>
          </p:nvGrpSpPr>
          <p:grpSpPr>
            <a:xfrm>
              <a:off x="2316560" y="1851720"/>
              <a:ext cx="2388836" cy="410624"/>
              <a:chOff x="7399107" y="1365161"/>
              <a:chExt cx="2388836" cy="732595"/>
            </a:xfrm>
          </p:grpSpPr>
          <p:sp>
            <p:nvSpPr>
              <p:cNvPr id="36" name="Freeform 540">
                <a:extLst>
                  <a:ext uri="{FF2B5EF4-FFF2-40B4-BE49-F238E27FC236}">
                    <a16:creationId xmlns:a16="http://schemas.microsoft.com/office/drawing/2014/main" id="{0C05407E-5C4A-9B76-DD2D-F19599D13096}"/>
                  </a:ext>
                </a:extLst>
              </p:cNvPr>
              <p:cNvSpPr/>
              <p:nvPr/>
            </p:nvSpPr>
            <p:spPr>
              <a:xfrm>
                <a:off x="7399107" y="1365161"/>
                <a:ext cx="2388836" cy="732595"/>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oup 541">
                <a:extLst>
                  <a:ext uri="{FF2B5EF4-FFF2-40B4-BE49-F238E27FC236}">
                    <a16:creationId xmlns:a16="http://schemas.microsoft.com/office/drawing/2014/main" id="{0C4FF5B2-CAA7-160D-79BD-4EED5B0CB875}"/>
                  </a:ext>
                </a:extLst>
              </p:cNvPr>
              <p:cNvGrpSpPr/>
              <p:nvPr/>
            </p:nvGrpSpPr>
            <p:grpSpPr>
              <a:xfrm>
                <a:off x="7564998" y="1450537"/>
                <a:ext cx="2021605" cy="589765"/>
                <a:chOff x="7939341" y="3037317"/>
                <a:chExt cx="897649" cy="353919"/>
              </a:xfrm>
            </p:grpSpPr>
            <p:sp>
              <p:nvSpPr>
                <p:cNvPr id="38" name="Freeform 542">
                  <a:extLst>
                    <a:ext uri="{FF2B5EF4-FFF2-40B4-BE49-F238E27FC236}">
                      <a16:creationId xmlns:a16="http://schemas.microsoft.com/office/drawing/2014/main" id="{E30C4519-914F-1DAE-8DC3-864896259591}"/>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Freeform 543">
                  <a:extLst>
                    <a:ext uri="{FF2B5EF4-FFF2-40B4-BE49-F238E27FC236}">
                      <a16:creationId xmlns:a16="http://schemas.microsoft.com/office/drawing/2014/main" id="{C0FF0059-2BFF-D49B-2998-5EB164D02E4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544">
                  <a:extLst>
                    <a:ext uri="{FF2B5EF4-FFF2-40B4-BE49-F238E27FC236}">
                      <a16:creationId xmlns:a16="http://schemas.microsoft.com/office/drawing/2014/main" id="{8D0B5015-ED7A-1A69-8630-1EAFA45CD5E9}"/>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545">
                  <a:extLst>
                    <a:ext uri="{FF2B5EF4-FFF2-40B4-BE49-F238E27FC236}">
                      <a16:creationId xmlns:a16="http://schemas.microsoft.com/office/drawing/2014/main" id="{BFB8818F-50E2-2D99-49EC-22804E2AB6D2}"/>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2" name="Line 61">
              <a:extLst>
                <a:ext uri="{FF2B5EF4-FFF2-40B4-BE49-F238E27FC236}">
                  <a16:creationId xmlns:a16="http://schemas.microsoft.com/office/drawing/2014/main" id="{A80049F4-0C9C-7F81-0640-00069B562BE4}"/>
                </a:ext>
              </a:extLst>
            </p:cNvPr>
            <p:cNvSpPr>
              <a:spLocks noChangeShapeType="1"/>
            </p:cNvSpPr>
            <p:nvPr/>
          </p:nvSpPr>
          <p:spPr bwMode="auto">
            <a:xfrm flipH="1">
              <a:off x="1564338" y="2582038"/>
              <a:ext cx="901700" cy="2794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 name="Line 62">
              <a:extLst>
                <a:ext uri="{FF2B5EF4-FFF2-40B4-BE49-F238E27FC236}">
                  <a16:creationId xmlns:a16="http://schemas.microsoft.com/office/drawing/2014/main" id="{52084556-1813-EC62-01BE-9CC017EDB962}"/>
                </a:ext>
              </a:extLst>
            </p:cNvPr>
            <p:cNvSpPr>
              <a:spLocks noChangeShapeType="1"/>
            </p:cNvSpPr>
            <p:nvPr/>
          </p:nvSpPr>
          <p:spPr bwMode="auto">
            <a:xfrm flipH="1">
              <a:off x="1950101" y="2582038"/>
              <a:ext cx="806450" cy="4191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 name="Line 63">
              <a:extLst>
                <a:ext uri="{FF2B5EF4-FFF2-40B4-BE49-F238E27FC236}">
                  <a16:creationId xmlns:a16="http://schemas.microsoft.com/office/drawing/2014/main" id="{44F784AC-5659-66BD-9F9A-BB636B34751E}"/>
                </a:ext>
              </a:extLst>
            </p:cNvPr>
            <p:cNvSpPr>
              <a:spLocks noChangeShapeType="1"/>
            </p:cNvSpPr>
            <p:nvPr/>
          </p:nvSpPr>
          <p:spPr bwMode="auto">
            <a:xfrm flipH="1">
              <a:off x="2669236" y="2619375"/>
              <a:ext cx="683563" cy="3389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5" name="Text Box 64">
              <a:extLst>
                <a:ext uri="{FF2B5EF4-FFF2-40B4-BE49-F238E27FC236}">
                  <a16:creationId xmlns:a16="http://schemas.microsoft.com/office/drawing/2014/main" id="{6DD555EC-EA84-1A5A-868F-D1C9D98D0660}"/>
                </a:ext>
              </a:extLst>
            </p:cNvPr>
            <p:cNvSpPr txBox="1">
              <a:spLocks noChangeArrowheads="1"/>
            </p:cNvSpPr>
            <p:nvPr/>
          </p:nvSpPr>
          <p:spPr bwMode="auto">
            <a:xfrm>
              <a:off x="4458759" y="2797223"/>
              <a:ext cx="3433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i="0" dirty="0">
                  <a:solidFill>
                    <a:srgbClr val="000000"/>
                  </a:solidFill>
                  <a:latin typeface="+mn-lt"/>
                </a:rPr>
                <a:t>…</a:t>
              </a:r>
            </a:p>
          </p:txBody>
        </p:sp>
        <p:sp>
          <p:nvSpPr>
            <p:cNvPr id="46" name="Line 69">
              <a:extLst>
                <a:ext uri="{FF2B5EF4-FFF2-40B4-BE49-F238E27FC236}">
                  <a16:creationId xmlns:a16="http://schemas.microsoft.com/office/drawing/2014/main" id="{3874FE0C-1FE6-DFBC-1401-036F5EA79517}"/>
                </a:ext>
              </a:extLst>
            </p:cNvPr>
            <p:cNvSpPr>
              <a:spLocks noChangeShapeType="1"/>
            </p:cNvSpPr>
            <p:nvPr/>
          </p:nvSpPr>
          <p:spPr bwMode="auto">
            <a:xfrm>
              <a:off x="3679825" y="2613025"/>
              <a:ext cx="99076" cy="35001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7" name="Line 70">
              <a:extLst>
                <a:ext uri="{FF2B5EF4-FFF2-40B4-BE49-F238E27FC236}">
                  <a16:creationId xmlns:a16="http://schemas.microsoft.com/office/drawing/2014/main" id="{BD7BF390-4AFD-4741-8DAA-DB0C78824408}"/>
                </a:ext>
              </a:extLst>
            </p:cNvPr>
            <p:cNvSpPr>
              <a:spLocks noChangeShapeType="1"/>
            </p:cNvSpPr>
            <p:nvPr/>
          </p:nvSpPr>
          <p:spPr bwMode="auto">
            <a:xfrm>
              <a:off x="3667126" y="2406650"/>
              <a:ext cx="480076" cy="5802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8" name="Line 71">
              <a:extLst>
                <a:ext uri="{FF2B5EF4-FFF2-40B4-BE49-F238E27FC236}">
                  <a16:creationId xmlns:a16="http://schemas.microsoft.com/office/drawing/2014/main" id="{C32E98B6-3999-EF6D-961F-B44DB2DC18CD}"/>
                </a:ext>
              </a:extLst>
            </p:cNvPr>
            <p:cNvSpPr>
              <a:spLocks noChangeShapeType="1"/>
            </p:cNvSpPr>
            <p:nvPr/>
          </p:nvSpPr>
          <p:spPr bwMode="auto">
            <a:xfrm>
              <a:off x="4537074" y="2397125"/>
              <a:ext cx="500713" cy="4151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9" name="Text Box 72">
              <a:extLst>
                <a:ext uri="{FF2B5EF4-FFF2-40B4-BE49-F238E27FC236}">
                  <a16:creationId xmlns:a16="http://schemas.microsoft.com/office/drawing/2014/main" id="{83EEBC17-8E8B-2FEE-ED56-D9CAB4690C47}"/>
                </a:ext>
              </a:extLst>
            </p:cNvPr>
            <p:cNvSpPr txBox="1">
              <a:spLocks noChangeArrowheads="1"/>
            </p:cNvSpPr>
            <p:nvPr/>
          </p:nvSpPr>
          <p:spPr bwMode="auto">
            <a:xfrm>
              <a:off x="1183665" y="3288788"/>
              <a:ext cx="1731567" cy="276999"/>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fontAlgn="base">
                <a:spcBef>
                  <a:spcPct val="0"/>
                </a:spcBef>
                <a:spcAft>
                  <a:spcPct val="0"/>
                </a:spcAft>
              </a:pPr>
              <a:r>
                <a:rPr lang="en-US" sz="1200" i="0" dirty="0">
                  <a:solidFill>
                    <a:srgbClr val="000000"/>
                  </a:solidFill>
                  <a:latin typeface="Arial" charset="0"/>
                </a:rPr>
                <a:t>EE (VLAN ports 1-8)</a:t>
              </a:r>
            </a:p>
          </p:txBody>
        </p:sp>
        <p:sp>
          <p:nvSpPr>
            <p:cNvPr id="50" name="Text Box 73">
              <a:extLst>
                <a:ext uri="{FF2B5EF4-FFF2-40B4-BE49-F238E27FC236}">
                  <a16:creationId xmlns:a16="http://schemas.microsoft.com/office/drawing/2014/main" id="{F5D82FE3-4F21-130B-C0F7-49F30A792B57}"/>
                </a:ext>
              </a:extLst>
            </p:cNvPr>
            <p:cNvSpPr txBox="1">
              <a:spLocks noChangeArrowheads="1"/>
            </p:cNvSpPr>
            <p:nvPr/>
          </p:nvSpPr>
          <p:spPr bwMode="auto">
            <a:xfrm>
              <a:off x="3124560" y="3288788"/>
              <a:ext cx="2572510" cy="276999"/>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fontAlgn="base">
                <a:spcBef>
                  <a:spcPct val="0"/>
                </a:spcBef>
                <a:spcAft>
                  <a:spcPct val="0"/>
                </a:spcAft>
              </a:pPr>
              <a:r>
                <a:rPr lang="en-US" sz="1200" i="0" dirty="0">
                  <a:solidFill>
                    <a:srgbClr val="000000"/>
                  </a:solidFill>
                  <a:latin typeface="Arial" charset="0"/>
                </a:rPr>
                <a:t>CS (VLAN ports 9-15)</a:t>
              </a:r>
            </a:p>
          </p:txBody>
        </p:sp>
        <p:sp>
          <p:nvSpPr>
            <p:cNvPr id="51" name="Text Box 45">
              <a:extLst>
                <a:ext uri="{FF2B5EF4-FFF2-40B4-BE49-F238E27FC236}">
                  <a16:creationId xmlns:a16="http://schemas.microsoft.com/office/drawing/2014/main" id="{22BBEEB3-13C4-6B6F-AF74-FA0D0D305E37}"/>
                </a:ext>
              </a:extLst>
            </p:cNvPr>
            <p:cNvSpPr txBox="1">
              <a:spLocks noChangeArrowheads="1"/>
            </p:cNvSpPr>
            <p:nvPr/>
          </p:nvSpPr>
          <p:spPr bwMode="auto">
            <a:xfrm>
              <a:off x="2212515" y="2760270"/>
              <a:ext cx="3433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i="0" dirty="0">
                  <a:solidFill>
                    <a:srgbClr val="000000"/>
                  </a:solidFill>
                  <a:latin typeface="+mn-lt"/>
                </a:rPr>
                <a:t>…</a:t>
              </a:r>
            </a:p>
          </p:txBody>
        </p:sp>
        <p:grpSp>
          <p:nvGrpSpPr>
            <p:cNvPr id="52" name="Group 44">
              <a:extLst>
                <a:ext uri="{FF2B5EF4-FFF2-40B4-BE49-F238E27FC236}">
                  <a16:creationId xmlns:a16="http://schemas.microsoft.com/office/drawing/2014/main" id="{2AFD9196-2AA5-07B4-F894-2FC18874205E}"/>
                </a:ext>
              </a:extLst>
            </p:cNvPr>
            <p:cNvGrpSpPr>
              <a:grpSpLocks/>
            </p:cNvGrpSpPr>
            <p:nvPr/>
          </p:nvGrpSpPr>
          <p:grpSpPr bwMode="auto">
            <a:xfrm>
              <a:off x="1027763" y="2767775"/>
              <a:ext cx="609600" cy="558800"/>
              <a:chOff x="-44" y="1473"/>
              <a:chExt cx="981" cy="1105"/>
            </a:xfrm>
          </p:grpSpPr>
          <p:pic>
            <p:nvPicPr>
              <p:cNvPr id="53" name="Picture 45" descr="desktop_computer_stylized_medium">
                <a:extLst>
                  <a:ext uri="{FF2B5EF4-FFF2-40B4-BE49-F238E27FC236}">
                    <a16:creationId xmlns:a16="http://schemas.microsoft.com/office/drawing/2014/main" id="{F4641C6E-2F54-E4E8-DFEE-B382A4110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4" name="Freeform 46">
                <a:extLst>
                  <a:ext uri="{FF2B5EF4-FFF2-40B4-BE49-F238E27FC236}">
                    <a16:creationId xmlns:a16="http://schemas.microsoft.com/office/drawing/2014/main" id="{5647D28A-EAD1-543D-BDE0-A50F79FC97C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5" name="Group 44">
              <a:extLst>
                <a:ext uri="{FF2B5EF4-FFF2-40B4-BE49-F238E27FC236}">
                  <a16:creationId xmlns:a16="http://schemas.microsoft.com/office/drawing/2014/main" id="{4202DC2B-DDFE-730F-0952-C6D5012032E4}"/>
                </a:ext>
              </a:extLst>
            </p:cNvPr>
            <p:cNvGrpSpPr>
              <a:grpSpLocks/>
            </p:cNvGrpSpPr>
            <p:nvPr/>
          </p:nvGrpSpPr>
          <p:grpSpPr bwMode="auto">
            <a:xfrm>
              <a:off x="1592544" y="2773109"/>
              <a:ext cx="609600" cy="558800"/>
              <a:chOff x="-44" y="1473"/>
              <a:chExt cx="981" cy="1105"/>
            </a:xfrm>
          </p:grpSpPr>
          <p:pic>
            <p:nvPicPr>
              <p:cNvPr id="56" name="Picture 45" descr="desktop_computer_stylized_medium">
                <a:extLst>
                  <a:ext uri="{FF2B5EF4-FFF2-40B4-BE49-F238E27FC236}">
                    <a16:creationId xmlns:a16="http://schemas.microsoft.com/office/drawing/2014/main" id="{C5AC27A2-9FBA-9A9F-8753-BD8E60097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7" name="Freeform 46">
                <a:extLst>
                  <a:ext uri="{FF2B5EF4-FFF2-40B4-BE49-F238E27FC236}">
                    <a16:creationId xmlns:a16="http://schemas.microsoft.com/office/drawing/2014/main" id="{2229E763-4539-5549-5D9A-11AEE5C4F6B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8" name="Group 44">
              <a:extLst>
                <a:ext uri="{FF2B5EF4-FFF2-40B4-BE49-F238E27FC236}">
                  <a16:creationId xmlns:a16="http://schemas.microsoft.com/office/drawing/2014/main" id="{B91B5621-5EC1-308C-DB1F-DAC9DA44114F}"/>
                </a:ext>
              </a:extLst>
            </p:cNvPr>
            <p:cNvGrpSpPr>
              <a:grpSpLocks/>
            </p:cNvGrpSpPr>
            <p:nvPr/>
          </p:nvGrpSpPr>
          <p:grpSpPr bwMode="auto">
            <a:xfrm>
              <a:off x="2349411" y="2768447"/>
              <a:ext cx="609600" cy="558800"/>
              <a:chOff x="-44" y="1473"/>
              <a:chExt cx="981" cy="1105"/>
            </a:xfrm>
          </p:grpSpPr>
          <p:pic>
            <p:nvPicPr>
              <p:cNvPr id="59" name="Picture 45" descr="desktop_computer_stylized_medium">
                <a:extLst>
                  <a:ext uri="{FF2B5EF4-FFF2-40B4-BE49-F238E27FC236}">
                    <a16:creationId xmlns:a16="http://schemas.microsoft.com/office/drawing/2014/main" id="{61C869B9-0301-E2C7-CF12-01F8BF692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 name="Freeform 46">
                <a:extLst>
                  <a:ext uri="{FF2B5EF4-FFF2-40B4-BE49-F238E27FC236}">
                    <a16:creationId xmlns:a16="http://schemas.microsoft.com/office/drawing/2014/main" id="{CB5F9C6B-C6F1-BFAE-DF01-25489565DAA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1" name="Group 44">
              <a:extLst>
                <a:ext uri="{FF2B5EF4-FFF2-40B4-BE49-F238E27FC236}">
                  <a16:creationId xmlns:a16="http://schemas.microsoft.com/office/drawing/2014/main" id="{3504D235-06F6-F3BB-CF96-8CD33D6E0E81}"/>
                </a:ext>
              </a:extLst>
            </p:cNvPr>
            <p:cNvGrpSpPr>
              <a:grpSpLocks/>
            </p:cNvGrpSpPr>
            <p:nvPr/>
          </p:nvGrpSpPr>
          <p:grpSpPr bwMode="auto">
            <a:xfrm>
              <a:off x="3314812" y="2763785"/>
              <a:ext cx="609600" cy="558800"/>
              <a:chOff x="-44" y="1473"/>
              <a:chExt cx="981" cy="1105"/>
            </a:xfrm>
          </p:grpSpPr>
          <p:pic>
            <p:nvPicPr>
              <p:cNvPr id="62" name="Picture 45" descr="desktop_computer_stylized_medium">
                <a:extLst>
                  <a:ext uri="{FF2B5EF4-FFF2-40B4-BE49-F238E27FC236}">
                    <a16:creationId xmlns:a16="http://schemas.microsoft.com/office/drawing/2014/main" id="{18F5D4D9-AFE6-997D-4453-519CCC1E6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 name="Freeform 46">
                <a:extLst>
                  <a:ext uri="{FF2B5EF4-FFF2-40B4-BE49-F238E27FC236}">
                    <a16:creationId xmlns:a16="http://schemas.microsoft.com/office/drawing/2014/main" id="{F5945B59-6E11-08B1-00E5-8E15044AEEA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4" name="Group 44">
              <a:extLst>
                <a:ext uri="{FF2B5EF4-FFF2-40B4-BE49-F238E27FC236}">
                  <a16:creationId xmlns:a16="http://schemas.microsoft.com/office/drawing/2014/main" id="{7B2E01C8-B97F-1542-CF15-64A8EB99BB6B}"/>
                </a:ext>
              </a:extLst>
            </p:cNvPr>
            <p:cNvGrpSpPr>
              <a:grpSpLocks/>
            </p:cNvGrpSpPr>
            <p:nvPr/>
          </p:nvGrpSpPr>
          <p:grpSpPr bwMode="auto">
            <a:xfrm>
              <a:off x="3830039" y="2769695"/>
              <a:ext cx="609600" cy="558800"/>
              <a:chOff x="-44" y="1473"/>
              <a:chExt cx="981" cy="1105"/>
            </a:xfrm>
          </p:grpSpPr>
          <p:pic>
            <p:nvPicPr>
              <p:cNvPr id="65" name="Picture 45" descr="desktop_computer_stylized_medium">
                <a:extLst>
                  <a:ext uri="{FF2B5EF4-FFF2-40B4-BE49-F238E27FC236}">
                    <a16:creationId xmlns:a16="http://schemas.microsoft.com/office/drawing/2014/main" id="{EFABC3D9-0E39-325D-DF04-C93115363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6">
                <a:extLst>
                  <a:ext uri="{FF2B5EF4-FFF2-40B4-BE49-F238E27FC236}">
                    <a16:creationId xmlns:a16="http://schemas.microsoft.com/office/drawing/2014/main" id="{8BD45BC7-8A67-72C1-B25F-5979D240641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7" name="Group 44">
              <a:extLst>
                <a:ext uri="{FF2B5EF4-FFF2-40B4-BE49-F238E27FC236}">
                  <a16:creationId xmlns:a16="http://schemas.microsoft.com/office/drawing/2014/main" id="{6518A50A-432B-B17E-FA61-4C63C3A41BAC}"/>
                </a:ext>
              </a:extLst>
            </p:cNvPr>
            <p:cNvGrpSpPr>
              <a:grpSpLocks/>
            </p:cNvGrpSpPr>
            <p:nvPr/>
          </p:nvGrpSpPr>
          <p:grpSpPr bwMode="auto">
            <a:xfrm>
              <a:off x="4693640" y="2778687"/>
              <a:ext cx="609600" cy="558800"/>
              <a:chOff x="-44" y="1473"/>
              <a:chExt cx="981" cy="1105"/>
            </a:xfrm>
          </p:grpSpPr>
          <p:pic>
            <p:nvPicPr>
              <p:cNvPr id="68" name="Picture 45" descr="desktop_computer_stylized_medium">
                <a:extLst>
                  <a:ext uri="{FF2B5EF4-FFF2-40B4-BE49-F238E27FC236}">
                    <a16:creationId xmlns:a16="http://schemas.microsoft.com/office/drawing/2014/main" id="{50F984B0-515C-F7B8-A5ED-98EAF2829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9" name="Freeform 46">
                <a:extLst>
                  <a:ext uri="{FF2B5EF4-FFF2-40B4-BE49-F238E27FC236}">
                    <a16:creationId xmlns:a16="http://schemas.microsoft.com/office/drawing/2014/main" id="{7824A1AB-20E4-D2DA-C356-AD503AD7545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0" name="Rectangle 76">
              <a:extLst>
                <a:ext uri="{FF2B5EF4-FFF2-40B4-BE49-F238E27FC236}">
                  <a16:creationId xmlns:a16="http://schemas.microsoft.com/office/drawing/2014/main" id="{07650BCC-1919-6D10-4CF8-C04147F3596F}"/>
                </a:ext>
              </a:extLst>
            </p:cNvPr>
            <p:cNvSpPr>
              <a:spLocks noChangeArrowheads="1"/>
            </p:cNvSpPr>
            <p:nvPr/>
          </p:nvSpPr>
          <p:spPr bwMode="auto">
            <a:xfrm>
              <a:off x="7262446" y="2518116"/>
              <a:ext cx="887249" cy="247659"/>
            </a:xfrm>
            <a:prstGeom prst="rect">
              <a:avLst/>
            </a:prstGeom>
            <a:solidFill>
              <a:schemeClr val="accent5">
                <a:lumMod val="60000"/>
                <a:lumOff val="4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fontAlgn="base">
                <a:spcBef>
                  <a:spcPct val="0"/>
                </a:spcBef>
                <a:spcAft>
                  <a:spcPct val="0"/>
                </a:spcAft>
              </a:pPr>
              <a:endParaRPr lang="en-US" dirty="0">
                <a:latin typeface="Arial" charset="0"/>
                <a:ea typeface="ＭＳ Ｐゴシック" charset="0"/>
              </a:endParaRPr>
            </a:p>
          </p:txBody>
        </p:sp>
        <p:sp>
          <p:nvSpPr>
            <p:cNvPr id="71" name="Rectangle 2">
              <a:extLst>
                <a:ext uri="{FF2B5EF4-FFF2-40B4-BE49-F238E27FC236}">
                  <a16:creationId xmlns:a16="http://schemas.microsoft.com/office/drawing/2014/main" id="{7FFC75B3-4770-3B70-58D3-7B9CDDD9C778}"/>
                </a:ext>
              </a:extLst>
            </p:cNvPr>
            <p:cNvSpPr>
              <a:spLocks noChangeArrowheads="1"/>
            </p:cNvSpPr>
            <p:nvPr/>
          </p:nvSpPr>
          <p:spPr bwMode="auto">
            <a:xfrm>
              <a:off x="6968086" y="2300638"/>
              <a:ext cx="1181609" cy="468313"/>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72" name="Line 3">
              <a:extLst>
                <a:ext uri="{FF2B5EF4-FFF2-40B4-BE49-F238E27FC236}">
                  <a16:creationId xmlns:a16="http://schemas.microsoft.com/office/drawing/2014/main" id="{84E2A0AC-2172-58FC-BB2D-BF6F409EECDC}"/>
                </a:ext>
              </a:extLst>
            </p:cNvPr>
            <p:cNvSpPr>
              <a:spLocks noChangeShapeType="1"/>
            </p:cNvSpPr>
            <p:nvPr/>
          </p:nvSpPr>
          <p:spPr bwMode="auto">
            <a:xfrm>
              <a:off x="6967071" y="2518439"/>
              <a:ext cx="1163270" cy="286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73" name="Line 17">
              <a:extLst>
                <a:ext uri="{FF2B5EF4-FFF2-40B4-BE49-F238E27FC236}">
                  <a16:creationId xmlns:a16="http://schemas.microsoft.com/office/drawing/2014/main" id="{AE8DCF5D-2FF8-0C98-0FED-7C1F2A928F48}"/>
                </a:ext>
              </a:extLst>
            </p:cNvPr>
            <p:cNvSpPr>
              <a:spLocks noChangeShapeType="1"/>
            </p:cNvSpPr>
            <p:nvPr/>
          </p:nvSpPr>
          <p:spPr bwMode="auto">
            <a:xfrm>
              <a:off x="7558841" y="2310163"/>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74" name="Line 24">
              <a:extLst>
                <a:ext uri="{FF2B5EF4-FFF2-40B4-BE49-F238E27FC236}">
                  <a16:creationId xmlns:a16="http://schemas.microsoft.com/office/drawing/2014/main" id="{AD9CEA03-7DAA-0BA6-C6D9-27D820F9F06F}"/>
                </a:ext>
              </a:extLst>
            </p:cNvPr>
            <p:cNvSpPr>
              <a:spLocks noChangeShapeType="1"/>
            </p:cNvSpPr>
            <p:nvPr/>
          </p:nvSpPr>
          <p:spPr bwMode="auto">
            <a:xfrm>
              <a:off x="7263566" y="2305401"/>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75" name="Line 25">
              <a:extLst>
                <a:ext uri="{FF2B5EF4-FFF2-40B4-BE49-F238E27FC236}">
                  <a16:creationId xmlns:a16="http://schemas.microsoft.com/office/drawing/2014/main" id="{1F26786E-9720-4802-D726-A4C720F7392F}"/>
                </a:ext>
              </a:extLst>
            </p:cNvPr>
            <p:cNvSpPr>
              <a:spLocks noChangeShapeType="1"/>
            </p:cNvSpPr>
            <p:nvPr/>
          </p:nvSpPr>
          <p:spPr bwMode="auto">
            <a:xfrm>
              <a:off x="7854116" y="2300638"/>
              <a:ext cx="0" cy="46355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76" name="Text Box 27">
              <a:extLst>
                <a:ext uri="{FF2B5EF4-FFF2-40B4-BE49-F238E27FC236}">
                  <a16:creationId xmlns:a16="http://schemas.microsoft.com/office/drawing/2014/main" id="{F5F4840C-BABA-1D1B-45A2-C5E9AA8BA0CF}"/>
                </a:ext>
              </a:extLst>
            </p:cNvPr>
            <p:cNvSpPr txBox="1">
              <a:spLocks noChangeArrowheads="1"/>
            </p:cNvSpPr>
            <p:nvPr/>
          </p:nvSpPr>
          <p:spPr bwMode="auto">
            <a:xfrm>
              <a:off x="7499716" y="2254508"/>
              <a:ext cx="24130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5</a:t>
              </a:r>
            </a:p>
          </p:txBody>
        </p:sp>
        <p:sp>
          <p:nvSpPr>
            <p:cNvPr id="77" name="Text Box 28">
              <a:extLst>
                <a:ext uri="{FF2B5EF4-FFF2-40B4-BE49-F238E27FC236}">
                  <a16:creationId xmlns:a16="http://schemas.microsoft.com/office/drawing/2014/main" id="{FC5D7E7E-4548-CACF-25A1-B029C797480C}"/>
                </a:ext>
              </a:extLst>
            </p:cNvPr>
            <p:cNvSpPr txBox="1">
              <a:spLocks noChangeArrowheads="1"/>
            </p:cNvSpPr>
            <p:nvPr/>
          </p:nvSpPr>
          <p:spPr bwMode="auto">
            <a:xfrm>
              <a:off x="7785634" y="2478093"/>
              <a:ext cx="242374" cy="2154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8</a:t>
              </a:r>
            </a:p>
          </p:txBody>
        </p:sp>
        <p:sp>
          <p:nvSpPr>
            <p:cNvPr id="78" name="Text Box 29">
              <a:extLst>
                <a:ext uri="{FF2B5EF4-FFF2-40B4-BE49-F238E27FC236}">
                  <a16:creationId xmlns:a16="http://schemas.microsoft.com/office/drawing/2014/main" id="{D1C20D72-AEAE-8732-89F3-03A9D5B42BB5}"/>
                </a:ext>
              </a:extLst>
            </p:cNvPr>
            <p:cNvSpPr txBox="1">
              <a:spLocks noChangeArrowheads="1"/>
            </p:cNvSpPr>
            <p:nvPr/>
          </p:nvSpPr>
          <p:spPr bwMode="auto">
            <a:xfrm>
              <a:off x="6893339" y="2473676"/>
              <a:ext cx="242374" cy="2154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2</a:t>
              </a:r>
            </a:p>
          </p:txBody>
        </p:sp>
        <p:sp>
          <p:nvSpPr>
            <p:cNvPr id="79" name="Text Box 74">
              <a:extLst>
                <a:ext uri="{FF2B5EF4-FFF2-40B4-BE49-F238E27FC236}">
                  <a16:creationId xmlns:a16="http://schemas.microsoft.com/office/drawing/2014/main" id="{BEF644CA-3D46-E46E-DFE9-7EE3F2707158}"/>
                </a:ext>
              </a:extLst>
            </p:cNvPr>
            <p:cNvSpPr txBox="1">
              <a:spLocks noChangeArrowheads="1"/>
            </p:cNvSpPr>
            <p:nvPr/>
          </p:nvSpPr>
          <p:spPr bwMode="auto">
            <a:xfrm>
              <a:off x="7789706" y="2258673"/>
              <a:ext cx="242374" cy="2154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7</a:t>
              </a:r>
            </a:p>
          </p:txBody>
        </p:sp>
        <p:sp>
          <p:nvSpPr>
            <p:cNvPr id="80" name="Oval 84">
              <a:extLst>
                <a:ext uri="{FF2B5EF4-FFF2-40B4-BE49-F238E27FC236}">
                  <a16:creationId xmlns:a16="http://schemas.microsoft.com/office/drawing/2014/main" id="{51C56339-FC1A-98B1-0177-3D95B09A2090}"/>
                </a:ext>
              </a:extLst>
            </p:cNvPr>
            <p:cNvSpPr>
              <a:spLocks noChangeArrowheads="1"/>
            </p:cNvSpPr>
            <p:nvPr/>
          </p:nvSpPr>
          <p:spPr bwMode="auto">
            <a:xfrm>
              <a:off x="7104816" y="2613376"/>
              <a:ext cx="42862"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81" name="Oval 85">
              <a:extLst>
                <a:ext uri="{FF2B5EF4-FFF2-40B4-BE49-F238E27FC236}">
                  <a16:creationId xmlns:a16="http://schemas.microsoft.com/office/drawing/2014/main" id="{09BA8793-EDC4-9AF0-3750-8ABC6489753B}"/>
                </a:ext>
              </a:extLst>
            </p:cNvPr>
            <p:cNvSpPr>
              <a:spLocks noChangeArrowheads="1"/>
            </p:cNvSpPr>
            <p:nvPr/>
          </p:nvSpPr>
          <p:spPr bwMode="auto">
            <a:xfrm>
              <a:off x="7092116" y="2399063"/>
              <a:ext cx="42862"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82" name="Oval 86">
              <a:extLst>
                <a:ext uri="{FF2B5EF4-FFF2-40B4-BE49-F238E27FC236}">
                  <a16:creationId xmlns:a16="http://schemas.microsoft.com/office/drawing/2014/main" id="{819A52AE-F4D1-3521-2DF9-A0E2518F23A4}"/>
                </a:ext>
              </a:extLst>
            </p:cNvPr>
            <p:cNvSpPr>
              <a:spLocks noChangeArrowheads="1"/>
            </p:cNvSpPr>
            <p:nvPr/>
          </p:nvSpPr>
          <p:spPr bwMode="auto">
            <a:xfrm>
              <a:off x="7971245" y="2607922"/>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83" name="Text Box 64">
              <a:extLst>
                <a:ext uri="{FF2B5EF4-FFF2-40B4-BE49-F238E27FC236}">
                  <a16:creationId xmlns:a16="http://schemas.microsoft.com/office/drawing/2014/main" id="{952B682A-A08D-3CD1-7560-79D62E142A59}"/>
                </a:ext>
              </a:extLst>
            </p:cNvPr>
            <p:cNvSpPr txBox="1">
              <a:spLocks noChangeArrowheads="1"/>
            </p:cNvSpPr>
            <p:nvPr/>
          </p:nvSpPr>
          <p:spPr bwMode="auto">
            <a:xfrm>
              <a:off x="7898454" y="2836289"/>
              <a:ext cx="3433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800" i="0" dirty="0">
                  <a:solidFill>
                    <a:srgbClr val="000000"/>
                  </a:solidFill>
                  <a:latin typeface="+mn-lt"/>
                </a:rPr>
                <a:t>…</a:t>
              </a:r>
            </a:p>
          </p:txBody>
        </p:sp>
        <p:sp>
          <p:nvSpPr>
            <p:cNvPr id="84" name="Line 69">
              <a:extLst>
                <a:ext uri="{FF2B5EF4-FFF2-40B4-BE49-F238E27FC236}">
                  <a16:creationId xmlns:a16="http://schemas.microsoft.com/office/drawing/2014/main" id="{B169ADBA-F6B3-0D4A-38B5-8539312FB076}"/>
                </a:ext>
              </a:extLst>
            </p:cNvPr>
            <p:cNvSpPr>
              <a:spLocks noChangeShapeType="1"/>
            </p:cNvSpPr>
            <p:nvPr/>
          </p:nvSpPr>
          <p:spPr bwMode="auto">
            <a:xfrm>
              <a:off x="7116996" y="2624279"/>
              <a:ext cx="101600" cy="3778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5" name="Line 70">
              <a:extLst>
                <a:ext uri="{FF2B5EF4-FFF2-40B4-BE49-F238E27FC236}">
                  <a16:creationId xmlns:a16="http://schemas.microsoft.com/office/drawing/2014/main" id="{A78B7283-71E2-EDE8-029B-9ABB4539CD29}"/>
                </a:ext>
              </a:extLst>
            </p:cNvPr>
            <p:cNvSpPr>
              <a:spLocks noChangeShapeType="1"/>
            </p:cNvSpPr>
            <p:nvPr/>
          </p:nvSpPr>
          <p:spPr bwMode="auto">
            <a:xfrm flipH="1">
              <a:off x="7586896" y="2641600"/>
              <a:ext cx="117034" cy="38431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86" name="Group 44">
              <a:extLst>
                <a:ext uri="{FF2B5EF4-FFF2-40B4-BE49-F238E27FC236}">
                  <a16:creationId xmlns:a16="http://schemas.microsoft.com/office/drawing/2014/main" id="{35470A53-72B2-DA0B-C6DA-5F1B307C4B0F}"/>
                </a:ext>
              </a:extLst>
            </p:cNvPr>
            <p:cNvGrpSpPr>
              <a:grpSpLocks/>
            </p:cNvGrpSpPr>
            <p:nvPr/>
          </p:nvGrpSpPr>
          <p:grpSpPr bwMode="auto">
            <a:xfrm>
              <a:off x="6754507" y="2802851"/>
              <a:ext cx="609600" cy="558800"/>
              <a:chOff x="-44" y="1473"/>
              <a:chExt cx="981" cy="1105"/>
            </a:xfrm>
          </p:grpSpPr>
          <p:pic>
            <p:nvPicPr>
              <p:cNvPr id="87" name="Picture 45" descr="desktop_computer_stylized_medium">
                <a:extLst>
                  <a:ext uri="{FF2B5EF4-FFF2-40B4-BE49-F238E27FC236}">
                    <a16:creationId xmlns:a16="http://schemas.microsoft.com/office/drawing/2014/main" id="{DFC71EC7-412D-0FC4-8F53-CAF3427F1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8" name="Freeform 46">
                <a:extLst>
                  <a:ext uri="{FF2B5EF4-FFF2-40B4-BE49-F238E27FC236}">
                    <a16:creationId xmlns:a16="http://schemas.microsoft.com/office/drawing/2014/main" id="{717FFC21-D67C-D03C-4B5E-28308A943A8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89" name="Group 44">
              <a:extLst>
                <a:ext uri="{FF2B5EF4-FFF2-40B4-BE49-F238E27FC236}">
                  <a16:creationId xmlns:a16="http://schemas.microsoft.com/office/drawing/2014/main" id="{329E1848-0219-73ED-2B55-65FDF3C72E6A}"/>
                </a:ext>
              </a:extLst>
            </p:cNvPr>
            <p:cNvGrpSpPr>
              <a:grpSpLocks/>
            </p:cNvGrpSpPr>
            <p:nvPr/>
          </p:nvGrpSpPr>
          <p:grpSpPr bwMode="auto">
            <a:xfrm>
              <a:off x="7269734" y="2808761"/>
              <a:ext cx="609600" cy="558800"/>
              <a:chOff x="-44" y="1473"/>
              <a:chExt cx="981" cy="1105"/>
            </a:xfrm>
          </p:grpSpPr>
          <p:pic>
            <p:nvPicPr>
              <p:cNvPr id="90" name="Picture 45" descr="desktop_computer_stylized_medium">
                <a:extLst>
                  <a:ext uri="{FF2B5EF4-FFF2-40B4-BE49-F238E27FC236}">
                    <a16:creationId xmlns:a16="http://schemas.microsoft.com/office/drawing/2014/main" id="{D0314A3F-B0AE-C348-6A32-E41360B6F3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 name="Freeform 46">
                <a:extLst>
                  <a:ext uri="{FF2B5EF4-FFF2-40B4-BE49-F238E27FC236}">
                    <a16:creationId xmlns:a16="http://schemas.microsoft.com/office/drawing/2014/main" id="{198A95BB-D8B0-2F8C-0B79-79C84AB1B8C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2" name="Group 92">
              <a:extLst>
                <a:ext uri="{FF2B5EF4-FFF2-40B4-BE49-F238E27FC236}">
                  <a16:creationId xmlns:a16="http://schemas.microsoft.com/office/drawing/2014/main" id="{42BD7B08-B3BD-266D-B294-255CDBA84BB3}"/>
                </a:ext>
              </a:extLst>
            </p:cNvPr>
            <p:cNvGrpSpPr/>
            <p:nvPr/>
          </p:nvGrpSpPr>
          <p:grpSpPr>
            <a:xfrm>
              <a:off x="6951920" y="1887445"/>
              <a:ext cx="1206122" cy="410624"/>
              <a:chOff x="7399107" y="1365161"/>
              <a:chExt cx="2388836" cy="732595"/>
            </a:xfrm>
          </p:grpSpPr>
          <p:sp>
            <p:nvSpPr>
              <p:cNvPr id="93" name="Freeform 97">
                <a:extLst>
                  <a:ext uri="{FF2B5EF4-FFF2-40B4-BE49-F238E27FC236}">
                    <a16:creationId xmlns:a16="http://schemas.microsoft.com/office/drawing/2014/main" id="{F090F446-456F-7F61-B01A-5493CAA66FBA}"/>
                  </a:ext>
                </a:extLst>
              </p:cNvPr>
              <p:cNvSpPr/>
              <p:nvPr/>
            </p:nvSpPr>
            <p:spPr>
              <a:xfrm>
                <a:off x="7399107" y="1365161"/>
                <a:ext cx="2388836" cy="732595"/>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4" name="Group 98">
                <a:extLst>
                  <a:ext uri="{FF2B5EF4-FFF2-40B4-BE49-F238E27FC236}">
                    <a16:creationId xmlns:a16="http://schemas.microsoft.com/office/drawing/2014/main" id="{5AF5D867-F2A5-7F3C-257F-449DB7180EB7}"/>
                  </a:ext>
                </a:extLst>
              </p:cNvPr>
              <p:cNvGrpSpPr/>
              <p:nvPr/>
            </p:nvGrpSpPr>
            <p:grpSpPr>
              <a:xfrm>
                <a:off x="7564998" y="1450537"/>
                <a:ext cx="2021605" cy="589765"/>
                <a:chOff x="7939341" y="3037317"/>
                <a:chExt cx="897649" cy="353919"/>
              </a:xfrm>
            </p:grpSpPr>
            <p:sp>
              <p:nvSpPr>
                <p:cNvPr id="95" name="Freeform 99">
                  <a:extLst>
                    <a:ext uri="{FF2B5EF4-FFF2-40B4-BE49-F238E27FC236}">
                      <a16:creationId xmlns:a16="http://schemas.microsoft.com/office/drawing/2014/main" id="{DE12644C-528E-3442-7AEC-D55F6EF9C0D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Freeform 100">
                  <a:extLst>
                    <a:ext uri="{FF2B5EF4-FFF2-40B4-BE49-F238E27FC236}">
                      <a16:creationId xmlns:a16="http://schemas.microsoft.com/office/drawing/2014/main" id="{F9F86A6E-E209-DF2B-2478-DF9A7F08B864}"/>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Freeform 101">
                  <a:extLst>
                    <a:ext uri="{FF2B5EF4-FFF2-40B4-BE49-F238E27FC236}">
                      <a16:creationId xmlns:a16="http://schemas.microsoft.com/office/drawing/2014/main" id="{B1E5CCF7-CBA5-70DA-0B9D-21662AEC231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Freeform 102">
                  <a:extLst>
                    <a:ext uri="{FF2B5EF4-FFF2-40B4-BE49-F238E27FC236}">
                      <a16:creationId xmlns:a16="http://schemas.microsoft.com/office/drawing/2014/main" id="{0FC223AE-EE4D-5B96-2A7F-C6A415769DA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99" name="Line 70">
              <a:extLst>
                <a:ext uri="{FF2B5EF4-FFF2-40B4-BE49-F238E27FC236}">
                  <a16:creationId xmlns:a16="http://schemas.microsoft.com/office/drawing/2014/main" id="{602F8111-CA09-B6BB-9674-90D3354EEA94}"/>
                </a:ext>
              </a:extLst>
            </p:cNvPr>
            <p:cNvSpPr>
              <a:spLocks noChangeShapeType="1"/>
            </p:cNvSpPr>
            <p:nvPr/>
          </p:nvSpPr>
          <p:spPr bwMode="auto">
            <a:xfrm>
              <a:off x="7991061" y="2628348"/>
              <a:ext cx="474942" cy="39596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00" name="Group 44">
              <a:extLst>
                <a:ext uri="{FF2B5EF4-FFF2-40B4-BE49-F238E27FC236}">
                  <a16:creationId xmlns:a16="http://schemas.microsoft.com/office/drawing/2014/main" id="{AC4E07D8-5583-CD9F-0D81-B126237A1EEC}"/>
                </a:ext>
              </a:extLst>
            </p:cNvPr>
            <p:cNvGrpSpPr>
              <a:grpSpLocks/>
            </p:cNvGrpSpPr>
            <p:nvPr/>
          </p:nvGrpSpPr>
          <p:grpSpPr bwMode="auto">
            <a:xfrm>
              <a:off x="8133335" y="2817753"/>
              <a:ext cx="609600" cy="558800"/>
              <a:chOff x="-44" y="1473"/>
              <a:chExt cx="981" cy="1105"/>
            </a:xfrm>
          </p:grpSpPr>
          <p:pic>
            <p:nvPicPr>
              <p:cNvPr id="101" name="Picture 45" descr="desktop_computer_stylized_medium">
                <a:extLst>
                  <a:ext uri="{FF2B5EF4-FFF2-40B4-BE49-F238E27FC236}">
                    <a16:creationId xmlns:a16="http://schemas.microsoft.com/office/drawing/2014/main" id="{F41B847E-94E4-8831-2F4B-58566A5EA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 name="Freeform 46">
                <a:extLst>
                  <a:ext uri="{FF2B5EF4-FFF2-40B4-BE49-F238E27FC236}">
                    <a16:creationId xmlns:a16="http://schemas.microsoft.com/office/drawing/2014/main" id="{4C8FA1B0-2065-C9F9-CA12-0B760569900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03" name="Group 170">
              <a:extLst>
                <a:ext uri="{FF2B5EF4-FFF2-40B4-BE49-F238E27FC236}">
                  <a16:creationId xmlns:a16="http://schemas.microsoft.com/office/drawing/2014/main" id="{644F2585-5653-F494-ADAA-FA5D365AA4CD}"/>
                </a:ext>
              </a:extLst>
            </p:cNvPr>
            <p:cNvGrpSpPr>
              <a:grpSpLocks/>
            </p:cNvGrpSpPr>
            <p:nvPr/>
          </p:nvGrpSpPr>
          <p:grpSpPr bwMode="auto">
            <a:xfrm>
              <a:off x="4317661" y="2251388"/>
              <a:ext cx="2835275" cy="430213"/>
              <a:chOff x="2096" y="1154"/>
              <a:chExt cx="1786" cy="271"/>
            </a:xfrm>
          </p:grpSpPr>
          <p:sp>
            <p:nvSpPr>
              <p:cNvPr id="104" name="Oval 85">
                <a:extLst>
                  <a:ext uri="{FF2B5EF4-FFF2-40B4-BE49-F238E27FC236}">
                    <a16:creationId xmlns:a16="http://schemas.microsoft.com/office/drawing/2014/main" id="{24C86F8D-40D4-296E-EEAE-348A1510BC22}"/>
                  </a:ext>
                </a:extLst>
              </p:cNvPr>
              <p:cNvSpPr>
                <a:spLocks noChangeArrowheads="1"/>
              </p:cNvSpPr>
              <p:nvPr/>
            </p:nvSpPr>
            <p:spPr bwMode="auto">
              <a:xfrm>
                <a:off x="2215" y="1381"/>
                <a:ext cx="27" cy="30"/>
              </a:xfrm>
              <a:prstGeom prst="ellipse">
                <a:avLst/>
              </a:prstGeom>
              <a:solidFill>
                <a:schemeClr val="tx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grpSp>
            <p:nvGrpSpPr>
              <p:cNvPr id="105" name="Group 169">
                <a:extLst>
                  <a:ext uri="{FF2B5EF4-FFF2-40B4-BE49-F238E27FC236}">
                    <a16:creationId xmlns:a16="http://schemas.microsoft.com/office/drawing/2014/main" id="{69716CB1-1B5A-4F1F-0C60-BE672A768ECB}"/>
                  </a:ext>
                </a:extLst>
              </p:cNvPr>
              <p:cNvGrpSpPr>
                <a:grpSpLocks/>
              </p:cNvGrpSpPr>
              <p:nvPr/>
            </p:nvGrpSpPr>
            <p:grpSpPr bwMode="auto">
              <a:xfrm>
                <a:off x="2096" y="1154"/>
                <a:ext cx="1786" cy="271"/>
                <a:chOff x="2096" y="1154"/>
                <a:chExt cx="1786" cy="271"/>
              </a:xfrm>
            </p:grpSpPr>
            <p:sp>
              <p:nvSpPr>
                <p:cNvPr id="106" name="Text Box 28">
                  <a:extLst>
                    <a:ext uri="{FF2B5EF4-FFF2-40B4-BE49-F238E27FC236}">
                      <a16:creationId xmlns:a16="http://schemas.microsoft.com/office/drawing/2014/main" id="{84C69A2A-4713-6747-D9D3-0B509928E840}"/>
                    </a:ext>
                  </a:extLst>
                </p:cNvPr>
                <p:cNvSpPr txBox="1">
                  <a:spLocks noChangeArrowheads="1"/>
                </p:cNvSpPr>
                <p:nvPr/>
              </p:nvSpPr>
              <p:spPr bwMode="auto">
                <a:xfrm>
                  <a:off x="2096" y="1290"/>
                  <a:ext cx="188" cy="1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FF0000"/>
                      </a:solidFill>
                      <a:latin typeface="Arial" charset="0"/>
                    </a:rPr>
                    <a:t>16</a:t>
                  </a:r>
                </a:p>
              </p:txBody>
            </p:sp>
            <p:sp>
              <p:nvSpPr>
                <p:cNvPr id="107" name="Text Box 27">
                  <a:extLst>
                    <a:ext uri="{FF2B5EF4-FFF2-40B4-BE49-F238E27FC236}">
                      <a16:creationId xmlns:a16="http://schemas.microsoft.com/office/drawing/2014/main" id="{759F7402-0094-1C3B-CAAC-8D8C1A1423F8}"/>
                    </a:ext>
                  </a:extLst>
                </p:cNvPr>
                <p:cNvSpPr txBox="1">
                  <a:spLocks noChangeArrowheads="1"/>
                </p:cNvSpPr>
                <p:nvPr/>
              </p:nvSpPr>
              <p:spPr bwMode="auto">
                <a:xfrm>
                  <a:off x="3729" y="1154"/>
                  <a:ext cx="152" cy="1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FF0000"/>
                      </a:solidFill>
                      <a:latin typeface="Arial" charset="0"/>
                    </a:rPr>
                    <a:t>1</a:t>
                  </a:r>
                </a:p>
              </p:txBody>
            </p:sp>
            <p:sp>
              <p:nvSpPr>
                <p:cNvPr id="108" name="Oval 85">
                  <a:extLst>
                    <a:ext uri="{FF2B5EF4-FFF2-40B4-BE49-F238E27FC236}">
                      <a16:creationId xmlns:a16="http://schemas.microsoft.com/office/drawing/2014/main" id="{230F5674-2910-10A8-1D16-A5611B938A4F}"/>
                    </a:ext>
                  </a:extLst>
                </p:cNvPr>
                <p:cNvSpPr>
                  <a:spLocks noChangeArrowheads="1"/>
                </p:cNvSpPr>
                <p:nvPr/>
              </p:nvSpPr>
              <p:spPr bwMode="auto">
                <a:xfrm>
                  <a:off x="3855" y="1247"/>
                  <a:ext cx="27" cy="30"/>
                </a:xfrm>
                <a:prstGeom prst="ellipse">
                  <a:avLst/>
                </a:prstGeom>
                <a:solidFill>
                  <a:schemeClr val="tx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09" name="Freeform 168">
                  <a:extLst>
                    <a:ext uri="{FF2B5EF4-FFF2-40B4-BE49-F238E27FC236}">
                      <a16:creationId xmlns:a16="http://schemas.microsoft.com/office/drawing/2014/main" id="{BBF995D6-36CF-7D7E-A40C-D8D27AF405E7}"/>
                    </a:ext>
                  </a:extLst>
                </p:cNvPr>
                <p:cNvSpPr>
                  <a:spLocks/>
                </p:cNvSpPr>
                <p:nvPr/>
              </p:nvSpPr>
              <p:spPr bwMode="auto">
                <a:xfrm>
                  <a:off x="2226" y="1260"/>
                  <a:ext cx="1644" cy="135"/>
                </a:xfrm>
                <a:custGeom>
                  <a:avLst/>
                  <a:gdLst>
                    <a:gd name="T0" fmla="*/ 0 w 1644"/>
                    <a:gd name="T1" fmla="*/ 135 h 135"/>
                    <a:gd name="T2" fmla="*/ 852 w 1644"/>
                    <a:gd name="T3" fmla="*/ 132 h 135"/>
                    <a:gd name="T4" fmla="*/ 1050 w 1644"/>
                    <a:gd name="T5" fmla="*/ 0 h 135"/>
                    <a:gd name="T6" fmla="*/ 1644 w 1644"/>
                    <a:gd name="T7" fmla="*/ 0 h 1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4" h="135">
                      <a:moveTo>
                        <a:pt x="0" y="135"/>
                      </a:moveTo>
                      <a:lnTo>
                        <a:pt x="852" y="132"/>
                      </a:lnTo>
                      <a:lnTo>
                        <a:pt x="1050" y="0"/>
                      </a:lnTo>
                      <a:lnTo>
                        <a:pt x="1644"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sp>
          <p:nvSpPr>
            <p:cNvPr id="110" name="Text Box 27">
              <a:extLst>
                <a:ext uri="{FF2B5EF4-FFF2-40B4-BE49-F238E27FC236}">
                  <a16:creationId xmlns:a16="http://schemas.microsoft.com/office/drawing/2014/main" id="{6D8D74A6-DB2A-939D-7F16-336DAEE6FFF1}"/>
                </a:ext>
              </a:extLst>
            </p:cNvPr>
            <p:cNvSpPr txBox="1">
              <a:spLocks noChangeArrowheads="1"/>
            </p:cNvSpPr>
            <p:nvPr/>
          </p:nvSpPr>
          <p:spPr bwMode="auto">
            <a:xfrm>
              <a:off x="7500889" y="2475447"/>
              <a:ext cx="241300" cy="214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6</a:t>
              </a:r>
            </a:p>
          </p:txBody>
        </p:sp>
        <p:sp>
          <p:nvSpPr>
            <p:cNvPr id="111" name="Text Box 29">
              <a:extLst>
                <a:ext uri="{FF2B5EF4-FFF2-40B4-BE49-F238E27FC236}">
                  <a16:creationId xmlns:a16="http://schemas.microsoft.com/office/drawing/2014/main" id="{68FF8E64-DAA3-BBC0-D502-73019A15CA3B}"/>
                </a:ext>
              </a:extLst>
            </p:cNvPr>
            <p:cNvSpPr txBox="1">
              <a:spLocks noChangeArrowheads="1"/>
            </p:cNvSpPr>
            <p:nvPr/>
          </p:nvSpPr>
          <p:spPr bwMode="auto">
            <a:xfrm>
              <a:off x="7218068" y="2256799"/>
              <a:ext cx="242374" cy="2154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3</a:t>
              </a:r>
            </a:p>
          </p:txBody>
        </p:sp>
        <p:sp>
          <p:nvSpPr>
            <p:cNvPr id="112" name="Text Box 29">
              <a:extLst>
                <a:ext uri="{FF2B5EF4-FFF2-40B4-BE49-F238E27FC236}">
                  <a16:creationId xmlns:a16="http://schemas.microsoft.com/office/drawing/2014/main" id="{0C69A448-01CF-F85A-F0C9-820BE9727164}"/>
                </a:ext>
              </a:extLst>
            </p:cNvPr>
            <p:cNvSpPr txBox="1">
              <a:spLocks noChangeArrowheads="1"/>
            </p:cNvSpPr>
            <p:nvPr/>
          </p:nvSpPr>
          <p:spPr bwMode="auto">
            <a:xfrm>
              <a:off x="7199854" y="2474305"/>
              <a:ext cx="242374" cy="2154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800" i="0" dirty="0">
                  <a:latin typeface="Arial" charset="0"/>
                </a:rPr>
                <a:t>4</a:t>
              </a:r>
            </a:p>
          </p:txBody>
        </p:sp>
        <p:sp>
          <p:nvSpPr>
            <p:cNvPr id="113" name="Oval 86">
              <a:extLst>
                <a:ext uri="{FF2B5EF4-FFF2-40B4-BE49-F238E27FC236}">
                  <a16:creationId xmlns:a16="http://schemas.microsoft.com/office/drawing/2014/main" id="{FA69C350-0A70-B375-3CA0-91B02953475D}"/>
                </a:ext>
              </a:extLst>
            </p:cNvPr>
            <p:cNvSpPr>
              <a:spLocks noChangeArrowheads="1"/>
            </p:cNvSpPr>
            <p:nvPr/>
          </p:nvSpPr>
          <p:spPr bwMode="auto">
            <a:xfrm>
              <a:off x="7682457" y="2619380"/>
              <a:ext cx="42863" cy="47625"/>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effectLst/>
                <a:uLnTx/>
                <a:uFillTx/>
                <a:latin typeface="Arial" charset="0"/>
                <a:ea typeface="ＭＳ Ｐゴシック" charset="0"/>
              </a:endParaRPr>
            </a:p>
          </p:txBody>
        </p:sp>
        <p:sp>
          <p:nvSpPr>
            <p:cNvPr id="114" name="Text Box 73">
              <a:extLst>
                <a:ext uri="{FF2B5EF4-FFF2-40B4-BE49-F238E27FC236}">
                  <a16:creationId xmlns:a16="http://schemas.microsoft.com/office/drawing/2014/main" id="{FA49F0D2-2AC2-C861-C4AB-5C7D875A392F}"/>
                </a:ext>
              </a:extLst>
            </p:cNvPr>
            <p:cNvSpPr txBox="1">
              <a:spLocks noChangeArrowheads="1"/>
            </p:cNvSpPr>
            <p:nvPr/>
          </p:nvSpPr>
          <p:spPr bwMode="auto">
            <a:xfrm>
              <a:off x="6441701" y="3325906"/>
              <a:ext cx="2408238" cy="457200"/>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200" i="0" dirty="0">
                  <a:solidFill>
                    <a:srgbClr val="000000"/>
                  </a:solidFill>
                  <a:latin typeface="Arial" charset="0"/>
                </a:rPr>
                <a:t>Ports 2,3,5 belong to EE VLAN</a:t>
              </a:r>
            </a:p>
            <a:p>
              <a:pPr algn="ctr" eaLnBrk="1" hangingPunct="1"/>
              <a:r>
                <a:rPr lang="en-US" sz="1200" i="0" dirty="0">
                  <a:solidFill>
                    <a:srgbClr val="000000"/>
                  </a:solidFill>
                  <a:latin typeface="Arial" charset="0"/>
                </a:rPr>
                <a:t>Ports 4,6,7,8 belong to CS VLAN</a:t>
              </a:r>
            </a:p>
          </p:txBody>
        </p:sp>
      </p:grpSp>
      <p:graphicFrame>
        <p:nvGraphicFramePr>
          <p:cNvPr id="116" name="表格 115">
            <a:extLst>
              <a:ext uri="{FF2B5EF4-FFF2-40B4-BE49-F238E27FC236}">
                <a16:creationId xmlns:a16="http://schemas.microsoft.com/office/drawing/2014/main" id="{D32D7FCA-6CB5-ACEB-DDB1-FC6D707490B0}"/>
              </a:ext>
            </a:extLst>
          </p:cNvPr>
          <p:cNvGraphicFramePr>
            <a:graphicFrameLocks noGrp="1"/>
          </p:cNvGraphicFramePr>
          <p:nvPr>
            <p:extLst>
              <p:ext uri="{D42A27DB-BD31-4B8C-83A1-F6EECF244321}">
                <p14:modId xmlns:p14="http://schemas.microsoft.com/office/powerpoint/2010/main" val="4151642982"/>
              </p:ext>
            </p:extLst>
          </p:nvPr>
        </p:nvGraphicFramePr>
        <p:xfrm>
          <a:off x="857576" y="2340425"/>
          <a:ext cx="8149111" cy="1097280"/>
        </p:xfrm>
        <a:graphic>
          <a:graphicData uri="http://schemas.openxmlformats.org/drawingml/2006/table">
            <a:tbl>
              <a:tblPr firstRow="1" bandRow="1"/>
              <a:tblGrid>
                <a:gridCol w="1147479">
                  <a:extLst>
                    <a:ext uri="{9D8B030D-6E8A-4147-A177-3AD203B41FA5}">
                      <a16:colId xmlns:a16="http://schemas.microsoft.com/office/drawing/2014/main" val="2409782855"/>
                    </a:ext>
                  </a:extLst>
                </a:gridCol>
                <a:gridCol w="1288402">
                  <a:extLst>
                    <a:ext uri="{9D8B030D-6E8A-4147-A177-3AD203B41FA5}">
                      <a16:colId xmlns:a16="http://schemas.microsoft.com/office/drawing/2014/main" val="3180073971"/>
                    </a:ext>
                  </a:extLst>
                </a:gridCol>
                <a:gridCol w="1232654">
                  <a:extLst>
                    <a:ext uri="{9D8B030D-6E8A-4147-A177-3AD203B41FA5}">
                      <a16:colId xmlns:a16="http://schemas.microsoft.com/office/drawing/2014/main" val="2860284050"/>
                    </a:ext>
                  </a:extLst>
                </a:gridCol>
                <a:gridCol w="921380">
                  <a:extLst>
                    <a:ext uri="{9D8B030D-6E8A-4147-A177-3AD203B41FA5}">
                      <a16:colId xmlns:a16="http://schemas.microsoft.com/office/drawing/2014/main" val="695274627"/>
                    </a:ext>
                  </a:extLst>
                </a:gridCol>
                <a:gridCol w="1620000">
                  <a:extLst>
                    <a:ext uri="{9D8B030D-6E8A-4147-A177-3AD203B41FA5}">
                      <a16:colId xmlns:a16="http://schemas.microsoft.com/office/drawing/2014/main" val="2206542425"/>
                    </a:ext>
                  </a:extLst>
                </a:gridCol>
                <a:gridCol w="1147479">
                  <a:extLst>
                    <a:ext uri="{9D8B030D-6E8A-4147-A177-3AD203B41FA5}">
                      <a16:colId xmlns:a16="http://schemas.microsoft.com/office/drawing/2014/main" val="2700453202"/>
                    </a:ext>
                  </a:extLst>
                </a:gridCol>
                <a:gridCol w="791717">
                  <a:extLst>
                    <a:ext uri="{9D8B030D-6E8A-4147-A177-3AD203B41FA5}">
                      <a16:colId xmlns:a16="http://schemas.microsoft.com/office/drawing/2014/main" val="40368169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8</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0</a:t>
                      </a:r>
                      <a:r>
                        <a:rPr lang="zh-CN" altLang="en-US" sz="2000" dirty="0"/>
                        <a:t>～</a:t>
                      </a:r>
                      <a:r>
                        <a:rPr lang="en-US" altLang="zh-CN" sz="2000" dirty="0"/>
                        <a:t>1500</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4</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字节</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37174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前导</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目的地址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源地址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solidFill>
                            <a:schemeClr val="bg1"/>
                          </a:solidFill>
                        </a:rPr>
                        <a:t>类型</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E4095">
                        <a:lumMod val="75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t>数据 </a:t>
                      </a:r>
                      <a:r>
                        <a:rPr lang="en-US" altLang="zh-CN" sz="2000" b="1" dirty="0"/>
                        <a:t>+ </a:t>
                      </a:r>
                      <a:r>
                        <a:rPr lang="zh-CN" altLang="en-US" sz="2000" b="1" dirty="0"/>
                        <a:t>填充</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23F4F">
                        <a:lumMod val="40000"/>
                        <a:lumOff val="60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检验和</a:t>
                      </a:r>
                      <a:r>
                        <a:rPr lang="en-US" altLang="zh-CN" sz="2000" dirty="0"/>
                        <a:t>(CRC)</a:t>
                      </a:r>
                      <a:endParaRPr lang="zh-CN" alt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endParaRPr lang="zh-CN" altLang="en-US" sz="2000" dirty="0"/>
                    </a:p>
                  </a:txBody>
                  <a:tcP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8717350"/>
                  </a:ext>
                </a:extLst>
              </a:tr>
            </a:tbl>
          </a:graphicData>
        </a:graphic>
      </p:graphicFrame>
      <p:graphicFrame>
        <p:nvGraphicFramePr>
          <p:cNvPr id="117" name="表格 116">
            <a:extLst>
              <a:ext uri="{FF2B5EF4-FFF2-40B4-BE49-F238E27FC236}">
                <a16:creationId xmlns:a16="http://schemas.microsoft.com/office/drawing/2014/main" id="{76BAD13E-B8C6-800F-10A9-A51677E301D8}"/>
              </a:ext>
            </a:extLst>
          </p:cNvPr>
          <p:cNvGraphicFramePr>
            <a:graphicFrameLocks noGrp="1"/>
          </p:cNvGraphicFramePr>
          <p:nvPr>
            <p:extLst>
              <p:ext uri="{D42A27DB-BD31-4B8C-83A1-F6EECF244321}">
                <p14:modId xmlns:p14="http://schemas.microsoft.com/office/powerpoint/2010/main" val="4193973068"/>
              </p:ext>
            </p:extLst>
          </p:nvPr>
        </p:nvGraphicFramePr>
        <p:xfrm>
          <a:off x="890480" y="3415773"/>
          <a:ext cx="10945108" cy="1097280"/>
        </p:xfrm>
        <a:graphic>
          <a:graphicData uri="http://schemas.openxmlformats.org/drawingml/2006/table">
            <a:tbl>
              <a:tblPr firstRow="1" bandRow="1"/>
              <a:tblGrid>
                <a:gridCol w="1107653">
                  <a:extLst>
                    <a:ext uri="{9D8B030D-6E8A-4147-A177-3AD203B41FA5}">
                      <a16:colId xmlns:a16="http://schemas.microsoft.com/office/drawing/2014/main" val="2409782855"/>
                    </a:ext>
                  </a:extLst>
                </a:gridCol>
                <a:gridCol w="1270000">
                  <a:extLst>
                    <a:ext uri="{9D8B030D-6E8A-4147-A177-3AD203B41FA5}">
                      <a16:colId xmlns:a16="http://schemas.microsoft.com/office/drawing/2014/main" val="3180073971"/>
                    </a:ext>
                  </a:extLst>
                </a:gridCol>
                <a:gridCol w="1253067">
                  <a:extLst>
                    <a:ext uri="{9D8B030D-6E8A-4147-A177-3AD203B41FA5}">
                      <a16:colId xmlns:a16="http://schemas.microsoft.com/office/drawing/2014/main" val="2860284050"/>
                    </a:ext>
                  </a:extLst>
                </a:gridCol>
                <a:gridCol w="1080000">
                  <a:extLst>
                    <a:ext uri="{9D8B030D-6E8A-4147-A177-3AD203B41FA5}">
                      <a16:colId xmlns:a16="http://schemas.microsoft.com/office/drawing/2014/main" val="2861153422"/>
                    </a:ext>
                  </a:extLst>
                </a:gridCol>
                <a:gridCol w="1063363">
                  <a:extLst>
                    <a:ext uri="{9D8B030D-6E8A-4147-A177-3AD203B41FA5}">
                      <a16:colId xmlns:a16="http://schemas.microsoft.com/office/drawing/2014/main" val="4058817825"/>
                    </a:ext>
                  </a:extLst>
                </a:gridCol>
                <a:gridCol w="1063363">
                  <a:extLst>
                    <a:ext uri="{9D8B030D-6E8A-4147-A177-3AD203B41FA5}">
                      <a16:colId xmlns:a16="http://schemas.microsoft.com/office/drawing/2014/main" val="695274627"/>
                    </a:ext>
                  </a:extLst>
                </a:gridCol>
                <a:gridCol w="1869639">
                  <a:extLst>
                    <a:ext uri="{9D8B030D-6E8A-4147-A177-3AD203B41FA5}">
                      <a16:colId xmlns:a16="http://schemas.microsoft.com/office/drawing/2014/main" val="2206542425"/>
                    </a:ext>
                  </a:extLst>
                </a:gridCol>
                <a:gridCol w="1324304">
                  <a:extLst>
                    <a:ext uri="{9D8B030D-6E8A-4147-A177-3AD203B41FA5}">
                      <a16:colId xmlns:a16="http://schemas.microsoft.com/office/drawing/2014/main" val="2700453202"/>
                    </a:ext>
                  </a:extLst>
                </a:gridCol>
                <a:gridCol w="913719">
                  <a:extLst>
                    <a:ext uri="{9D8B030D-6E8A-4147-A177-3AD203B41FA5}">
                      <a16:colId xmlns:a16="http://schemas.microsoft.com/office/drawing/2014/main" val="40368169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8</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6</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2</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0</a:t>
                      </a:r>
                      <a:r>
                        <a:rPr lang="zh-CN" altLang="en-US" sz="2000" dirty="0"/>
                        <a:t>～</a:t>
                      </a:r>
                      <a:r>
                        <a:rPr lang="en-US" altLang="zh-CN" sz="2000" dirty="0"/>
                        <a:t>1500</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sz="2000" dirty="0"/>
                        <a:t>4</a:t>
                      </a:r>
                      <a:endParaRPr lang="zh-CN" altLang="en-US" sz="2000" dirty="0"/>
                    </a:p>
                  </a:txBody>
                  <a:tcPr>
                    <a:lnL>
                      <a:noFill/>
                    </a:lnL>
                    <a:lnR>
                      <a:noFill/>
                    </a:lnR>
                    <a:lnT>
                      <a:no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字节</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37174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前导</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DE20"/>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目的地址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源地址</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dirty="0">
                          <a:solidFill>
                            <a:schemeClr val="bg1"/>
                          </a:solidFill>
                        </a:rPr>
                        <a:t>TPID</a:t>
                      </a:r>
                    </a:p>
                    <a:p>
                      <a:pPr algn="ctr"/>
                      <a:r>
                        <a:rPr lang="en-US" altLang="zh-CN" sz="2000" b="1" dirty="0">
                          <a:solidFill>
                            <a:schemeClr val="bg1"/>
                          </a:solidFill>
                        </a:rPr>
                        <a:t>0x8100</a:t>
                      </a:r>
                      <a:endParaRPr lang="zh-CN" altLang="en-US" sz="2000" b="1" dirty="0">
                        <a:solidFill>
                          <a:schemeClr val="bg1"/>
                        </a:solidFill>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2000" b="1" dirty="0">
                          <a:solidFill>
                            <a:schemeClr val="bg1"/>
                          </a:solidFill>
                        </a:rPr>
                        <a:t>TCI</a:t>
                      </a:r>
                      <a:endParaRPr lang="zh-CN" altLang="en-US" sz="2000" b="1" dirty="0">
                        <a:solidFill>
                          <a:schemeClr val="bg1"/>
                        </a:solidFill>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solidFill>
                            <a:schemeClr val="bg1"/>
                          </a:solidFill>
                        </a:rPr>
                        <a:t>类型</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E4095">
                        <a:lumMod val="75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b="1" dirty="0"/>
                        <a:t>数据 </a:t>
                      </a:r>
                      <a:r>
                        <a:rPr lang="en-US" altLang="zh-CN" sz="2000" b="1" dirty="0"/>
                        <a:t>+ </a:t>
                      </a:r>
                      <a:r>
                        <a:rPr lang="zh-CN" altLang="en-US" sz="2000" b="1" dirty="0"/>
                        <a:t>填充</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323F4F">
                        <a:lumMod val="40000"/>
                        <a:lumOff val="60000"/>
                      </a:srgbClr>
                    </a:solid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zh-CN" altLang="en-US" sz="2000" dirty="0"/>
                        <a:t>检验和</a:t>
                      </a:r>
                      <a:r>
                        <a:rPr lang="en-US" altLang="zh-CN" sz="2000" dirty="0"/>
                        <a:t>(CRC)</a:t>
                      </a:r>
                      <a:endParaRPr lang="zh-CN" alt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endParaRPr lang="zh-CN" altLang="en-US" sz="2000" dirty="0"/>
                    </a:p>
                  </a:txBody>
                  <a:tcP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8717350"/>
                  </a:ext>
                </a:extLst>
              </a:tr>
            </a:tbl>
          </a:graphicData>
        </a:graphic>
      </p:graphicFrame>
    </p:spTree>
    <p:extLst>
      <p:ext uri="{BB962C8B-B14F-4D97-AF65-F5344CB8AC3E}">
        <p14:creationId xmlns:p14="http://schemas.microsoft.com/office/powerpoint/2010/main" val="26235267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97AA7-E33C-7364-7686-6AAB6DA2B294}"/>
              </a:ext>
            </a:extLst>
          </p:cNvPr>
          <p:cNvSpPr>
            <a:spLocks noGrp="1"/>
          </p:cNvSpPr>
          <p:nvPr>
            <p:ph type="title"/>
          </p:nvPr>
        </p:nvSpPr>
        <p:spPr/>
        <p:txBody>
          <a:bodyPr/>
          <a:lstStyle/>
          <a:p>
            <a:r>
              <a:rPr lang="zh-CN" altLang="en-US" dirty="0"/>
              <a:t>虚拟局域网：</a:t>
            </a:r>
          </a:p>
        </p:txBody>
      </p:sp>
      <p:sp>
        <p:nvSpPr>
          <p:cNvPr id="3" name="内容占位符 2">
            <a:extLst>
              <a:ext uri="{FF2B5EF4-FFF2-40B4-BE49-F238E27FC236}">
                <a16:creationId xmlns:a16="http://schemas.microsoft.com/office/drawing/2014/main" id="{E258A7B3-52CD-4146-2812-63F5EDF1FACB}"/>
              </a:ext>
            </a:extLst>
          </p:cNvPr>
          <p:cNvSpPr>
            <a:spLocks noGrp="1"/>
          </p:cNvSpPr>
          <p:nvPr>
            <p:ph idx="1"/>
          </p:nvPr>
        </p:nvSpPr>
        <p:spPr>
          <a:xfrm>
            <a:off x="442913" y="728663"/>
            <a:ext cx="6813020" cy="5617710"/>
          </a:xfrm>
        </p:spPr>
        <p:txBody>
          <a:bodyPr/>
          <a:lstStyle/>
          <a:p>
            <a:pPr marL="0" indent="0">
              <a:buNone/>
            </a:pPr>
            <a:r>
              <a:rPr lang="zh-CN" altLang="en-US" b="1" dirty="0">
                <a:solidFill>
                  <a:schemeClr val="accent4"/>
                </a:solidFill>
              </a:rPr>
              <a:t>三种类型的帧：</a:t>
            </a:r>
            <a:endParaRPr lang="en-US" altLang="zh-CN" b="1" dirty="0">
              <a:solidFill>
                <a:schemeClr val="accent4"/>
              </a:solidFill>
            </a:endParaRPr>
          </a:p>
          <a:p>
            <a:pPr marL="285750" indent="-285750"/>
            <a:r>
              <a:rPr lang="en-US" altLang="zh-CN" dirty="0"/>
              <a:t>VLAN</a:t>
            </a:r>
            <a:r>
              <a:rPr lang="zh-CN" altLang="en-US" dirty="0"/>
              <a:t>帧：</a:t>
            </a:r>
            <a:r>
              <a:rPr lang="en-US" altLang="zh-CN" dirty="0"/>
              <a:t>VID</a:t>
            </a:r>
            <a:r>
              <a:rPr lang="zh-CN" altLang="en-US" dirty="0"/>
              <a:t>不为</a:t>
            </a:r>
            <a:r>
              <a:rPr lang="en-US" altLang="zh-CN" dirty="0"/>
              <a:t>0</a:t>
            </a:r>
            <a:r>
              <a:rPr lang="zh-CN" altLang="en-US" dirty="0"/>
              <a:t>的帧</a:t>
            </a:r>
            <a:endParaRPr lang="en-US" altLang="zh-CN" dirty="0"/>
          </a:p>
          <a:p>
            <a:pPr marL="285750" indent="-285750"/>
            <a:r>
              <a:rPr lang="en-US" altLang="zh-CN" dirty="0"/>
              <a:t>VID=0</a:t>
            </a:r>
            <a:r>
              <a:rPr lang="zh-CN" altLang="en-US" dirty="0"/>
              <a:t>的优先级标记帧：所属的</a:t>
            </a:r>
            <a:r>
              <a:rPr lang="en-US" altLang="zh-CN" dirty="0"/>
              <a:t>VLAN</a:t>
            </a:r>
            <a:r>
              <a:rPr lang="zh-CN" altLang="en-US" dirty="0"/>
              <a:t>由其他配置决定。基于端口的</a:t>
            </a:r>
            <a:r>
              <a:rPr lang="en-US" altLang="zh-CN" dirty="0"/>
              <a:t>VLAN</a:t>
            </a:r>
            <a:r>
              <a:rPr lang="zh-CN" altLang="en-US" dirty="0"/>
              <a:t>中，属于该端口所配置的</a:t>
            </a:r>
            <a:r>
              <a:rPr lang="en-US" altLang="zh-CN" dirty="0"/>
              <a:t>VLAN</a:t>
            </a:r>
          </a:p>
          <a:p>
            <a:pPr marL="285750" indent="-285750"/>
            <a:r>
              <a:rPr lang="zh-CN" altLang="en-US" dirty="0"/>
              <a:t>传统以太网帧：帧类型不等于</a:t>
            </a:r>
            <a:r>
              <a:rPr lang="en-US" altLang="zh-CN" dirty="0"/>
              <a:t>0x8100</a:t>
            </a:r>
            <a:r>
              <a:rPr lang="zh-CN" altLang="en-US" dirty="0"/>
              <a:t>的帧</a:t>
            </a:r>
            <a:endParaRPr lang="en-US" altLang="zh-CN" dirty="0"/>
          </a:p>
          <a:p>
            <a:pPr marL="0" indent="0">
              <a:buNone/>
            </a:pPr>
            <a:r>
              <a:rPr lang="zh-CN" altLang="en-US" sz="2000" b="1" dirty="0">
                <a:solidFill>
                  <a:schemeClr val="accent4"/>
                </a:solidFill>
              </a:rPr>
              <a:t>三种链路：</a:t>
            </a:r>
            <a:endParaRPr lang="en-US" altLang="zh-CN" sz="2000" b="1" dirty="0">
              <a:solidFill>
                <a:schemeClr val="accent4"/>
              </a:solidFill>
            </a:endParaRPr>
          </a:p>
          <a:p>
            <a:pPr marL="342900" indent="-342900"/>
            <a:r>
              <a:rPr lang="zh-CN" altLang="en-US" sz="2000" dirty="0"/>
              <a:t>干线链路</a:t>
            </a:r>
            <a:r>
              <a:rPr lang="en-US" altLang="zh-CN" sz="2000" dirty="0"/>
              <a:t>(Trunk Link)</a:t>
            </a:r>
            <a:r>
              <a:rPr lang="zh-CN" altLang="en-US" sz="2000" dirty="0"/>
              <a:t>：传输</a:t>
            </a:r>
            <a:r>
              <a:rPr lang="en-US" altLang="zh-CN" sz="2000" dirty="0"/>
              <a:t>VLAN</a:t>
            </a:r>
            <a:r>
              <a:rPr lang="zh-CN" altLang="en-US" sz="2000" dirty="0"/>
              <a:t>帧，连接</a:t>
            </a:r>
            <a:r>
              <a:rPr lang="en-US" altLang="zh-CN" sz="2000" dirty="0"/>
              <a:t>VLAN</a:t>
            </a:r>
            <a:r>
              <a:rPr lang="zh-CN" altLang="en-US" sz="2000" dirty="0"/>
              <a:t>设备</a:t>
            </a:r>
            <a:endParaRPr lang="en-US" altLang="zh-CN" sz="2000" dirty="0"/>
          </a:p>
          <a:p>
            <a:pPr marL="342900" indent="-342900"/>
            <a:r>
              <a:rPr lang="zh-CN" altLang="en-US" sz="2000" dirty="0"/>
              <a:t>接入链路</a:t>
            </a:r>
            <a:r>
              <a:rPr lang="en-US" altLang="zh-CN" sz="2000" dirty="0"/>
              <a:t>(Access Link)</a:t>
            </a:r>
            <a:r>
              <a:rPr lang="zh-CN" altLang="en-US" sz="2000" dirty="0"/>
              <a:t>：传输以太网帧，连接传统以太网设备</a:t>
            </a:r>
            <a:endParaRPr lang="en-US" altLang="zh-CN" sz="2000" dirty="0"/>
          </a:p>
          <a:p>
            <a:pPr marL="342900" indent="-342900"/>
            <a:r>
              <a:rPr lang="en-US" altLang="zh-CN" sz="2000" dirty="0"/>
              <a:t>Hybrid</a:t>
            </a:r>
            <a:r>
              <a:rPr lang="zh-CN" altLang="en-US" sz="2000" dirty="0"/>
              <a:t>链路：连接传统以太网或</a:t>
            </a:r>
            <a:r>
              <a:rPr lang="en-US" altLang="zh-CN" sz="2000" dirty="0"/>
              <a:t>VLAN</a:t>
            </a:r>
            <a:r>
              <a:rPr lang="zh-CN" altLang="en-US" sz="2000" dirty="0"/>
              <a:t>设备，可传输以太网和</a:t>
            </a:r>
            <a:r>
              <a:rPr lang="en-US" altLang="zh-CN" sz="2000" dirty="0"/>
              <a:t>802.1Q</a:t>
            </a:r>
            <a:r>
              <a:rPr lang="zh-CN" altLang="en-US" sz="2000" dirty="0"/>
              <a:t>帧，但是该链路上属于同一个</a:t>
            </a:r>
            <a:r>
              <a:rPr lang="en-US" altLang="zh-CN" sz="2000" dirty="0"/>
              <a:t>VLAN</a:t>
            </a:r>
            <a:r>
              <a:rPr lang="zh-CN" altLang="en-US" sz="2000" dirty="0"/>
              <a:t>的节点应该支持同一种类型的帧</a:t>
            </a:r>
          </a:p>
          <a:p>
            <a:endParaRPr lang="zh-CN" altLang="en-US" dirty="0"/>
          </a:p>
        </p:txBody>
      </p:sp>
      <p:grpSp>
        <p:nvGrpSpPr>
          <p:cNvPr id="83" name="组合 82">
            <a:extLst>
              <a:ext uri="{FF2B5EF4-FFF2-40B4-BE49-F238E27FC236}">
                <a16:creationId xmlns:a16="http://schemas.microsoft.com/office/drawing/2014/main" id="{2ABA732A-B8BE-BA24-0BFB-B9AB312AA623}"/>
              </a:ext>
            </a:extLst>
          </p:cNvPr>
          <p:cNvGrpSpPr/>
          <p:nvPr/>
        </p:nvGrpSpPr>
        <p:grpSpPr>
          <a:xfrm>
            <a:off x="7096665" y="1787929"/>
            <a:ext cx="5022461" cy="3375488"/>
            <a:chOff x="4125139" y="3142595"/>
            <a:chExt cx="5022461" cy="3375488"/>
          </a:xfrm>
        </p:grpSpPr>
        <p:pic>
          <p:nvPicPr>
            <p:cNvPr id="6" name="Picture 17">
              <a:extLst>
                <a:ext uri="{FF2B5EF4-FFF2-40B4-BE49-F238E27FC236}">
                  <a16:creationId xmlns:a16="http://schemas.microsoft.com/office/drawing/2014/main" id="{8A153BF7-7B45-8E25-3225-D72EEEA63E29}"/>
                </a:ext>
              </a:extLst>
            </p:cNvPr>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26875" y="3573895"/>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7" name="Picture 18">
              <a:extLst>
                <a:ext uri="{FF2B5EF4-FFF2-40B4-BE49-F238E27FC236}">
                  <a16:creationId xmlns:a16="http://schemas.microsoft.com/office/drawing/2014/main" id="{A60822D1-D064-4AFE-C2D6-F9C9C23B2499}"/>
                </a:ext>
              </a:extLst>
            </p:cNvPr>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26875" y="5322552"/>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nvGrpSpPr>
            <p:cNvPr id="8" name="Group 45">
              <a:extLst>
                <a:ext uri="{FF2B5EF4-FFF2-40B4-BE49-F238E27FC236}">
                  <a16:creationId xmlns:a16="http://schemas.microsoft.com/office/drawing/2014/main" id="{A1A39F01-D8C8-1715-870A-14D6202DD0E8}"/>
                </a:ext>
              </a:extLst>
            </p:cNvPr>
            <p:cNvGrpSpPr>
              <a:grpSpLocks noChangeAspect="1"/>
            </p:cNvGrpSpPr>
            <p:nvPr/>
          </p:nvGrpSpPr>
          <p:grpSpPr bwMode="auto">
            <a:xfrm>
              <a:off x="4797144" y="4281399"/>
              <a:ext cx="935038" cy="676275"/>
              <a:chOff x="0" y="0"/>
              <a:chExt cx="576" cy="417"/>
            </a:xfrm>
          </p:grpSpPr>
          <p:sp>
            <p:nvSpPr>
              <p:cNvPr id="9" name="AutoShape 46">
                <a:extLst>
                  <a:ext uri="{FF2B5EF4-FFF2-40B4-BE49-F238E27FC236}">
                    <a16:creationId xmlns:a16="http://schemas.microsoft.com/office/drawing/2014/main" id="{15E52617-E3F6-C562-E921-652AB5A86F2B}"/>
                  </a:ext>
                </a:extLst>
              </p:cNvPr>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未知">
                <a:extLst>
                  <a:ext uri="{FF2B5EF4-FFF2-40B4-BE49-F238E27FC236}">
                    <a16:creationId xmlns:a16="http://schemas.microsoft.com/office/drawing/2014/main" id="{20093A2C-280B-BDB1-76A6-093FA514BE35}"/>
                  </a:ext>
                </a:extLst>
              </p:cNvPr>
              <p:cNvSpPr>
                <a:spLocks/>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未知">
                <a:extLst>
                  <a:ext uri="{FF2B5EF4-FFF2-40B4-BE49-F238E27FC236}">
                    <a16:creationId xmlns:a16="http://schemas.microsoft.com/office/drawing/2014/main" id="{E746A139-A3D3-2C57-1FC8-81282236CCAF}"/>
                  </a:ext>
                </a:extLst>
              </p:cNvPr>
              <p:cNvSpPr>
                <a:spLocks/>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未知">
                <a:extLst>
                  <a:ext uri="{FF2B5EF4-FFF2-40B4-BE49-F238E27FC236}">
                    <a16:creationId xmlns:a16="http://schemas.microsoft.com/office/drawing/2014/main" id="{76235917-E6EA-F9E6-F44D-0706902EDD8E}"/>
                  </a:ext>
                </a:extLst>
              </p:cNvPr>
              <p:cNvSpPr>
                <a:spLocks/>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未知">
                <a:extLst>
                  <a:ext uri="{FF2B5EF4-FFF2-40B4-BE49-F238E27FC236}">
                    <a16:creationId xmlns:a16="http://schemas.microsoft.com/office/drawing/2014/main" id="{A98C8130-47BF-A935-2641-CB4289F9BBA1}"/>
                  </a:ext>
                </a:extLst>
              </p:cNvPr>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未知">
                <a:extLst>
                  <a:ext uri="{FF2B5EF4-FFF2-40B4-BE49-F238E27FC236}">
                    <a16:creationId xmlns:a16="http://schemas.microsoft.com/office/drawing/2014/main" id="{42317067-54F5-D412-4110-3DA96910FB83}"/>
                  </a:ext>
                </a:extLst>
              </p:cNvPr>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未知">
                <a:extLst>
                  <a:ext uri="{FF2B5EF4-FFF2-40B4-BE49-F238E27FC236}">
                    <a16:creationId xmlns:a16="http://schemas.microsoft.com/office/drawing/2014/main" id="{DA4752A0-A294-7B4E-617B-5E0A3EDF3CB7}"/>
                  </a:ext>
                </a:extLst>
              </p:cNvPr>
              <p:cNvSpPr>
                <a:spLocks/>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未知">
                <a:extLst>
                  <a:ext uri="{FF2B5EF4-FFF2-40B4-BE49-F238E27FC236}">
                    <a16:creationId xmlns:a16="http://schemas.microsoft.com/office/drawing/2014/main" id="{F305B099-79B2-BC13-5CDC-C6C53125DB55}"/>
                  </a:ext>
                </a:extLst>
              </p:cNvPr>
              <p:cNvSpPr>
                <a:spLocks/>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未知">
                <a:extLst>
                  <a:ext uri="{FF2B5EF4-FFF2-40B4-BE49-F238E27FC236}">
                    <a16:creationId xmlns:a16="http://schemas.microsoft.com/office/drawing/2014/main" id="{51791FDF-DF4A-FA7C-D14D-B02E5D3876A2}"/>
                  </a:ext>
                </a:extLst>
              </p:cNvPr>
              <p:cNvSpPr>
                <a:spLocks/>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未知">
                <a:extLst>
                  <a:ext uri="{FF2B5EF4-FFF2-40B4-BE49-F238E27FC236}">
                    <a16:creationId xmlns:a16="http://schemas.microsoft.com/office/drawing/2014/main" id="{BEC34E4E-7371-BBA2-5405-B4B0FE78EB30}"/>
                  </a:ext>
                </a:extLst>
              </p:cNvPr>
              <p:cNvSpPr>
                <a:spLocks/>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未知">
                <a:extLst>
                  <a:ext uri="{FF2B5EF4-FFF2-40B4-BE49-F238E27FC236}">
                    <a16:creationId xmlns:a16="http://schemas.microsoft.com/office/drawing/2014/main" id="{CE495367-0214-15CB-294F-B2F252AE5B46}"/>
                  </a:ext>
                </a:extLst>
              </p:cNvPr>
              <p:cNvSpPr>
                <a:spLocks/>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未知">
                <a:extLst>
                  <a:ext uri="{FF2B5EF4-FFF2-40B4-BE49-F238E27FC236}">
                    <a16:creationId xmlns:a16="http://schemas.microsoft.com/office/drawing/2014/main" id="{79746ADA-9D68-7677-B81E-754AEE2480CE}"/>
                  </a:ext>
                </a:extLst>
              </p:cNvPr>
              <p:cNvSpPr>
                <a:spLocks/>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21" name="Group 45">
              <a:extLst>
                <a:ext uri="{FF2B5EF4-FFF2-40B4-BE49-F238E27FC236}">
                  <a16:creationId xmlns:a16="http://schemas.microsoft.com/office/drawing/2014/main" id="{60702823-4E60-87EA-7CD5-243DBBD7E648}"/>
                </a:ext>
              </a:extLst>
            </p:cNvPr>
            <p:cNvGrpSpPr>
              <a:grpSpLocks noChangeAspect="1"/>
            </p:cNvGrpSpPr>
            <p:nvPr/>
          </p:nvGrpSpPr>
          <p:grpSpPr bwMode="auto">
            <a:xfrm>
              <a:off x="6908505" y="4251523"/>
              <a:ext cx="935038" cy="677897"/>
              <a:chOff x="0" y="0"/>
              <a:chExt cx="576" cy="418"/>
            </a:xfrm>
          </p:grpSpPr>
          <p:sp>
            <p:nvSpPr>
              <p:cNvPr id="22" name="AutoShape 46">
                <a:extLst>
                  <a:ext uri="{FF2B5EF4-FFF2-40B4-BE49-F238E27FC236}">
                    <a16:creationId xmlns:a16="http://schemas.microsoft.com/office/drawing/2014/main" id="{C77BFD6E-FF8F-F9AB-0275-D0F1A15D17E2}"/>
                  </a:ext>
                </a:extLst>
              </p:cNvPr>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未知">
                <a:extLst>
                  <a:ext uri="{FF2B5EF4-FFF2-40B4-BE49-F238E27FC236}">
                    <a16:creationId xmlns:a16="http://schemas.microsoft.com/office/drawing/2014/main" id="{FDFB777A-2980-324F-77A7-46AC7B59663D}"/>
                  </a:ext>
                </a:extLst>
              </p:cNvPr>
              <p:cNvSpPr>
                <a:spLocks/>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未知">
                <a:extLst>
                  <a:ext uri="{FF2B5EF4-FFF2-40B4-BE49-F238E27FC236}">
                    <a16:creationId xmlns:a16="http://schemas.microsoft.com/office/drawing/2014/main" id="{70E2CE40-9EE6-6BE7-F97C-652A4093DFE3}"/>
                  </a:ext>
                </a:extLst>
              </p:cNvPr>
              <p:cNvSpPr>
                <a:spLocks/>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未知">
                <a:extLst>
                  <a:ext uri="{FF2B5EF4-FFF2-40B4-BE49-F238E27FC236}">
                    <a16:creationId xmlns:a16="http://schemas.microsoft.com/office/drawing/2014/main" id="{DCC5E449-D3C3-7085-B151-8BDB6D9F35D5}"/>
                  </a:ext>
                </a:extLst>
              </p:cNvPr>
              <p:cNvSpPr>
                <a:spLocks/>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未知">
                <a:extLst>
                  <a:ext uri="{FF2B5EF4-FFF2-40B4-BE49-F238E27FC236}">
                    <a16:creationId xmlns:a16="http://schemas.microsoft.com/office/drawing/2014/main" id="{7847DA7E-E18C-4F06-0236-9969E3AD5355}"/>
                  </a:ext>
                </a:extLst>
              </p:cNvPr>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未知">
                <a:extLst>
                  <a:ext uri="{FF2B5EF4-FFF2-40B4-BE49-F238E27FC236}">
                    <a16:creationId xmlns:a16="http://schemas.microsoft.com/office/drawing/2014/main" id="{5CACD22B-8423-5AEA-CDE4-6BC58767B44E}"/>
                  </a:ext>
                </a:extLst>
              </p:cNvPr>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未知">
                <a:extLst>
                  <a:ext uri="{FF2B5EF4-FFF2-40B4-BE49-F238E27FC236}">
                    <a16:creationId xmlns:a16="http://schemas.microsoft.com/office/drawing/2014/main" id="{7B9E974C-D21B-2A23-2F2E-13D3DEBF3BD5}"/>
                  </a:ext>
                </a:extLst>
              </p:cNvPr>
              <p:cNvSpPr>
                <a:spLocks/>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未知">
                <a:extLst>
                  <a:ext uri="{FF2B5EF4-FFF2-40B4-BE49-F238E27FC236}">
                    <a16:creationId xmlns:a16="http://schemas.microsoft.com/office/drawing/2014/main" id="{3B7C87BA-A604-2C87-5683-5D01C8EBBCA2}"/>
                  </a:ext>
                </a:extLst>
              </p:cNvPr>
              <p:cNvSpPr>
                <a:spLocks/>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未知">
                <a:extLst>
                  <a:ext uri="{FF2B5EF4-FFF2-40B4-BE49-F238E27FC236}">
                    <a16:creationId xmlns:a16="http://schemas.microsoft.com/office/drawing/2014/main" id="{E5B28172-1818-360C-F15F-E7AA42C7826C}"/>
                  </a:ext>
                </a:extLst>
              </p:cNvPr>
              <p:cNvSpPr>
                <a:spLocks/>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未知">
                <a:extLst>
                  <a:ext uri="{FF2B5EF4-FFF2-40B4-BE49-F238E27FC236}">
                    <a16:creationId xmlns:a16="http://schemas.microsoft.com/office/drawing/2014/main" id="{852E086D-9358-1798-9F68-DBB41103C68A}"/>
                  </a:ext>
                </a:extLst>
              </p:cNvPr>
              <p:cNvSpPr>
                <a:spLocks/>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未知">
                <a:extLst>
                  <a:ext uri="{FF2B5EF4-FFF2-40B4-BE49-F238E27FC236}">
                    <a16:creationId xmlns:a16="http://schemas.microsoft.com/office/drawing/2014/main" id="{F42F84DA-C05C-2487-7D6B-DA9735DE7C87}"/>
                  </a:ext>
                </a:extLst>
              </p:cNvPr>
              <p:cNvSpPr>
                <a:spLocks/>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未知">
                <a:extLst>
                  <a:ext uri="{FF2B5EF4-FFF2-40B4-BE49-F238E27FC236}">
                    <a16:creationId xmlns:a16="http://schemas.microsoft.com/office/drawing/2014/main" id="{B4B0D697-1E81-E647-5D71-CBF12400FE4E}"/>
                  </a:ext>
                </a:extLst>
              </p:cNvPr>
              <p:cNvSpPr>
                <a:spLocks/>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cxnSp>
          <p:nvCxnSpPr>
            <p:cNvPr id="34" name="直接连接符 33">
              <a:extLst>
                <a:ext uri="{FF2B5EF4-FFF2-40B4-BE49-F238E27FC236}">
                  <a16:creationId xmlns:a16="http://schemas.microsoft.com/office/drawing/2014/main" id="{66A7BA20-13A7-FB8A-B4F0-2F6ACE87B202}"/>
                </a:ext>
              </a:extLst>
            </p:cNvPr>
            <p:cNvCxnSpPr>
              <a:stCxn id="10" idx="0"/>
              <a:endCxn id="25" idx="2"/>
            </p:cNvCxnSpPr>
            <p:nvPr/>
          </p:nvCxnSpPr>
          <p:spPr>
            <a:xfrm flipV="1">
              <a:off x="5730558" y="4520736"/>
              <a:ext cx="1179570" cy="29876"/>
            </a:xfrm>
            <a:prstGeom prst="line">
              <a:avLst/>
            </a:prstGeom>
            <a:ln w="76200">
              <a:solidFill>
                <a:schemeClr val="accent4"/>
              </a:solidFill>
            </a:ln>
          </p:spPr>
          <p:style>
            <a:lnRef idx="3">
              <a:schemeClr val="accent5"/>
            </a:lnRef>
            <a:fillRef idx="0">
              <a:schemeClr val="accent5"/>
            </a:fillRef>
            <a:effectRef idx="2">
              <a:schemeClr val="accent5"/>
            </a:effectRef>
            <a:fontRef idx="minor">
              <a:schemeClr val="tx1"/>
            </a:fontRef>
          </p:style>
        </p:cxnSp>
        <p:cxnSp>
          <p:nvCxnSpPr>
            <p:cNvPr id="37" name="直接连接符 36">
              <a:extLst>
                <a:ext uri="{FF2B5EF4-FFF2-40B4-BE49-F238E27FC236}">
                  <a16:creationId xmlns:a16="http://schemas.microsoft.com/office/drawing/2014/main" id="{1BC6DEE1-CAD6-5466-9A77-6CFF137CA276}"/>
                </a:ext>
              </a:extLst>
            </p:cNvPr>
            <p:cNvCxnSpPr>
              <a:cxnSpLocks/>
            </p:cNvCxnSpPr>
            <p:nvPr/>
          </p:nvCxnSpPr>
          <p:spPr>
            <a:xfrm flipV="1">
              <a:off x="7609783" y="3993922"/>
              <a:ext cx="967873" cy="409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B209B94-101E-83BC-A41A-8C69BD35BA9F}"/>
                </a:ext>
              </a:extLst>
            </p:cNvPr>
            <p:cNvCxnSpPr>
              <a:cxnSpLocks/>
            </p:cNvCxnSpPr>
            <p:nvPr/>
          </p:nvCxnSpPr>
          <p:spPr>
            <a:xfrm>
              <a:off x="7493684" y="4675627"/>
              <a:ext cx="1123934" cy="792327"/>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9" name="图片 38">
              <a:extLst>
                <a:ext uri="{FF2B5EF4-FFF2-40B4-BE49-F238E27FC236}">
                  <a16:creationId xmlns:a16="http://schemas.microsoft.com/office/drawing/2014/main" id="{F3476DCC-FEAA-85B4-A6BD-6DD860B94CD7}"/>
                </a:ext>
              </a:extLst>
            </p:cNvPr>
            <p:cNvPicPr>
              <a:picLocks noChangeAspect="1"/>
            </p:cNvPicPr>
            <p:nvPr/>
          </p:nvPicPr>
          <p:blipFill>
            <a:blip r:embed="rId3"/>
            <a:stretch>
              <a:fillRect/>
            </a:stretch>
          </p:blipFill>
          <p:spPr>
            <a:xfrm>
              <a:off x="5264662" y="5326233"/>
              <a:ext cx="862433" cy="315654"/>
            </a:xfrm>
            <a:prstGeom prst="rect">
              <a:avLst/>
            </a:prstGeom>
          </p:spPr>
        </p:pic>
        <p:cxnSp>
          <p:nvCxnSpPr>
            <p:cNvPr id="40" name="直接连接符 39">
              <a:extLst>
                <a:ext uri="{FF2B5EF4-FFF2-40B4-BE49-F238E27FC236}">
                  <a16:creationId xmlns:a16="http://schemas.microsoft.com/office/drawing/2014/main" id="{FB7CF3BB-45F7-B750-ADA0-760DA9C99E92}"/>
                </a:ext>
              </a:extLst>
            </p:cNvPr>
            <p:cNvCxnSpPr>
              <a:cxnSpLocks/>
              <a:stCxn id="39" idx="0"/>
              <a:endCxn id="10" idx="3"/>
            </p:cNvCxnSpPr>
            <p:nvPr/>
          </p:nvCxnSpPr>
          <p:spPr>
            <a:xfrm flipH="1" flipV="1">
              <a:off x="5266286" y="4819824"/>
              <a:ext cx="429593" cy="50640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B2748B3A-B72B-E826-6756-0C4DB2EED910}"/>
                </a:ext>
              </a:extLst>
            </p:cNvPr>
            <p:cNvPicPr>
              <a:picLocks noChangeAspect="1"/>
            </p:cNvPicPr>
            <p:nvPr/>
          </p:nvPicPr>
          <p:blipFill>
            <a:blip r:embed="rId4" cstate="print"/>
            <a:stretch>
              <a:fillRect/>
            </a:stretch>
          </p:blipFill>
          <p:spPr>
            <a:xfrm>
              <a:off x="4192343" y="5917565"/>
              <a:ext cx="554594" cy="489288"/>
            </a:xfrm>
            <a:prstGeom prst="rect">
              <a:avLst/>
            </a:prstGeom>
          </p:spPr>
        </p:pic>
        <p:cxnSp>
          <p:nvCxnSpPr>
            <p:cNvPr id="42" name="直接连接符 41">
              <a:extLst>
                <a:ext uri="{FF2B5EF4-FFF2-40B4-BE49-F238E27FC236}">
                  <a16:creationId xmlns:a16="http://schemas.microsoft.com/office/drawing/2014/main" id="{AAA6EF9F-0752-239A-BE29-8EDC1090C078}"/>
                </a:ext>
              </a:extLst>
            </p:cNvPr>
            <p:cNvCxnSpPr>
              <a:cxnSpLocks/>
            </p:cNvCxnSpPr>
            <p:nvPr/>
          </p:nvCxnSpPr>
          <p:spPr>
            <a:xfrm flipV="1">
              <a:off x="4632960" y="5558566"/>
              <a:ext cx="986009" cy="514795"/>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3" name="图片 42">
              <a:extLst>
                <a:ext uri="{FF2B5EF4-FFF2-40B4-BE49-F238E27FC236}">
                  <a16:creationId xmlns:a16="http://schemas.microsoft.com/office/drawing/2014/main" id="{8D33AA94-3BC7-5D3E-90BF-A207E8389ED4}"/>
                </a:ext>
              </a:extLst>
            </p:cNvPr>
            <p:cNvPicPr>
              <a:picLocks noChangeAspect="1"/>
            </p:cNvPicPr>
            <p:nvPr/>
          </p:nvPicPr>
          <p:blipFill>
            <a:blip r:embed="rId4" cstate="print"/>
            <a:stretch>
              <a:fillRect/>
            </a:stretch>
          </p:blipFill>
          <p:spPr>
            <a:xfrm>
              <a:off x="5350442" y="6028795"/>
              <a:ext cx="554594" cy="489288"/>
            </a:xfrm>
            <a:prstGeom prst="rect">
              <a:avLst/>
            </a:prstGeom>
          </p:spPr>
        </p:pic>
        <p:cxnSp>
          <p:nvCxnSpPr>
            <p:cNvPr id="44" name="直接连接符 43">
              <a:extLst>
                <a:ext uri="{FF2B5EF4-FFF2-40B4-BE49-F238E27FC236}">
                  <a16:creationId xmlns:a16="http://schemas.microsoft.com/office/drawing/2014/main" id="{D72C3C4F-F03A-6289-4889-E25EE8560636}"/>
                </a:ext>
              </a:extLst>
            </p:cNvPr>
            <p:cNvCxnSpPr>
              <a:cxnSpLocks/>
              <a:stCxn id="43" idx="0"/>
              <a:endCxn id="39" idx="2"/>
            </p:cNvCxnSpPr>
            <p:nvPr/>
          </p:nvCxnSpPr>
          <p:spPr>
            <a:xfrm flipV="1">
              <a:off x="5627739" y="5641887"/>
              <a:ext cx="68140" cy="386908"/>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45" name="Group 47">
              <a:extLst>
                <a:ext uri="{FF2B5EF4-FFF2-40B4-BE49-F238E27FC236}">
                  <a16:creationId xmlns:a16="http://schemas.microsoft.com/office/drawing/2014/main" id="{D6280C61-2377-F9F0-126C-62ED9DBF44ED}"/>
                </a:ext>
              </a:extLst>
            </p:cNvPr>
            <p:cNvGrpSpPr>
              <a:grpSpLocks/>
            </p:cNvGrpSpPr>
            <p:nvPr/>
          </p:nvGrpSpPr>
          <p:grpSpPr bwMode="auto">
            <a:xfrm>
              <a:off x="6510999" y="5781824"/>
              <a:ext cx="428916" cy="681362"/>
              <a:chOff x="4140" y="429"/>
              <a:chExt cx="1425" cy="2396"/>
            </a:xfrm>
          </p:grpSpPr>
          <p:sp>
            <p:nvSpPr>
              <p:cNvPr id="46" name="Freeform 48">
                <a:extLst>
                  <a:ext uri="{FF2B5EF4-FFF2-40B4-BE49-F238E27FC236}">
                    <a16:creationId xmlns:a16="http://schemas.microsoft.com/office/drawing/2014/main" id="{690DE125-12C6-38D5-29D5-80170CB27C92}"/>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Rectangle 49">
                <a:extLst>
                  <a:ext uri="{FF2B5EF4-FFF2-40B4-BE49-F238E27FC236}">
                    <a16:creationId xmlns:a16="http://schemas.microsoft.com/office/drawing/2014/main" id="{93CD802A-9C67-9B6B-30B1-7103DCC38C3F}"/>
                  </a:ext>
                </a:extLst>
              </p:cNvPr>
              <p:cNvSpPr>
                <a:spLocks noChangeArrowheads="1"/>
              </p:cNvSpPr>
              <p:nvPr/>
            </p:nvSpPr>
            <p:spPr bwMode="auto">
              <a:xfrm>
                <a:off x="4205"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48" name="Freeform 50">
                <a:extLst>
                  <a:ext uri="{FF2B5EF4-FFF2-40B4-BE49-F238E27FC236}">
                    <a16:creationId xmlns:a16="http://schemas.microsoft.com/office/drawing/2014/main" id="{3A6F1711-90BC-E312-F89E-D7C3ADC18B64}"/>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51">
                <a:extLst>
                  <a:ext uri="{FF2B5EF4-FFF2-40B4-BE49-F238E27FC236}">
                    <a16:creationId xmlns:a16="http://schemas.microsoft.com/office/drawing/2014/main" id="{CD1362CF-8A47-CA49-245B-D8B8EC199BB1}"/>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Rectangle 52">
                <a:extLst>
                  <a:ext uri="{FF2B5EF4-FFF2-40B4-BE49-F238E27FC236}">
                    <a16:creationId xmlns:a16="http://schemas.microsoft.com/office/drawing/2014/main" id="{ACCF9917-31F4-7ADF-F4D3-565059202A5A}"/>
                  </a:ext>
                </a:extLst>
              </p:cNvPr>
              <p:cNvSpPr>
                <a:spLocks noChangeArrowheads="1"/>
              </p:cNvSpPr>
              <p:nvPr/>
            </p:nvSpPr>
            <p:spPr bwMode="auto">
              <a:xfrm>
                <a:off x="4212" y="693"/>
                <a:ext cx="595"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51" name="Group 53">
                <a:extLst>
                  <a:ext uri="{FF2B5EF4-FFF2-40B4-BE49-F238E27FC236}">
                    <a16:creationId xmlns:a16="http://schemas.microsoft.com/office/drawing/2014/main" id="{A882E274-87B9-F8CA-8C3A-A4DA738088EC}"/>
                  </a:ext>
                </a:extLst>
              </p:cNvPr>
              <p:cNvGrpSpPr>
                <a:grpSpLocks/>
              </p:cNvGrpSpPr>
              <p:nvPr/>
            </p:nvGrpSpPr>
            <p:grpSpPr bwMode="auto">
              <a:xfrm>
                <a:off x="4749" y="668"/>
                <a:ext cx="581" cy="145"/>
                <a:chOff x="614" y="2568"/>
                <a:chExt cx="725" cy="139"/>
              </a:xfrm>
            </p:grpSpPr>
            <p:sp>
              <p:nvSpPr>
                <p:cNvPr id="76" name="AutoShape 54">
                  <a:extLst>
                    <a:ext uri="{FF2B5EF4-FFF2-40B4-BE49-F238E27FC236}">
                      <a16:creationId xmlns:a16="http://schemas.microsoft.com/office/drawing/2014/main" id="{6F76CF30-AB7A-A40F-947F-625E2BFD4726}"/>
                    </a:ext>
                  </a:extLst>
                </p:cNvPr>
                <p:cNvSpPr>
                  <a:spLocks noChangeArrowheads="1"/>
                </p:cNvSpPr>
                <p:nvPr/>
              </p:nvSpPr>
              <p:spPr bwMode="auto">
                <a:xfrm>
                  <a:off x="613" y="2569"/>
                  <a:ext cx="727"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77" name="AutoShape 55">
                  <a:extLst>
                    <a:ext uri="{FF2B5EF4-FFF2-40B4-BE49-F238E27FC236}">
                      <a16:creationId xmlns:a16="http://schemas.microsoft.com/office/drawing/2014/main" id="{AB3444CC-5DA7-3991-0ACA-CA400EA98869}"/>
                    </a:ext>
                  </a:extLst>
                </p:cNvPr>
                <p:cNvSpPr>
                  <a:spLocks noChangeArrowheads="1"/>
                </p:cNvSpPr>
                <p:nvPr/>
              </p:nvSpPr>
              <p:spPr bwMode="auto">
                <a:xfrm>
                  <a:off x="629" y="2586"/>
                  <a:ext cx="694"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52" name="Rectangle 56">
                <a:extLst>
                  <a:ext uri="{FF2B5EF4-FFF2-40B4-BE49-F238E27FC236}">
                    <a16:creationId xmlns:a16="http://schemas.microsoft.com/office/drawing/2014/main" id="{D12839A0-E06B-B5C6-F41A-DC4C8B33A1A0}"/>
                  </a:ext>
                </a:extLst>
              </p:cNvPr>
              <p:cNvSpPr>
                <a:spLocks noChangeArrowheads="1"/>
              </p:cNvSpPr>
              <p:nvPr/>
            </p:nvSpPr>
            <p:spPr bwMode="auto">
              <a:xfrm>
                <a:off x="4225" y="1019"/>
                <a:ext cx="595"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53" name="Group 57">
                <a:extLst>
                  <a:ext uri="{FF2B5EF4-FFF2-40B4-BE49-F238E27FC236}">
                    <a16:creationId xmlns:a16="http://schemas.microsoft.com/office/drawing/2014/main" id="{7A6AC292-222A-4BB9-D100-A5B6394E0FE2}"/>
                  </a:ext>
                </a:extLst>
              </p:cNvPr>
              <p:cNvGrpSpPr>
                <a:grpSpLocks/>
              </p:cNvGrpSpPr>
              <p:nvPr/>
            </p:nvGrpSpPr>
            <p:grpSpPr bwMode="auto">
              <a:xfrm>
                <a:off x="4747" y="994"/>
                <a:ext cx="581" cy="134"/>
                <a:chOff x="614" y="2568"/>
                <a:chExt cx="725" cy="139"/>
              </a:xfrm>
            </p:grpSpPr>
            <p:sp>
              <p:nvSpPr>
                <p:cNvPr id="74" name="AutoShape 58">
                  <a:extLst>
                    <a:ext uri="{FF2B5EF4-FFF2-40B4-BE49-F238E27FC236}">
                      <a16:creationId xmlns:a16="http://schemas.microsoft.com/office/drawing/2014/main" id="{6C72D3A6-F1CE-6DA0-B58B-A3DDECB6D013}"/>
                    </a:ext>
                  </a:extLst>
                </p:cNvPr>
                <p:cNvSpPr>
                  <a:spLocks noChangeArrowheads="1"/>
                </p:cNvSpPr>
                <p:nvPr/>
              </p:nvSpPr>
              <p:spPr bwMode="auto">
                <a:xfrm>
                  <a:off x="616" y="2569"/>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75" name="AutoShape 59">
                  <a:extLst>
                    <a:ext uri="{FF2B5EF4-FFF2-40B4-BE49-F238E27FC236}">
                      <a16:creationId xmlns:a16="http://schemas.microsoft.com/office/drawing/2014/main" id="{FEC6BD11-0041-6CF3-3B51-A6B6C728F367}"/>
                    </a:ext>
                  </a:extLst>
                </p:cNvPr>
                <p:cNvSpPr>
                  <a:spLocks noChangeArrowheads="1"/>
                </p:cNvSpPr>
                <p:nvPr/>
              </p:nvSpPr>
              <p:spPr bwMode="auto">
                <a:xfrm>
                  <a:off x="632" y="2588"/>
                  <a:ext cx="690"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54" name="Rectangle 60">
                <a:extLst>
                  <a:ext uri="{FF2B5EF4-FFF2-40B4-BE49-F238E27FC236}">
                    <a16:creationId xmlns:a16="http://schemas.microsoft.com/office/drawing/2014/main" id="{C07351C6-952D-0DF3-5B85-81B39B1F8E9F}"/>
                  </a:ext>
                </a:extLst>
              </p:cNvPr>
              <p:cNvSpPr>
                <a:spLocks noChangeArrowheads="1"/>
              </p:cNvSpPr>
              <p:nvPr/>
            </p:nvSpPr>
            <p:spPr bwMode="auto">
              <a:xfrm>
                <a:off x="4218" y="1357"/>
                <a:ext cx="595"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55" name="Rectangle 61">
                <a:extLst>
                  <a:ext uri="{FF2B5EF4-FFF2-40B4-BE49-F238E27FC236}">
                    <a16:creationId xmlns:a16="http://schemas.microsoft.com/office/drawing/2014/main" id="{39F77C5F-E50D-C6FB-B3D7-04C4C1B5D391}"/>
                  </a:ext>
                </a:extLst>
              </p:cNvPr>
              <p:cNvSpPr>
                <a:spLocks noChangeArrowheads="1"/>
              </p:cNvSpPr>
              <p:nvPr/>
            </p:nvSpPr>
            <p:spPr bwMode="auto">
              <a:xfrm>
                <a:off x="4228" y="1654"/>
                <a:ext cx="595"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nvGrpSpPr>
              <p:cNvPr id="56" name="Group 62">
                <a:extLst>
                  <a:ext uri="{FF2B5EF4-FFF2-40B4-BE49-F238E27FC236}">
                    <a16:creationId xmlns:a16="http://schemas.microsoft.com/office/drawing/2014/main" id="{D4376220-0E88-8E84-1788-7921D2559805}"/>
                  </a:ext>
                </a:extLst>
              </p:cNvPr>
              <p:cNvGrpSpPr>
                <a:grpSpLocks/>
              </p:cNvGrpSpPr>
              <p:nvPr/>
            </p:nvGrpSpPr>
            <p:grpSpPr bwMode="auto">
              <a:xfrm>
                <a:off x="4735" y="1627"/>
                <a:ext cx="582" cy="151"/>
                <a:chOff x="614" y="2568"/>
                <a:chExt cx="725" cy="139"/>
              </a:xfrm>
            </p:grpSpPr>
            <p:sp>
              <p:nvSpPr>
                <p:cNvPr id="72" name="AutoShape 63">
                  <a:extLst>
                    <a:ext uri="{FF2B5EF4-FFF2-40B4-BE49-F238E27FC236}">
                      <a16:creationId xmlns:a16="http://schemas.microsoft.com/office/drawing/2014/main" id="{7C9970D3-4BE5-BDB0-3DE6-0E32862586CB}"/>
                    </a:ext>
                  </a:extLst>
                </p:cNvPr>
                <p:cNvSpPr>
                  <a:spLocks noChangeArrowheads="1"/>
                </p:cNvSpPr>
                <p:nvPr/>
              </p:nvSpPr>
              <p:spPr bwMode="auto">
                <a:xfrm>
                  <a:off x="614" y="2568"/>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73" name="AutoShape 64">
                  <a:extLst>
                    <a:ext uri="{FF2B5EF4-FFF2-40B4-BE49-F238E27FC236}">
                      <a16:creationId xmlns:a16="http://schemas.microsoft.com/office/drawing/2014/main" id="{7E7F9A3F-C324-54E9-A3F7-29F77D460E5C}"/>
                    </a:ext>
                  </a:extLst>
                </p:cNvPr>
                <p:cNvSpPr>
                  <a:spLocks noChangeArrowheads="1"/>
                </p:cNvSpPr>
                <p:nvPr/>
              </p:nvSpPr>
              <p:spPr bwMode="auto">
                <a:xfrm>
                  <a:off x="631" y="2584"/>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57" name="Freeform 65">
                <a:extLst>
                  <a:ext uri="{FF2B5EF4-FFF2-40B4-BE49-F238E27FC236}">
                    <a16:creationId xmlns:a16="http://schemas.microsoft.com/office/drawing/2014/main" id="{F5072E84-B974-542D-4A76-BAC519158DAC}"/>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8" name="Group 66">
                <a:extLst>
                  <a:ext uri="{FF2B5EF4-FFF2-40B4-BE49-F238E27FC236}">
                    <a16:creationId xmlns:a16="http://schemas.microsoft.com/office/drawing/2014/main" id="{AC150AB1-8D8C-70B3-1541-8D7D7AAA1161}"/>
                  </a:ext>
                </a:extLst>
              </p:cNvPr>
              <p:cNvGrpSpPr>
                <a:grpSpLocks/>
              </p:cNvGrpSpPr>
              <p:nvPr/>
            </p:nvGrpSpPr>
            <p:grpSpPr bwMode="auto">
              <a:xfrm>
                <a:off x="4739" y="1327"/>
                <a:ext cx="582" cy="139"/>
                <a:chOff x="614" y="2568"/>
                <a:chExt cx="725" cy="139"/>
              </a:xfrm>
            </p:grpSpPr>
            <p:sp>
              <p:nvSpPr>
                <p:cNvPr id="70" name="AutoShape 67">
                  <a:extLst>
                    <a:ext uri="{FF2B5EF4-FFF2-40B4-BE49-F238E27FC236}">
                      <a16:creationId xmlns:a16="http://schemas.microsoft.com/office/drawing/2014/main" id="{F6C74DB6-ABBD-06B5-FBBD-88726B9DD05D}"/>
                    </a:ext>
                  </a:extLst>
                </p:cNvPr>
                <p:cNvSpPr>
                  <a:spLocks noChangeArrowheads="1"/>
                </p:cNvSpPr>
                <p:nvPr/>
              </p:nvSpPr>
              <p:spPr bwMode="auto">
                <a:xfrm>
                  <a:off x="614" y="2568"/>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71" name="AutoShape 68">
                  <a:extLst>
                    <a:ext uri="{FF2B5EF4-FFF2-40B4-BE49-F238E27FC236}">
                      <a16:creationId xmlns:a16="http://schemas.microsoft.com/office/drawing/2014/main" id="{E42B3D84-D7E0-424D-7B17-937F7430B088}"/>
                    </a:ext>
                  </a:extLst>
                </p:cNvPr>
                <p:cNvSpPr>
                  <a:spLocks noChangeArrowheads="1"/>
                </p:cNvSpPr>
                <p:nvPr/>
              </p:nvSpPr>
              <p:spPr bwMode="auto">
                <a:xfrm>
                  <a:off x="630"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sp>
            <p:nvSpPr>
              <p:cNvPr id="59" name="Rectangle 69">
                <a:extLst>
                  <a:ext uri="{FF2B5EF4-FFF2-40B4-BE49-F238E27FC236}">
                    <a16:creationId xmlns:a16="http://schemas.microsoft.com/office/drawing/2014/main" id="{26E17BB3-E9DE-37CD-3AFA-5C0D34E03899}"/>
                  </a:ext>
                </a:extLst>
              </p:cNvPr>
              <p:cNvSpPr>
                <a:spLocks noChangeArrowheads="1"/>
              </p:cNvSpPr>
              <p:nvPr/>
            </p:nvSpPr>
            <p:spPr bwMode="auto">
              <a:xfrm>
                <a:off x="5249" y="432"/>
                <a:ext cx="68" cy="228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60" name="Freeform 70">
                <a:extLst>
                  <a:ext uri="{FF2B5EF4-FFF2-40B4-BE49-F238E27FC236}">
                    <a16:creationId xmlns:a16="http://schemas.microsoft.com/office/drawing/2014/main" id="{EF2CE5A8-47AF-3806-E07E-BFB0619B0180}"/>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71">
                <a:extLst>
                  <a:ext uri="{FF2B5EF4-FFF2-40B4-BE49-F238E27FC236}">
                    <a16:creationId xmlns:a16="http://schemas.microsoft.com/office/drawing/2014/main" id="{819AFDEB-6D10-DC2F-1790-EC7A05671775}"/>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Oval 72">
                <a:extLst>
                  <a:ext uri="{FF2B5EF4-FFF2-40B4-BE49-F238E27FC236}">
                    <a16:creationId xmlns:a16="http://schemas.microsoft.com/office/drawing/2014/main" id="{8BFA8186-3D36-C94A-4DB2-696FCEC70A32}"/>
                  </a:ext>
                </a:extLst>
              </p:cNvPr>
              <p:cNvSpPr>
                <a:spLocks noChangeArrowheads="1"/>
              </p:cNvSpPr>
              <p:nvPr/>
            </p:nvSpPr>
            <p:spPr bwMode="auto">
              <a:xfrm>
                <a:off x="5516" y="2611"/>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63" name="Freeform 73">
                <a:extLst>
                  <a:ext uri="{FF2B5EF4-FFF2-40B4-BE49-F238E27FC236}">
                    <a16:creationId xmlns:a16="http://schemas.microsoft.com/office/drawing/2014/main" id="{95BAF53F-4E10-EAF0-FCF7-55EEDB210261}"/>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AutoShape 74">
                <a:extLst>
                  <a:ext uri="{FF2B5EF4-FFF2-40B4-BE49-F238E27FC236}">
                    <a16:creationId xmlns:a16="http://schemas.microsoft.com/office/drawing/2014/main" id="{8FB35C98-9140-A535-BC0A-2ED44AE20BFF}"/>
                  </a:ext>
                </a:extLst>
              </p:cNvPr>
              <p:cNvSpPr>
                <a:spLocks noChangeArrowheads="1"/>
              </p:cNvSpPr>
              <p:nvPr/>
            </p:nvSpPr>
            <p:spPr bwMode="auto">
              <a:xfrm>
                <a:off x="4140" y="2677"/>
                <a:ext cx="1201" cy="148"/>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65" name="AutoShape 75">
                <a:extLst>
                  <a:ext uri="{FF2B5EF4-FFF2-40B4-BE49-F238E27FC236}">
                    <a16:creationId xmlns:a16="http://schemas.microsoft.com/office/drawing/2014/main" id="{348230C8-89C1-CCB3-1B28-FD607CE400E0}"/>
                  </a:ext>
                </a:extLst>
              </p:cNvPr>
              <p:cNvSpPr>
                <a:spLocks noChangeArrowheads="1"/>
              </p:cNvSpPr>
              <p:nvPr/>
            </p:nvSpPr>
            <p:spPr bwMode="auto">
              <a:xfrm>
                <a:off x="4205" y="2712"/>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66" name="Oval 76">
                <a:extLst>
                  <a:ext uri="{FF2B5EF4-FFF2-40B4-BE49-F238E27FC236}">
                    <a16:creationId xmlns:a16="http://schemas.microsoft.com/office/drawing/2014/main" id="{665AB7F9-F6AA-C6F7-0CA7-F10795E67BE0}"/>
                  </a:ext>
                </a:extLst>
              </p:cNvPr>
              <p:cNvSpPr>
                <a:spLocks noChangeArrowheads="1"/>
              </p:cNvSpPr>
              <p:nvPr/>
            </p:nvSpPr>
            <p:spPr bwMode="auto">
              <a:xfrm>
                <a:off x="4309" y="2383"/>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67" name="Oval 77">
                <a:extLst>
                  <a:ext uri="{FF2B5EF4-FFF2-40B4-BE49-F238E27FC236}">
                    <a16:creationId xmlns:a16="http://schemas.microsoft.com/office/drawing/2014/main" id="{B36239C7-11E7-64F4-16AE-F1AF4D602111}"/>
                  </a:ext>
                </a:extLst>
              </p:cNvPr>
              <p:cNvSpPr>
                <a:spLocks noChangeArrowheads="1"/>
              </p:cNvSpPr>
              <p:nvPr/>
            </p:nvSpPr>
            <p:spPr bwMode="auto">
              <a:xfrm>
                <a:off x="4485" y="2383"/>
                <a:ext cx="163"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endParaRPr lang="zh-CN" altLang="zh-CN" sz="1800">
                  <a:solidFill>
                    <a:srgbClr val="FF0000"/>
                  </a:solidFill>
                  <a:cs typeface="Arial" panose="020B0604020202020204" pitchFamily="34" charset="0"/>
                </a:endParaRPr>
              </a:p>
            </p:txBody>
          </p:sp>
          <p:sp>
            <p:nvSpPr>
              <p:cNvPr id="68" name="Oval 78">
                <a:extLst>
                  <a:ext uri="{FF2B5EF4-FFF2-40B4-BE49-F238E27FC236}">
                    <a16:creationId xmlns:a16="http://schemas.microsoft.com/office/drawing/2014/main" id="{D012D6CB-1DE7-CC2B-727A-B7A6BA098450}"/>
                  </a:ext>
                </a:extLst>
              </p:cNvPr>
              <p:cNvSpPr>
                <a:spLocks noChangeArrowheads="1"/>
              </p:cNvSpPr>
              <p:nvPr/>
            </p:nvSpPr>
            <p:spPr bwMode="auto">
              <a:xfrm>
                <a:off x="4661" y="2380"/>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sp>
            <p:nvSpPr>
              <p:cNvPr id="69" name="Rectangle 79">
                <a:extLst>
                  <a:ext uri="{FF2B5EF4-FFF2-40B4-BE49-F238E27FC236}">
                    <a16:creationId xmlns:a16="http://schemas.microsoft.com/office/drawing/2014/main" id="{9CFDFFF3-DAAD-CE0B-040D-CD6DFCB1A228}"/>
                  </a:ext>
                </a:extLst>
              </p:cNvPr>
              <p:cNvSpPr>
                <a:spLocks noChangeArrowheads="1"/>
              </p:cNvSpPr>
              <p:nvPr/>
            </p:nvSpPr>
            <p:spPr bwMode="auto">
              <a:xfrm>
                <a:off x="5061" y="1835"/>
                <a:ext cx="88" cy="762"/>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MS PGothic" panose="020B0600070205080204" pitchFamily="34" charset="-128"/>
                  </a:defRPr>
                </a:lvl1pPr>
                <a:lvl2pPr marL="742950" indent="-285750">
                  <a:defRPr sz="2000">
                    <a:solidFill>
                      <a:schemeClr val="tx1"/>
                    </a:solidFill>
                    <a:latin typeface="Arial" panose="020B0604020202020204" pitchFamily="34" charset="0"/>
                    <a:ea typeface="MS PGothic" panose="020B0600070205080204" pitchFamily="34" charset="-128"/>
                  </a:defRPr>
                </a:lvl2pPr>
                <a:lvl3pPr marL="1143000" indent="-228600">
                  <a:defRPr sz="2000">
                    <a:solidFill>
                      <a:schemeClr val="tx1"/>
                    </a:solidFill>
                    <a:latin typeface="Arial" panose="020B0604020202020204" pitchFamily="34" charset="0"/>
                    <a:ea typeface="MS PGothic" panose="020B0600070205080204" pitchFamily="34" charset="-128"/>
                  </a:defRPr>
                </a:lvl3pPr>
                <a:lvl4pPr marL="1600200" indent="-228600">
                  <a:defRPr sz="2000">
                    <a:solidFill>
                      <a:schemeClr val="tx1"/>
                    </a:solidFill>
                    <a:latin typeface="Arial" panose="020B0604020202020204" pitchFamily="34" charset="0"/>
                    <a:ea typeface="MS PGothic" panose="020B0600070205080204" pitchFamily="34" charset="-128"/>
                  </a:defRPr>
                </a:lvl4pPr>
                <a:lvl5pPr marL="2057400" indent="-228600">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MS PGothic" panose="020B0600070205080204" pitchFamily="34" charset="-128"/>
                  </a:defRPr>
                </a:lvl9pPr>
              </a:lstStyle>
              <a:p>
                <a:endParaRPr lang="zh-CN" altLang="zh-CN"/>
              </a:p>
            </p:txBody>
          </p:sp>
        </p:grpSp>
        <p:cxnSp>
          <p:nvCxnSpPr>
            <p:cNvPr id="78" name="直接连接符 77">
              <a:extLst>
                <a:ext uri="{FF2B5EF4-FFF2-40B4-BE49-F238E27FC236}">
                  <a16:creationId xmlns:a16="http://schemas.microsoft.com/office/drawing/2014/main" id="{05577496-1409-498E-53AC-751965603D86}"/>
                </a:ext>
              </a:extLst>
            </p:cNvPr>
            <p:cNvCxnSpPr>
              <a:cxnSpLocks/>
              <a:stCxn id="47" idx="0"/>
            </p:cNvCxnSpPr>
            <p:nvPr/>
          </p:nvCxnSpPr>
          <p:spPr>
            <a:xfrm flipH="1" flipV="1">
              <a:off x="6002241" y="5457714"/>
              <a:ext cx="686044" cy="32411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9" name="矩形 78">
              <a:extLst>
                <a:ext uri="{FF2B5EF4-FFF2-40B4-BE49-F238E27FC236}">
                  <a16:creationId xmlns:a16="http://schemas.microsoft.com/office/drawing/2014/main" id="{98B45536-6A60-6E01-6595-C1FD07FFD4B0}"/>
                </a:ext>
              </a:extLst>
            </p:cNvPr>
            <p:cNvSpPr/>
            <p:nvPr/>
          </p:nvSpPr>
          <p:spPr>
            <a:xfrm>
              <a:off x="5670827" y="4127219"/>
              <a:ext cx="1166666" cy="369332"/>
            </a:xfrm>
            <a:prstGeom prst="rect">
              <a:avLst/>
            </a:prstGeom>
          </p:spPr>
          <p:txBody>
            <a:bodyPr wrap="none">
              <a:spAutoFit/>
            </a:bodyPr>
            <a:lstStyle/>
            <a:p>
              <a:r>
                <a:rPr lang="en-US" altLang="zh-CN" b="1" dirty="0"/>
                <a:t>Trunk Link</a:t>
              </a:r>
              <a:endParaRPr lang="zh-CN" altLang="en-US" b="1" dirty="0"/>
            </a:p>
          </p:txBody>
        </p:sp>
        <p:sp>
          <p:nvSpPr>
            <p:cNvPr id="80" name="矩形 79">
              <a:extLst>
                <a:ext uri="{FF2B5EF4-FFF2-40B4-BE49-F238E27FC236}">
                  <a16:creationId xmlns:a16="http://schemas.microsoft.com/office/drawing/2014/main" id="{21CE6589-923A-7333-0A7A-80BB6F956F0A}"/>
                </a:ext>
              </a:extLst>
            </p:cNvPr>
            <p:cNvSpPr/>
            <p:nvPr/>
          </p:nvSpPr>
          <p:spPr>
            <a:xfrm rot="20230731">
              <a:off x="7342425" y="3819651"/>
              <a:ext cx="1255472" cy="369332"/>
            </a:xfrm>
            <a:prstGeom prst="rect">
              <a:avLst/>
            </a:prstGeom>
          </p:spPr>
          <p:txBody>
            <a:bodyPr wrap="none">
              <a:spAutoFit/>
            </a:bodyPr>
            <a:lstStyle/>
            <a:p>
              <a:r>
                <a:rPr lang="en-US" altLang="zh-CN" b="1" dirty="0"/>
                <a:t>Access Link</a:t>
              </a:r>
              <a:endParaRPr lang="zh-CN" altLang="en-US" b="1" dirty="0"/>
            </a:p>
          </p:txBody>
        </p:sp>
        <p:sp>
          <p:nvSpPr>
            <p:cNvPr id="81" name="矩形 80">
              <a:extLst>
                <a:ext uri="{FF2B5EF4-FFF2-40B4-BE49-F238E27FC236}">
                  <a16:creationId xmlns:a16="http://schemas.microsoft.com/office/drawing/2014/main" id="{E617C13B-00EB-C737-A312-032B117ECBE6}"/>
                </a:ext>
              </a:extLst>
            </p:cNvPr>
            <p:cNvSpPr/>
            <p:nvPr/>
          </p:nvSpPr>
          <p:spPr>
            <a:xfrm rot="161513">
              <a:off x="5528392" y="4835751"/>
              <a:ext cx="1265090" cy="369332"/>
            </a:xfrm>
            <a:prstGeom prst="rect">
              <a:avLst/>
            </a:prstGeom>
          </p:spPr>
          <p:txBody>
            <a:bodyPr wrap="none">
              <a:spAutoFit/>
            </a:bodyPr>
            <a:lstStyle/>
            <a:p>
              <a:r>
                <a:rPr lang="en-US" altLang="zh-CN" b="1" dirty="0"/>
                <a:t>Hybrid Link</a:t>
              </a:r>
              <a:endParaRPr lang="zh-CN" altLang="en-US" b="1" dirty="0"/>
            </a:p>
          </p:txBody>
        </p:sp>
        <p:sp>
          <p:nvSpPr>
            <p:cNvPr id="82" name="矩形 81">
              <a:extLst>
                <a:ext uri="{FF2B5EF4-FFF2-40B4-BE49-F238E27FC236}">
                  <a16:creationId xmlns:a16="http://schemas.microsoft.com/office/drawing/2014/main" id="{0072DB00-5962-0423-D36A-A709A9C81393}"/>
                </a:ext>
              </a:extLst>
            </p:cNvPr>
            <p:cNvSpPr/>
            <p:nvPr/>
          </p:nvSpPr>
          <p:spPr>
            <a:xfrm>
              <a:off x="6964342" y="6084307"/>
              <a:ext cx="2115836" cy="369332"/>
            </a:xfrm>
            <a:prstGeom prst="rect">
              <a:avLst/>
            </a:prstGeom>
          </p:spPr>
          <p:txBody>
            <a:bodyPr wrap="none">
              <a:spAutoFit/>
            </a:bodyPr>
            <a:lstStyle/>
            <a:p>
              <a:r>
                <a:rPr lang="en-US" altLang="zh-CN" b="1" dirty="0"/>
                <a:t>VLAN-aware Device</a:t>
              </a:r>
              <a:endParaRPr lang="zh-CN" altLang="en-US" b="1" dirty="0"/>
            </a:p>
          </p:txBody>
        </p:sp>
        <p:sp>
          <p:nvSpPr>
            <p:cNvPr id="84" name="矩形 83">
              <a:extLst>
                <a:ext uri="{FF2B5EF4-FFF2-40B4-BE49-F238E27FC236}">
                  <a16:creationId xmlns:a16="http://schemas.microsoft.com/office/drawing/2014/main" id="{A4F585F2-1919-C2C6-7378-FEC8810A7309}"/>
                </a:ext>
              </a:extLst>
            </p:cNvPr>
            <p:cNvSpPr/>
            <p:nvPr/>
          </p:nvSpPr>
          <p:spPr>
            <a:xfrm rot="1956523">
              <a:off x="7731802" y="4802845"/>
              <a:ext cx="1255472" cy="369332"/>
            </a:xfrm>
            <a:prstGeom prst="rect">
              <a:avLst/>
            </a:prstGeom>
          </p:spPr>
          <p:txBody>
            <a:bodyPr wrap="none">
              <a:spAutoFit/>
            </a:bodyPr>
            <a:lstStyle/>
            <a:p>
              <a:r>
                <a:rPr lang="en-US" altLang="zh-CN" b="1" dirty="0"/>
                <a:t>Access Link</a:t>
              </a:r>
              <a:endParaRPr lang="zh-CN" altLang="en-US" b="1" dirty="0"/>
            </a:p>
          </p:txBody>
        </p:sp>
        <p:cxnSp>
          <p:nvCxnSpPr>
            <p:cNvPr id="88" name="直接连接符 87">
              <a:extLst>
                <a:ext uri="{FF2B5EF4-FFF2-40B4-BE49-F238E27FC236}">
                  <a16:creationId xmlns:a16="http://schemas.microsoft.com/office/drawing/2014/main" id="{97BAA94D-02F1-DC98-4DB4-BFFF6D21114B}"/>
                </a:ext>
              </a:extLst>
            </p:cNvPr>
            <p:cNvCxnSpPr>
              <a:cxnSpLocks/>
              <a:stCxn id="12" idx="3"/>
              <a:endCxn id="87" idx="2"/>
            </p:cNvCxnSpPr>
            <p:nvPr/>
          </p:nvCxnSpPr>
          <p:spPr>
            <a:xfrm flipV="1">
              <a:off x="5263039" y="3501380"/>
              <a:ext cx="28766" cy="780019"/>
            </a:xfrm>
            <a:prstGeom prst="line">
              <a:avLst/>
            </a:prstGeom>
            <a:ln w="76200">
              <a:solidFill>
                <a:schemeClr val="accent4"/>
              </a:solidFill>
            </a:ln>
          </p:spPr>
          <p:style>
            <a:lnRef idx="3">
              <a:schemeClr val="accent5"/>
            </a:lnRef>
            <a:fillRef idx="0">
              <a:schemeClr val="accent5"/>
            </a:fillRef>
            <a:effectRef idx="2">
              <a:schemeClr val="accent5"/>
            </a:effectRef>
            <a:fontRef idx="minor">
              <a:schemeClr val="tx1"/>
            </a:fontRef>
          </p:style>
        </p:cxnSp>
        <p:sp>
          <p:nvSpPr>
            <p:cNvPr id="91" name="矩形 90">
              <a:extLst>
                <a:ext uri="{FF2B5EF4-FFF2-40B4-BE49-F238E27FC236}">
                  <a16:creationId xmlns:a16="http://schemas.microsoft.com/office/drawing/2014/main" id="{C5F93E0F-B7A5-502F-E258-F2BAD5B4D014}"/>
                </a:ext>
              </a:extLst>
            </p:cNvPr>
            <p:cNvSpPr/>
            <p:nvPr/>
          </p:nvSpPr>
          <p:spPr>
            <a:xfrm>
              <a:off x="4125139" y="3663834"/>
              <a:ext cx="1166666" cy="369332"/>
            </a:xfrm>
            <a:prstGeom prst="rect">
              <a:avLst/>
            </a:prstGeom>
          </p:spPr>
          <p:txBody>
            <a:bodyPr wrap="none">
              <a:spAutoFit/>
            </a:bodyPr>
            <a:lstStyle/>
            <a:p>
              <a:r>
                <a:rPr lang="en-US" altLang="zh-CN" b="1" dirty="0"/>
                <a:t>Trunk Link</a:t>
              </a:r>
              <a:endParaRPr lang="zh-CN" altLang="en-US" b="1" dirty="0"/>
            </a:p>
          </p:txBody>
        </p:sp>
        <p:sp>
          <p:nvSpPr>
            <p:cNvPr id="92" name="矩形 91">
              <a:extLst>
                <a:ext uri="{FF2B5EF4-FFF2-40B4-BE49-F238E27FC236}">
                  <a16:creationId xmlns:a16="http://schemas.microsoft.com/office/drawing/2014/main" id="{5CF70B33-00A2-51D3-0B8E-1A99B14AC877}"/>
                </a:ext>
              </a:extLst>
            </p:cNvPr>
            <p:cNvSpPr/>
            <p:nvPr/>
          </p:nvSpPr>
          <p:spPr>
            <a:xfrm rot="161513">
              <a:off x="5666521" y="3142595"/>
              <a:ext cx="831831" cy="369332"/>
            </a:xfrm>
            <a:prstGeom prst="rect">
              <a:avLst/>
            </a:prstGeom>
          </p:spPr>
          <p:txBody>
            <a:bodyPr wrap="none">
              <a:spAutoFit/>
            </a:bodyPr>
            <a:lstStyle/>
            <a:p>
              <a:r>
                <a:rPr lang="en-US" altLang="zh-CN" b="1" dirty="0"/>
                <a:t>Router</a:t>
              </a:r>
              <a:endParaRPr lang="zh-CN" altLang="en-US" b="1" dirty="0"/>
            </a:p>
          </p:txBody>
        </p:sp>
      </p:grpSp>
      <p:pic>
        <p:nvPicPr>
          <p:cNvPr id="87" name="图片 86">
            <a:extLst>
              <a:ext uri="{FF2B5EF4-FFF2-40B4-BE49-F238E27FC236}">
                <a16:creationId xmlns:a16="http://schemas.microsoft.com/office/drawing/2014/main" id="{94299E42-E279-6EB0-D357-9C0B0D412904}"/>
              </a:ext>
            </a:extLst>
          </p:cNvPr>
          <p:cNvPicPr>
            <a:picLocks noChangeAspect="1"/>
          </p:cNvPicPr>
          <p:nvPr/>
        </p:nvPicPr>
        <p:blipFill>
          <a:blip r:embed="rId5" cstate="print"/>
          <a:stretch>
            <a:fillRect/>
          </a:stretch>
        </p:blipFill>
        <p:spPr>
          <a:xfrm>
            <a:off x="7844203" y="1694583"/>
            <a:ext cx="838256" cy="452131"/>
          </a:xfrm>
          <a:prstGeom prst="rect">
            <a:avLst/>
          </a:prstGeom>
        </p:spPr>
      </p:pic>
    </p:spTree>
    <p:extLst>
      <p:ext uri="{BB962C8B-B14F-4D97-AF65-F5344CB8AC3E}">
        <p14:creationId xmlns:p14="http://schemas.microsoft.com/office/powerpoint/2010/main" val="33468628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4A7E8-DE6D-64AA-0D3C-F0B44433E2A9}"/>
              </a:ext>
            </a:extLst>
          </p:cNvPr>
          <p:cNvSpPr>
            <a:spLocks noGrp="1"/>
          </p:cNvSpPr>
          <p:nvPr>
            <p:ph type="title"/>
          </p:nvPr>
        </p:nvSpPr>
        <p:spPr/>
        <p:txBody>
          <a:bodyPr/>
          <a:lstStyle/>
          <a:p>
            <a:r>
              <a:rPr lang="zh-CN" altLang="en-US" dirty="0"/>
              <a:t>主要内容</a:t>
            </a:r>
          </a:p>
        </p:txBody>
      </p:sp>
      <p:sp>
        <p:nvSpPr>
          <p:cNvPr id="3" name="内容占位符 2">
            <a:extLst>
              <a:ext uri="{FF2B5EF4-FFF2-40B4-BE49-F238E27FC236}">
                <a16:creationId xmlns:a16="http://schemas.microsoft.com/office/drawing/2014/main" id="{28E1A4F6-EC50-DD49-E5AD-0305122C9A32}"/>
              </a:ext>
            </a:extLst>
          </p:cNvPr>
          <p:cNvSpPr>
            <a:spLocks noGrp="1"/>
          </p:cNvSpPr>
          <p:nvPr>
            <p:ph idx="1"/>
          </p:nvPr>
        </p:nvSpPr>
        <p:spPr/>
        <p:txBody>
          <a:bodyPr>
            <a:normAutofit/>
          </a:bodyPr>
          <a:lstStyle/>
          <a:p>
            <a:pPr marL="0" indent="0">
              <a:buNone/>
            </a:pPr>
            <a:r>
              <a:rPr lang="en-US" altLang="zh-CN" sz="2400" dirty="0"/>
              <a:t>6.1 </a:t>
            </a:r>
            <a:r>
              <a:rPr lang="zh-CN" altLang="en-US" sz="2400" dirty="0"/>
              <a:t>链路层概述</a:t>
            </a:r>
            <a:endParaRPr lang="en-US" altLang="zh-CN" sz="2400" dirty="0"/>
          </a:p>
          <a:p>
            <a:pPr marL="0" indent="0">
              <a:buNone/>
            </a:pPr>
            <a:r>
              <a:rPr lang="en-US" altLang="zh-CN" sz="2400" dirty="0"/>
              <a:t>6.2 </a:t>
            </a:r>
            <a:r>
              <a:rPr lang="zh-CN" altLang="en-US" sz="2400" dirty="0"/>
              <a:t>差错检测和校正技术</a:t>
            </a:r>
            <a:endParaRPr lang="en-US" altLang="zh-CN" sz="2400" dirty="0"/>
          </a:p>
          <a:p>
            <a:pPr marL="0" indent="0">
              <a:buNone/>
            </a:pPr>
            <a:r>
              <a:rPr lang="en-US" altLang="zh-CN" sz="2400" dirty="0"/>
              <a:t>6.3 </a:t>
            </a:r>
            <a:r>
              <a:rPr lang="zh-CN" altLang="en-US" sz="2400" dirty="0"/>
              <a:t>多路访问链路和协议</a:t>
            </a:r>
            <a:endParaRPr lang="en-US" altLang="zh-CN" sz="2400" dirty="0"/>
          </a:p>
          <a:p>
            <a:pPr marL="0" indent="0">
              <a:buNone/>
            </a:pPr>
            <a:r>
              <a:rPr lang="en-US" altLang="zh-CN" sz="2400" dirty="0"/>
              <a:t>6.4 </a:t>
            </a:r>
            <a:r>
              <a:rPr lang="zh-CN" altLang="en-US" sz="2400" dirty="0"/>
              <a:t>交换局域网</a:t>
            </a:r>
            <a:endParaRPr lang="en-US" altLang="zh-CN" sz="2400" dirty="0"/>
          </a:p>
          <a:p>
            <a:pPr marL="0" indent="0">
              <a:buNone/>
            </a:pPr>
            <a:r>
              <a:rPr lang="en-US" altLang="zh-CN" sz="2400" dirty="0">
                <a:solidFill>
                  <a:schemeClr val="tx1">
                    <a:lumMod val="50000"/>
                    <a:lumOff val="50000"/>
                  </a:schemeClr>
                </a:solidFill>
              </a:rPr>
              <a:t>6.5 </a:t>
            </a:r>
            <a:r>
              <a:rPr lang="zh-CN" altLang="en-US" sz="2400" dirty="0">
                <a:solidFill>
                  <a:schemeClr val="tx1">
                    <a:lumMod val="50000"/>
                    <a:lumOff val="50000"/>
                  </a:schemeClr>
                </a:solidFill>
              </a:rPr>
              <a:t>链路虚拟化：网络作为链路层</a:t>
            </a:r>
            <a:endParaRPr lang="en-US" altLang="zh-CN" sz="2400" dirty="0">
              <a:solidFill>
                <a:schemeClr val="tx1">
                  <a:lumMod val="50000"/>
                  <a:lumOff val="50000"/>
                </a:schemeClr>
              </a:solidFill>
            </a:endParaRPr>
          </a:p>
          <a:p>
            <a:pPr marL="0" indent="0">
              <a:buNone/>
            </a:pPr>
            <a:r>
              <a:rPr lang="en-US" altLang="zh-CN" sz="2400" dirty="0">
                <a:solidFill>
                  <a:schemeClr val="tx1">
                    <a:lumMod val="50000"/>
                    <a:lumOff val="50000"/>
                  </a:schemeClr>
                </a:solidFill>
              </a:rPr>
              <a:t>6.6 </a:t>
            </a:r>
            <a:r>
              <a:rPr lang="zh-CN" altLang="en-US" sz="2400" dirty="0">
                <a:solidFill>
                  <a:schemeClr val="tx1">
                    <a:lumMod val="50000"/>
                    <a:lumOff val="50000"/>
                  </a:schemeClr>
                </a:solidFill>
              </a:rPr>
              <a:t>数据中心网络</a:t>
            </a:r>
            <a:endParaRPr lang="en-US" altLang="zh-CN" sz="2400" dirty="0">
              <a:solidFill>
                <a:schemeClr val="tx1">
                  <a:lumMod val="50000"/>
                  <a:lumOff val="50000"/>
                </a:schemeClr>
              </a:solidFill>
            </a:endParaRPr>
          </a:p>
          <a:p>
            <a:pPr marL="0" indent="0">
              <a:buNone/>
            </a:pPr>
            <a:r>
              <a:rPr lang="en-US" altLang="zh-CN" sz="2400" b="1" dirty="0">
                <a:solidFill>
                  <a:schemeClr val="accent4"/>
                </a:solidFill>
              </a:rPr>
              <a:t>6.7 </a:t>
            </a:r>
            <a:r>
              <a:rPr lang="zh-CN" altLang="en-US" sz="2400" b="1" dirty="0">
                <a:solidFill>
                  <a:schemeClr val="accent4"/>
                </a:solidFill>
              </a:rPr>
              <a:t>回顾：</a:t>
            </a:r>
            <a:r>
              <a:rPr lang="en-US" altLang="zh-CN" sz="2400" b="1" dirty="0">
                <a:solidFill>
                  <a:schemeClr val="accent4"/>
                </a:solidFill>
              </a:rPr>
              <a:t>Web</a:t>
            </a:r>
            <a:r>
              <a:rPr lang="zh-CN" altLang="en-US" sz="2400" b="1" dirty="0">
                <a:solidFill>
                  <a:schemeClr val="accent4"/>
                </a:solidFill>
              </a:rPr>
              <a:t>页面请求的历程</a:t>
            </a:r>
            <a:endParaRPr lang="en-US" altLang="zh-CN" sz="2400" b="1" dirty="0">
              <a:solidFill>
                <a:schemeClr val="accent4"/>
              </a:solidFill>
            </a:endParaRPr>
          </a:p>
          <a:p>
            <a:pPr marL="0" indent="0">
              <a:buNone/>
            </a:pPr>
            <a:r>
              <a:rPr lang="en-US" altLang="zh-CN" sz="2400" dirty="0">
                <a:solidFill>
                  <a:schemeClr val="tx1">
                    <a:lumMod val="50000"/>
                    <a:lumOff val="50000"/>
                  </a:schemeClr>
                </a:solidFill>
              </a:rPr>
              <a:t>6.8 </a:t>
            </a:r>
            <a:r>
              <a:rPr lang="zh-CN" altLang="en-US" sz="2400" dirty="0">
                <a:solidFill>
                  <a:schemeClr val="tx1">
                    <a:lumMod val="50000"/>
                    <a:lumOff val="50000"/>
                  </a:schemeClr>
                </a:solidFill>
              </a:rPr>
              <a:t>小结</a:t>
            </a:r>
          </a:p>
        </p:txBody>
      </p:sp>
    </p:spTree>
    <p:extLst>
      <p:ext uri="{BB962C8B-B14F-4D97-AF65-F5344CB8AC3E}">
        <p14:creationId xmlns:p14="http://schemas.microsoft.com/office/powerpoint/2010/main" val="2350220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2544F0-947B-9EC5-3742-E8E5EAD01A75}"/>
              </a:ext>
            </a:extLst>
          </p:cNvPr>
          <p:cNvSpPr>
            <a:spLocks noGrp="1"/>
          </p:cNvSpPr>
          <p:nvPr>
            <p:ph type="title"/>
          </p:nvPr>
        </p:nvSpPr>
        <p:spPr/>
        <p:txBody>
          <a:bodyPr/>
          <a:lstStyle/>
          <a:p>
            <a:r>
              <a:rPr lang="en-US" altLang="zh-CN" dirty="0"/>
              <a:t>Web</a:t>
            </a:r>
            <a:r>
              <a:rPr lang="zh-CN" altLang="en-US" dirty="0"/>
              <a:t>请求的历程</a:t>
            </a:r>
          </a:p>
        </p:txBody>
      </p:sp>
      <p:sp>
        <p:nvSpPr>
          <p:cNvPr id="3" name="内容占位符 2">
            <a:extLst>
              <a:ext uri="{FF2B5EF4-FFF2-40B4-BE49-F238E27FC236}">
                <a16:creationId xmlns:a16="http://schemas.microsoft.com/office/drawing/2014/main" id="{F195D4DE-0550-4D06-0F45-1EF7354699DA}"/>
              </a:ext>
            </a:extLst>
          </p:cNvPr>
          <p:cNvSpPr>
            <a:spLocks noGrp="1"/>
          </p:cNvSpPr>
          <p:nvPr>
            <p:ph idx="1"/>
          </p:nvPr>
        </p:nvSpPr>
        <p:spPr/>
        <p:txBody>
          <a:bodyPr/>
          <a:lstStyle/>
          <a:p>
            <a:pPr marL="0" indent="0">
              <a:buNone/>
            </a:pPr>
            <a:r>
              <a:rPr lang="zh-CN" altLang="en-US" dirty="0"/>
              <a:t>同学使用笔记本连接到校园网，访问某个</a:t>
            </a:r>
            <a:r>
              <a:rPr lang="en-US" altLang="zh-CN" dirty="0"/>
              <a:t>web</a:t>
            </a:r>
            <a:r>
              <a:rPr lang="zh-CN" altLang="en-US" dirty="0"/>
              <a:t>服务器</a:t>
            </a:r>
            <a:endParaRPr lang="en-US" altLang="zh-CN" dirty="0"/>
          </a:p>
          <a:p>
            <a:r>
              <a:rPr lang="en-US" altLang="zh-CN" dirty="0"/>
              <a:t>DHCP</a:t>
            </a:r>
            <a:r>
              <a:rPr lang="zh-CN" altLang="en-US" dirty="0"/>
              <a:t>获得</a:t>
            </a:r>
            <a:r>
              <a:rPr lang="en-US" altLang="zh-CN" dirty="0"/>
              <a:t>IP</a:t>
            </a:r>
            <a:r>
              <a:rPr lang="zh-CN" altLang="en-US" dirty="0"/>
              <a:t>地址等配置</a:t>
            </a:r>
            <a:endParaRPr lang="en-US" altLang="zh-CN" dirty="0"/>
          </a:p>
          <a:p>
            <a:r>
              <a:rPr lang="en-US" altLang="zh-CN" dirty="0"/>
              <a:t>DNS</a:t>
            </a:r>
            <a:r>
              <a:rPr lang="zh-CN" altLang="en-US" dirty="0"/>
              <a:t>查询获得</a:t>
            </a:r>
            <a:r>
              <a:rPr lang="en-US" altLang="zh-CN" dirty="0"/>
              <a:t>web</a:t>
            </a:r>
            <a:r>
              <a:rPr lang="zh-CN" altLang="en-US" dirty="0"/>
              <a:t>服务器的</a:t>
            </a:r>
            <a:r>
              <a:rPr lang="en-US" altLang="zh-CN" dirty="0"/>
              <a:t>IP</a:t>
            </a:r>
            <a:r>
              <a:rPr lang="zh-CN" altLang="en-US" dirty="0"/>
              <a:t>地址</a:t>
            </a:r>
            <a:endParaRPr lang="en-US" altLang="zh-CN" dirty="0"/>
          </a:p>
          <a:p>
            <a:r>
              <a:rPr lang="en-US" altLang="zh-CN" dirty="0"/>
              <a:t>HTTP</a:t>
            </a:r>
            <a:r>
              <a:rPr lang="zh-CN" altLang="en-US" dirty="0"/>
              <a:t>请求</a:t>
            </a:r>
            <a:r>
              <a:rPr lang="en-US" altLang="zh-CN" dirty="0"/>
              <a:t>/</a:t>
            </a:r>
            <a:r>
              <a:rPr lang="zh-CN" altLang="en-US" dirty="0"/>
              <a:t>响应获得页面</a:t>
            </a:r>
          </a:p>
        </p:txBody>
      </p:sp>
      <p:grpSp>
        <p:nvGrpSpPr>
          <p:cNvPr id="218" name="组合 217">
            <a:extLst>
              <a:ext uri="{FF2B5EF4-FFF2-40B4-BE49-F238E27FC236}">
                <a16:creationId xmlns:a16="http://schemas.microsoft.com/office/drawing/2014/main" id="{269482A7-1936-1904-9FA9-92F2FB50849F}"/>
              </a:ext>
            </a:extLst>
          </p:cNvPr>
          <p:cNvGrpSpPr/>
          <p:nvPr/>
        </p:nvGrpSpPr>
        <p:grpSpPr>
          <a:xfrm>
            <a:off x="4255778" y="1487965"/>
            <a:ext cx="7857845" cy="4539772"/>
            <a:chOff x="3891242" y="1849873"/>
            <a:chExt cx="7857845" cy="4539772"/>
          </a:xfrm>
        </p:grpSpPr>
        <p:sp>
          <p:nvSpPr>
            <p:cNvPr id="4" name="Freeform 406">
              <a:extLst>
                <a:ext uri="{FF2B5EF4-FFF2-40B4-BE49-F238E27FC236}">
                  <a16:creationId xmlns:a16="http://schemas.microsoft.com/office/drawing/2014/main" id="{D12BCF10-1307-505E-A427-736D5ADAFA7A}"/>
                </a:ext>
              </a:extLst>
            </p:cNvPr>
            <p:cNvSpPr>
              <a:spLocks/>
            </p:cNvSpPr>
            <p:nvPr/>
          </p:nvSpPr>
          <p:spPr bwMode="auto">
            <a:xfrm>
              <a:off x="8242608" y="1849873"/>
              <a:ext cx="3494531" cy="2590938"/>
            </a:xfrm>
            <a:custGeom>
              <a:avLst/>
              <a:gdLst>
                <a:gd name="T0" fmla="*/ 2147483647 w 2453"/>
                <a:gd name="T1" fmla="*/ 2147483647 h 2011"/>
                <a:gd name="T2" fmla="*/ 2147483647 w 2453"/>
                <a:gd name="T3" fmla="*/ 2147483647 h 2011"/>
                <a:gd name="T4" fmla="*/ 2147483647 w 2453"/>
                <a:gd name="T5" fmla="*/ 2147483647 h 2011"/>
                <a:gd name="T6" fmla="*/ 2147483647 w 2453"/>
                <a:gd name="T7" fmla="*/ 2147483647 h 2011"/>
                <a:gd name="T8" fmla="*/ 2147483647 w 2453"/>
                <a:gd name="T9" fmla="*/ 2147483647 h 2011"/>
                <a:gd name="T10" fmla="*/ 2147483647 w 2453"/>
                <a:gd name="T11" fmla="*/ 2147483647 h 2011"/>
                <a:gd name="T12" fmla="*/ 2147483647 w 2453"/>
                <a:gd name="T13" fmla="*/ 2147483647 h 2011"/>
                <a:gd name="T14" fmla="*/ 2147483647 w 2453"/>
                <a:gd name="T15" fmla="*/ 2147483647 h 2011"/>
                <a:gd name="T16" fmla="*/ 2147483647 w 2453"/>
                <a:gd name="T17" fmla="*/ 2147483647 h 2011"/>
                <a:gd name="T18" fmla="*/ 2147483647 w 2453"/>
                <a:gd name="T19" fmla="*/ 2147483647 h 2011"/>
                <a:gd name="T20" fmla="*/ 2147483647 w 2453"/>
                <a:gd name="T21" fmla="*/ 2147483647 h 2011"/>
                <a:gd name="T22" fmla="*/ 2147483647 w 2453"/>
                <a:gd name="T23" fmla="*/ 2147483647 h 2011"/>
                <a:gd name="T24" fmla="*/ 2147483647 w 2453"/>
                <a:gd name="T25" fmla="*/ 2147483647 h 2011"/>
                <a:gd name="T26" fmla="*/ 2147483647 w 2453"/>
                <a:gd name="T27" fmla="*/ 2147483647 h 2011"/>
                <a:gd name="T28" fmla="*/ 2147483647 w 2453"/>
                <a:gd name="T29" fmla="*/ 2147483647 h 2011"/>
                <a:gd name="T30" fmla="*/ 2147483647 w 2453"/>
                <a:gd name="T31" fmla="*/ 2147483647 h 2011"/>
                <a:gd name="T32" fmla="*/ 2147483647 w 2453"/>
                <a:gd name="T33" fmla="*/ 2147483647 h 2011"/>
                <a:gd name="T34" fmla="*/ 2147483647 w 2453"/>
                <a:gd name="T35" fmla="*/ 2147483647 h 2011"/>
                <a:gd name="T36" fmla="*/ 2147483647 w 2453"/>
                <a:gd name="T37" fmla="*/ 2147483647 h 2011"/>
                <a:gd name="T38" fmla="*/ 2147483647 w 2453"/>
                <a:gd name="T39" fmla="*/ 2147483647 h 2011"/>
                <a:gd name="T40" fmla="*/ 2147483647 w 2453"/>
                <a:gd name="T41" fmla="*/ 2147483647 h 2011"/>
                <a:gd name="T42" fmla="*/ 2147483647 w 2453"/>
                <a:gd name="T43" fmla="*/ 2147483647 h 2011"/>
                <a:gd name="T44" fmla="*/ 2147483647 w 2453"/>
                <a:gd name="T45" fmla="*/ 2147483647 h 2011"/>
                <a:gd name="T46" fmla="*/ 2147483647 w 2453"/>
                <a:gd name="T47" fmla="*/ 2147483647 h 20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connsiteX0" fmla="*/ 326 w 9852"/>
                <a:gd name="connsiteY0" fmla="*/ 3101 h 9830"/>
                <a:gd name="connsiteX1" fmla="*/ 49 w 9852"/>
                <a:gd name="connsiteY1" fmla="*/ 3981 h 9830"/>
                <a:gd name="connsiteX2" fmla="*/ 21 w 9852"/>
                <a:gd name="connsiteY2" fmla="*/ 4956 h 9830"/>
                <a:gd name="connsiteX3" fmla="*/ 269 w 9852"/>
                <a:gd name="connsiteY3" fmla="*/ 5662 h 9830"/>
                <a:gd name="connsiteX4" fmla="*/ 657 w 9852"/>
                <a:gd name="connsiteY4" fmla="*/ 6741 h 9830"/>
                <a:gd name="connsiteX5" fmla="*/ 1125 w 9852"/>
                <a:gd name="connsiteY5" fmla="*/ 7148 h 9830"/>
                <a:gd name="connsiteX6" fmla="*/ 2222 w 9852"/>
                <a:gd name="connsiteY6" fmla="*/ 8049 h 9830"/>
                <a:gd name="connsiteX7" fmla="*/ 4680 w 9852"/>
                <a:gd name="connsiteY7" fmla="*/ 8347 h 9830"/>
                <a:gd name="connsiteX8" fmla="*/ 6812 w 9852"/>
                <a:gd name="connsiteY8" fmla="*/ 9729 h 9830"/>
                <a:gd name="connsiteX9" fmla="*/ 7864 w 9852"/>
                <a:gd name="connsiteY9" fmla="*/ 9630 h 9830"/>
                <a:gd name="connsiteX10" fmla="*/ 9670 w 9852"/>
                <a:gd name="connsiteY10" fmla="*/ 8874 h 9830"/>
                <a:gd name="connsiteX11" fmla="*/ 9752 w 9852"/>
                <a:gd name="connsiteY11" fmla="*/ 7457 h 9830"/>
                <a:gd name="connsiteX12" fmla="*/ 9332 w 9852"/>
                <a:gd name="connsiteY12" fmla="*/ 6408 h 9830"/>
                <a:gd name="connsiteX13" fmla="*/ 9552 w 9852"/>
                <a:gd name="connsiteY13" fmla="*/ 4150 h 9830"/>
                <a:gd name="connsiteX14" fmla="*/ 9523 w 9852"/>
                <a:gd name="connsiteY14" fmla="*/ 3205 h 9830"/>
                <a:gd name="connsiteX15" fmla="*/ 8859 w 9852"/>
                <a:gd name="connsiteY15" fmla="*/ 2226 h 9830"/>
                <a:gd name="connsiteX16" fmla="*/ 7811 w 9852"/>
                <a:gd name="connsiteY16" fmla="*/ 778 h 9830"/>
                <a:gd name="connsiteX17" fmla="*/ 6511 w 9852"/>
                <a:gd name="connsiteY17" fmla="*/ 137 h 9830"/>
                <a:gd name="connsiteX18" fmla="*/ 4994 w 9852"/>
                <a:gd name="connsiteY18" fmla="*/ 38 h 9830"/>
                <a:gd name="connsiteX19" fmla="*/ 3722 w 9852"/>
                <a:gd name="connsiteY19" fmla="*/ 609 h 9830"/>
                <a:gd name="connsiteX20" fmla="*/ 1929 w 9852"/>
                <a:gd name="connsiteY20" fmla="*/ 1251 h 9830"/>
                <a:gd name="connsiteX21" fmla="*/ 848 w 9852"/>
                <a:gd name="connsiteY21" fmla="*/ 1823 h 9830"/>
                <a:gd name="connsiteX22" fmla="*/ 326 w 9852"/>
                <a:gd name="connsiteY22" fmla="*/ 3101 h 9830"/>
                <a:gd name="connsiteX0" fmla="*/ 331 w 9999"/>
                <a:gd name="connsiteY0" fmla="*/ 3155 h 9906"/>
                <a:gd name="connsiteX1" fmla="*/ 50 w 9999"/>
                <a:gd name="connsiteY1" fmla="*/ 4050 h 9906"/>
                <a:gd name="connsiteX2" fmla="*/ 21 w 9999"/>
                <a:gd name="connsiteY2" fmla="*/ 5042 h 9906"/>
                <a:gd name="connsiteX3" fmla="*/ 273 w 9999"/>
                <a:gd name="connsiteY3" fmla="*/ 5760 h 9906"/>
                <a:gd name="connsiteX4" fmla="*/ 667 w 9999"/>
                <a:gd name="connsiteY4" fmla="*/ 6858 h 9906"/>
                <a:gd name="connsiteX5" fmla="*/ 1142 w 9999"/>
                <a:gd name="connsiteY5" fmla="*/ 7272 h 9906"/>
                <a:gd name="connsiteX6" fmla="*/ 2255 w 9999"/>
                <a:gd name="connsiteY6" fmla="*/ 8188 h 9906"/>
                <a:gd name="connsiteX7" fmla="*/ 4750 w 9999"/>
                <a:gd name="connsiteY7" fmla="*/ 8491 h 9906"/>
                <a:gd name="connsiteX8" fmla="*/ 6914 w 9999"/>
                <a:gd name="connsiteY8" fmla="*/ 9897 h 9906"/>
                <a:gd name="connsiteX9" fmla="*/ 9815 w 9999"/>
                <a:gd name="connsiteY9" fmla="*/ 9027 h 9906"/>
                <a:gd name="connsiteX10" fmla="*/ 9898 w 9999"/>
                <a:gd name="connsiteY10" fmla="*/ 7586 h 9906"/>
                <a:gd name="connsiteX11" fmla="*/ 9472 w 9999"/>
                <a:gd name="connsiteY11" fmla="*/ 6519 h 9906"/>
                <a:gd name="connsiteX12" fmla="*/ 9695 w 9999"/>
                <a:gd name="connsiteY12" fmla="*/ 4222 h 9906"/>
                <a:gd name="connsiteX13" fmla="*/ 9666 w 9999"/>
                <a:gd name="connsiteY13" fmla="*/ 3260 h 9906"/>
                <a:gd name="connsiteX14" fmla="*/ 8992 w 9999"/>
                <a:gd name="connsiteY14" fmla="*/ 2264 h 9906"/>
                <a:gd name="connsiteX15" fmla="*/ 7928 w 9999"/>
                <a:gd name="connsiteY15" fmla="*/ 791 h 9906"/>
                <a:gd name="connsiteX16" fmla="*/ 6609 w 9999"/>
                <a:gd name="connsiteY16" fmla="*/ 139 h 9906"/>
                <a:gd name="connsiteX17" fmla="*/ 5069 w 9999"/>
                <a:gd name="connsiteY17" fmla="*/ 39 h 9906"/>
                <a:gd name="connsiteX18" fmla="*/ 3778 w 9999"/>
                <a:gd name="connsiteY18" fmla="*/ 620 h 9906"/>
                <a:gd name="connsiteX19" fmla="*/ 1958 w 9999"/>
                <a:gd name="connsiteY19" fmla="*/ 1273 h 9906"/>
                <a:gd name="connsiteX20" fmla="*/ 861 w 9999"/>
                <a:gd name="connsiteY20" fmla="*/ 1855 h 9906"/>
                <a:gd name="connsiteX21" fmla="*/ 331 w 9999"/>
                <a:gd name="connsiteY21" fmla="*/ 3155 h 9906"/>
                <a:gd name="connsiteX0" fmla="*/ 331 w 9946"/>
                <a:gd name="connsiteY0" fmla="*/ 3185 h 10000"/>
                <a:gd name="connsiteX1" fmla="*/ 50 w 9946"/>
                <a:gd name="connsiteY1" fmla="*/ 4088 h 10000"/>
                <a:gd name="connsiteX2" fmla="*/ 21 w 9946"/>
                <a:gd name="connsiteY2" fmla="*/ 5090 h 10000"/>
                <a:gd name="connsiteX3" fmla="*/ 273 w 9946"/>
                <a:gd name="connsiteY3" fmla="*/ 5815 h 10000"/>
                <a:gd name="connsiteX4" fmla="*/ 667 w 9946"/>
                <a:gd name="connsiteY4" fmla="*/ 6923 h 10000"/>
                <a:gd name="connsiteX5" fmla="*/ 1142 w 9946"/>
                <a:gd name="connsiteY5" fmla="*/ 7341 h 10000"/>
                <a:gd name="connsiteX6" fmla="*/ 2255 w 9946"/>
                <a:gd name="connsiteY6" fmla="*/ 8266 h 10000"/>
                <a:gd name="connsiteX7" fmla="*/ 4750 w 9946"/>
                <a:gd name="connsiteY7" fmla="*/ 8572 h 10000"/>
                <a:gd name="connsiteX8" fmla="*/ 6915 w 9946"/>
                <a:gd name="connsiteY8" fmla="*/ 9991 h 10000"/>
                <a:gd name="connsiteX9" fmla="*/ 9816 w 9946"/>
                <a:gd name="connsiteY9" fmla="*/ 9113 h 10000"/>
                <a:gd name="connsiteX10" fmla="*/ 9473 w 9946"/>
                <a:gd name="connsiteY10" fmla="*/ 6581 h 10000"/>
                <a:gd name="connsiteX11" fmla="*/ 9696 w 9946"/>
                <a:gd name="connsiteY11" fmla="*/ 4262 h 10000"/>
                <a:gd name="connsiteX12" fmla="*/ 9667 w 9946"/>
                <a:gd name="connsiteY12" fmla="*/ 3291 h 10000"/>
                <a:gd name="connsiteX13" fmla="*/ 8993 w 9946"/>
                <a:gd name="connsiteY13" fmla="*/ 2285 h 10000"/>
                <a:gd name="connsiteX14" fmla="*/ 7929 w 9946"/>
                <a:gd name="connsiteY14" fmla="*/ 799 h 10000"/>
                <a:gd name="connsiteX15" fmla="*/ 6610 w 9946"/>
                <a:gd name="connsiteY15" fmla="*/ 140 h 10000"/>
                <a:gd name="connsiteX16" fmla="*/ 5070 w 9946"/>
                <a:gd name="connsiteY16" fmla="*/ 39 h 10000"/>
                <a:gd name="connsiteX17" fmla="*/ 3778 w 9946"/>
                <a:gd name="connsiteY17" fmla="*/ 626 h 10000"/>
                <a:gd name="connsiteX18" fmla="*/ 1958 w 9946"/>
                <a:gd name="connsiteY18" fmla="*/ 1285 h 10000"/>
                <a:gd name="connsiteX19" fmla="*/ 861 w 9946"/>
                <a:gd name="connsiteY19" fmla="*/ 1873 h 10000"/>
                <a:gd name="connsiteX20" fmla="*/ 331 w 9946"/>
                <a:gd name="connsiteY20" fmla="*/ 3185 h 10000"/>
                <a:gd name="connsiteX0" fmla="*/ 333 w 10000"/>
                <a:gd name="connsiteY0" fmla="*/ 3185 h 10000"/>
                <a:gd name="connsiteX1" fmla="*/ 50 w 10000"/>
                <a:gd name="connsiteY1" fmla="*/ 4088 h 10000"/>
                <a:gd name="connsiteX2" fmla="*/ 21 w 10000"/>
                <a:gd name="connsiteY2" fmla="*/ 5090 h 10000"/>
                <a:gd name="connsiteX3" fmla="*/ 274 w 10000"/>
                <a:gd name="connsiteY3" fmla="*/ 5815 h 10000"/>
                <a:gd name="connsiteX4" fmla="*/ 671 w 10000"/>
                <a:gd name="connsiteY4" fmla="*/ 6923 h 10000"/>
                <a:gd name="connsiteX5" fmla="*/ 1148 w 10000"/>
                <a:gd name="connsiteY5" fmla="*/ 7341 h 10000"/>
                <a:gd name="connsiteX6" fmla="*/ 2267 w 10000"/>
                <a:gd name="connsiteY6" fmla="*/ 8266 h 10000"/>
                <a:gd name="connsiteX7" fmla="*/ 4776 w 10000"/>
                <a:gd name="connsiteY7" fmla="*/ 8572 h 10000"/>
                <a:gd name="connsiteX8" fmla="*/ 6953 w 10000"/>
                <a:gd name="connsiteY8" fmla="*/ 9991 h 10000"/>
                <a:gd name="connsiteX9" fmla="*/ 9869 w 10000"/>
                <a:gd name="connsiteY9" fmla="*/ 9113 h 10000"/>
                <a:gd name="connsiteX10" fmla="*/ 9524 w 10000"/>
                <a:gd name="connsiteY10" fmla="*/ 6581 h 10000"/>
                <a:gd name="connsiteX11" fmla="*/ 9749 w 10000"/>
                <a:gd name="connsiteY11" fmla="*/ 4262 h 10000"/>
                <a:gd name="connsiteX12" fmla="*/ 9042 w 10000"/>
                <a:gd name="connsiteY12" fmla="*/ 2285 h 10000"/>
                <a:gd name="connsiteX13" fmla="*/ 7972 w 10000"/>
                <a:gd name="connsiteY13" fmla="*/ 799 h 10000"/>
                <a:gd name="connsiteX14" fmla="*/ 6646 w 10000"/>
                <a:gd name="connsiteY14" fmla="*/ 140 h 10000"/>
                <a:gd name="connsiteX15" fmla="*/ 5098 w 10000"/>
                <a:gd name="connsiteY15" fmla="*/ 39 h 10000"/>
                <a:gd name="connsiteX16" fmla="*/ 3799 w 10000"/>
                <a:gd name="connsiteY16" fmla="*/ 626 h 10000"/>
                <a:gd name="connsiteX17" fmla="*/ 1969 w 10000"/>
                <a:gd name="connsiteY17" fmla="*/ 1285 h 10000"/>
                <a:gd name="connsiteX18" fmla="*/ 866 w 10000"/>
                <a:gd name="connsiteY18" fmla="*/ 1873 h 10000"/>
                <a:gd name="connsiteX19" fmla="*/ 333 w 10000"/>
                <a:gd name="connsiteY19" fmla="*/ 3185 h 10000"/>
                <a:gd name="connsiteX0" fmla="*/ 333 w 10000"/>
                <a:gd name="connsiteY0" fmla="*/ 3268 h 10083"/>
                <a:gd name="connsiteX1" fmla="*/ 50 w 10000"/>
                <a:gd name="connsiteY1" fmla="*/ 4171 h 10083"/>
                <a:gd name="connsiteX2" fmla="*/ 21 w 10000"/>
                <a:gd name="connsiteY2" fmla="*/ 5173 h 10083"/>
                <a:gd name="connsiteX3" fmla="*/ 274 w 10000"/>
                <a:gd name="connsiteY3" fmla="*/ 5898 h 10083"/>
                <a:gd name="connsiteX4" fmla="*/ 671 w 10000"/>
                <a:gd name="connsiteY4" fmla="*/ 7006 h 10083"/>
                <a:gd name="connsiteX5" fmla="*/ 1148 w 10000"/>
                <a:gd name="connsiteY5" fmla="*/ 7424 h 10083"/>
                <a:gd name="connsiteX6" fmla="*/ 2267 w 10000"/>
                <a:gd name="connsiteY6" fmla="*/ 8349 h 10083"/>
                <a:gd name="connsiteX7" fmla="*/ 4776 w 10000"/>
                <a:gd name="connsiteY7" fmla="*/ 8655 h 10083"/>
                <a:gd name="connsiteX8" fmla="*/ 6953 w 10000"/>
                <a:gd name="connsiteY8" fmla="*/ 10074 h 10083"/>
                <a:gd name="connsiteX9" fmla="*/ 9869 w 10000"/>
                <a:gd name="connsiteY9" fmla="*/ 9196 h 10083"/>
                <a:gd name="connsiteX10" fmla="*/ 9524 w 10000"/>
                <a:gd name="connsiteY10" fmla="*/ 6664 h 10083"/>
                <a:gd name="connsiteX11" fmla="*/ 9749 w 10000"/>
                <a:gd name="connsiteY11" fmla="*/ 4345 h 10083"/>
                <a:gd name="connsiteX12" fmla="*/ 9042 w 10000"/>
                <a:gd name="connsiteY12" fmla="*/ 2368 h 10083"/>
                <a:gd name="connsiteX13" fmla="*/ 6646 w 10000"/>
                <a:gd name="connsiteY13" fmla="*/ 223 h 10083"/>
                <a:gd name="connsiteX14" fmla="*/ 5098 w 10000"/>
                <a:gd name="connsiteY14" fmla="*/ 122 h 10083"/>
                <a:gd name="connsiteX15" fmla="*/ 3799 w 10000"/>
                <a:gd name="connsiteY15" fmla="*/ 709 h 10083"/>
                <a:gd name="connsiteX16" fmla="*/ 1969 w 10000"/>
                <a:gd name="connsiteY16" fmla="*/ 1368 h 10083"/>
                <a:gd name="connsiteX17" fmla="*/ 866 w 10000"/>
                <a:gd name="connsiteY17" fmla="*/ 1956 h 10083"/>
                <a:gd name="connsiteX18" fmla="*/ 333 w 10000"/>
                <a:gd name="connsiteY18" fmla="*/ 3268 h 10083"/>
                <a:gd name="connsiteX0" fmla="*/ 333 w 10000"/>
                <a:gd name="connsiteY0" fmla="*/ 3214 h 10029"/>
                <a:gd name="connsiteX1" fmla="*/ 50 w 10000"/>
                <a:gd name="connsiteY1" fmla="*/ 4117 h 10029"/>
                <a:gd name="connsiteX2" fmla="*/ 21 w 10000"/>
                <a:gd name="connsiteY2" fmla="*/ 5119 h 10029"/>
                <a:gd name="connsiteX3" fmla="*/ 274 w 10000"/>
                <a:gd name="connsiteY3" fmla="*/ 5844 h 10029"/>
                <a:gd name="connsiteX4" fmla="*/ 671 w 10000"/>
                <a:gd name="connsiteY4" fmla="*/ 6952 h 10029"/>
                <a:gd name="connsiteX5" fmla="*/ 1148 w 10000"/>
                <a:gd name="connsiteY5" fmla="*/ 7370 h 10029"/>
                <a:gd name="connsiteX6" fmla="*/ 2267 w 10000"/>
                <a:gd name="connsiteY6" fmla="*/ 8295 h 10029"/>
                <a:gd name="connsiteX7" fmla="*/ 4776 w 10000"/>
                <a:gd name="connsiteY7" fmla="*/ 8601 h 10029"/>
                <a:gd name="connsiteX8" fmla="*/ 6953 w 10000"/>
                <a:gd name="connsiteY8" fmla="*/ 10020 h 10029"/>
                <a:gd name="connsiteX9" fmla="*/ 9869 w 10000"/>
                <a:gd name="connsiteY9" fmla="*/ 9142 h 10029"/>
                <a:gd name="connsiteX10" fmla="*/ 9524 w 10000"/>
                <a:gd name="connsiteY10" fmla="*/ 6610 h 10029"/>
                <a:gd name="connsiteX11" fmla="*/ 9749 w 10000"/>
                <a:gd name="connsiteY11" fmla="*/ 4291 h 10029"/>
                <a:gd name="connsiteX12" fmla="*/ 9042 w 10000"/>
                <a:gd name="connsiteY12" fmla="*/ 2314 h 10029"/>
                <a:gd name="connsiteX13" fmla="*/ 5098 w 10000"/>
                <a:gd name="connsiteY13" fmla="*/ 68 h 10029"/>
                <a:gd name="connsiteX14" fmla="*/ 3799 w 10000"/>
                <a:gd name="connsiteY14" fmla="*/ 655 h 10029"/>
                <a:gd name="connsiteX15" fmla="*/ 1969 w 10000"/>
                <a:gd name="connsiteY15" fmla="*/ 1314 h 10029"/>
                <a:gd name="connsiteX16" fmla="*/ 866 w 10000"/>
                <a:gd name="connsiteY16" fmla="*/ 1902 h 10029"/>
                <a:gd name="connsiteX17" fmla="*/ 333 w 10000"/>
                <a:gd name="connsiteY17" fmla="*/ 3214 h 10029"/>
                <a:gd name="connsiteX0" fmla="*/ 333 w 10000"/>
                <a:gd name="connsiteY0" fmla="*/ 2561 h 9376"/>
                <a:gd name="connsiteX1" fmla="*/ 50 w 10000"/>
                <a:gd name="connsiteY1" fmla="*/ 3464 h 9376"/>
                <a:gd name="connsiteX2" fmla="*/ 21 w 10000"/>
                <a:gd name="connsiteY2" fmla="*/ 4466 h 9376"/>
                <a:gd name="connsiteX3" fmla="*/ 274 w 10000"/>
                <a:gd name="connsiteY3" fmla="*/ 5191 h 9376"/>
                <a:gd name="connsiteX4" fmla="*/ 671 w 10000"/>
                <a:gd name="connsiteY4" fmla="*/ 6299 h 9376"/>
                <a:gd name="connsiteX5" fmla="*/ 1148 w 10000"/>
                <a:gd name="connsiteY5" fmla="*/ 6717 h 9376"/>
                <a:gd name="connsiteX6" fmla="*/ 2267 w 10000"/>
                <a:gd name="connsiteY6" fmla="*/ 7642 h 9376"/>
                <a:gd name="connsiteX7" fmla="*/ 4776 w 10000"/>
                <a:gd name="connsiteY7" fmla="*/ 7948 h 9376"/>
                <a:gd name="connsiteX8" fmla="*/ 6953 w 10000"/>
                <a:gd name="connsiteY8" fmla="*/ 9367 h 9376"/>
                <a:gd name="connsiteX9" fmla="*/ 9869 w 10000"/>
                <a:gd name="connsiteY9" fmla="*/ 8489 h 9376"/>
                <a:gd name="connsiteX10" fmla="*/ 9524 w 10000"/>
                <a:gd name="connsiteY10" fmla="*/ 5957 h 9376"/>
                <a:gd name="connsiteX11" fmla="*/ 9749 w 10000"/>
                <a:gd name="connsiteY11" fmla="*/ 3638 h 9376"/>
                <a:gd name="connsiteX12" fmla="*/ 9042 w 10000"/>
                <a:gd name="connsiteY12" fmla="*/ 1661 h 9376"/>
                <a:gd name="connsiteX13" fmla="*/ 6085 w 10000"/>
                <a:gd name="connsiteY13" fmla="*/ 540 h 9376"/>
                <a:gd name="connsiteX14" fmla="*/ 3799 w 10000"/>
                <a:gd name="connsiteY14" fmla="*/ 2 h 9376"/>
                <a:gd name="connsiteX15" fmla="*/ 1969 w 10000"/>
                <a:gd name="connsiteY15" fmla="*/ 661 h 9376"/>
                <a:gd name="connsiteX16" fmla="*/ 866 w 10000"/>
                <a:gd name="connsiteY16" fmla="*/ 1249 h 9376"/>
                <a:gd name="connsiteX17" fmla="*/ 333 w 10000"/>
                <a:gd name="connsiteY17" fmla="*/ 2561 h 9376"/>
                <a:gd name="connsiteX0" fmla="*/ 333 w 10000"/>
                <a:gd name="connsiteY0" fmla="*/ 2230 h 9498"/>
                <a:gd name="connsiteX1" fmla="*/ 50 w 10000"/>
                <a:gd name="connsiteY1" fmla="*/ 3194 h 9498"/>
                <a:gd name="connsiteX2" fmla="*/ 21 w 10000"/>
                <a:gd name="connsiteY2" fmla="*/ 4262 h 9498"/>
                <a:gd name="connsiteX3" fmla="*/ 274 w 10000"/>
                <a:gd name="connsiteY3" fmla="*/ 5035 h 9498"/>
                <a:gd name="connsiteX4" fmla="*/ 671 w 10000"/>
                <a:gd name="connsiteY4" fmla="*/ 6217 h 9498"/>
                <a:gd name="connsiteX5" fmla="*/ 1148 w 10000"/>
                <a:gd name="connsiteY5" fmla="*/ 6663 h 9498"/>
                <a:gd name="connsiteX6" fmla="*/ 2267 w 10000"/>
                <a:gd name="connsiteY6" fmla="*/ 7650 h 9498"/>
                <a:gd name="connsiteX7" fmla="*/ 4776 w 10000"/>
                <a:gd name="connsiteY7" fmla="*/ 7976 h 9498"/>
                <a:gd name="connsiteX8" fmla="*/ 6953 w 10000"/>
                <a:gd name="connsiteY8" fmla="*/ 9489 h 9498"/>
                <a:gd name="connsiteX9" fmla="*/ 9869 w 10000"/>
                <a:gd name="connsiteY9" fmla="*/ 8553 h 9498"/>
                <a:gd name="connsiteX10" fmla="*/ 9524 w 10000"/>
                <a:gd name="connsiteY10" fmla="*/ 5852 h 9498"/>
                <a:gd name="connsiteX11" fmla="*/ 9749 w 10000"/>
                <a:gd name="connsiteY11" fmla="*/ 3379 h 9498"/>
                <a:gd name="connsiteX12" fmla="*/ 9042 w 10000"/>
                <a:gd name="connsiteY12" fmla="*/ 1271 h 9498"/>
                <a:gd name="connsiteX13" fmla="*/ 6085 w 10000"/>
                <a:gd name="connsiteY13" fmla="*/ 75 h 9498"/>
                <a:gd name="connsiteX14" fmla="*/ 1969 w 10000"/>
                <a:gd name="connsiteY14" fmla="*/ 204 h 9498"/>
                <a:gd name="connsiteX15" fmla="*/ 866 w 10000"/>
                <a:gd name="connsiteY15" fmla="*/ 831 h 9498"/>
                <a:gd name="connsiteX16" fmla="*/ 333 w 10000"/>
                <a:gd name="connsiteY16" fmla="*/ 2230 h 9498"/>
                <a:gd name="connsiteX0" fmla="*/ 333 w 10000"/>
                <a:gd name="connsiteY0" fmla="*/ 2316 h 9969"/>
                <a:gd name="connsiteX1" fmla="*/ 50 w 10000"/>
                <a:gd name="connsiteY1" fmla="*/ 3331 h 9969"/>
                <a:gd name="connsiteX2" fmla="*/ 21 w 10000"/>
                <a:gd name="connsiteY2" fmla="*/ 4455 h 9969"/>
                <a:gd name="connsiteX3" fmla="*/ 274 w 10000"/>
                <a:gd name="connsiteY3" fmla="*/ 5269 h 9969"/>
                <a:gd name="connsiteX4" fmla="*/ 671 w 10000"/>
                <a:gd name="connsiteY4" fmla="*/ 6514 h 9969"/>
                <a:gd name="connsiteX5" fmla="*/ 1148 w 10000"/>
                <a:gd name="connsiteY5" fmla="*/ 6983 h 9969"/>
                <a:gd name="connsiteX6" fmla="*/ 2267 w 10000"/>
                <a:gd name="connsiteY6" fmla="*/ 8022 h 9969"/>
                <a:gd name="connsiteX7" fmla="*/ 4776 w 10000"/>
                <a:gd name="connsiteY7" fmla="*/ 8366 h 9969"/>
                <a:gd name="connsiteX8" fmla="*/ 6953 w 10000"/>
                <a:gd name="connsiteY8" fmla="*/ 9959 h 9969"/>
                <a:gd name="connsiteX9" fmla="*/ 9869 w 10000"/>
                <a:gd name="connsiteY9" fmla="*/ 8973 h 9969"/>
                <a:gd name="connsiteX10" fmla="*/ 9524 w 10000"/>
                <a:gd name="connsiteY10" fmla="*/ 6129 h 9969"/>
                <a:gd name="connsiteX11" fmla="*/ 9749 w 10000"/>
                <a:gd name="connsiteY11" fmla="*/ 3526 h 9969"/>
                <a:gd name="connsiteX12" fmla="*/ 9042 w 10000"/>
                <a:gd name="connsiteY12" fmla="*/ 1306 h 9969"/>
                <a:gd name="connsiteX13" fmla="*/ 6085 w 10000"/>
                <a:gd name="connsiteY13" fmla="*/ 47 h 9969"/>
                <a:gd name="connsiteX14" fmla="*/ 2392 w 10000"/>
                <a:gd name="connsiteY14" fmla="*/ 329 h 9969"/>
                <a:gd name="connsiteX15" fmla="*/ 866 w 10000"/>
                <a:gd name="connsiteY15" fmla="*/ 843 h 9969"/>
                <a:gd name="connsiteX16" fmla="*/ 333 w 10000"/>
                <a:gd name="connsiteY16" fmla="*/ 2316 h 9969"/>
                <a:gd name="connsiteX0" fmla="*/ 333 w 10000"/>
                <a:gd name="connsiteY0" fmla="*/ 2322 h 9999"/>
                <a:gd name="connsiteX1" fmla="*/ 50 w 10000"/>
                <a:gd name="connsiteY1" fmla="*/ 3340 h 9999"/>
                <a:gd name="connsiteX2" fmla="*/ 21 w 10000"/>
                <a:gd name="connsiteY2" fmla="*/ 4468 h 9999"/>
                <a:gd name="connsiteX3" fmla="*/ 274 w 10000"/>
                <a:gd name="connsiteY3" fmla="*/ 5284 h 9999"/>
                <a:gd name="connsiteX4" fmla="*/ 671 w 10000"/>
                <a:gd name="connsiteY4" fmla="*/ 6533 h 9999"/>
                <a:gd name="connsiteX5" fmla="*/ 1148 w 10000"/>
                <a:gd name="connsiteY5" fmla="*/ 7004 h 9999"/>
                <a:gd name="connsiteX6" fmla="*/ 2267 w 10000"/>
                <a:gd name="connsiteY6" fmla="*/ 8046 h 9999"/>
                <a:gd name="connsiteX7" fmla="*/ 4776 w 10000"/>
                <a:gd name="connsiteY7" fmla="*/ 8391 h 9999"/>
                <a:gd name="connsiteX8" fmla="*/ 6953 w 10000"/>
                <a:gd name="connsiteY8" fmla="*/ 9989 h 9999"/>
                <a:gd name="connsiteX9" fmla="*/ 9869 w 10000"/>
                <a:gd name="connsiteY9" fmla="*/ 9000 h 9999"/>
                <a:gd name="connsiteX10" fmla="*/ 9524 w 10000"/>
                <a:gd name="connsiteY10" fmla="*/ 6147 h 9999"/>
                <a:gd name="connsiteX11" fmla="*/ 9749 w 10000"/>
                <a:gd name="connsiteY11" fmla="*/ 3536 h 9999"/>
                <a:gd name="connsiteX12" fmla="*/ 9042 w 10000"/>
                <a:gd name="connsiteY12" fmla="*/ 1309 h 9999"/>
                <a:gd name="connsiteX13" fmla="*/ 6085 w 10000"/>
                <a:gd name="connsiteY13" fmla="*/ 46 h 9999"/>
                <a:gd name="connsiteX14" fmla="*/ 2392 w 10000"/>
                <a:gd name="connsiteY14" fmla="*/ 329 h 9999"/>
                <a:gd name="connsiteX15" fmla="*/ 333 w 10000"/>
                <a:gd name="connsiteY15" fmla="*/ 2322 h 9999"/>
                <a:gd name="connsiteX0" fmla="*/ 315 w 9982"/>
                <a:gd name="connsiteY0" fmla="*/ 2322 h 10000"/>
                <a:gd name="connsiteX1" fmla="*/ 3 w 9982"/>
                <a:gd name="connsiteY1" fmla="*/ 4468 h 10000"/>
                <a:gd name="connsiteX2" fmla="*/ 256 w 9982"/>
                <a:gd name="connsiteY2" fmla="*/ 5285 h 10000"/>
                <a:gd name="connsiteX3" fmla="*/ 653 w 9982"/>
                <a:gd name="connsiteY3" fmla="*/ 6534 h 10000"/>
                <a:gd name="connsiteX4" fmla="*/ 1130 w 9982"/>
                <a:gd name="connsiteY4" fmla="*/ 7005 h 10000"/>
                <a:gd name="connsiteX5" fmla="*/ 2249 w 9982"/>
                <a:gd name="connsiteY5" fmla="*/ 8047 h 10000"/>
                <a:gd name="connsiteX6" fmla="*/ 4758 w 9982"/>
                <a:gd name="connsiteY6" fmla="*/ 8392 h 10000"/>
                <a:gd name="connsiteX7" fmla="*/ 6935 w 9982"/>
                <a:gd name="connsiteY7" fmla="*/ 9990 h 10000"/>
                <a:gd name="connsiteX8" fmla="*/ 9851 w 9982"/>
                <a:gd name="connsiteY8" fmla="*/ 9001 h 10000"/>
                <a:gd name="connsiteX9" fmla="*/ 9506 w 9982"/>
                <a:gd name="connsiteY9" fmla="*/ 6148 h 10000"/>
                <a:gd name="connsiteX10" fmla="*/ 9731 w 9982"/>
                <a:gd name="connsiteY10" fmla="*/ 3536 h 10000"/>
                <a:gd name="connsiteX11" fmla="*/ 9024 w 9982"/>
                <a:gd name="connsiteY11" fmla="*/ 1309 h 10000"/>
                <a:gd name="connsiteX12" fmla="*/ 6067 w 9982"/>
                <a:gd name="connsiteY12" fmla="*/ 46 h 10000"/>
                <a:gd name="connsiteX13" fmla="*/ 2374 w 9982"/>
                <a:gd name="connsiteY13" fmla="*/ 329 h 10000"/>
                <a:gd name="connsiteX14" fmla="*/ 315 w 9982"/>
                <a:gd name="connsiteY14" fmla="*/ 2322 h 10000"/>
                <a:gd name="connsiteX0" fmla="*/ 191 w 9876"/>
                <a:gd name="connsiteY0" fmla="*/ 2322 h 10000"/>
                <a:gd name="connsiteX1" fmla="*/ 131 w 9876"/>
                <a:gd name="connsiteY1" fmla="*/ 5285 h 10000"/>
                <a:gd name="connsiteX2" fmla="*/ 529 w 9876"/>
                <a:gd name="connsiteY2" fmla="*/ 6534 h 10000"/>
                <a:gd name="connsiteX3" fmla="*/ 1007 w 9876"/>
                <a:gd name="connsiteY3" fmla="*/ 7005 h 10000"/>
                <a:gd name="connsiteX4" fmla="*/ 2128 w 9876"/>
                <a:gd name="connsiteY4" fmla="*/ 8047 h 10000"/>
                <a:gd name="connsiteX5" fmla="*/ 4642 w 9876"/>
                <a:gd name="connsiteY5" fmla="*/ 8392 h 10000"/>
                <a:gd name="connsiteX6" fmla="*/ 6823 w 9876"/>
                <a:gd name="connsiteY6" fmla="*/ 9990 h 10000"/>
                <a:gd name="connsiteX7" fmla="*/ 9744 w 9876"/>
                <a:gd name="connsiteY7" fmla="*/ 9001 h 10000"/>
                <a:gd name="connsiteX8" fmla="*/ 9398 w 9876"/>
                <a:gd name="connsiteY8" fmla="*/ 6148 h 10000"/>
                <a:gd name="connsiteX9" fmla="*/ 9624 w 9876"/>
                <a:gd name="connsiteY9" fmla="*/ 3536 h 10000"/>
                <a:gd name="connsiteX10" fmla="*/ 8915 w 9876"/>
                <a:gd name="connsiteY10" fmla="*/ 1309 h 10000"/>
                <a:gd name="connsiteX11" fmla="*/ 5953 w 9876"/>
                <a:gd name="connsiteY11" fmla="*/ 46 h 10000"/>
                <a:gd name="connsiteX12" fmla="*/ 2253 w 9876"/>
                <a:gd name="connsiteY12" fmla="*/ 329 h 10000"/>
                <a:gd name="connsiteX13" fmla="*/ 191 w 9876"/>
                <a:gd name="connsiteY13" fmla="*/ 2322 h 10000"/>
                <a:gd name="connsiteX0" fmla="*/ 193 w 10000"/>
                <a:gd name="connsiteY0" fmla="*/ 2322 h 10000"/>
                <a:gd name="connsiteX1" fmla="*/ 133 w 10000"/>
                <a:gd name="connsiteY1" fmla="*/ 5285 h 10000"/>
                <a:gd name="connsiteX2" fmla="*/ 1020 w 10000"/>
                <a:gd name="connsiteY2" fmla="*/ 7005 h 10000"/>
                <a:gd name="connsiteX3" fmla="*/ 2155 w 10000"/>
                <a:gd name="connsiteY3" fmla="*/ 8047 h 10000"/>
                <a:gd name="connsiteX4" fmla="*/ 4700 w 10000"/>
                <a:gd name="connsiteY4" fmla="*/ 8392 h 10000"/>
                <a:gd name="connsiteX5" fmla="*/ 6909 w 10000"/>
                <a:gd name="connsiteY5" fmla="*/ 9990 h 10000"/>
                <a:gd name="connsiteX6" fmla="*/ 9866 w 10000"/>
                <a:gd name="connsiteY6" fmla="*/ 9001 h 10000"/>
                <a:gd name="connsiteX7" fmla="*/ 9516 w 10000"/>
                <a:gd name="connsiteY7" fmla="*/ 6148 h 10000"/>
                <a:gd name="connsiteX8" fmla="*/ 9745 w 10000"/>
                <a:gd name="connsiteY8" fmla="*/ 3536 h 10000"/>
                <a:gd name="connsiteX9" fmla="*/ 9027 w 10000"/>
                <a:gd name="connsiteY9" fmla="*/ 1309 h 10000"/>
                <a:gd name="connsiteX10" fmla="*/ 6028 w 10000"/>
                <a:gd name="connsiteY10" fmla="*/ 46 h 10000"/>
                <a:gd name="connsiteX11" fmla="*/ 2281 w 10000"/>
                <a:gd name="connsiteY11" fmla="*/ 329 h 10000"/>
                <a:gd name="connsiteX12" fmla="*/ 193 w 10000"/>
                <a:gd name="connsiteY12" fmla="*/ 2322 h 10000"/>
                <a:gd name="connsiteX0" fmla="*/ 535 w 9877"/>
                <a:gd name="connsiteY0" fmla="*/ 2468 h 10000"/>
                <a:gd name="connsiteX1" fmla="*/ 10 w 9877"/>
                <a:gd name="connsiteY1" fmla="*/ 5285 h 10000"/>
                <a:gd name="connsiteX2" fmla="*/ 897 w 9877"/>
                <a:gd name="connsiteY2" fmla="*/ 7005 h 10000"/>
                <a:gd name="connsiteX3" fmla="*/ 2032 w 9877"/>
                <a:gd name="connsiteY3" fmla="*/ 8047 h 10000"/>
                <a:gd name="connsiteX4" fmla="*/ 4577 w 9877"/>
                <a:gd name="connsiteY4" fmla="*/ 8392 h 10000"/>
                <a:gd name="connsiteX5" fmla="*/ 6786 w 9877"/>
                <a:gd name="connsiteY5" fmla="*/ 9990 h 10000"/>
                <a:gd name="connsiteX6" fmla="*/ 9743 w 9877"/>
                <a:gd name="connsiteY6" fmla="*/ 9001 h 10000"/>
                <a:gd name="connsiteX7" fmla="*/ 9393 w 9877"/>
                <a:gd name="connsiteY7" fmla="*/ 6148 h 10000"/>
                <a:gd name="connsiteX8" fmla="*/ 9622 w 9877"/>
                <a:gd name="connsiteY8" fmla="*/ 3536 h 10000"/>
                <a:gd name="connsiteX9" fmla="*/ 8904 w 9877"/>
                <a:gd name="connsiteY9" fmla="*/ 1309 h 10000"/>
                <a:gd name="connsiteX10" fmla="*/ 5905 w 9877"/>
                <a:gd name="connsiteY10" fmla="*/ 46 h 10000"/>
                <a:gd name="connsiteX11" fmla="*/ 2158 w 9877"/>
                <a:gd name="connsiteY11" fmla="*/ 329 h 10000"/>
                <a:gd name="connsiteX12" fmla="*/ 535 w 9877"/>
                <a:gd name="connsiteY12" fmla="*/ 2468 h 10000"/>
                <a:gd name="connsiteX0" fmla="*/ 224 w 9682"/>
                <a:gd name="connsiteY0" fmla="*/ 2468 h 10000"/>
                <a:gd name="connsiteX1" fmla="*/ 54 w 9682"/>
                <a:gd name="connsiteY1" fmla="*/ 5334 h 10000"/>
                <a:gd name="connsiteX2" fmla="*/ 590 w 9682"/>
                <a:gd name="connsiteY2" fmla="*/ 7005 h 10000"/>
                <a:gd name="connsiteX3" fmla="*/ 1739 w 9682"/>
                <a:gd name="connsiteY3" fmla="*/ 8047 h 10000"/>
                <a:gd name="connsiteX4" fmla="*/ 4316 w 9682"/>
                <a:gd name="connsiteY4" fmla="*/ 8392 h 10000"/>
                <a:gd name="connsiteX5" fmla="*/ 6553 w 9682"/>
                <a:gd name="connsiteY5" fmla="*/ 9990 h 10000"/>
                <a:gd name="connsiteX6" fmla="*/ 9546 w 9682"/>
                <a:gd name="connsiteY6" fmla="*/ 9001 h 10000"/>
                <a:gd name="connsiteX7" fmla="*/ 9192 w 9682"/>
                <a:gd name="connsiteY7" fmla="*/ 6148 h 10000"/>
                <a:gd name="connsiteX8" fmla="*/ 9424 w 9682"/>
                <a:gd name="connsiteY8" fmla="*/ 3536 h 10000"/>
                <a:gd name="connsiteX9" fmla="*/ 8697 w 9682"/>
                <a:gd name="connsiteY9" fmla="*/ 1309 h 10000"/>
                <a:gd name="connsiteX10" fmla="*/ 5661 w 9682"/>
                <a:gd name="connsiteY10" fmla="*/ 46 h 10000"/>
                <a:gd name="connsiteX11" fmla="*/ 1867 w 9682"/>
                <a:gd name="connsiteY11" fmla="*/ 329 h 10000"/>
                <a:gd name="connsiteX12" fmla="*/ 224 w 9682"/>
                <a:gd name="connsiteY12" fmla="*/ 2468 h 10000"/>
                <a:gd name="connsiteX0" fmla="*/ 369 w 9951"/>
                <a:gd name="connsiteY0" fmla="*/ 2078 h 10000"/>
                <a:gd name="connsiteX1" fmla="*/ 7 w 9951"/>
                <a:gd name="connsiteY1" fmla="*/ 5334 h 10000"/>
                <a:gd name="connsiteX2" fmla="*/ 560 w 9951"/>
                <a:gd name="connsiteY2" fmla="*/ 7005 h 10000"/>
                <a:gd name="connsiteX3" fmla="*/ 1747 w 9951"/>
                <a:gd name="connsiteY3" fmla="*/ 8047 h 10000"/>
                <a:gd name="connsiteX4" fmla="*/ 4409 w 9951"/>
                <a:gd name="connsiteY4" fmla="*/ 8392 h 10000"/>
                <a:gd name="connsiteX5" fmla="*/ 6719 w 9951"/>
                <a:gd name="connsiteY5" fmla="*/ 9990 h 10000"/>
                <a:gd name="connsiteX6" fmla="*/ 9811 w 9951"/>
                <a:gd name="connsiteY6" fmla="*/ 9001 h 10000"/>
                <a:gd name="connsiteX7" fmla="*/ 9445 w 9951"/>
                <a:gd name="connsiteY7" fmla="*/ 6148 h 10000"/>
                <a:gd name="connsiteX8" fmla="*/ 9685 w 9951"/>
                <a:gd name="connsiteY8" fmla="*/ 3536 h 10000"/>
                <a:gd name="connsiteX9" fmla="*/ 8934 w 9951"/>
                <a:gd name="connsiteY9" fmla="*/ 1309 h 10000"/>
                <a:gd name="connsiteX10" fmla="*/ 5798 w 9951"/>
                <a:gd name="connsiteY10" fmla="*/ 46 h 10000"/>
                <a:gd name="connsiteX11" fmla="*/ 1879 w 9951"/>
                <a:gd name="connsiteY11" fmla="*/ 329 h 10000"/>
                <a:gd name="connsiteX12" fmla="*/ 369 w 9951"/>
                <a:gd name="connsiteY12" fmla="*/ 2078 h 10000"/>
                <a:gd name="connsiteX0" fmla="*/ 378 w 10007"/>
                <a:gd name="connsiteY0" fmla="*/ 2035 h 9957"/>
                <a:gd name="connsiteX1" fmla="*/ 14 w 10007"/>
                <a:gd name="connsiteY1" fmla="*/ 5291 h 9957"/>
                <a:gd name="connsiteX2" fmla="*/ 570 w 10007"/>
                <a:gd name="connsiteY2" fmla="*/ 6962 h 9957"/>
                <a:gd name="connsiteX3" fmla="*/ 1763 w 10007"/>
                <a:gd name="connsiteY3" fmla="*/ 8004 h 9957"/>
                <a:gd name="connsiteX4" fmla="*/ 4438 w 10007"/>
                <a:gd name="connsiteY4" fmla="*/ 8349 h 9957"/>
                <a:gd name="connsiteX5" fmla="*/ 6759 w 10007"/>
                <a:gd name="connsiteY5" fmla="*/ 9947 h 9957"/>
                <a:gd name="connsiteX6" fmla="*/ 9866 w 10007"/>
                <a:gd name="connsiteY6" fmla="*/ 8958 h 9957"/>
                <a:gd name="connsiteX7" fmla="*/ 9499 w 10007"/>
                <a:gd name="connsiteY7" fmla="*/ 6105 h 9957"/>
                <a:gd name="connsiteX8" fmla="*/ 9740 w 10007"/>
                <a:gd name="connsiteY8" fmla="*/ 3493 h 9957"/>
                <a:gd name="connsiteX9" fmla="*/ 8985 w 10007"/>
                <a:gd name="connsiteY9" fmla="*/ 1266 h 9957"/>
                <a:gd name="connsiteX10" fmla="*/ 5834 w 10007"/>
                <a:gd name="connsiteY10" fmla="*/ 3 h 9957"/>
                <a:gd name="connsiteX11" fmla="*/ 2496 w 10007"/>
                <a:gd name="connsiteY11" fmla="*/ 1553 h 9957"/>
                <a:gd name="connsiteX12" fmla="*/ 378 w 10007"/>
                <a:gd name="connsiteY12" fmla="*/ 2035 h 9957"/>
                <a:gd name="connsiteX0" fmla="*/ 378 w 10000"/>
                <a:gd name="connsiteY0" fmla="*/ 2044 h 10000"/>
                <a:gd name="connsiteX1" fmla="*/ 14 w 10000"/>
                <a:gd name="connsiteY1" fmla="*/ 5314 h 10000"/>
                <a:gd name="connsiteX2" fmla="*/ 570 w 10000"/>
                <a:gd name="connsiteY2" fmla="*/ 6992 h 10000"/>
                <a:gd name="connsiteX3" fmla="*/ 1762 w 10000"/>
                <a:gd name="connsiteY3" fmla="*/ 8039 h 10000"/>
                <a:gd name="connsiteX4" fmla="*/ 4435 w 10000"/>
                <a:gd name="connsiteY4" fmla="*/ 8385 h 10000"/>
                <a:gd name="connsiteX5" fmla="*/ 6754 w 10000"/>
                <a:gd name="connsiteY5" fmla="*/ 9990 h 10000"/>
                <a:gd name="connsiteX6" fmla="*/ 9859 w 10000"/>
                <a:gd name="connsiteY6" fmla="*/ 8997 h 10000"/>
                <a:gd name="connsiteX7" fmla="*/ 9492 w 10000"/>
                <a:gd name="connsiteY7" fmla="*/ 6131 h 10000"/>
                <a:gd name="connsiteX8" fmla="*/ 9733 w 10000"/>
                <a:gd name="connsiteY8" fmla="*/ 3508 h 10000"/>
                <a:gd name="connsiteX9" fmla="*/ 8979 w 10000"/>
                <a:gd name="connsiteY9" fmla="*/ 1271 h 10000"/>
                <a:gd name="connsiteX10" fmla="*/ 5830 w 10000"/>
                <a:gd name="connsiteY10" fmla="*/ 3 h 10000"/>
                <a:gd name="connsiteX11" fmla="*/ 2494 w 10000"/>
                <a:gd name="connsiteY11" fmla="*/ 1560 h 10000"/>
                <a:gd name="connsiteX12" fmla="*/ 378 w 10000"/>
                <a:gd name="connsiteY12" fmla="*/ 2044 h 10000"/>
                <a:gd name="connsiteX0" fmla="*/ 326 w 10023"/>
                <a:gd name="connsiteY0" fmla="*/ 2533 h 10000"/>
                <a:gd name="connsiteX1" fmla="*/ 37 w 10023"/>
                <a:gd name="connsiteY1" fmla="*/ 5314 h 10000"/>
                <a:gd name="connsiteX2" fmla="*/ 593 w 10023"/>
                <a:gd name="connsiteY2" fmla="*/ 6992 h 10000"/>
                <a:gd name="connsiteX3" fmla="*/ 1785 w 10023"/>
                <a:gd name="connsiteY3" fmla="*/ 8039 h 10000"/>
                <a:gd name="connsiteX4" fmla="*/ 4458 w 10023"/>
                <a:gd name="connsiteY4" fmla="*/ 8385 h 10000"/>
                <a:gd name="connsiteX5" fmla="*/ 6777 w 10023"/>
                <a:gd name="connsiteY5" fmla="*/ 9990 h 10000"/>
                <a:gd name="connsiteX6" fmla="*/ 9882 w 10023"/>
                <a:gd name="connsiteY6" fmla="*/ 8997 h 10000"/>
                <a:gd name="connsiteX7" fmla="*/ 9515 w 10023"/>
                <a:gd name="connsiteY7" fmla="*/ 6131 h 10000"/>
                <a:gd name="connsiteX8" fmla="*/ 9756 w 10023"/>
                <a:gd name="connsiteY8" fmla="*/ 3508 h 10000"/>
                <a:gd name="connsiteX9" fmla="*/ 9002 w 10023"/>
                <a:gd name="connsiteY9" fmla="*/ 1271 h 10000"/>
                <a:gd name="connsiteX10" fmla="*/ 5853 w 10023"/>
                <a:gd name="connsiteY10" fmla="*/ 3 h 10000"/>
                <a:gd name="connsiteX11" fmla="*/ 2517 w 10023"/>
                <a:gd name="connsiteY11" fmla="*/ 1560 h 10000"/>
                <a:gd name="connsiteX12" fmla="*/ 326 w 10023"/>
                <a:gd name="connsiteY12" fmla="*/ 2533 h 10000"/>
                <a:gd name="connsiteX0" fmla="*/ 326 w 10023"/>
                <a:gd name="connsiteY0" fmla="*/ 1901 h 9368"/>
                <a:gd name="connsiteX1" fmla="*/ 37 w 10023"/>
                <a:gd name="connsiteY1" fmla="*/ 4682 h 9368"/>
                <a:gd name="connsiteX2" fmla="*/ 593 w 10023"/>
                <a:gd name="connsiteY2" fmla="*/ 6360 h 9368"/>
                <a:gd name="connsiteX3" fmla="*/ 1785 w 10023"/>
                <a:gd name="connsiteY3" fmla="*/ 7407 h 9368"/>
                <a:gd name="connsiteX4" fmla="*/ 4458 w 10023"/>
                <a:gd name="connsiteY4" fmla="*/ 7753 h 9368"/>
                <a:gd name="connsiteX5" fmla="*/ 6777 w 10023"/>
                <a:gd name="connsiteY5" fmla="*/ 9358 h 9368"/>
                <a:gd name="connsiteX6" fmla="*/ 9882 w 10023"/>
                <a:gd name="connsiteY6" fmla="*/ 8365 h 9368"/>
                <a:gd name="connsiteX7" fmla="*/ 9515 w 10023"/>
                <a:gd name="connsiteY7" fmla="*/ 5499 h 9368"/>
                <a:gd name="connsiteX8" fmla="*/ 9756 w 10023"/>
                <a:gd name="connsiteY8" fmla="*/ 2876 h 9368"/>
                <a:gd name="connsiteX9" fmla="*/ 9002 w 10023"/>
                <a:gd name="connsiteY9" fmla="*/ 639 h 9368"/>
                <a:gd name="connsiteX10" fmla="*/ 5628 w 10023"/>
                <a:gd name="connsiteY10" fmla="*/ 7 h 9368"/>
                <a:gd name="connsiteX11" fmla="*/ 2517 w 10023"/>
                <a:gd name="connsiteY11" fmla="*/ 928 h 9368"/>
                <a:gd name="connsiteX12" fmla="*/ 326 w 10023"/>
                <a:gd name="connsiteY12" fmla="*/ 1901 h 9368"/>
                <a:gd name="connsiteX0" fmla="*/ 325 w 9734"/>
                <a:gd name="connsiteY0" fmla="*/ 2029 h 10093"/>
                <a:gd name="connsiteX1" fmla="*/ 37 w 9734"/>
                <a:gd name="connsiteY1" fmla="*/ 4998 h 10093"/>
                <a:gd name="connsiteX2" fmla="*/ 592 w 9734"/>
                <a:gd name="connsiteY2" fmla="*/ 6789 h 10093"/>
                <a:gd name="connsiteX3" fmla="*/ 1781 w 9734"/>
                <a:gd name="connsiteY3" fmla="*/ 7907 h 10093"/>
                <a:gd name="connsiteX4" fmla="*/ 4448 w 9734"/>
                <a:gd name="connsiteY4" fmla="*/ 8276 h 10093"/>
                <a:gd name="connsiteX5" fmla="*/ 6761 w 9734"/>
                <a:gd name="connsiteY5" fmla="*/ 9989 h 10093"/>
                <a:gd name="connsiteX6" fmla="*/ 9484 w 9734"/>
                <a:gd name="connsiteY6" fmla="*/ 9608 h 10093"/>
                <a:gd name="connsiteX7" fmla="*/ 9493 w 9734"/>
                <a:gd name="connsiteY7" fmla="*/ 5870 h 10093"/>
                <a:gd name="connsiteX8" fmla="*/ 9734 w 9734"/>
                <a:gd name="connsiteY8" fmla="*/ 3070 h 10093"/>
                <a:gd name="connsiteX9" fmla="*/ 8981 w 9734"/>
                <a:gd name="connsiteY9" fmla="*/ 682 h 10093"/>
                <a:gd name="connsiteX10" fmla="*/ 5615 w 9734"/>
                <a:gd name="connsiteY10" fmla="*/ 7 h 10093"/>
                <a:gd name="connsiteX11" fmla="*/ 2511 w 9734"/>
                <a:gd name="connsiteY11" fmla="*/ 991 h 10093"/>
                <a:gd name="connsiteX12" fmla="*/ 325 w 9734"/>
                <a:gd name="connsiteY12" fmla="*/ 2029 h 10093"/>
                <a:gd name="connsiteX0" fmla="*/ 334 w 10000"/>
                <a:gd name="connsiteY0" fmla="*/ 2010 h 9973"/>
                <a:gd name="connsiteX1" fmla="*/ 38 w 10000"/>
                <a:gd name="connsiteY1" fmla="*/ 4952 h 9973"/>
                <a:gd name="connsiteX2" fmla="*/ 608 w 10000"/>
                <a:gd name="connsiteY2" fmla="*/ 6726 h 9973"/>
                <a:gd name="connsiteX3" fmla="*/ 1830 w 10000"/>
                <a:gd name="connsiteY3" fmla="*/ 7834 h 9973"/>
                <a:gd name="connsiteX4" fmla="*/ 4532 w 10000"/>
                <a:gd name="connsiteY4" fmla="*/ 8562 h 9973"/>
                <a:gd name="connsiteX5" fmla="*/ 6946 w 10000"/>
                <a:gd name="connsiteY5" fmla="*/ 9897 h 9973"/>
                <a:gd name="connsiteX6" fmla="*/ 9743 w 10000"/>
                <a:gd name="connsiteY6" fmla="*/ 9519 h 9973"/>
                <a:gd name="connsiteX7" fmla="*/ 9752 w 10000"/>
                <a:gd name="connsiteY7" fmla="*/ 5816 h 9973"/>
                <a:gd name="connsiteX8" fmla="*/ 10000 w 10000"/>
                <a:gd name="connsiteY8" fmla="*/ 3042 h 9973"/>
                <a:gd name="connsiteX9" fmla="*/ 9226 w 10000"/>
                <a:gd name="connsiteY9" fmla="*/ 676 h 9973"/>
                <a:gd name="connsiteX10" fmla="*/ 5768 w 10000"/>
                <a:gd name="connsiteY10" fmla="*/ 7 h 9973"/>
                <a:gd name="connsiteX11" fmla="*/ 2580 w 10000"/>
                <a:gd name="connsiteY11" fmla="*/ 982 h 9973"/>
                <a:gd name="connsiteX12" fmla="*/ 334 w 10000"/>
                <a:gd name="connsiteY12" fmla="*/ 2010 h 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73">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 name="Freeform 3">
              <a:extLst>
                <a:ext uri="{FF2B5EF4-FFF2-40B4-BE49-F238E27FC236}">
                  <a16:creationId xmlns:a16="http://schemas.microsoft.com/office/drawing/2014/main" id="{429F76A8-2BC3-9AAC-F90A-704279B0EA18}"/>
                </a:ext>
              </a:extLst>
            </p:cNvPr>
            <p:cNvSpPr>
              <a:spLocks/>
            </p:cNvSpPr>
            <p:nvPr/>
          </p:nvSpPr>
          <p:spPr bwMode="auto">
            <a:xfrm>
              <a:off x="3897312" y="189543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6" name="Text Box 34">
              <a:extLst>
                <a:ext uri="{FF2B5EF4-FFF2-40B4-BE49-F238E27FC236}">
                  <a16:creationId xmlns:a16="http://schemas.microsoft.com/office/drawing/2014/main" id="{34341E05-7E25-5C59-A0D0-02350BA1AE9E}"/>
                </a:ext>
              </a:extLst>
            </p:cNvPr>
            <p:cNvSpPr txBox="1">
              <a:spLocks noChangeArrowheads="1"/>
            </p:cNvSpPr>
            <p:nvPr/>
          </p:nvSpPr>
          <p:spPr bwMode="auto">
            <a:xfrm>
              <a:off x="8314111" y="2411275"/>
              <a:ext cx="181133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Comcast network </a:t>
              </a:r>
            </a:p>
            <a:p>
              <a:pPr fontAlgn="base">
                <a:spcBef>
                  <a:spcPct val="0"/>
                </a:spcBef>
                <a:spcAft>
                  <a:spcPct val="0"/>
                </a:spcAft>
              </a:pPr>
              <a:r>
                <a:rPr lang="en-US" sz="1600" i="0" dirty="0">
                  <a:solidFill>
                    <a:srgbClr val="000000"/>
                  </a:solidFill>
                  <a:latin typeface="Arial" charset="0"/>
                </a:rPr>
                <a:t>68.80.0.0/13</a:t>
              </a:r>
            </a:p>
          </p:txBody>
        </p:sp>
        <p:sp>
          <p:nvSpPr>
            <p:cNvPr id="7" name="Line 36">
              <a:extLst>
                <a:ext uri="{FF2B5EF4-FFF2-40B4-BE49-F238E27FC236}">
                  <a16:creationId xmlns:a16="http://schemas.microsoft.com/office/drawing/2014/main" id="{CE46109B-9445-FD16-1D01-522A615D7EE3}"/>
                </a:ext>
              </a:extLst>
            </p:cNvPr>
            <p:cNvSpPr>
              <a:spLocks noChangeShapeType="1"/>
            </p:cNvSpPr>
            <p:nvPr/>
          </p:nvSpPr>
          <p:spPr bwMode="auto">
            <a:xfrm flipV="1">
              <a:off x="6899274" y="296699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8" name="Line 43">
              <a:extLst>
                <a:ext uri="{FF2B5EF4-FFF2-40B4-BE49-F238E27FC236}">
                  <a16:creationId xmlns:a16="http://schemas.microsoft.com/office/drawing/2014/main" id="{019A584D-7EFD-65B7-1B88-11524234423C}"/>
                </a:ext>
              </a:extLst>
            </p:cNvPr>
            <p:cNvSpPr>
              <a:spLocks noChangeShapeType="1"/>
            </p:cNvSpPr>
            <p:nvPr/>
          </p:nvSpPr>
          <p:spPr bwMode="auto">
            <a:xfrm flipV="1">
              <a:off x="5789612" y="314003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9" name="Line 44">
              <a:extLst>
                <a:ext uri="{FF2B5EF4-FFF2-40B4-BE49-F238E27FC236}">
                  <a16:creationId xmlns:a16="http://schemas.microsoft.com/office/drawing/2014/main" id="{D71B40B2-9CC7-8196-F4C0-0FA39B34F71E}"/>
                </a:ext>
              </a:extLst>
            </p:cNvPr>
            <p:cNvSpPr>
              <a:spLocks noChangeShapeType="1"/>
            </p:cNvSpPr>
            <p:nvPr/>
          </p:nvSpPr>
          <p:spPr bwMode="auto">
            <a:xfrm flipV="1">
              <a:off x="7048499" y="282412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0" name="Line 48">
              <a:extLst>
                <a:ext uri="{FF2B5EF4-FFF2-40B4-BE49-F238E27FC236}">
                  <a16:creationId xmlns:a16="http://schemas.microsoft.com/office/drawing/2014/main" id="{929CC0C8-EE2E-BA56-BE65-151F080C1131}"/>
                </a:ext>
              </a:extLst>
            </p:cNvPr>
            <p:cNvSpPr>
              <a:spLocks noChangeShapeType="1"/>
            </p:cNvSpPr>
            <p:nvPr/>
          </p:nvSpPr>
          <p:spPr bwMode="auto">
            <a:xfrm flipV="1">
              <a:off x="6403974" y="335910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1" name="Line 68">
              <a:extLst>
                <a:ext uri="{FF2B5EF4-FFF2-40B4-BE49-F238E27FC236}">
                  <a16:creationId xmlns:a16="http://schemas.microsoft.com/office/drawing/2014/main" id="{452B424F-B6A3-006E-5B7E-BEFF73942950}"/>
                </a:ext>
              </a:extLst>
            </p:cNvPr>
            <p:cNvSpPr>
              <a:spLocks noChangeShapeType="1"/>
            </p:cNvSpPr>
            <p:nvPr/>
          </p:nvSpPr>
          <p:spPr bwMode="auto">
            <a:xfrm flipV="1">
              <a:off x="6875462" y="3552782"/>
              <a:ext cx="1819275" cy="7334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2" name="Line 93">
              <a:extLst>
                <a:ext uri="{FF2B5EF4-FFF2-40B4-BE49-F238E27FC236}">
                  <a16:creationId xmlns:a16="http://schemas.microsoft.com/office/drawing/2014/main" id="{96C95B91-25D9-BC63-C8BA-CE0948A2F5C3}"/>
                </a:ext>
              </a:extLst>
            </p:cNvPr>
            <p:cNvSpPr>
              <a:spLocks noChangeShapeType="1"/>
            </p:cNvSpPr>
            <p:nvPr/>
          </p:nvSpPr>
          <p:spPr bwMode="auto">
            <a:xfrm flipH="1">
              <a:off x="10410824" y="2789195"/>
              <a:ext cx="260350" cy="25876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3" name="Freeform 94">
              <a:extLst>
                <a:ext uri="{FF2B5EF4-FFF2-40B4-BE49-F238E27FC236}">
                  <a16:creationId xmlns:a16="http://schemas.microsoft.com/office/drawing/2014/main" id="{0E857D22-0A83-F9B0-0F57-105466465D68}"/>
                </a:ext>
              </a:extLst>
            </p:cNvPr>
            <p:cNvSpPr>
              <a:spLocks/>
            </p:cNvSpPr>
            <p:nvPr/>
          </p:nvSpPr>
          <p:spPr bwMode="auto">
            <a:xfrm>
              <a:off x="4375149" y="4768807"/>
              <a:ext cx="6419850" cy="1620838"/>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4" name="Line 134">
              <a:extLst>
                <a:ext uri="{FF2B5EF4-FFF2-40B4-BE49-F238E27FC236}">
                  <a16:creationId xmlns:a16="http://schemas.microsoft.com/office/drawing/2014/main" id="{384F7229-9B45-9F3A-57F5-34854545DE00}"/>
                </a:ext>
              </a:extLst>
            </p:cNvPr>
            <p:cNvSpPr>
              <a:spLocks noChangeShapeType="1"/>
            </p:cNvSpPr>
            <p:nvPr/>
          </p:nvSpPr>
          <p:spPr bwMode="auto">
            <a:xfrm flipV="1">
              <a:off x="7766049" y="3697245"/>
              <a:ext cx="1174750" cy="16510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 name="Text Box 135">
              <a:extLst>
                <a:ext uri="{FF2B5EF4-FFF2-40B4-BE49-F238E27FC236}">
                  <a16:creationId xmlns:a16="http://schemas.microsoft.com/office/drawing/2014/main" id="{115BDB82-A237-6CC7-3F3E-4F6C0AE86B91}"/>
                </a:ext>
              </a:extLst>
            </p:cNvPr>
            <p:cNvSpPr txBox="1">
              <a:spLocks noChangeArrowheads="1"/>
            </p:cNvSpPr>
            <p:nvPr/>
          </p:nvSpPr>
          <p:spPr bwMode="auto">
            <a:xfrm>
              <a:off x="8643937" y="5640345"/>
              <a:ext cx="1809750"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Google</a:t>
              </a:r>
              <a:r>
                <a:rPr lang="ja-JP" altLang="en-US" sz="1600" i="0">
                  <a:solidFill>
                    <a:srgbClr val="000000"/>
                  </a:solidFill>
                  <a:latin typeface="Arial" charset="0"/>
                </a:rPr>
                <a:t>’</a:t>
              </a:r>
              <a:r>
                <a:rPr lang="en-US" altLang="ja-JP" sz="1600" i="0" dirty="0">
                  <a:solidFill>
                    <a:srgbClr val="000000"/>
                  </a:solidFill>
                  <a:latin typeface="Arial" charset="0"/>
                </a:rPr>
                <a:t>s network </a:t>
              </a:r>
            </a:p>
            <a:p>
              <a:pPr fontAlgn="base">
                <a:spcBef>
                  <a:spcPct val="0"/>
                </a:spcBef>
                <a:spcAft>
                  <a:spcPct val="0"/>
                </a:spcAft>
              </a:pPr>
              <a:r>
                <a:rPr lang="en-US" sz="1600" i="0" dirty="0">
                  <a:solidFill>
                    <a:srgbClr val="000000"/>
                  </a:solidFill>
                  <a:latin typeface="Arial" charset="0"/>
                </a:rPr>
                <a:t>64.233.160.0/19 </a:t>
              </a:r>
            </a:p>
          </p:txBody>
        </p:sp>
        <p:sp>
          <p:nvSpPr>
            <p:cNvPr id="16" name="Line 136">
              <a:extLst>
                <a:ext uri="{FF2B5EF4-FFF2-40B4-BE49-F238E27FC236}">
                  <a16:creationId xmlns:a16="http://schemas.microsoft.com/office/drawing/2014/main" id="{E5346746-5B4F-B77D-F966-44D4ACB48DA8}"/>
                </a:ext>
              </a:extLst>
            </p:cNvPr>
            <p:cNvSpPr>
              <a:spLocks noChangeShapeType="1"/>
            </p:cNvSpPr>
            <p:nvPr/>
          </p:nvSpPr>
          <p:spPr bwMode="auto">
            <a:xfrm flipV="1">
              <a:off x="6345237" y="5516520"/>
              <a:ext cx="942975" cy="15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7" name="Text Box 137">
              <a:extLst>
                <a:ext uri="{FF2B5EF4-FFF2-40B4-BE49-F238E27FC236}">
                  <a16:creationId xmlns:a16="http://schemas.microsoft.com/office/drawing/2014/main" id="{528F052D-9309-A90C-B658-F5EA2C041A9C}"/>
                </a:ext>
              </a:extLst>
            </p:cNvPr>
            <p:cNvSpPr txBox="1">
              <a:spLocks noChangeArrowheads="1"/>
            </p:cNvSpPr>
            <p:nvPr/>
          </p:nvSpPr>
          <p:spPr bwMode="auto">
            <a:xfrm>
              <a:off x="5257799" y="5908632"/>
              <a:ext cx="15954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64.233.169.105</a:t>
              </a:r>
            </a:p>
          </p:txBody>
        </p:sp>
        <p:sp>
          <p:nvSpPr>
            <p:cNvPr id="18" name="Text Box 138">
              <a:extLst>
                <a:ext uri="{FF2B5EF4-FFF2-40B4-BE49-F238E27FC236}">
                  <a16:creationId xmlns:a16="http://schemas.microsoft.com/office/drawing/2014/main" id="{1E9A807F-B3E8-751C-040F-2C65965F1FF3}"/>
                </a:ext>
              </a:extLst>
            </p:cNvPr>
            <p:cNvSpPr txBox="1">
              <a:spLocks noChangeArrowheads="1"/>
            </p:cNvSpPr>
            <p:nvPr/>
          </p:nvSpPr>
          <p:spPr bwMode="auto">
            <a:xfrm>
              <a:off x="5226049" y="5614945"/>
              <a:ext cx="11779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web server</a:t>
              </a:r>
            </a:p>
          </p:txBody>
        </p:sp>
        <p:sp>
          <p:nvSpPr>
            <p:cNvPr id="19" name="Text Box 139">
              <a:extLst>
                <a:ext uri="{FF2B5EF4-FFF2-40B4-BE49-F238E27FC236}">
                  <a16:creationId xmlns:a16="http://schemas.microsoft.com/office/drawing/2014/main" id="{BF955BDC-8679-4538-7EF8-677BEF878604}"/>
                </a:ext>
              </a:extLst>
            </p:cNvPr>
            <p:cNvSpPr txBox="1">
              <a:spLocks noChangeArrowheads="1"/>
            </p:cNvSpPr>
            <p:nvPr/>
          </p:nvSpPr>
          <p:spPr bwMode="auto">
            <a:xfrm>
              <a:off x="9330297" y="1979663"/>
              <a:ext cx="123348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DNS server</a:t>
              </a:r>
            </a:p>
            <a:p>
              <a:pPr fontAlgn="base">
                <a:spcBef>
                  <a:spcPct val="0"/>
                </a:spcBef>
                <a:spcAft>
                  <a:spcPct val="0"/>
                </a:spcAft>
              </a:pPr>
              <a:endParaRPr lang="en-US" sz="1600" i="0" dirty="0">
                <a:solidFill>
                  <a:srgbClr val="000000"/>
                </a:solidFill>
                <a:latin typeface="Arial" charset="0"/>
              </a:endParaRPr>
            </a:p>
          </p:txBody>
        </p:sp>
        <p:grpSp>
          <p:nvGrpSpPr>
            <p:cNvPr id="20" name="Group 167">
              <a:extLst>
                <a:ext uri="{FF2B5EF4-FFF2-40B4-BE49-F238E27FC236}">
                  <a16:creationId xmlns:a16="http://schemas.microsoft.com/office/drawing/2014/main" id="{0AA83511-F96E-FC41-293D-81C355CED3EA}"/>
                </a:ext>
              </a:extLst>
            </p:cNvPr>
            <p:cNvGrpSpPr>
              <a:grpSpLocks/>
            </p:cNvGrpSpPr>
            <p:nvPr/>
          </p:nvGrpSpPr>
          <p:grpSpPr bwMode="auto">
            <a:xfrm flipH="1">
              <a:off x="9096374" y="3684545"/>
              <a:ext cx="400050" cy="152400"/>
              <a:chOff x="3228" y="1776"/>
              <a:chExt cx="252" cy="96"/>
            </a:xfrm>
          </p:grpSpPr>
          <p:sp>
            <p:nvSpPr>
              <p:cNvPr id="21" name="Line 168">
                <a:extLst>
                  <a:ext uri="{FF2B5EF4-FFF2-40B4-BE49-F238E27FC236}">
                    <a16:creationId xmlns:a16="http://schemas.microsoft.com/office/drawing/2014/main" id="{AD9E090A-40CF-8D0C-4513-150B4AC06AA6}"/>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2" name="Line 169">
                <a:extLst>
                  <a:ext uri="{FF2B5EF4-FFF2-40B4-BE49-F238E27FC236}">
                    <a16:creationId xmlns:a16="http://schemas.microsoft.com/office/drawing/2014/main" id="{7B3B1DBE-DCBD-809B-FBE2-F750AF7B9B20}"/>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3" name="Group 170">
              <a:extLst>
                <a:ext uri="{FF2B5EF4-FFF2-40B4-BE49-F238E27FC236}">
                  <a16:creationId xmlns:a16="http://schemas.microsoft.com/office/drawing/2014/main" id="{6E364AF9-8460-CA41-0405-1B010B12F199}"/>
                </a:ext>
              </a:extLst>
            </p:cNvPr>
            <p:cNvGrpSpPr>
              <a:grpSpLocks/>
            </p:cNvGrpSpPr>
            <p:nvPr/>
          </p:nvGrpSpPr>
          <p:grpSpPr bwMode="auto">
            <a:xfrm flipH="1" flipV="1">
              <a:off x="9248774" y="3160670"/>
              <a:ext cx="400050" cy="152400"/>
              <a:chOff x="3228" y="1776"/>
              <a:chExt cx="252" cy="96"/>
            </a:xfrm>
          </p:grpSpPr>
          <p:sp>
            <p:nvSpPr>
              <p:cNvPr id="24" name="Line 171">
                <a:extLst>
                  <a:ext uri="{FF2B5EF4-FFF2-40B4-BE49-F238E27FC236}">
                    <a16:creationId xmlns:a16="http://schemas.microsoft.com/office/drawing/2014/main" id="{E22CB6C7-7441-59C8-462D-F6B62272BDDF}"/>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5" name="Line 172">
                <a:extLst>
                  <a:ext uri="{FF2B5EF4-FFF2-40B4-BE49-F238E27FC236}">
                    <a16:creationId xmlns:a16="http://schemas.microsoft.com/office/drawing/2014/main" id="{33F06B71-AC15-B297-E77B-110DFB0D87FE}"/>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6" name="Group 173">
              <a:extLst>
                <a:ext uri="{FF2B5EF4-FFF2-40B4-BE49-F238E27FC236}">
                  <a16:creationId xmlns:a16="http://schemas.microsoft.com/office/drawing/2014/main" id="{04BA99F6-33FC-6A72-F9BA-A92FACDFE23E}"/>
                </a:ext>
              </a:extLst>
            </p:cNvPr>
            <p:cNvGrpSpPr>
              <a:grpSpLocks/>
            </p:cNvGrpSpPr>
            <p:nvPr/>
          </p:nvGrpSpPr>
          <p:grpSpPr bwMode="auto">
            <a:xfrm flipH="1" flipV="1">
              <a:off x="11349037" y="3851232"/>
              <a:ext cx="400050" cy="152400"/>
              <a:chOff x="3228" y="1776"/>
              <a:chExt cx="252" cy="96"/>
            </a:xfrm>
          </p:grpSpPr>
          <p:sp>
            <p:nvSpPr>
              <p:cNvPr id="27" name="Line 174">
                <a:extLst>
                  <a:ext uri="{FF2B5EF4-FFF2-40B4-BE49-F238E27FC236}">
                    <a16:creationId xmlns:a16="http://schemas.microsoft.com/office/drawing/2014/main" id="{EFE761DA-B310-D4E4-F91E-7894460A989B}"/>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8" name="Line 175">
                <a:extLst>
                  <a:ext uri="{FF2B5EF4-FFF2-40B4-BE49-F238E27FC236}">
                    <a16:creationId xmlns:a16="http://schemas.microsoft.com/office/drawing/2014/main" id="{50ACAADA-33D3-B024-3690-D4C1CFA35A78}"/>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9" name="Group 176">
              <a:extLst>
                <a:ext uri="{FF2B5EF4-FFF2-40B4-BE49-F238E27FC236}">
                  <a16:creationId xmlns:a16="http://schemas.microsoft.com/office/drawing/2014/main" id="{30BAFB98-16CC-3B21-E414-132705C5DD58}"/>
                </a:ext>
              </a:extLst>
            </p:cNvPr>
            <p:cNvGrpSpPr>
              <a:grpSpLocks/>
            </p:cNvGrpSpPr>
            <p:nvPr/>
          </p:nvGrpSpPr>
          <p:grpSpPr bwMode="auto">
            <a:xfrm flipV="1">
              <a:off x="10525124" y="3870282"/>
              <a:ext cx="295275" cy="114300"/>
              <a:chOff x="3228" y="1776"/>
              <a:chExt cx="252" cy="96"/>
            </a:xfrm>
          </p:grpSpPr>
          <p:sp>
            <p:nvSpPr>
              <p:cNvPr id="30" name="Line 177">
                <a:extLst>
                  <a:ext uri="{FF2B5EF4-FFF2-40B4-BE49-F238E27FC236}">
                    <a16:creationId xmlns:a16="http://schemas.microsoft.com/office/drawing/2014/main" id="{437CFD07-A8BC-FD27-579B-52FEB44E8705}"/>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1" name="Line 178">
                <a:extLst>
                  <a:ext uri="{FF2B5EF4-FFF2-40B4-BE49-F238E27FC236}">
                    <a16:creationId xmlns:a16="http://schemas.microsoft.com/office/drawing/2014/main" id="{980976E7-2034-F5C9-231E-04FE4490D5E5}"/>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2" name="Group 179">
              <a:extLst>
                <a:ext uri="{FF2B5EF4-FFF2-40B4-BE49-F238E27FC236}">
                  <a16:creationId xmlns:a16="http://schemas.microsoft.com/office/drawing/2014/main" id="{65338BBB-E550-15B9-1E37-C4837D7FF696}"/>
                </a:ext>
              </a:extLst>
            </p:cNvPr>
            <p:cNvGrpSpPr>
              <a:grpSpLocks/>
            </p:cNvGrpSpPr>
            <p:nvPr/>
          </p:nvGrpSpPr>
          <p:grpSpPr bwMode="auto">
            <a:xfrm rot="409689" flipH="1" flipV="1">
              <a:off x="10796587" y="3213057"/>
              <a:ext cx="452437" cy="57150"/>
              <a:chOff x="3228" y="1776"/>
              <a:chExt cx="252" cy="96"/>
            </a:xfrm>
          </p:grpSpPr>
          <p:sp>
            <p:nvSpPr>
              <p:cNvPr id="33" name="Line 180">
                <a:extLst>
                  <a:ext uri="{FF2B5EF4-FFF2-40B4-BE49-F238E27FC236}">
                    <a16:creationId xmlns:a16="http://schemas.microsoft.com/office/drawing/2014/main" id="{694E5724-BCBA-7F91-BC2F-2EC455514800}"/>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4" name="Line 181">
                <a:extLst>
                  <a:ext uri="{FF2B5EF4-FFF2-40B4-BE49-F238E27FC236}">
                    <a16:creationId xmlns:a16="http://schemas.microsoft.com/office/drawing/2014/main" id="{9018801E-EF10-3CA2-C761-A38B13AAAD3D}"/>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5" name="Group 182">
              <a:extLst>
                <a:ext uri="{FF2B5EF4-FFF2-40B4-BE49-F238E27FC236}">
                  <a16:creationId xmlns:a16="http://schemas.microsoft.com/office/drawing/2014/main" id="{C8B14279-1009-DEC8-A8BF-FE22125F1183}"/>
                </a:ext>
              </a:extLst>
            </p:cNvPr>
            <p:cNvGrpSpPr>
              <a:grpSpLocks/>
            </p:cNvGrpSpPr>
            <p:nvPr/>
          </p:nvGrpSpPr>
          <p:grpSpPr bwMode="auto">
            <a:xfrm>
              <a:off x="9939337" y="3417845"/>
              <a:ext cx="295275" cy="114300"/>
              <a:chOff x="3228" y="1776"/>
              <a:chExt cx="252" cy="96"/>
            </a:xfrm>
          </p:grpSpPr>
          <p:sp>
            <p:nvSpPr>
              <p:cNvPr id="36" name="Line 183">
                <a:extLst>
                  <a:ext uri="{FF2B5EF4-FFF2-40B4-BE49-F238E27FC236}">
                    <a16:creationId xmlns:a16="http://schemas.microsoft.com/office/drawing/2014/main" id="{D4136328-B366-B5CD-2EEB-657813772C45}"/>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7" name="Line 184">
                <a:extLst>
                  <a:ext uri="{FF2B5EF4-FFF2-40B4-BE49-F238E27FC236}">
                    <a16:creationId xmlns:a16="http://schemas.microsoft.com/office/drawing/2014/main" id="{F1C03BDA-1800-5F8D-1867-13CFCDC7A126}"/>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8" name="Group 185">
              <a:extLst>
                <a:ext uri="{FF2B5EF4-FFF2-40B4-BE49-F238E27FC236}">
                  <a16:creationId xmlns:a16="http://schemas.microsoft.com/office/drawing/2014/main" id="{45EA773D-9674-BEEF-6410-CECB333AE23B}"/>
                </a:ext>
              </a:extLst>
            </p:cNvPr>
            <p:cNvGrpSpPr>
              <a:grpSpLocks/>
            </p:cNvGrpSpPr>
            <p:nvPr/>
          </p:nvGrpSpPr>
          <p:grpSpPr bwMode="auto">
            <a:xfrm flipH="1">
              <a:off x="10577512" y="3417845"/>
              <a:ext cx="295275" cy="114300"/>
              <a:chOff x="3228" y="1776"/>
              <a:chExt cx="252" cy="96"/>
            </a:xfrm>
          </p:grpSpPr>
          <p:sp>
            <p:nvSpPr>
              <p:cNvPr id="39" name="Line 186">
                <a:extLst>
                  <a:ext uri="{FF2B5EF4-FFF2-40B4-BE49-F238E27FC236}">
                    <a16:creationId xmlns:a16="http://schemas.microsoft.com/office/drawing/2014/main" id="{11FE2FB5-5B51-19CE-787B-C99C72F501BB}"/>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0" name="Line 187">
                <a:extLst>
                  <a:ext uri="{FF2B5EF4-FFF2-40B4-BE49-F238E27FC236}">
                    <a16:creationId xmlns:a16="http://schemas.microsoft.com/office/drawing/2014/main" id="{942353BF-5381-3796-630A-7A1EDA8C1661}"/>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1" name="Group 188">
              <a:extLst>
                <a:ext uri="{FF2B5EF4-FFF2-40B4-BE49-F238E27FC236}">
                  <a16:creationId xmlns:a16="http://schemas.microsoft.com/office/drawing/2014/main" id="{13656EAB-1A05-015E-5825-1D475AF97550}"/>
                </a:ext>
              </a:extLst>
            </p:cNvPr>
            <p:cNvGrpSpPr>
              <a:grpSpLocks/>
            </p:cNvGrpSpPr>
            <p:nvPr/>
          </p:nvGrpSpPr>
          <p:grpSpPr bwMode="auto">
            <a:xfrm>
              <a:off x="8991599" y="5365707"/>
              <a:ext cx="295275" cy="114300"/>
              <a:chOff x="3228" y="1776"/>
              <a:chExt cx="252" cy="96"/>
            </a:xfrm>
          </p:grpSpPr>
          <p:sp>
            <p:nvSpPr>
              <p:cNvPr id="42" name="Line 189">
                <a:extLst>
                  <a:ext uri="{FF2B5EF4-FFF2-40B4-BE49-F238E27FC236}">
                    <a16:creationId xmlns:a16="http://schemas.microsoft.com/office/drawing/2014/main" id="{DAFEAD78-2771-C04E-3B98-A4DC413E2D2D}"/>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3" name="Line 190">
                <a:extLst>
                  <a:ext uri="{FF2B5EF4-FFF2-40B4-BE49-F238E27FC236}">
                    <a16:creationId xmlns:a16="http://schemas.microsoft.com/office/drawing/2014/main" id="{7C5CF695-D3DA-9EC0-888E-5638B76A29BC}"/>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4" name="Group 191">
              <a:extLst>
                <a:ext uri="{FF2B5EF4-FFF2-40B4-BE49-F238E27FC236}">
                  <a16:creationId xmlns:a16="http://schemas.microsoft.com/office/drawing/2014/main" id="{BCEC337E-6B5E-6132-0350-3F37424934A4}"/>
                </a:ext>
              </a:extLst>
            </p:cNvPr>
            <p:cNvGrpSpPr>
              <a:grpSpLocks/>
            </p:cNvGrpSpPr>
            <p:nvPr/>
          </p:nvGrpSpPr>
          <p:grpSpPr bwMode="auto">
            <a:xfrm flipH="1">
              <a:off x="9629774" y="5365707"/>
              <a:ext cx="295275" cy="114300"/>
              <a:chOff x="3228" y="1776"/>
              <a:chExt cx="252" cy="96"/>
            </a:xfrm>
          </p:grpSpPr>
          <p:sp>
            <p:nvSpPr>
              <p:cNvPr id="45" name="Line 192">
                <a:extLst>
                  <a:ext uri="{FF2B5EF4-FFF2-40B4-BE49-F238E27FC236}">
                    <a16:creationId xmlns:a16="http://schemas.microsoft.com/office/drawing/2014/main" id="{20E786A5-20AA-393E-AB76-8C7EF98D2662}"/>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6" name="Line 193">
                <a:extLst>
                  <a:ext uri="{FF2B5EF4-FFF2-40B4-BE49-F238E27FC236}">
                    <a16:creationId xmlns:a16="http://schemas.microsoft.com/office/drawing/2014/main" id="{C4AEFB4B-A304-CF65-6A7A-7AB92D3775C1}"/>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7" name="Group 194">
              <a:extLst>
                <a:ext uri="{FF2B5EF4-FFF2-40B4-BE49-F238E27FC236}">
                  <a16:creationId xmlns:a16="http://schemas.microsoft.com/office/drawing/2014/main" id="{F8B1760B-A463-4C11-5F7F-9C4803656336}"/>
                </a:ext>
              </a:extLst>
            </p:cNvPr>
            <p:cNvGrpSpPr>
              <a:grpSpLocks/>
            </p:cNvGrpSpPr>
            <p:nvPr/>
          </p:nvGrpSpPr>
          <p:grpSpPr bwMode="auto">
            <a:xfrm>
              <a:off x="7224712" y="5722895"/>
              <a:ext cx="295275" cy="114300"/>
              <a:chOff x="3228" y="1776"/>
              <a:chExt cx="252" cy="96"/>
            </a:xfrm>
          </p:grpSpPr>
          <p:sp>
            <p:nvSpPr>
              <p:cNvPr id="48" name="Line 195">
                <a:extLst>
                  <a:ext uri="{FF2B5EF4-FFF2-40B4-BE49-F238E27FC236}">
                    <a16:creationId xmlns:a16="http://schemas.microsoft.com/office/drawing/2014/main" id="{2A1918DF-3F00-7E72-20D8-E474FC6F7D2A}"/>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9" name="Line 196">
                <a:extLst>
                  <a:ext uri="{FF2B5EF4-FFF2-40B4-BE49-F238E27FC236}">
                    <a16:creationId xmlns:a16="http://schemas.microsoft.com/office/drawing/2014/main" id="{9CC8C152-F4B8-4310-6409-B5517BB17A69}"/>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50" name="Group 197">
              <a:extLst>
                <a:ext uri="{FF2B5EF4-FFF2-40B4-BE49-F238E27FC236}">
                  <a16:creationId xmlns:a16="http://schemas.microsoft.com/office/drawing/2014/main" id="{13CBC6F7-9A18-0729-1A5E-5019DCB88E4F}"/>
                </a:ext>
              </a:extLst>
            </p:cNvPr>
            <p:cNvGrpSpPr>
              <a:grpSpLocks/>
            </p:cNvGrpSpPr>
            <p:nvPr/>
          </p:nvGrpSpPr>
          <p:grpSpPr bwMode="auto">
            <a:xfrm flipH="1">
              <a:off x="7862887" y="5722895"/>
              <a:ext cx="295275" cy="114300"/>
              <a:chOff x="3228" y="1776"/>
              <a:chExt cx="252" cy="96"/>
            </a:xfrm>
          </p:grpSpPr>
          <p:sp>
            <p:nvSpPr>
              <p:cNvPr id="51" name="Line 198">
                <a:extLst>
                  <a:ext uri="{FF2B5EF4-FFF2-40B4-BE49-F238E27FC236}">
                    <a16:creationId xmlns:a16="http://schemas.microsoft.com/office/drawing/2014/main" id="{AD738278-A4E7-139C-D8CA-484069C11C70}"/>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2" name="Line 199">
                <a:extLst>
                  <a:ext uri="{FF2B5EF4-FFF2-40B4-BE49-F238E27FC236}">
                    <a16:creationId xmlns:a16="http://schemas.microsoft.com/office/drawing/2014/main" id="{5A45F11F-E97D-8B65-85AE-6075274AC9B5}"/>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53" name="Group 200">
              <a:extLst>
                <a:ext uri="{FF2B5EF4-FFF2-40B4-BE49-F238E27FC236}">
                  <a16:creationId xmlns:a16="http://schemas.microsoft.com/office/drawing/2014/main" id="{A9D25AE8-B6D5-02D3-1A94-6E8A43F6F9A1}"/>
                </a:ext>
              </a:extLst>
            </p:cNvPr>
            <p:cNvGrpSpPr>
              <a:grpSpLocks/>
            </p:cNvGrpSpPr>
            <p:nvPr/>
          </p:nvGrpSpPr>
          <p:grpSpPr bwMode="auto">
            <a:xfrm flipH="1" flipV="1">
              <a:off x="8067674" y="5427620"/>
              <a:ext cx="295275" cy="114300"/>
              <a:chOff x="3228" y="1776"/>
              <a:chExt cx="252" cy="96"/>
            </a:xfrm>
          </p:grpSpPr>
          <p:sp>
            <p:nvSpPr>
              <p:cNvPr id="54" name="Line 201">
                <a:extLst>
                  <a:ext uri="{FF2B5EF4-FFF2-40B4-BE49-F238E27FC236}">
                    <a16:creationId xmlns:a16="http://schemas.microsoft.com/office/drawing/2014/main" id="{18E1E83A-0B93-5F86-5925-D14BA6375B84}"/>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55" name="Line 202">
                <a:extLst>
                  <a:ext uri="{FF2B5EF4-FFF2-40B4-BE49-F238E27FC236}">
                    <a16:creationId xmlns:a16="http://schemas.microsoft.com/office/drawing/2014/main" id="{C76E0AC3-DDAB-C0E7-C18A-3237D85FA3BF}"/>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sp>
          <p:nvSpPr>
            <p:cNvPr id="56" name="Text Box 34">
              <a:extLst>
                <a:ext uri="{FF2B5EF4-FFF2-40B4-BE49-F238E27FC236}">
                  <a16:creationId xmlns:a16="http://schemas.microsoft.com/office/drawing/2014/main" id="{A8F81D57-276A-4824-6001-3D5B3D96CF4C}"/>
                </a:ext>
              </a:extLst>
            </p:cNvPr>
            <p:cNvSpPr txBox="1">
              <a:spLocks noChangeArrowheads="1"/>
            </p:cNvSpPr>
            <p:nvPr/>
          </p:nvSpPr>
          <p:spPr bwMode="auto">
            <a:xfrm>
              <a:off x="4086784" y="3683985"/>
              <a:ext cx="1595438"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school network </a:t>
              </a:r>
            </a:p>
            <a:p>
              <a:pPr fontAlgn="base">
                <a:spcBef>
                  <a:spcPct val="0"/>
                </a:spcBef>
                <a:spcAft>
                  <a:spcPct val="0"/>
                </a:spcAft>
              </a:pPr>
              <a:r>
                <a:rPr lang="en-US" sz="1600" i="0" dirty="0">
                  <a:solidFill>
                    <a:srgbClr val="000000"/>
                  </a:solidFill>
                  <a:latin typeface="Arial" charset="0"/>
                </a:rPr>
                <a:t>68.80.2.0/24</a:t>
              </a:r>
            </a:p>
          </p:txBody>
        </p:sp>
        <p:grpSp>
          <p:nvGrpSpPr>
            <p:cNvPr id="57" name="Group 405">
              <a:extLst>
                <a:ext uri="{FF2B5EF4-FFF2-40B4-BE49-F238E27FC236}">
                  <a16:creationId xmlns:a16="http://schemas.microsoft.com/office/drawing/2014/main" id="{9BCCA854-C426-19A1-8AD8-A84C7083E662}"/>
                </a:ext>
              </a:extLst>
            </p:cNvPr>
            <p:cNvGrpSpPr>
              <a:grpSpLocks/>
            </p:cNvGrpSpPr>
            <p:nvPr/>
          </p:nvGrpSpPr>
          <p:grpSpPr bwMode="auto">
            <a:xfrm>
              <a:off x="4055128" y="1890295"/>
              <a:ext cx="1473201" cy="1119188"/>
              <a:chOff x="135" y="833"/>
              <a:chExt cx="928" cy="705"/>
            </a:xfrm>
          </p:grpSpPr>
          <p:grpSp>
            <p:nvGrpSpPr>
              <p:cNvPr id="58" name="Group 400">
                <a:extLst>
                  <a:ext uri="{FF2B5EF4-FFF2-40B4-BE49-F238E27FC236}">
                    <a16:creationId xmlns:a16="http://schemas.microsoft.com/office/drawing/2014/main" id="{36A9B464-DD82-96A3-CB2F-3451D4DAB4B3}"/>
                  </a:ext>
                </a:extLst>
              </p:cNvPr>
              <p:cNvGrpSpPr>
                <a:grpSpLocks/>
              </p:cNvGrpSpPr>
              <p:nvPr/>
            </p:nvGrpSpPr>
            <p:grpSpPr bwMode="auto">
              <a:xfrm>
                <a:off x="135" y="833"/>
                <a:ext cx="928" cy="705"/>
                <a:chOff x="135" y="833"/>
                <a:chExt cx="928" cy="705"/>
              </a:xfrm>
            </p:grpSpPr>
            <p:sp>
              <p:nvSpPr>
                <p:cNvPr id="60" name="Freeform 398">
                  <a:extLst>
                    <a:ext uri="{FF2B5EF4-FFF2-40B4-BE49-F238E27FC236}">
                      <a16:creationId xmlns:a16="http://schemas.microsoft.com/office/drawing/2014/main" id="{59C6FF8B-766E-F1E0-D105-C0B4BDFBF7F0}"/>
                    </a:ext>
                  </a:extLst>
                </p:cNvPr>
                <p:cNvSpPr>
                  <a:spLocks/>
                </p:cNvSpPr>
                <p:nvPr/>
              </p:nvSpPr>
              <p:spPr bwMode="auto">
                <a:xfrm>
                  <a:off x="135" y="836"/>
                  <a:ext cx="928" cy="702"/>
                </a:xfrm>
                <a:custGeom>
                  <a:avLst/>
                  <a:gdLst>
                    <a:gd name="T0" fmla="*/ 861 w 861"/>
                    <a:gd name="T1" fmla="*/ 772 h 772"/>
                    <a:gd name="T2" fmla="*/ 0 w 861"/>
                    <a:gd name="T3" fmla="*/ 557 h 772"/>
                    <a:gd name="T4" fmla="*/ 532 w 861"/>
                    <a:gd name="T5" fmla="*/ 405 h 772"/>
                    <a:gd name="T6" fmla="*/ 652 w 861"/>
                    <a:gd name="T7" fmla="*/ 0 h 772"/>
                    <a:gd name="T8" fmla="*/ 861 w 861"/>
                    <a:gd name="T9" fmla="*/ 772 h 772"/>
                    <a:gd name="T10" fmla="*/ 0 60000 65536"/>
                    <a:gd name="T11" fmla="*/ 0 60000 65536"/>
                    <a:gd name="T12" fmla="*/ 0 60000 65536"/>
                    <a:gd name="T13" fmla="*/ 0 60000 65536"/>
                    <a:gd name="T14" fmla="*/ 0 60000 65536"/>
                    <a:gd name="connsiteX0" fmla="*/ 10000 w 10000"/>
                    <a:gd name="connsiteY0" fmla="*/ 10000 h 10000"/>
                    <a:gd name="connsiteX1" fmla="*/ 0 w 10000"/>
                    <a:gd name="connsiteY1" fmla="*/ 7215 h 10000"/>
                    <a:gd name="connsiteX2" fmla="*/ 6179 w 10000"/>
                    <a:gd name="connsiteY2" fmla="*/ 5246 h 10000"/>
                    <a:gd name="connsiteX3" fmla="*/ 7573 w 10000"/>
                    <a:gd name="connsiteY3" fmla="*/ 0 h 10000"/>
                    <a:gd name="connsiteX4" fmla="*/ 9561 w 10000"/>
                    <a:gd name="connsiteY4" fmla="*/ 7933 h 10000"/>
                    <a:gd name="connsiteX5" fmla="*/ 10000 w 10000"/>
                    <a:gd name="connsiteY5" fmla="*/ 10000 h 10000"/>
                    <a:gd name="connsiteX0" fmla="*/ 10000 w 10180"/>
                    <a:gd name="connsiteY0" fmla="*/ 10000 h 10000"/>
                    <a:gd name="connsiteX1" fmla="*/ 0 w 10180"/>
                    <a:gd name="connsiteY1" fmla="*/ 7215 h 10000"/>
                    <a:gd name="connsiteX2" fmla="*/ 6179 w 10180"/>
                    <a:gd name="connsiteY2" fmla="*/ 5246 h 10000"/>
                    <a:gd name="connsiteX3" fmla="*/ 7573 w 10180"/>
                    <a:gd name="connsiteY3" fmla="*/ 0 h 10000"/>
                    <a:gd name="connsiteX4" fmla="*/ 10151 w 10180"/>
                    <a:gd name="connsiteY4" fmla="*/ 8116 h 10000"/>
                    <a:gd name="connsiteX5" fmla="*/ 10000 w 10180"/>
                    <a:gd name="connsiteY5" fmla="*/ 10000 h 10000"/>
                    <a:gd name="connsiteX0" fmla="*/ 9573 w 10167"/>
                    <a:gd name="connsiteY0" fmla="*/ 10658 h 10658"/>
                    <a:gd name="connsiteX1" fmla="*/ 0 w 10167"/>
                    <a:gd name="connsiteY1" fmla="*/ 7215 h 10658"/>
                    <a:gd name="connsiteX2" fmla="*/ 6179 w 10167"/>
                    <a:gd name="connsiteY2" fmla="*/ 5246 h 10658"/>
                    <a:gd name="connsiteX3" fmla="*/ 7573 w 10167"/>
                    <a:gd name="connsiteY3" fmla="*/ 0 h 10658"/>
                    <a:gd name="connsiteX4" fmla="*/ 10151 w 10167"/>
                    <a:gd name="connsiteY4" fmla="*/ 8116 h 10658"/>
                    <a:gd name="connsiteX5" fmla="*/ 9573 w 10167"/>
                    <a:gd name="connsiteY5" fmla="*/ 10658 h 10658"/>
                    <a:gd name="connsiteX0" fmla="*/ 9573 w 10167"/>
                    <a:gd name="connsiteY0" fmla="*/ 10658 h 10658"/>
                    <a:gd name="connsiteX1" fmla="*/ 0 w 10167"/>
                    <a:gd name="connsiteY1" fmla="*/ 7215 h 10658"/>
                    <a:gd name="connsiteX2" fmla="*/ 7688 w 10167"/>
                    <a:gd name="connsiteY2" fmla="*/ 7111 h 10658"/>
                    <a:gd name="connsiteX3" fmla="*/ 7573 w 10167"/>
                    <a:gd name="connsiteY3" fmla="*/ 0 h 10658"/>
                    <a:gd name="connsiteX4" fmla="*/ 10151 w 10167"/>
                    <a:gd name="connsiteY4" fmla="*/ 8116 h 10658"/>
                    <a:gd name="connsiteX5" fmla="*/ 9573 w 10167"/>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9086 h 9086"/>
                    <a:gd name="connsiteX1" fmla="*/ 0 w 10788"/>
                    <a:gd name="connsiteY1" fmla="*/ 5606 h 9086"/>
                    <a:gd name="connsiteX2" fmla="*/ 8180 w 10788"/>
                    <a:gd name="connsiteY2" fmla="*/ 5539 h 9086"/>
                    <a:gd name="connsiteX3" fmla="*/ 8196 w 10788"/>
                    <a:gd name="connsiteY3" fmla="*/ 0 h 9086"/>
                    <a:gd name="connsiteX4" fmla="*/ 10774 w 10788"/>
                    <a:gd name="connsiteY4" fmla="*/ 6581 h 9086"/>
                    <a:gd name="connsiteX5" fmla="*/ 10065 w 10788"/>
                    <a:gd name="connsiteY5" fmla="*/ 9086 h 9086"/>
                    <a:gd name="connsiteX0" fmla="*/ 9330 w 10000"/>
                    <a:gd name="connsiteY0" fmla="*/ 10000 h 10000"/>
                    <a:gd name="connsiteX1" fmla="*/ 0 w 10000"/>
                    <a:gd name="connsiteY1" fmla="*/ 6170 h 10000"/>
                    <a:gd name="connsiteX2" fmla="*/ 7582 w 10000"/>
                    <a:gd name="connsiteY2" fmla="*/ 6096 h 10000"/>
                    <a:gd name="connsiteX3" fmla="*/ 7597 w 10000"/>
                    <a:gd name="connsiteY3" fmla="*/ 0 h 10000"/>
                    <a:gd name="connsiteX4" fmla="*/ 9987 w 10000"/>
                    <a:gd name="connsiteY4" fmla="*/ 7243 h 10000"/>
                    <a:gd name="connsiteX5" fmla="*/ 933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9330" y="10000"/>
                      </a:moveTo>
                      <a:cubicBezTo>
                        <a:pt x="6768" y="8563"/>
                        <a:pt x="6152" y="7769"/>
                        <a:pt x="0" y="6170"/>
                      </a:cubicBezTo>
                      <a:lnTo>
                        <a:pt x="7582" y="6096"/>
                      </a:lnTo>
                      <a:cubicBezTo>
                        <a:pt x="7547" y="3488"/>
                        <a:pt x="7633" y="2608"/>
                        <a:pt x="7597" y="0"/>
                      </a:cubicBezTo>
                      <a:cubicBezTo>
                        <a:pt x="8698" y="5472"/>
                        <a:pt x="8887" y="5795"/>
                        <a:pt x="9987" y="7243"/>
                      </a:cubicBezTo>
                      <a:cubicBezTo>
                        <a:pt x="10122" y="8001"/>
                        <a:pt x="9194" y="9242"/>
                        <a:pt x="9330" y="10000"/>
                      </a:cubicBezTo>
                      <a:close/>
                    </a:path>
                  </a:pathLst>
                </a:custGeom>
                <a:gradFill rotWithShape="1">
                  <a:gsLst>
                    <a:gs pos="0">
                      <a:srgbClr val="FFFFFF"/>
                    </a:gs>
                    <a:gs pos="100000">
                      <a:schemeClr val="bg1">
                        <a:lumMod val="75000"/>
                      </a:schemeClr>
                    </a:gs>
                  </a:gsLst>
                  <a:lin ang="129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1" name="Group 392">
                  <a:extLst>
                    <a:ext uri="{FF2B5EF4-FFF2-40B4-BE49-F238E27FC236}">
                      <a16:creationId xmlns:a16="http://schemas.microsoft.com/office/drawing/2014/main" id="{3207E421-A6DF-17C8-2476-F168AFD1339B}"/>
                    </a:ext>
                  </a:extLst>
                </p:cNvPr>
                <p:cNvGrpSpPr>
                  <a:grpSpLocks/>
                </p:cNvGrpSpPr>
                <p:nvPr/>
              </p:nvGrpSpPr>
              <p:grpSpPr bwMode="auto">
                <a:xfrm>
                  <a:off x="148" y="840"/>
                  <a:ext cx="694" cy="432"/>
                  <a:chOff x="2579" y="1533"/>
                  <a:chExt cx="1078" cy="507"/>
                </a:xfrm>
              </p:grpSpPr>
              <p:pic>
                <p:nvPicPr>
                  <p:cNvPr id="63" name="Picture 393">
                    <a:extLst>
                      <a:ext uri="{FF2B5EF4-FFF2-40B4-BE49-F238E27FC236}">
                        <a16:creationId xmlns:a16="http://schemas.microsoft.com/office/drawing/2014/main" id="{559C1E54-BCC1-3B5D-32A1-5C8492ED7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 y="1533"/>
                    <a:ext cx="1078" cy="5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64" name="Rectangle 394">
                    <a:extLst>
                      <a:ext uri="{FF2B5EF4-FFF2-40B4-BE49-F238E27FC236}">
                        <a16:creationId xmlns:a16="http://schemas.microsoft.com/office/drawing/2014/main" id="{DBF87F16-FE1B-C5B1-E232-8EAE5B1A8B41}"/>
                      </a:ext>
                    </a:extLst>
                  </p:cNvPr>
                  <p:cNvSpPr>
                    <a:spLocks noChangeArrowheads="1"/>
                  </p:cNvSpPr>
                  <p:nvPr/>
                </p:nvSpPr>
                <p:spPr bwMode="auto">
                  <a:xfrm>
                    <a:off x="2633" y="1580"/>
                    <a:ext cx="957" cy="41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2" name="Rectangle 399">
                  <a:extLst>
                    <a:ext uri="{FF2B5EF4-FFF2-40B4-BE49-F238E27FC236}">
                      <a16:creationId xmlns:a16="http://schemas.microsoft.com/office/drawing/2014/main" id="{E1B2B61C-B056-D442-49DB-2390FC709D52}"/>
                    </a:ext>
                  </a:extLst>
                </p:cNvPr>
                <p:cNvSpPr>
                  <a:spLocks noChangeArrowheads="1"/>
                </p:cNvSpPr>
                <p:nvPr/>
              </p:nvSpPr>
              <p:spPr bwMode="auto">
                <a:xfrm>
                  <a:off x="146" y="833"/>
                  <a:ext cx="696" cy="439"/>
                </a:xfrm>
                <a:prstGeom prst="rect">
                  <a:avLst/>
                </a:prstGeom>
                <a:noFill/>
                <a:ln w="19050">
                  <a:solidFill>
                    <a:schemeClr val="tx1"/>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9" name="Text Box 402">
                <a:extLst>
                  <a:ext uri="{FF2B5EF4-FFF2-40B4-BE49-F238E27FC236}">
                    <a16:creationId xmlns:a16="http://schemas.microsoft.com/office/drawing/2014/main" id="{C6867E85-2192-42E6-7B6B-C64249FAC40E}"/>
                  </a:ext>
                </a:extLst>
              </p:cNvPr>
              <p:cNvSpPr txBox="1">
                <a:spLocks noChangeArrowheads="1"/>
              </p:cNvSpPr>
              <p:nvPr/>
            </p:nvSpPr>
            <p:spPr bwMode="auto">
              <a:xfrm>
                <a:off x="233" y="938"/>
                <a:ext cx="51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00000"/>
                    </a:solidFill>
                    <a:effectLst/>
                    <a:uLnTx/>
                    <a:uFillTx/>
                    <a:latin typeface="+mn-lt"/>
                    <a:ea typeface="ＭＳ Ｐゴシック" charset="0"/>
                  </a:rPr>
                  <a:t>browser</a:t>
                </a:r>
              </a:p>
            </p:txBody>
          </p:sp>
        </p:grpSp>
        <p:grpSp>
          <p:nvGrpSpPr>
            <p:cNvPr id="65" name="Group 248">
              <a:extLst>
                <a:ext uri="{FF2B5EF4-FFF2-40B4-BE49-F238E27FC236}">
                  <a16:creationId xmlns:a16="http://schemas.microsoft.com/office/drawing/2014/main" id="{C0B5D931-788F-3B35-3A18-AE553F697840}"/>
                </a:ext>
              </a:extLst>
            </p:cNvPr>
            <p:cNvGrpSpPr>
              <a:grpSpLocks/>
            </p:cNvGrpSpPr>
            <p:nvPr/>
          </p:nvGrpSpPr>
          <p:grpSpPr bwMode="auto">
            <a:xfrm>
              <a:off x="10504487" y="2181182"/>
              <a:ext cx="358775" cy="623888"/>
              <a:chOff x="4140" y="429"/>
              <a:chExt cx="1425" cy="2396"/>
            </a:xfrm>
          </p:grpSpPr>
          <p:sp>
            <p:nvSpPr>
              <p:cNvPr id="66" name="Freeform 148">
                <a:extLst>
                  <a:ext uri="{FF2B5EF4-FFF2-40B4-BE49-F238E27FC236}">
                    <a16:creationId xmlns:a16="http://schemas.microsoft.com/office/drawing/2014/main" id="{D80D32C1-AB4C-077E-BBC4-0BC1E47FE630}"/>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7" name="Rectangle 149">
                <a:extLst>
                  <a:ext uri="{FF2B5EF4-FFF2-40B4-BE49-F238E27FC236}">
                    <a16:creationId xmlns:a16="http://schemas.microsoft.com/office/drawing/2014/main" id="{0F44B83A-F090-1E4F-DF2B-C37112FF226E}"/>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8" name="Freeform 150">
                <a:extLst>
                  <a:ext uri="{FF2B5EF4-FFF2-40B4-BE49-F238E27FC236}">
                    <a16:creationId xmlns:a16="http://schemas.microsoft.com/office/drawing/2014/main" id="{348ACEA4-AC66-862D-B95D-88461E1E77FA}"/>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9" name="Freeform 151">
                <a:extLst>
                  <a:ext uri="{FF2B5EF4-FFF2-40B4-BE49-F238E27FC236}">
                    <a16:creationId xmlns:a16="http://schemas.microsoft.com/office/drawing/2014/main" id="{C3DB09A3-6F7B-D4A1-9A18-05AFA36DE9A7}"/>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0" name="Rectangle 152">
                <a:extLst>
                  <a:ext uri="{FF2B5EF4-FFF2-40B4-BE49-F238E27FC236}">
                    <a16:creationId xmlns:a16="http://schemas.microsoft.com/office/drawing/2014/main" id="{5398E5E7-B847-A9B3-3A67-E24BBE1D69E5}"/>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1" name="Group 153">
                <a:extLst>
                  <a:ext uri="{FF2B5EF4-FFF2-40B4-BE49-F238E27FC236}">
                    <a16:creationId xmlns:a16="http://schemas.microsoft.com/office/drawing/2014/main" id="{0455681D-5CCD-E25E-4CD3-DEAE7475A0E2}"/>
                  </a:ext>
                </a:extLst>
              </p:cNvPr>
              <p:cNvGrpSpPr>
                <a:grpSpLocks/>
              </p:cNvGrpSpPr>
              <p:nvPr/>
            </p:nvGrpSpPr>
            <p:grpSpPr bwMode="auto">
              <a:xfrm>
                <a:off x="4749" y="668"/>
                <a:ext cx="581" cy="145"/>
                <a:chOff x="614" y="2568"/>
                <a:chExt cx="725" cy="139"/>
              </a:xfrm>
            </p:grpSpPr>
            <p:sp>
              <p:nvSpPr>
                <p:cNvPr id="96" name="AutoShape 154">
                  <a:extLst>
                    <a:ext uri="{FF2B5EF4-FFF2-40B4-BE49-F238E27FC236}">
                      <a16:creationId xmlns:a16="http://schemas.microsoft.com/office/drawing/2014/main" id="{5473238E-8BD4-5932-0BB5-E18D7B64369A}"/>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7" name="AutoShape 155">
                  <a:extLst>
                    <a:ext uri="{FF2B5EF4-FFF2-40B4-BE49-F238E27FC236}">
                      <a16:creationId xmlns:a16="http://schemas.microsoft.com/office/drawing/2014/main" id="{7A983F43-D3FD-15BE-F5A4-9831B2DE20BE}"/>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2" name="Rectangle 156">
                <a:extLst>
                  <a:ext uri="{FF2B5EF4-FFF2-40B4-BE49-F238E27FC236}">
                    <a16:creationId xmlns:a16="http://schemas.microsoft.com/office/drawing/2014/main" id="{B9280CF5-73C7-1613-BB96-F22E7C7A3436}"/>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3" name="Group 157">
                <a:extLst>
                  <a:ext uri="{FF2B5EF4-FFF2-40B4-BE49-F238E27FC236}">
                    <a16:creationId xmlns:a16="http://schemas.microsoft.com/office/drawing/2014/main" id="{69D85E18-674D-DFEF-2DAA-A87C8F6E100A}"/>
                  </a:ext>
                </a:extLst>
              </p:cNvPr>
              <p:cNvGrpSpPr>
                <a:grpSpLocks/>
              </p:cNvGrpSpPr>
              <p:nvPr/>
            </p:nvGrpSpPr>
            <p:grpSpPr bwMode="auto">
              <a:xfrm>
                <a:off x="4747" y="994"/>
                <a:ext cx="581" cy="134"/>
                <a:chOff x="614" y="2568"/>
                <a:chExt cx="725" cy="139"/>
              </a:xfrm>
            </p:grpSpPr>
            <p:sp>
              <p:nvSpPr>
                <p:cNvPr id="94" name="AutoShape 158">
                  <a:extLst>
                    <a:ext uri="{FF2B5EF4-FFF2-40B4-BE49-F238E27FC236}">
                      <a16:creationId xmlns:a16="http://schemas.microsoft.com/office/drawing/2014/main" id="{BB71F027-75E5-074C-691C-EC310ADCB0DE}"/>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5" name="AutoShape 159">
                  <a:extLst>
                    <a:ext uri="{FF2B5EF4-FFF2-40B4-BE49-F238E27FC236}">
                      <a16:creationId xmlns:a16="http://schemas.microsoft.com/office/drawing/2014/main" id="{2D0F063F-3DA6-0BD0-15C0-B53B4857665F}"/>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4" name="Rectangle 160">
                <a:extLst>
                  <a:ext uri="{FF2B5EF4-FFF2-40B4-BE49-F238E27FC236}">
                    <a16:creationId xmlns:a16="http://schemas.microsoft.com/office/drawing/2014/main" id="{58288DD3-781B-F716-AF31-038645A9FC0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5" name="Rectangle 161">
                <a:extLst>
                  <a:ext uri="{FF2B5EF4-FFF2-40B4-BE49-F238E27FC236}">
                    <a16:creationId xmlns:a16="http://schemas.microsoft.com/office/drawing/2014/main" id="{EB2195FF-A161-F976-CB17-8A56BA3AE085}"/>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6" name="Group 162">
                <a:extLst>
                  <a:ext uri="{FF2B5EF4-FFF2-40B4-BE49-F238E27FC236}">
                    <a16:creationId xmlns:a16="http://schemas.microsoft.com/office/drawing/2014/main" id="{177B59E6-3199-D6FE-71FA-2E3FF31B1400}"/>
                  </a:ext>
                </a:extLst>
              </p:cNvPr>
              <p:cNvGrpSpPr>
                <a:grpSpLocks/>
              </p:cNvGrpSpPr>
              <p:nvPr/>
            </p:nvGrpSpPr>
            <p:grpSpPr bwMode="auto">
              <a:xfrm>
                <a:off x="4735" y="1627"/>
                <a:ext cx="582" cy="151"/>
                <a:chOff x="614" y="2568"/>
                <a:chExt cx="725" cy="139"/>
              </a:xfrm>
            </p:grpSpPr>
            <p:sp>
              <p:nvSpPr>
                <p:cNvPr id="92" name="AutoShape 163">
                  <a:extLst>
                    <a:ext uri="{FF2B5EF4-FFF2-40B4-BE49-F238E27FC236}">
                      <a16:creationId xmlns:a16="http://schemas.microsoft.com/office/drawing/2014/main" id="{F7A1F886-07E8-440B-1BCE-B3009782B2BA}"/>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3" name="AutoShape 164">
                  <a:extLst>
                    <a:ext uri="{FF2B5EF4-FFF2-40B4-BE49-F238E27FC236}">
                      <a16:creationId xmlns:a16="http://schemas.microsoft.com/office/drawing/2014/main" id="{6198C074-BE1C-2E95-1F5A-CAB23A8FE974}"/>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 name="Freeform 165">
                <a:extLst>
                  <a:ext uri="{FF2B5EF4-FFF2-40B4-BE49-F238E27FC236}">
                    <a16:creationId xmlns:a16="http://schemas.microsoft.com/office/drawing/2014/main" id="{4F7CC478-6DEA-AAD9-29E1-8522550DF80C}"/>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 name="Group 166">
                <a:extLst>
                  <a:ext uri="{FF2B5EF4-FFF2-40B4-BE49-F238E27FC236}">
                    <a16:creationId xmlns:a16="http://schemas.microsoft.com/office/drawing/2014/main" id="{95B4D782-DFB4-296E-491C-43296CB23D43}"/>
                  </a:ext>
                </a:extLst>
              </p:cNvPr>
              <p:cNvGrpSpPr>
                <a:grpSpLocks/>
              </p:cNvGrpSpPr>
              <p:nvPr/>
            </p:nvGrpSpPr>
            <p:grpSpPr bwMode="auto">
              <a:xfrm>
                <a:off x="4739" y="1327"/>
                <a:ext cx="582" cy="139"/>
                <a:chOff x="614" y="2568"/>
                <a:chExt cx="725" cy="139"/>
              </a:xfrm>
            </p:grpSpPr>
            <p:sp>
              <p:nvSpPr>
                <p:cNvPr id="90" name="AutoShape 167">
                  <a:extLst>
                    <a:ext uri="{FF2B5EF4-FFF2-40B4-BE49-F238E27FC236}">
                      <a16:creationId xmlns:a16="http://schemas.microsoft.com/office/drawing/2014/main" id="{459CB7FC-DF2B-7814-BEFC-E50DF7B931E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1" name="AutoShape 168">
                  <a:extLst>
                    <a:ext uri="{FF2B5EF4-FFF2-40B4-BE49-F238E27FC236}">
                      <a16:creationId xmlns:a16="http://schemas.microsoft.com/office/drawing/2014/main" id="{7C4FB35B-A335-4F9D-15BA-D3884D7BC1AF}"/>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9" name="Rectangle 169">
                <a:extLst>
                  <a:ext uri="{FF2B5EF4-FFF2-40B4-BE49-F238E27FC236}">
                    <a16:creationId xmlns:a16="http://schemas.microsoft.com/office/drawing/2014/main" id="{2D700FF4-1F83-4A65-DEEA-586F1F0CE053}"/>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 name="Freeform 170">
                <a:extLst>
                  <a:ext uri="{FF2B5EF4-FFF2-40B4-BE49-F238E27FC236}">
                    <a16:creationId xmlns:a16="http://schemas.microsoft.com/office/drawing/2014/main" id="{B4002108-80FA-4F4B-4443-ACA4A6440595}"/>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 name="Freeform 171">
                <a:extLst>
                  <a:ext uri="{FF2B5EF4-FFF2-40B4-BE49-F238E27FC236}">
                    <a16:creationId xmlns:a16="http://schemas.microsoft.com/office/drawing/2014/main" id="{83F3B4F7-2AF2-DDD9-807B-A4C588E4BB2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 name="Oval 172">
                <a:extLst>
                  <a:ext uri="{FF2B5EF4-FFF2-40B4-BE49-F238E27FC236}">
                    <a16:creationId xmlns:a16="http://schemas.microsoft.com/office/drawing/2014/main" id="{86D81FF6-E512-B3CC-339E-434EE352F332}"/>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 name="Freeform 173">
                <a:extLst>
                  <a:ext uri="{FF2B5EF4-FFF2-40B4-BE49-F238E27FC236}">
                    <a16:creationId xmlns:a16="http://schemas.microsoft.com/office/drawing/2014/main" id="{4D4C2BA4-80C5-99E6-CF31-E1522A5920F7}"/>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4" name="AutoShape 174">
                <a:extLst>
                  <a:ext uri="{FF2B5EF4-FFF2-40B4-BE49-F238E27FC236}">
                    <a16:creationId xmlns:a16="http://schemas.microsoft.com/office/drawing/2014/main" id="{A0288BD0-C074-6980-B3F3-7D255EC5E79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5" name="AutoShape 175">
                <a:extLst>
                  <a:ext uri="{FF2B5EF4-FFF2-40B4-BE49-F238E27FC236}">
                    <a16:creationId xmlns:a16="http://schemas.microsoft.com/office/drawing/2014/main" id="{8661BC01-AB10-4DBF-B297-2459A129495A}"/>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6" name="Oval 176">
                <a:extLst>
                  <a:ext uri="{FF2B5EF4-FFF2-40B4-BE49-F238E27FC236}">
                    <a16:creationId xmlns:a16="http://schemas.microsoft.com/office/drawing/2014/main" id="{34C43A4C-BA06-16A6-A4A7-09DD9C7C2CD4}"/>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7" name="Oval 177">
                <a:extLst>
                  <a:ext uri="{FF2B5EF4-FFF2-40B4-BE49-F238E27FC236}">
                    <a16:creationId xmlns:a16="http://schemas.microsoft.com/office/drawing/2014/main" id="{19285BCA-5BF1-2854-5696-21C94B2B0F1C}"/>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88" name="Oval 178">
                <a:extLst>
                  <a:ext uri="{FF2B5EF4-FFF2-40B4-BE49-F238E27FC236}">
                    <a16:creationId xmlns:a16="http://schemas.microsoft.com/office/drawing/2014/main" id="{F37AB928-3DA0-F37B-2294-B82BD94B05FA}"/>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9" name="Rectangle 179">
                <a:extLst>
                  <a:ext uri="{FF2B5EF4-FFF2-40B4-BE49-F238E27FC236}">
                    <a16:creationId xmlns:a16="http://schemas.microsoft.com/office/drawing/2014/main" id="{1CEB45FC-E0F9-5387-9F74-3A2AA1972FF1}"/>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8" name="Group 580">
              <a:extLst>
                <a:ext uri="{FF2B5EF4-FFF2-40B4-BE49-F238E27FC236}">
                  <a16:creationId xmlns:a16="http://schemas.microsoft.com/office/drawing/2014/main" id="{7670F984-E4D4-E88C-9CE9-6044F04ADBF8}"/>
                </a:ext>
              </a:extLst>
            </p:cNvPr>
            <p:cNvGrpSpPr/>
            <p:nvPr/>
          </p:nvGrpSpPr>
          <p:grpSpPr>
            <a:xfrm>
              <a:off x="6292858" y="2982578"/>
              <a:ext cx="960147" cy="436668"/>
              <a:chOff x="3668110" y="2448910"/>
              <a:chExt cx="3794234" cy="2165130"/>
            </a:xfrm>
          </p:grpSpPr>
          <p:sp>
            <p:nvSpPr>
              <p:cNvPr id="99" name="Rectangle 581">
                <a:extLst>
                  <a:ext uri="{FF2B5EF4-FFF2-40B4-BE49-F238E27FC236}">
                    <a16:creationId xmlns:a16="http://schemas.microsoft.com/office/drawing/2014/main" id="{C5EFAF55-7076-8C79-2F7F-FEC05E2DD27E}"/>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Freeform 582">
                <a:extLst>
                  <a:ext uri="{FF2B5EF4-FFF2-40B4-BE49-F238E27FC236}">
                    <a16:creationId xmlns:a16="http://schemas.microsoft.com/office/drawing/2014/main" id="{CF3C3AEB-BABD-8BF4-CE51-ED8D3A7185D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1" name="Group 583">
                <a:extLst>
                  <a:ext uri="{FF2B5EF4-FFF2-40B4-BE49-F238E27FC236}">
                    <a16:creationId xmlns:a16="http://schemas.microsoft.com/office/drawing/2014/main" id="{C914C20C-6608-45CC-999C-9E23E4B21265}"/>
                  </a:ext>
                </a:extLst>
              </p:cNvPr>
              <p:cNvGrpSpPr/>
              <p:nvPr/>
            </p:nvGrpSpPr>
            <p:grpSpPr>
              <a:xfrm>
                <a:off x="3941378" y="2603243"/>
                <a:ext cx="3202061" cy="1066110"/>
                <a:chOff x="7939341" y="3037317"/>
                <a:chExt cx="897649" cy="353919"/>
              </a:xfrm>
            </p:grpSpPr>
            <p:sp>
              <p:nvSpPr>
                <p:cNvPr id="102" name="Freeform 584">
                  <a:extLst>
                    <a:ext uri="{FF2B5EF4-FFF2-40B4-BE49-F238E27FC236}">
                      <a16:creationId xmlns:a16="http://schemas.microsoft.com/office/drawing/2014/main" id="{64B5CBC8-92AC-96E8-134A-1A3E96F855F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Freeform 585">
                  <a:extLst>
                    <a:ext uri="{FF2B5EF4-FFF2-40B4-BE49-F238E27FC236}">
                      <a16:creationId xmlns:a16="http://schemas.microsoft.com/office/drawing/2014/main" id="{BBE39918-7B88-9910-061A-02FBB8DDF6B6}"/>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Freeform 586">
                  <a:extLst>
                    <a:ext uri="{FF2B5EF4-FFF2-40B4-BE49-F238E27FC236}">
                      <a16:creationId xmlns:a16="http://schemas.microsoft.com/office/drawing/2014/main" id="{5081475C-54B1-A21D-487B-4760584918B1}"/>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Freeform 587">
                  <a:extLst>
                    <a:ext uri="{FF2B5EF4-FFF2-40B4-BE49-F238E27FC236}">
                      <a16:creationId xmlns:a16="http://schemas.microsoft.com/office/drawing/2014/main" id="{096FA2B0-0883-EF6C-869D-7561EFDA9C6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06" name="Group 596">
              <a:extLst>
                <a:ext uri="{FF2B5EF4-FFF2-40B4-BE49-F238E27FC236}">
                  <a16:creationId xmlns:a16="http://schemas.microsoft.com/office/drawing/2014/main" id="{20CD8888-C55A-22E6-8705-DF31100F1F19}"/>
                </a:ext>
              </a:extLst>
            </p:cNvPr>
            <p:cNvGrpSpPr/>
            <p:nvPr/>
          </p:nvGrpSpPr>
          <p:grpSpPr>
            <a:xfrm>
              <a:off x="8635868" y="3287449"/>
              <a:ext cx="853832" cy="472456"/>
              <a:chOff x="7493876" y="2774731"/>
              <a:chExt cx="1481958" cy="894622"/>
            </a:xfrm>
          </p:grpSpPr>
          <p:sp>
            <p:nvSpPr>
              <p:cNvPr id="107" name="Freeform 597">
                <a:extLst>
                  <a:ext uri="{FF2B5EF4-FFF2-40B4-BE49-F238E27FC236}">
                    <a16:creationId xmlns:a16="http://schemas.microsoft.com/office/drawing/2014/main" id="{7F396963-85FE-0A67-4765-B4879826916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8" name="Oval 598">
                <a:extLst>
                  <a:ext uri="{FF2B5EF4-FFF2-40B4-BE49-F238E27FC236}">
                    <a16:creationId xmlns:a16="http://schemas.microsoft.com/office/drawing/2014/main" id="{6EB8B5A5-09FC-4B34-A38E-402D9F9DF66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9" name="Group 599">
                <a:extLst>
                  <a:ext uri="{FF2B5EF4-FFF2-40B4-BE49-F238E27FC236}">
                    <a16:creationId xmlns:a16="http://schemas.microsoft.com/office/drawing/2014/main" id="{59F2FE9B-8C42-A2B3-F662-5B5C8AEC7533}"/>
                  </a:ext>
                </a:extLst>
              </p:cNvPr>
              <p:cNvGrpSpPr/>
              <p:nvPr/>
            </p:nvGrpSpPr>
            <p:grpSpPr>
              <a:xfrm>
                <a:off x="7713663" y="2848339"/>
                <a:ext cx="1042107" cy="425543"/>
                <a:chOff x="7786941" y="2884917"/>
                <a:chExt cx="897649" cy="353919"/>
              </a:xfrm>
            </p:grpSpPr>
            <p:sp>
              <p:nvSpPr>
                <p:cNvPr id="110" name="Freeform 600">
                  <a:extLst>
                    <a:ext uri="{FF2B5EF4-FFF2-40B4-BE49-F238E27FC236}">
                      <a16:creationId xmlns:a16="http://schemas.microsoft.com/office/drawing/2014/main" id="{758F23F0-E187-EA9B-944D-0096718386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601">
                  <a:extLst>
                    <a:ext uri="{FF2B5EF4-FFF2-40B4-BE49-F238E27FC236}">
                      <a16:creationId xmlns:a16="http://schemas.microsoft.com/office/drawing/2014/main" id="{B2D1A52B-5AFA-B5E6-1B30-78103C1A8A7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602">
                  <a:extLst>
                    <a:ext uri="{FF2B5EF4-FFF2-40B4-BE49-F238E27FC236}">
                      <a16:creationId xmlns:a16="http://schemas.microsoft.com/office/drawing/2014/main" id="{1FEC1E69-4153-D5F6-588F-E647221A5E1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Freeform 603">
                  <a:extLst>
                    <a:ext uri="{FF2B5EF4-FFF2-40B4-BE49-F238E27FC236}">
                      <a16:creationId xmlns:a16="http://schemas.microsoft.com/office/drawing/2014/main" id="{B5633241-2CBA-93E7-AFAA-A2D34590729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 name="Group 604">
              <a:extLst>
                <a:ext uri="{FF2B5EF4-FFF2-40B4-BE49-F238E27FC236}">
                  <a16:creationId xmlns:a16="http://schemas.microsoft.com/office/drawing/2014/main" id="{0043A72B-1275-6085-67EE-D1F7C7A585E2}"/>
                </a:ext>
              </a:extLst>
            </p:cNvPr>
            <p:cNvGrpSpPr/>
            <p:nvPr/>
          </p:nvGrpSpPr>
          <p:grpSpPr>
            <a:xfrm>
              <a:off x="9958161" y="3036438"/>
              <a:ext cx="853832" cy="472456"/>
              <a:chOff x="7493876" y="2774731"/>
              <a:chExt cx="1481958" cy="894622"/>
            </a:xfrm>
          </p:grpSpPr>
          <p:sp>
            <p:nvSpPr>
              <p:cNvPr id="115" name="Freeform 605">
                <a:extLst>
                  <a:ext uri="{FF2B5EF4-FFF2-40B4-BE49-F238E27FC236}">
                    <a16:creationId xmlns:a16="http://schemas.microsoft.com/office/drawing/2014/main" id="{F096F6DD-7D39-9829-05FB-EFD84F67252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16" name="Oval 606">
                <a:extLst>
                  <a:ext uri="{FF2B5EF4-FFF2-40B4-BE49-F238E27FC236}">
                    <a16:creationId xmlns:a16="http://schemas.microsoft.com/office/drawing/2014/main" id="{BA12A202-E957-CB7E-0A78-88692C3283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17" name="Group 607">
                <a:extLst>
                  <a:ext uri="{FF2B5EF4-FFF2-40B4-BE49-F238E27FC236}">
                    <a16:creationId xmlns:a16="http://schemas.microsoft.com/office/drawing/2014/main" id="{A9D632BD-0C95-200C-B620-86CCEF780223}"/>
                  </a:ext>
                </a:extLst>
              </p:cNvPr>
              <p:cNvGrpSpPr/>
              <p:nvPr/>
            </p:nvGrpSpPr>
            <p:grpSpPr>
              <a:xfrm>
                <a:off x="7713663" y="2848339"/>
                <a:ext cx="1042107" cy="425543"/>
                <a:chOff x="7786941" y="2884917"/>
                <a:chExt cx="897649" cy="353919"/>
              </a:xfrm>
            </p:grpSpPr>
            <p:sp>
              <p:nvSpPr>
                <p:cNvPr id="118" name="Freeform 608">
                  <a:extLst>
                    <a:ext uri="{FF2B5EF4-FFF2-40B4-BE49-F238E27FC236}">
                      <a16:creationId xmlns:a16="http://schemas.microsoft.com/office/drawing/2014/main" id="{436B6935-2EE4-5FED-654F-DCEE40D7360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609">
                  <a:extLst>
                    <a:ext uri="{FF2B5EF4-FFF2-40B4-BE49-F238E27FC236}">
                      <a16:creationId xmlns:a16="http://schemas.microsoft.com/office/drawing/2014/main" id="{26BBB8AC-5D0E-0F61-93F3-5C40FC6406C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610">
                  <a:extLst>
                    <a:ext uri="{FF2B5EF4-FFF2-40B4-BE49-F238E27FC236}">
                      <a16:creationId xmlns:a16="http://schemas.microsoft.com/office/drawing/2014/main" id="{13DA236C-8064-9787-E862-E18B74FCFD6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Freeform 611">
                  <a:extLst>
                    <a:ext uri="{FF2B5EF4-FFF2-40B4-BE49-F238E27FC236}">
                      <a16:creationId xmlns:a16="http://schemas.microsoft.com/office/drawing/2014/main" id="{CC7287F2-CD6F-9167-D6E7-9080D12E5B8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2" name="Group 612">
              <a:extLst>
                <a:ext uri="{FF2B5EF4-FFF2-40B4-BE49-F238E27FC236}">
                  <a16:creationId xmlns:a16="http://schemas.microsoft.com/office/drawing/2014/main" id="{81E17A81-E4E1-2C96-B48F-035EF981B9E0}"/>
                </a:ext>
              </a:extLst>
            </p:cNvPr>
            <p:cNvGrpSpPr/>
            <p:nvPr/>
          </p:nvGrpSpPr>
          <p:grpSpPr>
            <a:xfrm>
              <a:off x="10702231" y="3767063"/>
              <a:ext cx="853832" cy="472456"/>
              <a:chOff x="7493876" y="2774731"/>
              <a:chExt cx="1481958" cy="894622"/>
            </a:xfrm>
          </p:grpSpPr>
          <p:sp>
            <p:nvSpPr>
              <p:cNvPr id="123" name="Freeform 613">
                <a:extLst>
                  <a:ext uri="{FF2B5EF4-FFF2-40B4-BE49-F238E27FC236}">
                    <a16:creationId xmlns:a16="http://schemas.microsoft.com/office/drawing/2014/main" id="{AFF9BD22-94BC-1C29-46BC-A13B5F474F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4" name="Oval 614">
                <a:extLst>
                  <a:ext uri="{FF2B5EF4-FFF2-40B4-BE49-F238E27FC236}">
                    <a16:creationId xmlns:a16="http://schemas.microsoft.com/office/drawing/2014/main" id="{7FC61096-BAB4-9188-1BA1-79A043C65BC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5" name="Group 615">
                <a:extLst>
                  <a:ext uri="{FF2B5EF4-FFF2-40B4-BE49-F238E27FC236}">
                    <a16:creationId xmlns:a16="http://schemas.microsoft.com/office/drawing/2014/main" id="{D96574C2-2A5F-754A-6909-65E73DE3FD60}"/>
                  </a:ext>
                </a:extLst>
              </p:cNvPr>
              <p:cNvGrpSpPr/>
              <p:nvPr/>
            </p:nvGrpSpPr>
            <p:grpSpPr>
              <a:xfrm>
                <a:off x="7713663" y="2848339"/>
                <a:ext cx="1042107" cy="425543"/>
                <a:chOff x="7786941" y="2884917"/>
                <a:chExt cx="897649" cy="353919"/>
              </a:xfrm>
            </p:grpSpPr>
            <p:sp>
              <p:nvSpPr>
                <p:cNvPr id="126" name="Freeform 616">
                  <a:extLst>
                    <a:ext uri="{FF2B5EF4-FFF2-40B4-BE49-F238E27FC236}">
                      <a16:creationId xmlns:a16="http://schemas.microsoft.com/office/drawing/2014/main" id="{960472C3-88C9-0C72-7493-F9D4E4960CD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617">
                  <a:extLst>
                    <a:ext uri="{FF2B5EF4-FFF2-40B4-BE49-F238E27FC236}">
                      <a16:creationId xmlns:a16="http://schemas.microsoft.com/office/drawing/2014/main" id="{FDE6DBF3-CE73-EE9E-6B82-60A3F324130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618">
                  <a:extLst>
                    <a:ext uri="{FF2B5EF4-FFF2-40B4-BE49-F238E27FC236}">
                      <a16:creationId xmlns:a16="http://schemas.microsoft.com/office/drawing/2014/main" id="{E0C865FA-19CF-E61F-F3F3-7A7201D19B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619">
                  <a:extLst>
                    <a:ext uri="{FF2B5EF4-FFF2-40B4-BE49-F238E27FC236}">
                      <a16:creationId xmlns:a16="http://schemas.microsoft.com/office/drawing/2014/main" id="{926629F9-3446-C2BE-A47B-822CC8292F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0" name="Group 620">
              <a:extLst>
                <a:ext uri="{FF2B5EF4-FFF2-40B4-BE49-F238E27FC236}">
                  <a16:creationId xmlns:a16="http://schemas.microsoft.com/office/drawing/2014/main" id="{13A26890-0F45-3D05-CA72-1BDDB870DE91}"/>
                </a:ext>
              </a:extLst>
            </p:cNvPr>
            <p:cNvGrpSpPr/>
            <p:nvPr/>
          </p:nvGrpSpPr>
          <p:grpSpPr>
            <a:xfrm>
              <a:off x="7344949" y="5315281"/>
              <a:ext cx="809010" cy="502026"/>
              <a:chOff x="7493876" y="2774731"/>
              <a:chExt cx="1481958" cy="894622"/>
            </a:xfrm>
          </p:grpSpPr>
          <p:sp>
            <p:nvSpPr>
              <p:cNvPr id="131" name="Freeform 621">
                <a:extLst>
                  <a:ext uri="{FF2B5EF4-FFF2-40B4-BE49-F238E27FC236}">
                    <a16:creationId xmlns:a16="http://schemas.microsoft.com/office/drawing/2014/main" id="{AEAF1517-F51B-D5AA-8A09-2CB93826890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2" name="Oval 622">
                <a:extLst>
                  <a:ext uri="{FF2B5EF4-FFF2-40B4-BE49-F238E27FC236}">
                    <a16:creationId xmlns:a16="http://schemas.microsoft.com/office/drawing/2014/main" id="{E78DE103-DBBE-B591-D2F7-C26D1C2CAD4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33" name="Group 623">
                <a:extLst>
                  <a:ext uri="{FF2B5EF4-FFF2-40B4-BE49-F238E27FC236}">
                    <a16:creationId xmlns:a16="http://schemas.microsoft.com/office/drawing/2014/main" id="{66312A91-8145-AEFC-F363-290DC995A5F0}"/>
                  </a:ext>
                </a:extLst>
              </p:cNvPr>
              <p:cNvGrpSpPr/>
              <p:nvPr/>
            </p:nvGrpSpPr>
            <p:grpSpPr>
              <a:xfrm>
                <a:off x="7713663" y="2848339"/>
                <a:ext cx="1042107" cy="425543"/>
                <a:chOff x="7786941" y="2884917"/>
                <a:chExt cx="897649" cy="353919"/>
              </a:xfrm>
            </p:grpSpPr>
            <p:sp>
              <p:nvSpPr>
                <p:cNvPr id="134" name="Freeform 624">
                  <a:extLst>
                    <a:ext uri="{FF2B5EF4-FFF2-40B4-BE49-F238E27FC236}">
                      <a16:creationId xmlns:a16="http://schemas.microsoft.com/office/drawing/2014/main" id="{701BB9F6-9D04-9B63-D29A-F6758361387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625">
                  <a:extLst>
                    <a:ext uri="{FF2B5EF4-FFF2-40B4-BE49-F238E27FC236}">
                      <a16:creationId xmlns:a16="http://schemas.microsoft.com/office/drawing/2014/main" id="{58B2311E-8629-4FDD-C964-BF1CC519A78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626">
                  <a:extLst>
                    <a:ext uri="{FF2B5EF4-FFF2-40B4-BE49-F238E27FC236}">
                      <a16:creationId xmlns:a16="http://schemas.microsoft.com/office/drawing/2014/main" id="{A8818584-AC0E-707F-CE7E-F4AC9016255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Freeform 627">
                  <a:extLst>
                    <a:ext uri="{FF2B5EF4-FFF2-40B4-BE49-F238E27FC236}">
                      <a16:creationId xmlns:a16="http://schemas.microsoft.com/office/drawing/2014/main" id="{36077D15-1EA0-8632-D626-657FB68478F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8" name="Group 628">
              <a:extLst>
                <a:ext uri="{FF2B5EF4-FFF2-40B4-BE49-F238E27FC236}">
                  <a16:creationId xmlns:a16="http://schemas.microsoft.com/office/drawing/2014/main" id="{3CE2DFD7-2D1D-5878-5BE9-B551B4C99DEE}"/>
                </a:ext>
              </a:extLst>
            </p:cNvPr>
            <p:cNvGrpSpPr/>
            <p:nvPr/>
          </p:nvGrpSpPr>
          <p:grpSpPr>
            <a:xfrm>
              <a:off x="9077458" y="4995599"/>
              <a:ext cx="809010" cy="502026"/>
              <a:chOff x="7493876" y="2774731"/>
              <a:chExt cx="1481958" cy="894622"/>
            </a:xfrm>
          </p:grpSpPr>
          <p:sp>
            <p:nvSpPr>
              <p:cNvPr id="139" name="Freeform 629">
                <a:extLst>
                  <a:ext uri="{FF2B5EF4-FFF2-40B4-BE49-F238E27FC236}">
                    <a16:creationId xmlns:a16="http://schemas.microsoft.com/office/drawing/2014/main" id="{DD5DBF77-60F6-41F3-1CD7-1CDEDEC8B79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0" name="Oval 630">
                <a:extLst>
                  <a:ext uri="{FF2B5EF4-FFF2-40B4-BE49-F238E27FC236}">
                    <a16:creationId xmlns:a16="http://schemas.microsoft.com/office/drawing/2014/main" id="{FA561C2D-B747-F090-4F91-4D2577A8FF5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1" name="Group 631">
                <a:extLst>
                  <a:ext uri="{FF2B5EF4-FFF2-40B4-BE49-F238E27FC236}">
                    <a16:creationId xmlns:a16="http://schemas.microsoft.com/office/drawing/2014/main" id="{D060747D-5BC6-15FC-CBFF-8AC13B2F6D8E}"/>
                  </a:ext>
                </a:extLst>
              </p:cNvPr>
              <p:cNvGrpSpPr/>
              <p:nvPr/>
            </p:nvGrpSpPr>
            <p:grpSpPr>
              <a:xfrm>
                <a:off x="7713663" y="2848339"/>
                <a:ext cx="1042107" cy="425543"/>
                <a:chOff x="7786941" y="2884917"/>
                <a:chExt cx="897649" cy="353919"/>
              </a:xfrm>
            </p:grpSpPr>
            <p:sp>
              <p:nvSpPr>
                <p:cNvPr id="142" name="Freeform 632">
                  <a:extLst>
                    <a:ext uri="{FF2B5EF4-FFF2-40B4-BE49-F238E27FC236}">
                      <a16:creationId xmlns:a16="http://schemas.microsoft.com/office/drawing/2014/main" id="{7073A43A-78E0-CD5D-FB16-8814828C30D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633">
                  <a:extLst>
                    <a:ext uri="{FF2B5EF4-FFF2-40B4-BE49-F238E27FC236}">
                      <a16:creationId xmlns:a16="http://schemas.microsoft.com/office/drawing/2014/main" id="{3FC0DF5A-FBA0-7A8B-F5FC-6745FE807ED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634">
                  <a:extLst>
                    <a:ext uri="{FF2B5EF4-FFF2-40B4-BE49-F238E27FC236}">
                      <a16:creationId xmlns:a16="http://schemas.microsoft.com/office/drawing/2014/main" id="{959CECF5-6340-3762-7EF5-27B0758B9BD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Freeform 635">
                  <a:extLst>
                    <a:ext uri="{FF2B5EF4-FFF2-40B4-BE49-F238E27FC236}">
                      <a16:creationId xmlns:a16="http://schemas.microsoft.com/office/drawing/2014/main" id="{6D99AE4A-1F34-7772-CA4A-DBA0002AA70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46" name="Rectangle 37">
              <a:extLst>
                <a:ext uri="{FF2B5EF4-FFF2-40B4-BE49-F238E27FC236}">
                  <a16:creationId xmlns:a16="http://schemas.microsoft.com/office/drawing/2014/main" id="{543A4B8A-4771-F66F-E953-EFEF2185A93A}"/>
                </a:ext>
              </a:extLst>
            </p:cNvPr>
            <p:cNvSpPr>
              <a:spLocks noChangeArrowheads="1"/>
            </p:cNvSpPr>
            <p:nvPr/>
          </p:nvSpPr>
          <p:spPr bwMode="auto">
            <a:xfrm rot="5400000">
              <a:off x="5853723" y="302040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147" name="Rectangle 37">
              <a:extLst>
                <a:ext uri="{FF2B5EF4-FFF2-40B4-BE49-F238E27FC236}">
                  <a16:creationId xmlns:a16="http://schemas.microsoft.com/office/drawing/2014/main" id="{715A9061-97AA-0004-8285-283B74ABFAA6}"/>
                </a:ext>
              </a:extLst>
            </p:cNvPr>
            <p:cNvSpPr>
              <a:spLocks noChangeArrowheads="1"/>
            </p:cNvSpPr>
            <p:nvPr/>
          </p:nvSpPr>
          <p:spPr bwMode="auto">
            <a:xfrm rot="5400000">
              <a:off x="6728006" y="419346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148" name="Group 647">
              <a:extLst>
                <a:ext uri="{FF2B5EF4-FFF2-40B4-BE49-F238E27FC236}">
                  <a16:creationId xmlns:a16="http://schemas.microsoft.com/office/drawing/2014/main" id="{87525BED-6D17-7069-D228-7D21BEAA2288}"/>
                </a:ext>
              </a:extLst>
            </p:cNvPr>
            <p:cNvGrpSpPr/>
            <p:nvPr/>
          </p:nvGrpSpPr>
          <p:grpSpPr>
            <a:xfrm>
              <a:off x="5156312" y="2695382"/>
              <a:ext cx="908821" cy="651136"/>
              <a:chOff x="7458407" y="2414528"/>
              <a:chExt cx="509280" cy="320753"/>
            </a:xfrm>
          </p:grpSpPr>
          <p:pic>
            <p:nvPicPr>
              <p:cNvPr id="149" name="Picture 1018" descr="laptop_keyboard">
                <a:extLst>
                  <a:ext uri="{FF2B5EF4-FFF2-40B4-BE49-F238E27FC236}">
                    <a16:creationId xmlns:a16="http://schemas.microsoft.com/office/drawing/2014/main" id="{3F9FF9E5-3592-2B50-03E4-D0588AA96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019">
                <a:extLst>
                  <a:ext uri="{FF2B5EF4-FFF2-40B4-BE49-F238E27FC236}">
                    <a16:creationId xmlns:a16="http://schemas.microsoft.com/office/drawing/2014/main" id="{52363DA4-E902-5443-58C3-A2CB7857FC9C}"/>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1" name="Picture 1020" descr="screen">
                <a:extLst>
                  <a:ext uri="{FF2B5EF4-FFF2-40B4-BE49-F238E27FC236}">
                    <a16:creationId xmlns:a16="http://schemas.microsoft.com/office/drawing/2014/main" id="{A3A4BF1D-7678-54EC-4ABF-A700193CCB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1021">
                <a:extLst>
                  <a:ext uri="{FF2B5EF4-FFF2-40B4-BE49-F238E27FC236}">
                    <a16:creationId xmlns:a16="http://schemas.microsoft.com/office/drawing/2014/main" id="{2492CA49-79FF-9CC7-8DC2-2E5F8DE54288}"/>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Freeform 1022">
                <a:extLst>
                  <a:ext uri="{FF2B5EF4-FFF2-40B4-BE49-F238E27FC236}">
                    <a16:creationId xmlns:a16="http://schemas.microsoft.com/office/drawing/2014/main" id="{E0D4E056-C040-C9D0-8363-3534591134E6}"/>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Freeform 1023">
                <a:extLst>
                  <a:ext uri="{FF2B5EF4-FFF2-40B4-BE49-F238E27FC236}">
                    <a16:creationId xmlns:a16="http://schemas.microsoft.com/office/drawing/2014/main" id="{B6F18258-44B8-E225-9395-70D302D26789}"/>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Freeform 1024">
                <a:extLst>
                  <a:ext uri="{FF2B5EF4-FFF2-40B4-BE49-F238E27FC236}">
                    <a16:creationId xmlns:a16="http://schemas.microsoft.com/office/drawing/2014/main" id="{57404DB3-E5FB-CA28-9748-67E126C03ED7}"/>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Freeform 1025">
                <a:extLst>
                  <a:ext uri="{FF2B5EF4-FFF2-40B4-BE49-F238E27FC236}">
                    <a16:creationId xmlns:a16="http://schemas.microsoft.com/office/drawing/2014/main" id="{8A14AE6B-1D06-E4E6-997A-8B290392082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Freeform 1026">
                <a:extLst>
                  <a:ext uri="{FF2B5EF4-FFF2-40B4-BE49-F238E27FC236}">
                    <a16:creationId xmlns:a16="http://schemas.microsoft.com/office/drawing/2014/main" id="{2699A099-D853-EFB7-A2B2-11BB409A39A3}"/>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8" name="Group 1027">
                <a:extLst>
                  <a:ext uri="{FF2B5EF4-FFF2-40B4-BE49-F238E27FC236}">
                    <a16:creationId xmlns:a16="http://schemas.microsoft.com/office/drawing/2014/main" id="{685A3AD0-0589-A3DA-2632-B732DF5B4D58}"/>
                  </a:ext>
                </a:extLst>
              </p:cNvPr>
              <p:cNvGrpSpPr>
                <a:grpSpLocks/>
              </p:cNvGrpSpPr>
              <p:nvPr/>
            </p:nvGrpSpPr>
            <p:grpSpPr bwMode="auto">
              <a:xfrm>
                <a:off x="7594735" y="2642220"/>
                <a:ext cx="98740" cy="36846"/>
                <a:chOff x="1740" y="2642"/>
                <a:chExt cx="752" cy="327"/>
              </a:xfrm>
            </p:grpSpPr>
            <p:sp>
              <p:nvSpPr>
                <p:cNvPr id="165" name="Freeform 1028">
                  <a:extLst>
                    <a:ext uri="{FF2B5EF4-FFF2-40B4-BE49-F238E27FC236}">
                      <a16:creationId xmlns:a16="http://schemas.microsoft.com/office/drawing/2014/main" id="{276C948D-2EDA-6C31-2C3A-DDFF5123C52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Freeform 1029">
                  <a:extLst>
                    <a:ext uri="{FF2B5EF4-FFF2-40B4-BE49-F238E27FC236}">
                      <a16:creationId xmlns:a16="http://schemas.microsoft.com/office/drawing/2014/main" id="{DE209F23-FF0F-8026-0D88-62A74F4CF0E7}"/>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Freeform 1030">
                  <a:extLst>
                    <a:ext uri="{FF2B5EF4-FFF2-40B4-BE49-F238E27FC236}">
                      <a16:creationId xmlns:a16="http://schemas.microsoft.com/office/drawing/2014/main" id="{C7A5655E-BC43-9E41-FE67-7818880785C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Freeform 1031">
                  <a:extLst>
                    <a:ext uri="{FF2B5EF4-FFF2-40B4-BE49-F238E27FC236}">
                      <a16:creationId xmlns:a16="http://schemas.microsoft.com/office/drawing/2014/main" id="{D8806B34-5AFA-F49D-69F4-0DCF3F55BCA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Freeform 1032">
                  <a:extLst>
                    <a:ext uri="{FF2B5EF4-FFF2-40B4-BE49-F238E27FC236}">
                      <a16:creationId xmlns:a16="http://schemas.microsoft.com/office/drawing/2014/main" id="{9205D602-C474-077E-2D08-F94E65429AC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Freeform 1033">
                  <a:extLst>
                    <a:ext uri="{FF2B5EF4-FFF2-40B4-BE49-F238E27FC236}">
                      <a16:creationId xmlns:a16="http://schemas.microsoft.com/office/drawing/2014/main" id="{E5CE957D-ECD9-D85C-7FC9-747698303C9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9" name="Freeform 1034">
                <a:extLst>
                  <a:ext uri="{FF2B5EF4-FFF2-40B4-BE49-F238E27FC236}">
                    <a16:creationId xmlns:a16="http://schemas.microsoft.com/office/drawing/2014/main" id="{64A8175E-CCD0-69D6-D2AC-55517511699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Freeform 1035">
                <a:extLst>
                  <a:ext uri="{FF2B5EF4-FFF2-40B4-BE49-F238E27FC236}">
                    <a16:creationId xmlns:a16="http://schemas.microsoft.com/office/drawing/2014/main" id="{82A71784-B2A5-0417-7AE2-23643D0C763D}"/>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Freeform 1036">
                <a:extLst>
                  <a:ext uri="{FF2B5EF4-FFF2-40B4-BE49-F238E27FC236}">
                    <a16:creationId xmlns:a16="http://schemas.microsoft.com/office/drawing/2014/main" id="{BC823B16-4EB9-4BA4-5D98-78DC8C06E2FF}"/>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Freeform 1037">
                <a:extLst>
                  <a:ext uri="{FF2B5EF4-FFF2-40B4-BE49-F238E27FC236}">
                    <a16:creationId xmlns:a16="http://schemas.microsoft.com/office/drawing/2014/main" id="{8DBE132C-DC2E-7A39-D8BF-B71EFDCCFC3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Freeform 1038">
                <a:extLst>
                  <a:ext uri="{FF2B5EF4-FFF2-40B4-BE49-F238E27FC236}">
                    <a16:creationId xmlns:a16="http://schemas.microsoft.com/office/drawing/2014/main" id="{82CA1AC8-C262-7EA5-F300-FD05A6E730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Freeform 1039">
                <a:extLst>
                  <a:ext uri="{FF2B5EF4-FFF2-40B4-BE49-F238E27FC236}">
                    <a16:creationId xmlns:a16="http://schemas.microsoft.com/office/drawing/2014/main" id="{4E0C78DC-BC36-BEBF-6A27-24AAB3A49BCF}"/>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1" name="Rectangle 37">
              <a:extLst>
                <a:ext uri="{FF2B5EF4-FFF2-40B4-BE49-F238E27FC236}">
                  <a16:creationId xmlns:a16="http://schemas.microsoft.com/office/drawing/2014/main" id="{60F8ADA4-7367-D184-5B86-98AA3BE202AC}"/>
                </a:ext>
              </a:extLst>
            </p:cNvPr>
            <p:cNvSpPr>
              <a:spLocks noChangeArrowheads="1"/>
            </p:cNvSpPr>
            <p:nvPr/>
          </p:nvSpPr>
          <p:spPr bwMode="auto">
            <a:xfrm rot="2603620">
              <a:off x="6328517" y="389878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172" name="Group 588">
              <a:extLst>
                <a:ext uri="{FF2B5EF4-FFF2-40B4-BE49-F238E27FC236}">
                  <a16:creationId xmlns:a16="http://schemas.microsoft.com/office/drawing/2014/main" id="{006FF8E4-2B24-981A-293D-0BEA4C0772AF}"/>
                </a:ext>
              </a:extLst>
            </p:cNvPr>
            <p:cNvGrpSpPr/>
            <p:nvPr/>
          </p:nvGrpSpPr>
          <p:grpSpPr>
            <a:xfrm>
              <a:off x="5852469" y="4037012"/>
              <a:ext cx="853832" cy="472456"/>
              <a:chOff x="7493876" y="2774731"/>
              <a:chExt cx="1481958" cy="894622"/>
            </a:xfrm>
          </p:grpSpPr>
          <p:sp>
            <p:nvSpPr>
              <p:cNvPr id="173" name="Freeform 589">
                <a:extLst>
                  <a:ext uri="{FF2B5EF4-FFF2-40B4-BE49-F238E27FC236}">
                    <a16:creationId xmlns:a16="http://schemas.microsoft.com/office/drawing/2014/main" id="{B0636492-C70F-BA48-229C-2C7917415E4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4" name="Oval 590">
                <a:extLst>
                  <a:ext uri="{FF2B5EF4-FFF2-40B4-BE49-F238E27FC236}">
                    <a16:creationId xmlns:a16="http://schemas.microsoft.com/office/drawing/2014/main" id="{6683B156-B596-3DA2-738E-6B7AE0C2913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5" name="Group 591">
                <a:extLst>
                  <a:ext uri="{FF2B5EF4-FFF2-40B4-BE49-F238E27FC236}">
                    <a16:creationId xmlns:a16="http://schemas.microsoft.com/office/drawing/2014/main" id="{A01062D6-EE71-3C31-1272-F32BF08C8992}"/>
                  </a:ext>
                </a:extLst>
              </p:cNvPr>
              <p:cNvGrpSpPr/>
              <p:nvPr/>
            </p:nvGrpSpPr>
            <p:grpSpPr>
              <a:xfrm>
                <a:off x="7713663" y="2848339"/>
                <a:ext cx="1042107" cy="425543"/>
                <a:chOff x="7786941" y="2884917"/>
                <a:chExt cx="897649" cy="353919"/>
              </a:xfrm>
            </p:grpSpPr>
            <p:sp>
              <p:nvSpPr>
                <p:cNvPr id="176" name="Freeform 592">
                  <a:extLst>
                    <a:ext uri="{FF2B5EF4-FFF2-40B4-BE49-F238E27FC236}">
                      <a16:creationId xmlns:a16="http://schemas.microsoft.com/office/drawing/2014/main" id="{DB798A15-73FE-2BE5-2743-D63923EAA9F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Freeform 593">
                  <a:extLst>
                    <a:ext uri="{FF2B5EF4-FFF2-40B4-BE49-F238E27FC236}">
                      <a16:creationId xmlns:a16="http://schemas.microsoft.com/office/drawing/2014/main" id="{E5720301-9CCA-455F-04D3-02C58626FD0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Freeform 594">
                  <a:extLst>
                    <a:ext uri="{FF2B5EF4-FFF2-40B4-BE49-F238E27FC236}">
                      <a16:creationId xmlns:a16="http://schemas.microsoft.com/office/drawing/2014/main" id="{BDFBD506-B458-5392-150C-89A672AEA33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Freeform 595">
                  <a:extLst>
                    <a:ext uri="{FF2B5EF4-FFF2-40B4-BE49-F238E27FC236}">
                      <a16:creationId xmlns:a16="http://schemas.microsoft.com/office/drawing/2014/main" id="{6DFD46BE-536B-4896-FD79-9502B9B3233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80" name="Right Arrow 672">
              <a:extLst>
                <a:ext uri="{FF2B5EF4-FFF2-40B4-BE49-F238E27FC236}">
                  <a16:creationId xmlns:a16="http://schemas.microsoft.com/office/drawing/2014/main" id="{9BA07F9D-87C3-86E5-FD01-0CDBB8C68E1A}"/>
                </a:ext>
              </a:extLst>
            </p:cNvPr>
            <p:cNvSpPr/>
            <p:nvPr/>
          </p:nvSpPr>
          <p:spPr>
            <a:xfrm>
              <a:off x="3891242" y="2773786"/>
              <a:ext cx="1313330" cy="511526"/>
            </a:xfrm>
            <a:prstGeom prst="rightArrow">
              <a:avLst/>
            </a:prstGeom>
            <a:gradFill>
              <a:gsLst>
                <a:gs pos="0">
                  <a:srgbClr val="FFFFFF">
                    <a:alpha val="67000"/>
                  </a:srgbClr>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1" name="Group 681">
              <a:extLst>
                <a:ext uri="{FF2B5EF4-FFF2-40B4-BE49-F238E27FC236}">
                  <a16:creationId xmlns:a16="http://schemas.microsoft.com/office/drawing/2014/main" id="{3CE3ADAC-8B37-5F79-3BEA-4DB8D81248A7}"/>
                </a:ext>
              </a:extLst>
            </p:cNvPr>
            <p:cNvGrpSpPr/>
            <p:nvPr/>
          </p:nvGrpSpPr>
          <p:grpSpPr>
            <a:xfrm>
              <a:off x="4579406" y="4558874"/>
              <a:ext cx="1607995" cy="1127080"/>
              <a:chOff x="1373964" y="4541734"/>
              <a:chExt cx="1607995" cy="1127080"/>
            </a:xfrm>
          </p:grpSpPr>
          <p:sp>
            <p:nvSpPr>
              <p:cNvPr id="182" name="Text Box 404">
                <a:extLst>
                  <a:ext uri="{FF2B5EF4-FFF2-40B4-BE49-F238E27FC236}">
                    <a16:creationId xmlns:a16="http://schemas.microsoft.com/office/drawing/2014/main" id="{1D49F491-79BC-CC89-44B8-1B934DCE85A5}"/>
                  </a:ext>
                </a:extLst>
              </p:cNvPr>
              <p:cNvSpPr txBox="1">
                <a:spLocks noChangeArrowheads="1"/>
              </p:cNvSpPr>
              <p:nvPr/>
            </p:nvSpPr>
            <p:spPr bwMode="auto">
              <a:xfrm>
                <a:off x="1373964" y="4541734"/>
                <a:ext cx="8901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400" i="0" dirty="0">
                    <a:solidFill>
                      <a:srgbClr val="C00000"/>
                    </a:solidFill>
                    <a:latin typeface="+mn-lt"/>
                  </a:rPr>
                  <a:t>web page</a:t>
                </a:r>
              </a:p>
            </p:txBody>
          </p:sp>
          <p:sp>
            <p:nvSpPr>
              <p:cNvPr id="183" name="Freeform 398">
                <a:extLst>
                  <a:ext uri="{FF2B5EF4-FFF2-40B4-BE49-F238E27FC236}">
                    <a16:creationId xmlns:a16="http://schemas.microsoft.com/office/drawing/2014/main" id="{A01B2671-8A4E-BD16-7444-0AB820F14373}"/>
                  </a:ext>
                </a:extLst>
              </p:cNvPr>
              <p:cNvSpPr>
                <a:spLocks/>
              </p:cNvSpPr>
              <p:nvPr/>
            </p:nvSpPr>
            <p:spPr bwMode="auto">
              <a:xfrm>
                <a:off x="1450329" y="4799922"/>
                <a:ext cx="1531630" cy="868892"/>
              </a:xfrm>
              <a:custGeom>
                <a:avLst/>
                <a:gdLst>
                  <a:gd name="T0" fmla="*/ 861 w 861"/>
                  <a:gd name="T1" fmla="*/ 772 h 772"/>
                  <a:gd name="T2" fmla="*/ 0 w 861"/>
                  <a:gd name="T3" fmla="*/ 557 h 772"/>
                  <a:gd name="T4" fmla="*/ 532 w 861"/>
                  <a:gd name="T5" fmla="*/ 405 h 772"/>
                  <a:gd name="T6" fmla="*/ 652 w 861"/>
                  <a:gd name="T7" fmla="*/ 0 h 772"/>
                  <a:gd name="T8" fmla="*/ 861 w 861"/>
                  <a:gd name="T9" fmla="*/ 772 h 772"/>
                  <a:gd name="T10" fmla="*/ 0 60000 65536"/>
                  <a:gd name="T11" fmla="*/ 0 60000 65536"/>
                  <a:gd name="T12" fmla="*/ 0 60000 65536"/>
                  <a:gd name="T13" fmla="*/ 0 60000 65536"/>
                  <a:gd name="T14" fmla="*/ 0 60000 65536"/>
                  <a:gd name="connsiteX0" fmla="*/ 10000 w 10000"/>
                  <a:gd name="connsiteY0" fmla="*/ 10000 h 10000"/>
                  <a:gd name="connsiteX1" fmla="*/ 0 w 10000"/>
                  <a:gd name="connsiteY1" fmla="*/ 7215 h 10000"/>
                  <a:gd name="connsiteX2" fmla="*/ 6179 w 10000"/>
                  <a:gd name="connsiteY2" fmla="*/ 5246 h 10000"/>
                  <a:gd name="connsiteX3" fmla="*/ 7573 w 10000"/>
                  <a:gd name="connsiteY3" fmla="*/ 0 h 10000"/>
                  <a:gd name="connsiteX4" fmla="*/ 9561 w 10000"/>
                  <a:gd name="connsiteY4" fmla="*/ 7933 h 10000"/>
                  <a:gd name="connsiteX5" fmla="*/ 10000 w 10000"/>
                  <a:gd name="connsiteY5" fmla="*/ 10000 h 10000"/>
                  <a:gd name="connsiteX0" fmla="*/ 10000 w 10180"/>
                  <a:gd name="connsiteY0" fmla="*/ 10000 h 10000"/>
                  <a:gd name="connsiteX1" fmla="*/ 0 w 10180"/>
                  <a:gd name="connsiteY1" fmla="*/ 7215 h 10000"/>
                  <a:gd name="connsiteX2" fmla="*/ 6179 w 10180"/>
                  <a:gd name="connsiteY2" fmla="*/ 5246 h 10000"/>
                  <a:gd name="connsiteX3" fmla="*/ 7573 w 10180"/>
                  <a:gd name="connsiteY3" fmla="*/ 0 h 10000"/>
                  <a:gd name="connsiteX4" fmla="*/ 10151 w 10180"/>
                  <a:gd name="connsiteY4" fmla="*/ 8116 h 10000"/>
                  <a:gd name="connsiteX5" fmla="*/ 10000 w 10180"/>
                  <a:gd name="connsiteY5" fmla="*/ 10000 h 10000"/>
                  <a:gd name="connsiteX0" fmla="*/ 9573 w 10167"/>
                  <a:gd name="connsiteY0" fmla="*/ 10658 h 10658"/>
                  <a:gd name="connsiteX1" fmla="*/ 0 w 10167"/>
                  <a:gd name="connsiteY1" fmla="*/ 7215 h 10658"/>
                  <a:gd name="connsiteX2" fmla="*/ 6179 w 10167"/>
                  <a:gd name="connsiteY2" fmla="*/ 5246 h 10658"/>
                  <a:gd name="connsiteX3" fmla="*/ 7573 w 10167"/>
                  <a:gd name="connsiteY3" fmla="*/ 0 h 10658"/>
                  <a:gd name="connsiteX4" fmla="*/ 10151 w 10167"/>
                  <a:gd name="connsiteY4" fmla="*/ 8116 h 10658"/>
                  <a:gd name="connsiteX5" fmla="*/ 9573 w 10167"/>
                  <a:gd name="connsiteY5" fmla="*/ 10658 h 10658"/>
                  <a:gd name="connsiteX0" fmla="*/ 9573 w 10167"/>
                  <a:gd name="connsiteY0" fmla="*/ 10658 h 10658"/>
                  <a:gd name="connsiteX1" fmla="*/ 0 w 10167"/>
                  <a:gd name="connsiteY1" fmla="*/ 7215 h 10658"/>
                  <a:gd name="connsiteX2" fmla="*/ 7688 w 10167"/>
                  <a:gd name="connsiteY2" fmla="*/ 7111 h 10658"/>
                  <a:gd name="connsiteX3" fmla="*/ 7573 w 10167"/>
                  <a:gd name="connsiteY3" fmla="*/ 0 h 10658"/>
                  <a:gd name="connsiteX4" fmla="*/ 10151 w 10167"/>
                  <a:gd name="connsiteY4" fmla="*/ 8116 h 10658"/>
                  <a:gd name="connsiteX5" fmla="*/ 9573 w 10167"/>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9086 h 9086"/>
                  <a:gd name="connsiteX1" fmla="*/ 0 w 10788"/>
                  <a:gd name="connsiteY1" fmla="*/ 5606 h 9086"/>
                  <a:gd name="connsiteX2" fmla="*/ 8180 w 10788"/>
                  <a:gd name="connsiteY2" fmla="*/ 5539 h 9086"/>
                  <a:gd name="connsiteX3" fmla="*/ 8196 w 10788"/>
                  <a:gd name="connsiteY3" fmla="*/ 0 h 9086"/>
                  <a:gd name="connsiteX4" fmla="*/ 10774 w 10788"/>
                  <a:gd name="connsiteY4" fmla="*/ 6581 h 9086"/>
                  <a:gd name="connsiteX5" fmla="*/ 10065 w 10788"/>
                  <a:gd name="connsiteY5" fmla="*/ 9086 h 9086"/>
                  <a:gd name="connsiteX0" fmla="*/ 9330 w 10000"/>
                  <a:gd name="connsiteY0" fmla="*/ 10000 h 10000"/>
                  <a:gd name="connsiteX1" fmla="*/ 0 w 10000"/>
                  <a:gd name="connsiteY1" fmla="*/ 6170 h 10000"/>
                  <a:gd name="connsiteX2" fmla="*/ 7582 w 10000"/>
                  <a:gd name="connsiteY2" fmla="*/ 6096 h 10000"/>
                  <a:gd name="connsiteX3" fmla="*/ 7597 w 10000"/>
                  <a:gd name="connsiteY3" fmla="*/ 0 h 10000"/>
                  <a:gd name="connsiteX4" fmla="*/ 9987 w 10000"/>
                  <a:gd name="connsiteY4" fmla="*/ 7243 h 10000"/>
                  <a:gd name="connsiteX5" fmla="*/ 9330 w 10000"/>
                  <a:gd name="connsiteY5" fmla="*/ 10000 h 10000"/>
                  <a:gd name="connsiteX0" fmla="*/ 8799 w 9995"/>
                  <a:gd name="connsiteY0" fmla="*/ 9361 h 9361"/>
                  <a:gd name="connsiteX1" fmla="*/ 0 w 9995"/>
                  <a:gd name="connsiteY1" fmla="*/ 6170 h 9361"/>
                  <a:gd name="connsiteX2" fmla="*/ 7582 w 9995"/>
                  <a:gd name="connsiteY2" fmla="*/ 6096 h 9361"/>
                  <a:gd name="connsiteX3" fmla="*/ 7597 w 9995"/>
                  <a:gd name="connsiteY3" fmla="*/ 0 h 9361"/>
                  <a:gd name="connsiteX4" fmla="*/ 9987 w 9995"/>
                  <a:gd name="connsiteY4" fmla="*/ 7243 h 9361"/>
                  <a:gd name="connsiteX5" fmla="*/ 8799 w 9995"/>
                  <a:gd name="connsiteY5" fmla="*/ 9361 h 9361"/>
                  <a:gd name="connsiteX0" fmla="*/ 8803 w 8911"/>
                  <a:gd name="connsiteY0" fmla="*/ 10000 h 10000"/>
                  <a:gd name="connsiteX1" fmla="*/ 0 w 8911"/>
                  <a:gd name="connsiteY1" fmla="*/ 6591 h 10000"/>
                  <a:gd name="connsiteX2" fmla="*/ 7586 w 8911"/>
                  <a:gd name="connsiteY2" fmla="*/ 6512 h 10000"/>
                  <a:gd name="connsiteX3" fmla="*/ 7601 w 8911"/>
                  <a:gd name="connsiteY3" fmla="*/ 0 h 10000"/>
                  <a:gd name="connsiteX4" fmla="*/ 8880 w 8911"/>
                  <a:gd name="connsiteY4" fmla="*/ 6748 h 10000"/>
                  <a:gd name="connsiteX5" fmla="*/ 8803 w 8911"/>
                  <a:gd name="connsiteY5" fmla="*/ 10000 h 10000"/>
                  <a:gd name="connsiteX0" fmla="*/ 9879 w 9965"/>
                  <a:gd name="connsiteY0" fmla="*/ 10000 h 10000"/>
                  <a:gd name="connsiteX1" fmla="*/ 0 w 9965"/>
                  <a:gd name="connsiteY1" fmla="*/ 6591 h 10000"/>
                  <a:gd name="connsiteX2" fmla="*/ 8513 w 9965"/>
                  <a:gd name="connsiteY2" fmla="*/ 6512 h 10000"/>
                  <a:gd name="connsiteX3" fmla="*/ 8530 w 9965"/>
                  <a:gd name="connsiteY3" fmla="*/ 0 h 10000"/>
                  <a:gd name="connsiteX4" fmla="*/ 9965 w 9965"/>
                  <a:gd name="connsiteY4" fmla="*/ 6748 h 10000"/>
                  <a:gd name="connsiteX5" fmla="*/ 9879 w 9965"/>
                  <a:gd name="connsiteY5" fmla="*/ 10000 h 10000"/>
                  <a:gd name="connsiteX0" fmla="*/ 9914 w 10000"/>
                  <a:gd name="connsiteY0" fmla="*/ 10000 h 10000"/>
                  <a:gd name="connsiteX1" fmla="*/ 0 w 10000"/>
                  <a:gd name="connsiteY1" fmla="*/ 6591 h 10000"/>
                  <a:gd name="connsiteX2" fmla="*/ 8543 w 10000"/>
                  <a:gd name="connsiteY2" fmla="*/ 6512 h 10000"/>
                  <a:gd name="connsiteX3" fmla="*/ 8560 w 10000"/>
                  <a:gd name="connsiteY3" fmla="*/ 0 h 10000"/>
                  <a:gd name="connsiteX4" fmla="*/ 10000 w 10000"/>
                  <a:gd name="connsiteY4" fmla="*/ 6748 h 10000"/>
                  <a:gd name="connsiteX5" fmla="*/ 9914 w 10000"/>
                  <a:gd name="connsiteY5" fmla="*/ 10000 h 10000"/>
                  <a:gd name="connsiteX0" fmla="*/ 11628 w 11714"/>
                  <a:gd name="connsiteY0" fmla="*/ 10000 h 10000"/>
                  <a:gd name="connsiteX1" fmla="*/ 0 w 11714"/>
                  <a:gd name="connsiteY1" fmla="*/ 9319 h 10000"/>
                  <a:gd name="connsiteX2" fmla="*/ 10257 w 11714"/>
                  <a:gd name="connsiteY2" fmla="*/ 6512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10000 h 10000"/>
                  <a:gd name="connsiteX1" fmla="*/ 0 w 11714"/>
                  <a:gd name="connsiteY1" fmla="*/ 9319 h 10000"/>
                  <a:gd name="connsiteX2" fmla="*/ 9631 w 11714"/>
                  <a:gd name="connsiteY2" fmla="*/ 8797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10000 h 10261"/>
                  <a:gd name="connsiteX1" fmla="*/ 0 w 11714"/>
                  <a:gd name="connsiteY1" fmla="*/ 9319 h 10261"/>
                  <a:gd name="connsiteX2" fmla="*/ 9631 w 11714"/>
                  <a:gd name="connsiteY2" fmla="*/ 8797 h 10261"/>
                  <a:gd name="connsiteX3" fmla="*/ 10274 w 11714"/>
                  <a:gd name="connsiteY3" fmla="*/ 0 h 10261"/>
                  <a:gd name="connsiteX4" fmla="*/ 11714 w 11714"/>
                  <a:gd name="connsiteY4" fmla="*/ 6748 h 10261"/>
                  <a:gd name="connsiteX5" fmla="*/ 11628 w 11714"/>
                  <a:gd name="connsiteY5" fmla="*/ 10000 h 10261"/>
                  <a:gd name="connsiteX0" fmla="*/ 11628 w 11714"/>
                  <a:gd name="connsiteY0" fmla="*/ 10000 h 10000"/>
                  <a:gd name="connsiteX1" fmla="*/ 0 w 11714"/>
                  <a:gd name="connsiteY1" fmla="*/ 9319 h 10000"/>
                  <a:gd name="connsiteX2" fmla="*/ 9631 w 11714"/>
                  <a:gd name="connsiteY2" fmla="*/ 8797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10000 h 10000"/>
                  <a:gd name="connsiteX1" fmla="*/ 0 w 11714"/>
                  <a:gd name="connsiteY1" fmla="*/ 9319 h 10000"/>
                  <a:gd name="connsiteX2" fmla="*/ 9658 w 11714"/>
                  <a:gd name="connsiteY2" fmla="*/ 9070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8329 h 8329"/>
                  <a:gd name="connsiteX1" fmla="*/ 0 w 11714"/>
                  <a:gd name="connsiteY1" fmla="*/ 7648 h 8329"/>
                  <a:gd name="connsiteX2" fmla="*/ 9658 w 11714"/>
                  <a:gd name="connsiteY2" fmla="*/ 7399 h 8329"/>
                  <a:gd name="connsiteX3" fmla="*/ 9784 w 11714"/>
                  <a:gd name="connsiteY3" fmla="*/ 0 h 8329"/>
                  <a:gd name="connsiteX4" fmla="*/ 11714 w 11714"/>
                  <a:gd name="connsiteY4" fmla="*/ 5077 h 8329"/>
                  <a:gd name="connsiteX5" fmla="*/ 11628 w 11714"/>
                  <a:gd name="connsiteY5" fmla="*/ 8329 h 8329"/>
                  <a:gd name="connsiteX0" fmla="*/ 9927 w 10000"/>
                  <a:gd name="connsiteY0" fmla="*/ 10000 h 10000"/>
                  <a:gd name="connsiteX1" fmla="*/ 0 w 10000"/>
                  <a:gd name="connsiteY1" fmla="*/ 9182 h 10000"/>
                  <a:gd name="connsiteX2" fmla="*/ 8245 w 10000"/>
                  <a:gd name="connsiteY2" fmla="*/ 8883 h 10000"/>
                  <a:gd name="connsiteX3" fmla="*/ 8352 w 10000"/>
                  <a:gd name="connsiteY3" fmla="*/ 0 h 10000"/>
                  <a:gd name="connsiteX4" fmla="*/ 10000 w 10000"/>
                  <a:gd name="connsiteY4" fmla="*/ 6096 h 10000"/>
                  <a:gd name="connsiteX5" fmla="*/ 9927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9927" y="10000"/>
                    </a:moveTo>
                    <a:cubicBezTo>
                      <a:pt x="7231" y="9836"/>
                      <a:pt x="6474" y="9595"/>
                      <a:pt x="0" y="9182"/>
                    </a:cubicBezTo>
                    <a:lnTo>
                      <a:pt x="8245" y="8883"/>
                    </a:lnTo>
                    <a:cubicBezTo>
                      <a:pt x="8212" y="5538"/>
                      <a:pt x="8387" y="3345"/>
                      <a:pt x="8352" y="0"/>
                    </a:cubicBezTo>
                    <a:cubicBezTo>
                      <a:pt x="8852" y="3416"/>
                      <a:pt x="8942" y="4239"/>
                      <a:pt x="10000" y="6096"/>
                    </a:cubicBezTo>
                    <a:cubicBezTo>
                      <a:pt x="9991" y="7928"/>
                      <a:pt x="9934" y="8700"/>
                      <a:pt x="9927" y="10000"/>
                    </a:cubicBezTo>
                    <a:close/>
                  </a:path>
                </a:pathLst>
              </a:custGeom>
              <a:gradFill rotWithShape="1">
                <a:gsLst>
                  <a:gs pos="0">
                    <a:srgbClr val="FFFFFF"/>
                  </a:gs>
                  <a:gs pos="100000">
                    <a:schemeClr val="bg1">
                      <a:lumMod val="75000"/>
                    </a:schemeClr>
                  </a:gs>
                </a:gsLst>
                <a:lin ang="129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184" name="Picture 401">
                <a:extLst>
                  <a:ext uri="{FF2B5EF4-FFF2-40B4-BE49-F238E27FC236}">
                    <a16:creationId xmlns:a16="http://schemas.microsoft.com/office/drawing/2014/main" id="{20823BF0-34DE-8E8C-5BA8-3AF61F5809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4743" y="4817138"/>
                <a:ext cx="1243012" cy="768350"/>
              </a:xfrm>
              <a:prstGeom prst="rect">
                <a:avLst/>
              </a:prstGeom>
              <a:noFill/>
              <a:ln w="15875">
                <a:solidFill>
                  <a:schemeClr val="tx1"/>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185" name="Group 248">
              <a:extLst>
                <a:ext uri="{FF2B5EF4-FFF2-40B4-BE49-F238E27FC236}">
                  <a16:creationId xmlns:a16="http://schemas.microsoft.com/office/drawing/2014/main" id="{DDC7AEDD-89D2-686A-DF2A-6C978DCEECFA}"/>
                </a:ext>
              </a:extLst>
            </p:cNvPr>
            <p:cNvGrpSpPr>
              <a:grpSpLocks/>
            </p:cNvGrpSpPr>
            <p:nvPr/>
          </p:nvGrpSpPr>
          <p:grpSpPr bwMode="auto">
            <a:xfrm>
              <a:off x="6162674" y="5076782"/>
              <a:ext cx="358775" cy="623888"/>
              <a:chOff x="4140" y="429"/>
              <a:chExt cx="1425" cy="2396"/>
            </a:xfrm>
          </p:grpSpPr>
          <p:sp>
            <p:nvSpPr>
              <p:cNvPr id="186" name="Freeform 148">
                <a:extLst>
                  <a:ext uri="{FF2B5EF4-FFF2-40B4-BE49-F238E27FC236}">
                    <a16:creationId xmlns:a16="http://schemas.microsoft.com/office/drawing/2014/main" id="{8A911887-2609-853A-B20C-73F53DC1FF0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7" name="Rectangle 149">
                <a:extLst>
                  <a:ext uri="{FF2B5EF4-FFF2-40B4-BE49-F238E27FC236}">
                    <a16:creationId xmlns:a16="http://schemas.microsoft.com/office/drawing/2014/main" id="{AA22EDB1-259C-A4D8-0B8D-38BC322CBFA2}"/>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8" name="Freeform 150">
                <a:extLst>
                  <a:ext uri="{FF2B5EF4-FFF2-40B4-BE49-F238E27FC236}">
                    <a16:creationId xmlns:a16="http://schemas.microsoft.com/office/drawing/2014/main" id="{214F2069-A1CA-6071-7CF2-67851E6A8AF3}"/>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9" name="Freeform 151">
                <a:extLst>
                  <a:ext uri="{FF2B5EF4-FFF2-40B4-BE49-F238E27FC236}">
                    <a16:creationId xmlns:a16="http://schemas.microsoft.com/office/drawing/2014/main" id="{2DD6475B-C4CF-8488-060D-CD0107A6E2A9}"/>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0" name="Rectangle 152">
                <a:extLst>
                  <a:ext uri="{FF2B5EF4-FFF2-40B4-BE49-F238E27FC236}">
                    <a16:creationId xmlns:a16="http://schemas.microsoft.com/office/drawing/2014/main" id="{84949F43-7F82-F0BA-1B3B-A9842BD5F4A6}"/>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91" name="Group 153">
                <a:extLst>
                  <a:ext uri="{FF2B5EF4-FFF2-40B4-BE49-F238E27FC236}">
                    <a16:creationId xmlns:a16="http://schemas.microsoft.com/office/drawing/2014/main" id="{40F315FC-207D-8DAC-D474-E5F7D666E23C}"/>
                  </a:ext>
                </a:extLst>
              </p:cNvPr>
              <p:cNvGrpSpPr>
                <a:grpSpLocks/>
              </p:cNvGrpSpPr>
              <p:nvPr/>
            </p:nvGrpSpPr>
            <p:grpSpPr bwMode="auto">
              <a:xfrm>
                <a:off x="4749" y="668"/>
                <a:ext cx="581" cy="145"/>
                <a:chOff x="614" y="2568"/>
                <a:chExt cx="725" cy="139"/>
              </a:xfrm>
            </p:grpSpPr>
            <p:sp>
              <p:nvSpPr>
                <p:cNvPr id="216" name="AutoShape 154">
                  <a:extLst>
                    <a:ext uri="{FF2B5EF4-FFF2-40B4-BE49-F238E27FC236}">
                      <a16:creationId xmlns:a16="http://schemas.microsoft.com/office/drawing/2014/main" id="{3C5C9FBF-1590-5D34-6B0B-A5F716C473A7}"/>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7" name="AutoShape 155">
                  <a:extLst>
                    <a:ext uri="{FF2B5EF4-FFF2-40B4-BE49-F238E27FC236}">
                      <a16:creationId xmlns:a16="http://schemas.microsoft.com/office/drawing/2014/main" id="{09C4503B-6E39-3125-C8BE-0997AE6EEFE6}"/>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92" name="Rectangle 156">
                <a:extLst>
                  <a:ext uri="{FF2B5EF4-FFF2-40B4-BE49-F238E27FC236}">
                    <a16:creationId xmlns:a16="http://schemas.microsoft.com/office/drawing/2014/main" id="{A18A8426-B96B-3B25-8A9D-138A1C2A9D15}"/>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93" name="Group 157">
                <a:extLst>
                  <a:ext uri="{FF2B5EF4-FFF2-40B4-BE49-F238E27FC236}">
                    <a16:creationId xmlns:a16="http://schemas.microsoft.com/office/drawing/2014/main" id="{19F9C216-5DD8-0C48-AE54-1D40CE3D2471}"/>
                  </a:ext>
                </a:extLst>
              </p:cNvPr>
              <p:cNvGrpSpPr>
                <a:grpSpLocks/>
              </p:cNvGrpSpPr>
              <p:nvPr/>
            </p:nvGrpSpPr>
            <p:grpSpPr bwMode="auto">
              <a:xfrm>
                <a:off x="4747" y="994"/>
                <a:ext cx="581" cy="134"/>
                <a:chOff x="614" y="2568"/>
                <a:chExt cx="725" cy="139"/>
              </a:xfrm>
            </p:grpSpPr>
            <p:sp>
              <p:nvSpPr>
                <p:cNvPr id="214" name="AutoShape 158">
                  <a:extLst>
                    <a:ext uri="{FF2B5EF4-FFF2-40B4-BE49-F238E27FC236}">
                      <a16:creationId xmlns:a16="http://schemas.microsoft.com/office/drawing/2014/main" id="{C2AA4D0C-A742-F699-0B4E-2C9A72C17C05}"/>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5" name="AutoShape 159">
                  <a:extLst>
                    <a:ext uri="{FF2B5EF4-FFF2-40B4-BE49-F238E27FC236}">
                      <a16:creationId xmlns:a16="http://schemas.microsoft.com/office/drawing/2014/main" id="{81908521-FC6F-B50E-803E-F2DF3B9C1832}"/>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94" name="Rectangle 160">
                <a:extLst>
                  <a:ext uri="{FF2B5EF4-FFF2-40B4-BE49-F238E27FC236}">
                    <a16:creationId xmlns:a16="http://schemas.microsoft.com/office/drawing/2014/main" id="{B6DD95D9-43C8-D8B1-D7C4-A7FD06D5FF57}"/>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5" name="Rectangle 161">
                <a:extLst>
                  <a:ext uri="{FF2B5EF4-FFF2-40B4-BE49-F238E27FC236}">
                    <a16:creationId xmlns:a16="http://schemas.microsoft.com/office/drawing/2014/main" id="{22903354-B8EC-4BFA-4FB1-55B1D4E5C1EF}"/>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96" name="Group 162">
                <a:extLst>
                  <a:ext uri="{FF2B5EF4-FFF2-40B4-BE49-F238E27FC236}">
                    <a16:creationId xmlns:a16="http://schemas.microsoft.com/office/drawing/2014/main" id="{D517A57A-0244-2803-BEEB-93380052EC4A}"/>
                  </a:ext>
                </a:extLst>
              </p:cNvPr>
              <p:cNvGrpSpPr>
                <a:grpSpLocks/>
              </p:cNvGrpSpPr>
              <p:nvPr/>
            </p:nvGrpSpPr>
            <p:grpSpPr bwMode="auto">
              <a:xfrm>
                <a:off x="4735" y="1627"/>
                <a:ext cx="582" cy="151"/>
                <a:chOff x="614" y="2568"/>
                <a:chExt cx="725" cy="139"/>
              </a:xfrm>
            </p:grpSpPr>
            <p:sp>
              <p:nvSpPr>
                <p:cNvPr id="212" name="AutoShape 163">
                  <a:extLst>
                    <a:ext uri="{FF2B5EF4-FFF2-40B4-BE49-F238E27FC236}">
                      <a16:creationId xmlns:a16="http://schemas.microsoft.com/office/drawing/2014/main" id="{B850A477-FAF2-64A7-DD37-53B3F8852C34}"/>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3" name="AutoShape 164">
                  <a:extLst>
                    <a:ext uri="{FF2B5EF4-FFF2-40B4-BE49-F238E27FC236}">
                      <a16:creationId xmlns:a16="http://schemas.microsoft.com/office/drawing/2014/main" id="{5687643D-079E-B6C4-A22C-CDD9528865D9}"/>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97" name="Freeform 165">
                <a:extLst>
                  <a:ext uri="{FF2B5EF4-FFF2-40B4-BE49-F238E27FC236}">
                    <a16:creationId xmlns:a16="http://schemas.microsoft.com/office/drawing/2014/main" id="{F31EEDED-9D7F-0AD2-F09E-BE90CAA03101}"/>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98" name="Group 166">
                <a:extLst>
                  <a:ext uri="{FF2B5EF4-FFF2-40B4-BE49-F238E27FC236}">
                    <a16:creationId xmlns:a16="http://schemas.microsoft.com/office/drawing/2014/main" id="{A2E3821E-C8AF-483E-E06A-5B6FF4DA6769}"/>
                  </a:ext>
                </a:extLst>
              </p:cNvPr>
              <p:cNvGrpSpPr>
                <a:grpSpLocks/>
              </p:cNvGrpSpPr>
              <p:nvPr/>
            </p:nvGrpSpPr>
            <p:grpSpPr bwMode="auto">
              <a:xfrm>
                <a:off x="4739" y="1327"/>
                <a:ext cx="582" cy="139"/>
                <a:chOff x="614" y="2568"/>
                <a:chExt cx="725" cy="139"/>
              </a:xfrm>
            </p:grpSpPr>
            <p:sp>
              <p:nvSpPr>
                <p:cNvPr id="210" name="AutoShape 167">
                  <a:extLst>
                    <a:ext uri="{FF2B5EF4-FFF2-40B4-BE49-F238E27FC236}">
                      <a16:creationId xmlns:a16="http://schemas.microsoft.com/office/drawing/2014/main" id="{73AC5159-E809-8419-5A99-8EB0AF32F18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11" name="AutoShape 168">
                  <a:extLst>
                    <a:ext uri="{FF2B5EF4-FFF2-40B4-BE49-F238E27FC236}">
                      <a16:creationId xmlns:a16="http://schemas.microsoft.com/office/drawing/2014/main" id="{92485408-6706-C56C-229F-ADF0A514BBC5}"/>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99" name="Rectangle 169">
                <a:extLst>
                  <a:ext uri="{FF2B5EF4-FFF2-40B4-BE49-F238E27FC236}">
                    <a16:creationId xmlns:a16="http://schemas.microsoft.com/office/drawing/2014/main" id="{5F3517D4-6A1C-FFEE-0CA7-EFF4E6E465D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0" name="Freeform 170">
                <a:extLst>
                  <a:ext uri="{FF2B5EF4-FFF2-40B4-BE49-F238E27FC236}">
                    <a16:creationId xmlns:a16="http://schemas.microsoft.com/office/drawing/2014/main" id="{94DCFCEE-7599-18E3-A087-1040B653B236}"/>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1" name="Freeform 171">
                <a:extLst>
                  <a:ext uri="{FF2B5EF4-FFF2-40B4-BE49-F238E27FC236}">
                    <a16:creationId xmlns:a16="http://schemas.microsoft.com/office/drawing/2014/main" id="{1D139238-F5D8-CFD7-A601-DDDBD3D917EE}"/>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2" name="Oval 172">
                <a:extLst>
                  <a:ext uri="{FF2B5EF4-FFF2-40B4-BE49-F238E27FC236}">
                    <a16:creationId xmlns:a16="http://schemas.microsoft.com/office/drawing/2014/main" id="{B3DB3E5A-F41B-9F75-A0F2-1F88460144DA}"/>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3" name="Freeform 173">
                <a:extLst>
                  <a:ext uri="{FF2B5EF4-FFF2-40B4-BE49-F238E27FC236}">
                    <a16:creationId xmlns:a16="http://schemas.microsoft.com/office/drawing/2014/main" id="{5ABA611C-E626-854A-8354-349066E69A95}"/>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4" name="AutoShape 174">
                <a:extLst>
                  <a:ext uri="{FF2B5EF4-FFF2-40B4-BE49-F238E27FC236}">
                    <a16:creationId xmlns:a16="http://schemas.microsoft.com/office/drawing/2014/main" id="{2F6E7FDF-B624-97BD-7066-07CB3868C732}"/>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5" name="AutoShape 175">
                <a:extLst>
                  <a:ext uri="{FF2B5EF4-FFF2-40B4-BE49-F238E27FC236}">
                    <a16:creationId xmlns:a16="http://schemas.microsoft.com/office/drawing/2014/main" id="{30E1B173-9C5E-F07F-47C8-6BAC97F3598F}"/>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6" name="Oval 176">
                <a:extLst>
                  <a:ext uri="{FF2B5EF4-FFF2-40B4-BE49-F238E27FC236}">
                    <a16:creationId xmlns:a16="http://schemas.microsoft.com/office/drawing/2014/main" id="{4247A205-519D-22F3-8FBF-D42171173104}"/>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7" name="Oval 177">
                <a:extLst>
                  <a:ext uri="{FF2B5EF4-FFF2-40B4-BE49-F238E27FC236}">
                    <a16:creationId xmlns:a16="http://schemas.microsoft.com/office/drawing/2014/main" id="{051AFCE9-285D-ADC8-C533-F92B24ECC179}"/>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208" name="Oval 178">
                <a:extLst>
                  <a:ext uri="{FF2B5EF4-FFF2-40B4-BE49-F238E27FC236}">
                    <a16:creationId xmlns:a16="http://schemas.microsoft.com/office/drawing/2014/main" id="{9E4FF947-447E-0FCF-049D-3D80B7D57A5A}"/>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9" name="Rectangle 179">
                <a:extLst>
                  <a:ext uri="{FF2B5EF4-FFF2-40B4-BE49-F238E27FC236}">
                    <a16:creationId xmlns:a16="http://schemas.microsoft.com/office/drawing/2014/main" id="{B55F114A-E35C-1E1E-EB9A-8F0D23B2D4AC}"/>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Tree>
    <p:extLst>
      <p:ext uri="{BB962C8B-B14F-4D97-AF65-F5344CB8AC3E}">
        <p14:creationId xmlns:p14="http://schemas.microsoft.com/office/powerpoint/2010/main" val="19039951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C478BF-116E-4CEF-EF8A-8ED07BE3F1CF}"/>
              </a:ext>
            </a:extLst>
          </p:cNvPr>
          <p:cNvSpPr>
            <a:spLocks noGrp="1"/>
          </p:cNvSpPr>
          <p:nvPr>
            <p:ph idx="1"/>
          </p:nvPr>
        </p:nvSpPr>
        <p:spPr>
          <a:xfrm>
            <a:off x="2379134" y="1918061"/>
            <a:ext cx="8144933" cy="1680272"/>
          </a:xfrm>
        </p:spPr>
        <p:txBody>
          <a:bodyPr>
            <a:noAutofit/>
          </a:bodyPr>
          <a:lstStyle/>
          <a:p>
            <a:pPr marL="0" indent="0">
              <a:buNone/>
            </a:pPr>
            <a:r>
              <a:rPr lang="zh-CN" altLang="en-US" sz="9600" dirty="0">
                <a:solidFill>
                  <a:schemeClr val="accent1"/>
                </a:solidFill>
                <a:latin typeface="+mj-lt"/>
                <a:ea typeface="+mj-ea"/>
                <a:cs typeface="+mj-cs"/>
              </a:rPr>
              <a:t>额外的</a:t>
            </a:r>
            <a:r>
              <a:rPr lang="en-US" altLang="zh-CN" sz="9600" dirty="0">
                <a:solidFill>
                  <a:schemeClr val="accent1"/>
                </a:solidFill>
                <a:latin typeface="+mj-lt"/>
                <a:ea typeface="+mj-ea"/>
                <a:cs typeface="+mj-cs"/>
              </a:rPr>
              <a:t>Slides</a:t>
            </a:r>
            <a:endParaRPr lang="zh-CN" altLang="en-US" sz="9600" dirty="0">
              <a:solidFill>
                <a:schemeClr val="accent1"/>
              </a:solidFill>
              <a:latin typeface="+mj-lt"/>
              <a:ea typeface="+mj-ea"/>
              <a:cs typeface="+mj-cs"/>
            </a:endParaRPr>
          </a:p>
        </p:txBody>
      </p:sp>
    </p:spTree>
    <p:extLst>
      <p:ext uri="{BB962C8B-B14F-4D97-AF65-F5344CB8AC3E}">
        <p14:creationId xmlns:p14="http://schemas.microsoft.com/office/powerpoint/2010/main" val="33066725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F213A2-61A9-4510-5F83-CDBC54663AF1}"/>
              </a:ext>
            </a:extLst>
          </p:cNvPr>
          <p:cNvSpPr>
            <a:spLocks noGrp="1"/>
          </p:cNvSpPr>
          <p:nvPr>
            <p:ph type="title"/>
          </p:nvPr>
        </p:nvSpPr>
        <p:spPr/>
        <p:txBody>
          <a:bodyPr/>
          <a:lstStyle/>
          <a:p>
            <a:r>
              <a:rPr lang="zh-CN" altLang="en-US" dirty="0"/>
              <a:t>海明距离</a:t>
            </a:r>
            <a:r>
              <a:rPr lang="en-US" altLang="zh-CN" dirty="0"/>
              <a:t>(Hamming Distance)</a:t>
            </a:r>
            <a:endParaRPr lang="zh-CN" altLang="en-US" dirty="0"/>
          </a:p>
        </p:txBody>
      </p:sp>
      <p:sp>
        <p:nvSpPr>
          <p:cNvPr id="3" name="内容占位符 2">
            <a:extLst>
              <a:ext uri="{FF2B5EF4-FFF2-40B4-BE49-F238E27FC236}">
                <a16:creationId xmlns:a16="http://schemas.microsoft.com/office/drawing/2014/main" id="{49CBA5E5-1B01-4AAA-3E1A-7B39D3FD1AC1}"/>
              </a:ext>
            </a:extLst>
          </p:cNvPr>
          <p:cNvSpPr>
            <a:spLocks noGrp="1"/>
          </p:cNvSpPr>
          <p:nvPr>
            <p:ph idx="1"/>
          </p:nvPr>
        </p:nvSpPr>
        <p:spPr/>
        <p:txBody>
          <a:bodyPr>
            <a:normAutofit/>
          </a:bodyPr>
          <a:lstStyle/>
          <a:p>
            <a:pPr>
              <a:lnSpc>
                <a:spcPct val="120000"/>
              </a:lnSpc>
            </a:pPr>
            <a:r>
              <a:rPr lang="zh-CN" altLang="en-US" dirty="0"/>
              <a:t>码字</a:t>
            </a:r>
            <a:r>
              <a:rPr lang="en-US" altLang="zh-CN" dirty="0"/>
              <a:t>(codeword)</a:t>
            </a:r>
            <a:r>
              <a:rPr lang="zh-CN" altLang="en-US" dirty="0"/>
              <a:t>：若干个码元组成的序列</a:t>
            </a:r>
            <a:endParaRPr lang="en-US" altLang="zh-CN" dirty="0"/>
          </a:p>
          <a:p>
            <a:pPr>
              <a:lnSpc>
                <a:spcPct val="120000"/>
              </a:lnSpc>
            </a:pPr>
            <a:r>
              <a:rPr lang="zh-CN" altLang="zh-CN" dirty="0"/>
              <a:t>码长：码字中码元的数目</a:t>
            </a:r>
          </a:p>
          <a:p>
            <a:pPr>
              <a:lnSpc>
                <a:spcPct val="120000"/>
              </a:lnSpc>
            </a:pPr>
            <a:r>
              <a:rPr lang="zh-CN" altLang="zh-CN" dirty="0"/>
              <a:t>码距</a:t>
            </a:r>
            <a:r>
              <a:rPr lang="zh-CN" altLang="en-US" dirty="0"/>
              <a:t>（</a:t>
            </a:r>
            <a:r>
              <a:rPr lang="en-US" altLang="zh-CN" dirty="0"/>
              <a:t>hamming</a:t>
            </a:r>
            <a:r>
              <a:rPr lang="zh-CN" altLang="en-US" dirty="0"/>
              <a:t>，汉明</a:t>
            </a:r>
            <a:r>
              <a:rPr lang="en-US" altLang="zh-CN" dirty="0"/>
              <a:t>/</a:t>
            </a:r>
            <a:r>
              <a:rPr lang="zh-CN" altLang="en-US" u="sng" dirty="0">
                <a:solidFill>
                  <a:srgbClr val="FF0000"/>
                </a:solidFill>
              </a:rPr>
              <a:t>海明距离</a:t>
            </a:r>
            <a:r>
              <a:rPr lang="zh-CN" altLang="en-US" dirty="0"/>
              <a:t>）</a:t>
            </a:r>
            <a:r>
              <a:rPr lang="zh-CN" altLang="zh-CN" dirty="0"/>
              <a:t>：两个等长码字之间对应</a:t>
            </a:r>
            <a:r>
              <a:rPr lang="zh-CN" altLang="en-US" dirty="0"/>
              <a:t>码元（符号）</a:t>
            </a:r>
            <a:r>
              <a:rPr lang="zh-CN" altLang="zh-CN" dirty="0"/>
              <a:t>不同的数目</a:t>
            </a:r>
            <a:endParaRPr lang="en-US" altLang="zh-CN" dirty="0"/>
          </a:p>
          <a:p>
            <a:pPr lvl="1">
              <a:lnSpc>
                <a:spcPct val="120000"/>
              </a:lnSpc>
            </a:pPr>
            <a:r>
              <a:rPr lang="zh-CN" altLang="zh-CN" sz="2000" dirty="0"/>
              <a:t>二进制码字</a:t>
            </a:r>
            <a:r>
              <a:rPr lang="zh-CN" altLang="en-US" sz="2000" dirty="0"/>
              <a:t>中，</a:t>
            </a:r>
            <a:r>
              <a:rPr lang="zh-CN" altLang="zh-CN" sz="2000" dirty="0"/>
              <a:t>两个码字</a:t>
            </a:r>
            <a:r>
              <a:rPr lang="zh-CN" altLang="en-US" sz="2000" dirty="0"/>
              <a:t>进行异或</a:t>
            </a:r>
            <a:r>
              <a:rPr lang="en-US" altLang="zh-CN" sz="2000" dirty="0"/>
              <a:t>(</a:t>
            </a:r>
            <a:r>
              <a:rPr lang="zh-CN" altLang="zh-CN" sz="2000" dirty="0"/>
              <a:t>模</a:t>
            </a:r>
            <a:r>
              <a:rPr lang="en-US" altLang="zh-CN" sz="2000" dirty="0"/>
              <a:t>2</a:t>
            </a:r>
            <a:r>
              <a:rPr lang="zh-CN" altLang="zh-CN" sz="2000" dirty="0"/>
              <a:t>相加</a:t>
            </a:r>
            <a:r>
              <a:rPr lang="en-US" altLang="zh-CN" sz="2000" dirty="0"/>
              <a:t>)</a:t>
            </a:r>
            <a:r>
              <a:rPr lang="zh-CN" altLang="en-US" sz="2000" dirty="0"/>
              <a:t>时</a:t>
            </a:r>
            <a:r>
              <a:rPr lang="zh-CN" altLang="zh-CN" sz="2000" dirty="0"/>
              <a:t>，</a:t>
            </a:r>
            <a:r>
              <a:rPr lang="zh-CN" altLang="en-US" sz="2000" dirty="0"/>
              <a:t>对应位置如果相同则为</a:t>
            </a:r>
            <a:r>
              <a:rPr lang="en-US" altLang="zh-CN" sz="2000" dirty="0"/>
              <a:t>0</a:t>
            </a:r>
            <a:r>
              <a:rPr lang="zh-CN" altLang="en-US" sz="2000" dirty="0"/>
              <a:t>，如果不同则为</a:t>
            </a:r>
            <a:r>
              <a:rPr lang="en-US" altLang="zh-CN" sz="2000" dirty="0"/>
              <a:t>1</a:t>
            </a:r>
          </a:p>
          <a:p>
            <a:pPr marL="457200" lvl="1" indent="0">
              <a:lnSpc>
                <a:spcPct val="120000"/>
              </a:lnSpc>
              <a:buNone/>
            </a:pPr>
            <a:r>
              <a:rPr lang="en-US" altLang="zh-CN" sz="2000" dirty="0">
                <a:sym typeface="Wingdings" panose="05000000000000000000" pitchFamily="2" charset="2"/>
              </a:rPr>
              <a:t></a:t>
            </a:r>
            <a:r>
              <a:rPr lang="zh-CN" altLang="zh-CN" sz="2000" dirty="0"/>
              <a:t>两个码字之间</a:t>
            </a:r>
            <a:r>
              <a:rPr lang="zh-CN" altLang="en-US" sz="2000" dirty="0"/>
              <a:t>异或后</a:t>
            </a:r>
            <a:r>
              <a:rPr lang="en-US" altLang="zh-CN" sz="2000" dirty="0"/>
              <a:t>1</a:t>
            </a:r>
            <a:r>
              <a:rPr lang="zh-CN" altLang="en-US" sz="2000" dirty="0"/>
              <a:t>的个数</a:t>
            </a:r>
            <a:r>
              <a:rPr lang="zh-CN" altLang="zh-CN" sz="2000" dirty="0"/>
              <a:t>就是这两个码字之间的距离</a:t>
            </a:r>
            <a:endParaRPr lang="en-US" altLang="zh-CN" sz="2000" dirty="0"/>
          </a:p>
          <a:p>
            <a:pPr marL="457200" lvl="1" indent="0">
              <a:lnSpc>
                <a:spcPct val="120000"/>
              </a:lnSpc>
              <a:buNone/>
            </a:pPr>
            <a:r>
              <a:rPr lang="en-US" altLang="zh-CN" sz="2000" dirty="0"/>
              <a:t>    </a:t>
            </a:r>
            <a:r>
              <a:rPr lang="zh-CN" altLang="zh-CN" sz="2000" dirty="0"/>
              <a:t>码字</a:t>
            </a:r>
            <a:r>
              <a:rPr lang="en-US" altLang="zh-CN" sz="2000" dirty="0"/>
              <a:t>10100</a:t>
            </a:r>
            <a:r>
              <a:rPr lang="zh-CN" altLang="zh-CN" sz="2000" dirty="0"/>
              <a:t>与</a:t>
            </a:r>
            <a:r>
              <a:rPr lang="en-US" altLang="zh-CN" sz="2000" dirty="0"/>
              <a:t>11000</a:t>
            </a:r>
            <a:r>
              <a:rPr lang="zh-CN" altLang="zh-CN" sz="2000" dirty="0"/>
              <a:t>之间的码距</a:t>
            </a:r>
            <a:r>
              <a:rPr lang="en-US" altLang="zh-CN" sz="2000" dirty="0"/>
              <a:t>d = 2</a:t>
            </a:r>
            <a:endParaRPr lang="zh-CN" altLang="zh-CN" sz="2000" dirty="0"/>
          </a:p>
          <a:p>
            <a:pPr>
              <a:lnSpc>
                <a:spcPct val="120000"/>
              </a:lnSpc>
            </a:pPr>
            <a:r>
              <a:rPr lang="zh-CN" altLang="zh-CN" dirty="0"/>
              <a:t>最小码距：在码字集合</a:t>
            </a:r>
            <a:r>
              <a:rPr lang="en-US" altLang="zh-CN" dirty="0"/>
              <a:t>(</a:t>
            </a:r>
            <a:r>
              <a:rPr lang="zh-CN" altLang="en-US" dirty="0"/>
              <a:t>码集</a:t>
            </a:r>
            <a:r>
              <a:rPr lang="en-US" altLang="zh-CN" dirty="0"/>
              <a:t>)</a:t>
            </a:r>
            <a:r>
              <a:rPr lang="zh-CN" altLang="zh-CN" dirty="0"/>
              <a:t>中全体码字之间距离的最小数值，表示为</a:t>
            </a:r>
            <a:r>
              <a:rPr lang="en-US" altLang="zh-CN" dirty="0" err="1"/>
              <a:t>d</a:t>
            </a:r>
            <a:r>
              <a:rPr lang="en-US" altLang="zh-CN" baseline="-25000" dirty="0" err="1"/>
              <a:t>min</a:t>
            </a:r>
            <a:endParaRPr lang="en-US" altLang="zh-CN" dirty="0"/>
          </a:p>
          <a:p>
            <a:pPr>
              <a:lnSpc>
                <a:spcPts val="2000"/>
              </a:lnSpc>
            </a:pPr>
            <a:r>
              <a:rPr lang="zh-CN" altLang="en-US" b="1" dirty="0">
                <a:solidFill>
                  <a:schemeClr val="accent4"/>
                </a:solidFill>
                <a:latin typeface="+mn-ea"/>
              </a:rPr>
              <a:t>检出</a:t>
            </a:r>
            <a:r>
              <a:rPr lang="en-US" altLang="zh-CN" b="1" dirty="0">
                <a:solidFill>
                  <a:schemeClr val="accent4"/>
                </a:solidFill>
                <a:latin typeface="+mn-ea"/>
              </a:rPr>
              <a:t>e</a:t>
            </a:r>
            <a:r>
              <a:rPr lang="zh-CN" altLang="en-US" b="1" dirty="0">
                <a:solidFill>
                  <a:schemeClr val="accent4"/>
                </a:solidFill>
                <a:latin typeface="+mn-ea"/>
              </a:rPr>
              <a:t>个错码</a:t>
            </a:r>
            <a:r>
              <a:rPr lang="zh-CN" altLang="en-US" dirty="0">
                <a:latin typeface="+mn-ea"/>
              </a:rPr>
              <a:t>，要求码集的</a:t>
            </a:r>
            <a:r>
              <a:rPr lang="zh-CN" altLang="en-US" dirty="0">
                <a:latin typeface="+mn-ea"/>
                <a:sym typeface="Wingdings" pitchFamily="2" charset="2"/>
              </a:rPr>
              <a:t>海明</a:t>
            </a:r>
            <a:r>
              <a:rPr lang="zh-CN" altLang="en-US" dirty="0">
                <a:latin typeface="+mn-ea"/>
              </a:rPr>
              <a:t>距离</a:t>
            </a:r>
            <a:r>
              <a:rPr lang="en-US" altLang="zh-CN" b="1" dirty="0">
                <a:solidFill>
                  <a:schemeClr val="accent6"/>
                </a:solidFill>
                <a:latin typeface="+mn-ea"/>
              </a:rPr>
              <a:t>d≥e+1</a:t>
            </a:r>
          </a:p>
          <a:p>
            <a:pPr>
              <a:lnSpc>
                <a:spcPts val="2000"/>
              </a:lnSpc>
            </a:pPr>
            <a:r>
              <a:rPr lang="zh-CN" altLang="en-US" b="1" dirty="0">
                <a:solidFill>
                  <a:schemeClr val="accent4"/>
                </a:solidFill>
                <a:latin typeface="+mn-ea"/>
              </a:rPr>
              <a:t>纠正</a:t>
            </a:r>
            <a:r>
              <a:rPr lang="en-US" altLang="zh-CN" b="1" dirty="0">
                <a:solidFill>
                  <a:schemeClr val="accent4"/>
                </a:solidFill>
                <a:latin typeface="+mn-ea"/>
              </a:rPr>
              <a:t>t</a:t>
            </a:r>
            <a:r>
              <a:rPr lang="zh-CN" altLang="en-US" b="1" dirty="0">
                <a:solidFill>
                  <a:schemeClr val="accent4"/>
                </a:solidFill>
                <a:latin typeface="+mn-ea"/>
              </a:rPr>
              <a:t>个错码</a:t>
            </a:r>
            <a:r>
              <a:rPr lang="zh-CN" altLang="en-US" dirty="0">
                <a:latin typeface="+mn-ea"/>
              </a:rPr>
              <a:t>，要求码集的</a:t>
            </a:r>
            <a:r>
              <a:rPr lang="zh-CN" altLang="en-US" dirty="0">
                <a:latin typeface="+mn-ea"/>
                <a:sym typeface="Wingdings" pitchFamily="2" charset="2"/>
              </a:rPr>
              <a:t>海明</a:t>
            </a:r>
            <a:r>
              <a:rPr lang="zh-CN" altLang="en-US" dirty="0">
                <a:latin typeface="+mn-ea"/>
              </a:rPr>
              <a:t>距离 </a:t>
            </a:r>
            <a:r>
              <a:rPr lang="en-US" altLang="zh-CN" b="1" dirty="0">
                <a:solidFill>
                  <a:schemeClr val="accent6"/>
                </a:solidFill>
                <a:latin typeface="+mn-ea"/>
              </a:rPr>
              <a:t>d≥2t+1</a:t>
            </a:r>
          </a:p>
          <a:p>
            <a:pPr>
              <a:lnSpc>
                <a:spcPts val="2000"/>
              </a:lnSpc>
            </a:pPr>
            <a:r>
              <a:rPr lang="zh-CN" altLang="en-US" b="1" dirty="0">
                <a:solidFill>
                  <a:schemeClr val="accent4"/>
                </a:solidFill>
                <a:latin typeface="+mn-ea"/>
              </a:rPr>
              <a:t>检出</a:t>
            </a:r>
            <a:r>
              <a:rPr lang="en-US" altLang="zh-CN" b="1" dirty="0">
                <a:solidFill>
                  <a:schemeClr val="accent4"/>
                </a:solidFill>
                <a:latin typeface="+mn-ea"/>
              </a:rPr>
              <a:t>e</a:t>
            </a:r>
            <a:r>
              <a:rPr lang="zh-CN" altLang="en-US" b="1" dirty="0">
                <a:solidFill>
                  <a:schemeClr val="accent4"/>
                </a:solidFill>
                <a:latin typeface="+mn-ea"/>
              </a:rPr>
              <a:t>个错码，同时能纠正</a:t>
            </a:r>
            <a:r>
              <a:rPr lang="en-US" altLang="zh-CN" b="1" dirty="0">
                <a:solidFill>
                  <a:schemeClr val="accent4"/>
                </a:solidFill>
                <a:latin typeface="+mn-ea"/>
              </a:rPr>
              <a:t>t (e&gt;t)</a:t>
            </a:r>
            <a:r>
              <a:rPr lang="zh-CN" altLang="en-US" b="1" dirty="0">
                <a:solidFill>
                  <a:schemeClr val="accent4"/>
                </a:solidFill>
                <a:latin typeface="+mn-ea"/>
              </a:rPr>
              <a:t>个错码</a:t>
            </a:r>
            <a:r>
              <a:rPr lang="zh-CN" altLang="en-US" dirty="0">
                <a:latin typeface="+mn-ea"/>
              </a:rPr>
              <a:t>，则应满足   </a:t>
            </a:r>
            <a:r>
              <a:rPr lang="en-US" altLang="zh-CN" b="1" dirty="0">
                <a:solidFill>
                  <a:schemeClr val="accent6"/>
                </a:solidFill>
                <a:latin typeface="+mn-ea"/>
              </a:rPr>
              <a:t>d≥e+t+1 (e&gt;t)</a:t>
            </a:r>
          </a:p>
          <a:p>
            <a:endParaRPr lang="zh-CN" altLang="en-US" dirty="0"/>
          </a:p>
        </p:txBody>
      </p:sp>
      <p:grpSp>
        <p:nvGrpSpPr>
          <p:cNvPr id="33" name="组合 32">
            <a:extLst>
              <a:ext uri="{FF2B5EF4-FFF2-40B4-BE49-F238E27FC236}">
                <a16:creationId xmlns:a16="http://schemas.microsoft.com/office/drawing/2014/main" id="{A2F9F1C0-AF58-E57B-C604-F6F739F87256}"/>
              </a:ext>
            </a:extLst>
          </p:cNvPr>
          <p:cNvGrpSpPr/>
          <p:nvPr/>
        </p:nvGrpSpPr>
        <p:grpSpPr>
          <a:xfrm>
            <a:off x="5993224" y="5269183"/>
            <a:ext cx="3589996" cy="1514589"/>
            <a:chOff x="8159091" y="2876501"/>
            <a:chExt cx="3589996" cy="1514589"/>
          </a:xfrm>
        </p:grpSpPr>
        <p:sp>
          <p:nvSpPr>
            <p:cNvPr id="17" name="椭圆 16">
              <a:extLst>
                <a:ext uri="{FF2B5EF4-FFF2-40B4-BE49-F238E27FC236}">
                  <a16:creationId xmlns:a16="http://schemas.microsoft.com/office/drawing/2014/main" id="{17948443-603F-FAC9-6A42-17D5D1937CD1}"/>
                </a:ext>
              </a:extLst>
            </p:cNvPr>
            <p:cNvSpPr/>
            <p:nvPr/>
          </p:nvSpPr>
          <p:spPr>
            <a:xfrm>
              <a:off x="9608230" y="2876501"/>
              <a:ext cx="972457" cy="892855"/>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AFC554E4-6D4D-B003-4C16-D8DF31EFC70B}"/>
                </a:ext>
              </a:extLst>
            </p:cNvPr>
            <p:cNvSpPr/>
            <p:nvPr/>
          </p:nvSpPr>
          <p:spPr>
            <a:xfrm>
              <a:off x="10087201" y="3304898"/>
              <a:ext cx="58057"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CCB3B316-0028-7E78-D1D9-B03D23D7C6B9}"/>
                </a:ext>
              </a:extLst>
            </p:cNvPr>
            <p:cNvSpPr txBox="1"/>
            <p:nvPr/>
          </p:nvSpPr>
          <p:spPr>
            <a:xfrm>
              <a:off x="10167029" y="3254099"/>
              <a:ext cx="319314" cy="369332"/>
            </a:xfrm>
            <a:prstGeom prst="rect">
              <a:avLst/>
            </a:prstGeom>
            <a:noFill/>
          </p:spPr>
          <p:txBody>
            <a:bodyPr wrap="square" rtlCol="0">
              <a:spAutoFit/>
            </a:bodyPr>
            <a:lstStyle/>
            <a:p>
              <a:r>
                <a:rPr lang="en-US" altLang="zh-CN" b="1" dirty="0"/>
                <a:t>t</a:t>
              </a:r>
              <a:endParaRPr lang="zh-CN" altLang="en-US" b="1" dirty="0"/>
            </a:p>
          </p:txBody>
        </p:sp>
        <p:sp>
          <p:nvSpPr>
            <p:cNvPr id="20" name="文本框 19">
              <a:extLst>
                <a:ext uri="{FF2B5EF4-FFF2-40B4-BE49-F238E27FC236}">
                  <a16:creationId xmlns:a16="http://schemas.microsoft.com/office/drawing/2014/main" id="{03399128-AE17-7C8C-6760-96C983007D83}"/>
                </a:ext>
              </a:extLst>
            </p:cNvPr>
            <p:cNvSpPr txBox="1"/>
            <p:nvPr/>
          </p:nvSpPr>
          <p:spPr>
            <a:xfrm>
              <a:off x="9963829" y="2942823"/>
              <a:ext cx="319314" cy="369332"/>
            </a:xfrm>
            <a:prstGeom prst="rect">
              <a:avLst/>
            </a:prstGeom>
            <a:noFill/>
          </p:spPr>
          <p:txBody>
            <a:bodyPr wrap="square" rtlCol="0">
              <a:spAutoFit/>
            </a:bodyPr>
            <a:lstStyle/>
            <a:p>
              <a:r>
                <a:rPr lang="en-US" altLang="zh-CN" b="1" dirty="0"/>
                <a:t>x</a:t>
              </a:r>
              <a:endParaRPr lang="zh-CN" altLang="en-US" b="1" dirty="0"/>
            </a:p>
          </p:txBody>
        </p:sp>
        <p:cxnSp>
          <p:nvCxnSpPr>
            <p:cNvPr id="21" name="直接箭头连接符 20">
              <a:extLst>
                <a:ext uri="{FF2B5EF4-FFF2-40B4-BE49-F238E27FC236}">
                  <a16:creationId xmlns:a16="http://schemas.microsoft.com/office/drawing/2014/main" id="{9E79EA52-F8EC-5EA9-3EB0-3A23F5FD3A70}"/>
                </a:ext>
              </a:extLst>
            </p:cNvPr>
            <p:cNvCxnSpPr>
              <a:endCxn id="17" idx="6"/>
            </p:cNvCxnSpPr>
            <p:nvPr/>
          </p:nvCxnSpPr>
          <p:spPr>
            <a:xfrm flipV="1">
              <a:off x="10130744" y="3322929"/>
              <a:ext cx="449943" cy="109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D430972-6EC8-FA1B-94D5-42983A395D94}"/>
                </a:ext>
              </a:extLst>
            </p:cNvPr>
            <p:cNvCxnSpPr/>
            <p:nvPr/>
          </p:nvCxnSpPr>
          <p:spPr>
            <a:xfrm flipH="1">
              <a:off x="10094458" y="3358436"/>
              <a:ext cx="13270" cy="6141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04EA8EC-7D37-E3B6-BEE9-FC6A62667DF4}"/>
                </a:ext>
              </a:extLst>
            </p:cNvPr>
            <p:cNvCxnSpPr/>
            <p:nvPr/>
          </p:nvCxnSpPr>
          <p:spPr>
            <a:xfrm>
              <a:off x="10087201" y="3956954"/>
              <a:ext cx="1182292" cy="22860"/>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7D7D547F-7A2E-256C-1043-5EDF54DD1EAC}"/>
                </a:ext>
              </a:extLst>
            </p:cNvPr>
            <p:cNvSpPr txBox="1"/>
            <p:nvPr/>
          </p:nvSpPr>
          <p:spPr>
            <a:xfrm>
              <a:off x="10232344" y="4021758"/>
              <a:ext cx="1088571" cy="369332"/>
            </a:xfrm>
            <a:prstGeom prst="rect">
              <a:avLst/>
            </a:prstGeom>
            <a:solidFill>
              <a:schemeClr val="bg1"/>
            </a:solidFill>
          </p:spPr>
          <p:txBody>
            <a:bodyPr wrap="square" rtlCol="0">
              <a:spAutoFit/>
            </a:bodyPr>
            <a:lstStyle/>
            <a:p>
              <a:r>
                <a:rPr lang="en-US" altLang="zh-CN" b="1" dirty="0"/>
                <a:t>d≥2t+1</a:t>
              </a:r>
              <a:endParaRPr lang="zh-CN" altLang="en-US" b="1" dirty="0"/>
            </a:p>
          </p:txBody>
        </p:sp>
        <p:sp>
          <p:nvSpPr>
            <p:cNvPr id="25" name="椭圆 24">
              <a:extLst>
                <a:ext uri="{FF2B5EF4-FFF2-40B4-BE49-F238E27FC236}">
                  <a16:creationId xmlns:a16="http://schemas.microsoft.com/office/drawing/2014/main" id="{DD897DCE-BD27-CBA1-B9BE-630EAEF7478A}"/>
                </a:ext>
              </a:extLst>
            </p:cNvPr>
            <p:cNvSpPr/>
            <p:nvPr/>
          </p:nvSpPr>
          <p:spPr>
            <a:xfrm>
              <a:off x="10776630" y="2898275"/>
              <a:ext cx="972457" cy="892855"/>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199EFF7C-1A09-B2C6-4E4E-AE35C4493283}"/>
                </a:ext>
              </a:extLst>
            </p:cNvPr>
            <p:cNvSpPr/>
            <p:nvPr/>
          </p:nvSpPr>
          <p:spPr>
            <a:xfrm>
              <a:off x="11255601" y="3326672"/>
              <a:ext cx="58057"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F659BF53-790A-C186-3E1B-E0A6D68644D1}"/>
                </a:ext>
              </a:extLst>
            </p:cNvPr>
            <p:cNvSpPr txBox="1"/>
            <p:nvPr/>
          </p:nvSpPr>
          <p:spPr>
            <a:xfrm>
              <a:off x="10900001" y="3254099"/>
              <a:ext cx="319314" cy="369332"/>
            </a:xfrm>
            <a:prstGeom prst="rect">
              <a:avLst/>
            </a:prstGeom>
            <a:noFill/>
          </p:spPr>
          <p:txBody>
            <a:bodyPr wrap="square" rtlCol="0">
              <a:spAutoFit/>
            </a:bodyPr>
            <a:lstStyle/>
            <a:p>
              <a:r>
                <a:rPr lang="en-US" altLang="zh-CN" b="1" dirty="0"/>
                <a:t>t</a:t>
              </a:r>
              <a:endParaRPr lang="zh-CN" altLang="en-US" b="1" dirty="0"/>
            </a:p>
          </p:txBody>
        </p:sp>
        <p:sp>
          <p:nvSpPr>
            <p:cNvPr id="28" name="文本框 27">
              <a:extLst>
                <a:ext uri="{FF2B5EF4-FFF2-40B4-BE49-F238E27FC236}">
                  <a16:creationId xmlns:a16="http://schemas.microsoft.com/office/drawing/2014/main" id="{3FC4ECF5-5EF4-C48E-21B9-E459511A652D}"/>
                </a:ext>
              </a:extLst>
            </p:cNvPr>
            <p:cNvSpPr txBox="1"/>
            <p:nvPr/>
          </p:nvSpPr>
          <p:spPr>
            <a:xfrm>
              <a:off x="11132229" y="2964597"/>
              <a:ext cx="319314" cy="369332"/>
            </a:xfrm>
            <a:prstGeom prst="rect">
              <a:avLst/>
            </a:prstGeom>
            <a:noFill/>
          </p:spPr>
          <p:txBody>
            <a:bodyPr wrap="square" rtlCol="0">
              <a:spAutoFit/>
            </a:bodyPr>
            <a:lstStyle/>
            <a:p>
              <a:r>
                <a:rPr lang="en-US" altLang="zh-CN" b="1" dirty="0"/>
                <a:t>y</a:t>
              </a:r>
              <a:endParaRPr lang="zh-CN" altLang="en-US" b="1" dirty="0"/>
            </a:p>
          </p:txBody>
        </p:sp>
        <p:cxnSp>
          <p:nvCxnSpPr>
            <p:cNvPr id="29" name="直接箭头连接符 28">
              <a:extLst>
                <a:ext uri="{FF2B5EF4-FFF2-40B4-BE49-F238E27FC236}">
                  <a16:creationId xmlns:a16="http://schemas.microsoft.com/office/drawing/2014/main" id="{674276B0-0DC0-A900-BB87-68D8410171BF}"/>
                </a:ext>
              </a:extLst>
            </p:cNvPr>
            <p:cNvCxnSpPr/>
            <p:nvPr/>
          </p:nvCxnSpPr>
          <p:spPr>
            <a:xfrm flipV="1">
              <a:off x="10805659" y="3344703"/>
              <a:ext cx="449943" cy="10997"/>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269746F-CBF4-6046-BBA5-58F5469112A8}"/>
                </a:ext>
              </a:extLst>
            </p:cNvPr>
            <p:cNvCxnSpPr/>
            <p:nvPr/>
          </p:nvCxnSpPr>
          <p:spPr>
            <a:xfrm flipH="1">
              <a:off x="11262858" y="3380210"/>
              <a:ext cx="13270" cy="6141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52CA15B6-D8B3-15A6-FBCA-8A1930700ADC}"/>
                </a:ext>
              </a:extLst>
            </p:cNvPr>
            <p:cNvSpPr/>
            <p:nvPr/>
          </p:nvSpPr>
          <p:spPr>
            <a:xfrm>
              <a:off x="8159091" y="3772288"/>
              <a:ext cx="1412566" cy="369332"/>
            </a:xfrm>
            <a:prstGeom prst="rect">
              <a:avLst/>
            </a:prstGeom>
          </p:spPr>
          <p:txBody>
            <a:bodyPr wrap="none">
              <a:spAutoFit/>
            </a:bodyPr>
            <a:lstStyle/>
            <a:p>
              <a:r>
                <a:rPr lang="zh-CN" altLang="en-US" b="1" u="sng" dirty="0">
                  <a:solidFill>
                    <a:srgbClr val="FF0000"/>
                  </a:solidFill>
                </a:rPr>
                <a:t>纠正</a:t>
              </a:r>
              <a:r>
                <a:rPr lang="en-US" altLang="zh-CN" b="1" u="sng" dirty="0">
                  <a:solidFill>
                    <a:srgbClr val="FF0000"/>
                  </a:solidFill>
                </a:rPr>
                <a:t>t</a:t>
              </a:r>
              <a:r>
                <a:rPr lang="zh-CN" altLang="en-US" b="1" u="sng" dirty="0">
                  <a:solidFill>
                    <a:srgbClr val="FF0000"/>
                  </a:solidFill>
                </a:rPr>
                <a:t>个错码</a:t>
              </a:r>
            </a:p>
          </p:txBody>
        </p:sp>
      </p:grpSp>
      <p:grpSp>
        <p:nvGrpSpPr>
          <p:cNvPr id="34" name="组合 33">
            <a:extLst>
              <a:ext uri="{FF2B5EF4-FFF2-40B4-BE49-F238E27FC236}">
                <a16:creationId xmlns:a16="http://schemas.microsoft.com/office/drawing/2014/main" id="{A9BE3A78-3C00-57FB-1A1F-F5306BF25C3B}"/>
              </a:ext>
            </a:extLst>
          </p:cNvPr>
          <p:cNvGrpSpPr/>
          <p:nvPr/>
        </p:nvGrpSpPr>
        <p:grpSpPr>
          <a:xfrm>
            <a:off x="1548809" y="5269183"/>
            <a:ext cx="3271192" cy="1527130"/>
            <a:chOff x="7189793" y="4787126"/>
            <a:chExt cx="3271192" cy="1527130"/>
          </a:xfrm>
        </p:grpSpPr>
        <p:sp>
          <p:nvSpPr>
            <p:cNvPr id="4" name="椭圆 3">
              <a:extLst>
                <a:ext uri="{FF2B5EF4-FFF2-40B4-BE49-F238E27FC236}">
                  <a16:creationId xmlns:a16="http://schemas.microsoft.com/office/drawing/2014/main" id="{6215069E-6F5B-7F2E-5B57-CFF027FDB591}"/>
                </a:ext>
              </a:extLst>
            </p:cNvPr>
            <p:cNvSpPr/>
            <p:nvPr/>
          </p:nvSpPr>
          <p:spPr>
            <a:xfrm>
              <a:off x="8943705" y="4787126"/>
              <a:ext cx="972457" cy="892855"/>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424061C-4822-9B3D-2C71-535E85248540}"/>
                </a:ext>
              </a:extLst>
            </p:cNvPr>
            <p:cNvSpPr/>
            <p:nvPr/>
          </p:nvSpPr>
          <p:spPr>
            <a:xfrm>
              <a:off x="9422676" y="5215523"/>
              <a:ext cx="58057"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11F51AC8-0CF6-C432-435D-848B65E8143D}"/>
                </a:ext>
              </a:extLst>
            </p:cNvPr>
            <p:cNvSpPr/>
            <p:nvPr/>
          </p:nvSpPr>
          <p:spPr>
            <a:xfrm>
              <a:off x="10097591" y="5237294"/>
              <a:ext cx="58057"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184DB91-FB36-20F4-FBE6-9A2F3647AE56}"/>
                </a:ext>
              </a:extLst>
            </p:cNvPr>
            <p:cNvSpPr txBox="1"/>
            <p:nvPr/>
          </p:nvSpPr>
          <p:spPr>
            <a:xfrm>
              <a:off x="9502504" y="5164724"/>
              <a:ext cx="319314" cy="369332"/>
            </a:xfrm>
            <a:prstGeom prst="rect">
              <a:avLst/>
            </a:prstGeom>
            <a:noFill/>
          </p:spPr>
          <p:txBody>
            <a:bodyPr wrap="square" rtlCol="0">
              <a:spAutoFit/>
            </a:bodyPr>
            <a:lstStyle/>
            <a:p>
              <a:r>
                <a:rPr lang="en-US" altLang="zh-CN" b="1" dirty="0"/>
                <a:t>e</a:t>
              </a:r>
              <a:endParaRPr lang="zh-CN" altLang="en-US" b="1" dirty="0"/>
            </a:p>
          </p:txBody>
        </p:sp>
        <p:sp>
          <p:nvSpPr>
            <p:cNvPr id="8" name="文本框 7">
              <a:extLst>
                <a:ext uri="{FF2B5EF4-FFF2-40B4-BE49-F238E27FC236}">
                  <a16:creationId xmlns:a16="http://schemas.microsoft.com/office/drawing/2014/main" id="{9B2FFEF3-DAAD-BCA6-97A1-DDF4C488CEC1}"/>
                </a:ext>
              </a:extLst>
            </p:cNvPr>
            <p:cNvSpPr txBox="1"/>
            <p:nvPr/>
          </p:nvSpPr>
          <p:spPr>
            <a:xfrm>
              <a:off x="9959703" y="4787126"/>
              <a:ext cx="319314" cy="369332"/>
            </a:xfrm>
            <a:prstGeom prst="rect">
              <a:avLst/>
            </a:prstGeom>
            <a:noFill/>
          </p:spPr>
          <p:txBody>
            <a:bodyPr wrap="square" rtlCol="0">
              <a:spAutoFit/>
            </a:bodyPr>
            <a:lstStyle/>
            <a:p>
              <a:r>
                <a:rPr lang="en-US" altLang="zh-CN" b="1" dirty="0"/>
                <a:t>y</a:t>
              </a:r>
              <a:endParaRPr lang="zh-CN" altLang="en-US" b="1" dirty="0"/>
            </a:p>
          </p:txBody>
        </p:sp>
        <p:sp>
          <p:nvSpPr>
            <p:cNvPr id="9" name="文本框 8">
              <a:extLst>
                <a:ext uri="{FF2B5EF4-FFF2-40B4-BE49-F238E27FC236}">
                  <a16:creationId xmlns:a16="http://schemas.microsoft.com/office/drawing/2014/main" id="{8A085634-CE3E-AF74-97AB-DBF13C617878}"/>
                </a:ext>
              </a:extLst>
            </p:cNvPr>
            <p:cNvSpPr txBox="1"/>
            <p:nvPr/>
          </p:nvSpPr>
          <p:spPr>
            <a:xfrm>
              <a:off x="9299304" y="4853448"/>
              <a:ext cx="319314" cy="369332"/>
            </a:xfrm>
            <a:prstGeom prst="rect">
              <a:avLst/>
            </a:prstGeom>
            <a:noFill/>
          </p:spPr>
          <p:txBody>
            <a:bodyPr wrap="square" rtlCol="0">
              <a:spAutoFit/>
            </a:bodyPr>
            <a:lstStyle/>
            <a:p>
              <a:r>
                <a:rPr lang="en-US" altLang="zh-CN" b="1" dirty="0"/>
                <a:t>x</a:t>
              </a:r>
              <a:endParaRPr lang="zh-CN" altLang="en-US" b="1" dirty="0"/>
            </a:p>
          </p:txBody>
        </p:sp>
        <p:cxnSp>
          <p:nvCxnSpPr>
            <p:cNvPr id="10" name="直接箭头连接符 9">
              <a:extLst>
                <a:ext uri="{FF2B5EF4-FFF2-40B4-BE49-F238E27FC236}">
                  <a16:creationId xmlns:a16="http://schemas.microsoft.com/office/drawing/2014/main" id="{ADB6A966-5F5D-D119-3629-5F7CF3A753B9}"/>
                </a:ext>
              </a:extLst>
            </p:cNvPr>
            <p:cNvCxnSpPr>
              <a:endCxn id="4" idx="6"/>
            </p:cNvCxnSpPr>
            <p:nvPr/>
          </p:nvCxnSpPr>
          <p:spPr>
            <a:xfrm flipV="1">
              <a:off x="9466219" y="5233554"/>
              <a:ext cx="449943" cy="109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49D2907-217C-771E-3ADB-7C45D21568E0}"/>
                </a:ext>
              </a:extLst>
            </p:cNvPr>
            <p:cNvCxnSpPr/>
            <p:nvPr/>
          </p:nvCxnSpPr>
          <p:spPr>
            <a:xfrm flipH="1">
              <a:off x="9429933" y="5269061"/>
              <a:ext cx="13270" cy="6141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39351D0-009F-993E-F3A7-A5F1CE8209C2}"/>
                </a:ext>
              </a:extLst>
            </p:cNvPr>
            <p:cNvCxnSpPr/>
            <p:nvPr/>
          </p:nvCxnSpPr>
          <p:spPr>
            <a:xfrm flipH="1">
              <a:off x="10126619" y="5322763"/>
              <a:ext cx="13270" cy="6141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E81A45DE-FAC2-4091-9E21-A9C2CF39C7F5}"/>
                </a:ext>
              </a:extLst>
            </p:cNvPr>
            <p:cNvCxnSpPr/>
            <p:nvPr/>
          </p:nvCxnSpPr>
          <p:spPr>
            <a:xfrm>
              <a:off x="9422676" y="5867579"/>
              <a:ext cx="710578" cy="14514"/>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7722005-AC15-58B7-2C1E-5868BB0FF1B7}"/>
                </a:ext>
              </a:extLst>
            </p:cNvPr>
            <p:cNvSpPr txBox="1"/>
            <p:nvPr/>
          </p:nvSpPr>
          <p:spPr>
            <a:xfrm>
              <a:off x="9371339" y="5934150"/>
              <a:ext cx="1089646" cy="380106"/>
            </a:xfrm>
            <a:prstGeom prst="rect">
              <a:avLst/>
            </a:prstGeom>
            <a:solidFill>
              <a:schemeClr val="bg1"/>
            </a:solidFill>
          </p:spPr>
          <p:txBody>
            <a:bodyPr wrap="square" rtlCol="0">
              <a:spAutoFit/>
            </a:bodyPr>
            <a:lstStyle/>
            <a:p>
              <a:r>
                <a:rPr lang="en-US" altLang="zh-CN" b="1" dirty="0"/>
                <a:t>d≥e+1</a:t>
              </a:r>
              <a:endParaRPr lang="zh-CN" altLang="en-US" b="1" dirty="0"/>
            </a:p>
          </p:txBody>
        </p:sp>
        <p:sp>
          <p:nvSpPr>
            <p:cNvPr id="15" name="文本框 14">
              <a:extLst>
                <a:ext uri="{FF2B5EF4-FFF2-40B4-BE49-F238E27FC236}">
                  <a16:creationId xmlns:a16="http://schemas.microsoft.com/office/drawing/2014/main" id="{C470CBAB-EC6C-6F6B-D98A-36CCFD242904}"/>
                </a:ext>
              </a:extLst>
            </p:cNvPr>
            <p:cNvSpPr txBox="1"/>
            <p:nvPr/>
          </p:nvSpPr>
          <p:spPr>
            <a:xfrm>
              <a:off x="7189793" y="4787126"/>
              <a:ext cx="1415143" cy="369332"/>
            </a:xfrm>
            <a:prstGeom prst="rect">
              <a:avLst/>
            </a:prstGeom>
            <a:noFill/>
          </p:spPr>
          <p:txBody>
            <a:bodyPr wrap="square" rtlCol="0">
              <a:spAutoFit/>
            </a:bodyPr>
            <a:lstStyle/>
            <a:p>
              <a:r>
                <a:rPr lang="en-US" altLang="zh-CN" b="1" dirty="0">
                  <a:solidFill>
                    <a:srgbClr val="FF0000"/>
                  </a:solidFill>
                </a:rPr>
                <a:t>1</a:t>
              </a:r>
              <a:r>
                <a:rPr lang="zh-CN" altLang="en-US" b="1" dirty="0">
                  <a:solidFill>
                    <a:srgbClr val="FF0000"/>
                  </a:solidFill>
                </a:rPr>
                <a:t>到</a:t>
              </a:r>
              <a:r>
                <a:rPr lang="en-US" altLang="zh-CN" b="1" dirty="0">
                  <a:solidFill>
                    <a:srgbClr val="FF0000"/>
                  </a:solidFill>
                </a:rPr>
                <a:t>e</a:t>
              </a:r>
              <a:r>
                <a:rPr lang="zh-CN" altLang="en-US" b="1" dirty="0">
                  <a:solidFill>
                    <a:srgbClr val="FF0000"/>
                  </a:solidFill>
                </a:rPr>
                <a:t>个差错</a:t>
              </a:r>
            </a:p>
          </p:txBody>
        </p:sp>
        <p:cxnSp>
          <p:nvCxnSpPr>
            <p:cNvPr id="16" name="直接箭头连接符 15">
              <a:extLst>
                <a:ext uri="{FF2B5EF4-FFF2-40B4-BE49-F238E27FC236}">
                  <a16:creationId xmlns:a16="http://schemas.microsoft.com/office/drawing/2014/main" id="{1E42A28B-1621-A124-712B-F860AD2B5921}"/>
                </a:ext>
              </a:extLst>
            </p:cNvPr>
            <p:cNvCxnSpPr>
              <a:cxnSpLocks/>
            </p:cNvCxnSpPr>
            <p:nvPr/>
          </p:nvCxnSpPr>
          <p:spPr>
            <a:xfrm>
              <a:off x="8495020" y="5067974"/>
              <a:ext cx="434291" cy="79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A3F210D4-4D46-0762-A521-A44A75104591}"/>
                </a:ext>
              </a:extLst>
            </p:cNvPr>
            <p:cNvSpPr/>
            <p:nvPr/>
          </p:nvSpPr>
          <p:spPr>
            <a:xfrm>
              <a:off x="7286443" y="5536781"/>
              <a:ext cx="1457450" cy="369332"/>
            </a:xfrm>
            <a:prstGeom prst="rect">
              <a:avLst/>
            </a:prstGeom>
          </p:spPr>
          <p:txBody>
            <a:bodyPr wrap="none">
              <a:spAutoFit/>
            </a:bodyPr>
            <a:lstStyle/>
            <a:p>
              <a:r>
                <a:rPr lang="zh-CN" altLang="en-US" b="1" u="sng" dirty="0">
                  <a:solidFill>
                    <a:srgbClr val="FF0000"/>
                  </a:solidFill>
                </a:rPr>
                <a:t>检出</a:t>
              </a:r>
              <a:r>
                <a:rPr lang="en-US" altLang="zh-CN" b="1" u="sng" dirty="0">
                  <a:solidFill>
                    <a:srgbClr val="FF0000"/>
                  </a:solidFill>
                </a:rPr>
                <a:t>e</a:t>
              </a:r>
              <a:r>
                <a:rPr lang="zh-CN" altLang="en-US" b="1" u="sng" dirty="0">
                  <a:solidFill>
                    <a:srgbClr val="FF0000"/>
                  </a:solidFill>
                </a:rPr>
                <a:t>个错码</a:t>
              </a:r>
            </a:p>
          </p:txBody>
        </p:sp>
      </p:grpSp>
    </p:spTree>
    <p:extLst>
      <p:ext uri="{BB962C8B-B14F-4D97-AF65-F5344CB8AC3E}">
        <p14:creationId xmlns:p14="http://schemas.microsoft.com/office/powerpoint/2010/main" val="30545525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E8E05-0D1A-4064-BFFA-1F5E3D6C7C26}"/>
              </a:ext>
            </a:extLst>
          </p:cNvPr>
          <p:cNvSpPr>
            <a:spLocks noGrp="1"/>
          </p:cNvSpPr>
          <p:nvPr>
            <p:ph type="title"/>
          </p:nvPr>
        </p:nvSpPr>
        <p:spPr/>
        <p:txBody>
          <a:bodyPr/>
          <a:lstStyle/>
          <a:p>
            <a:r>
              <a:rPr lang="zh-CN" altLang="en-US" dirty="0"/>
              <a:t>循环冗余码</a:t>
            </a:r>
            <a:r>
              <a:rPr lang="en-US" altLang="zh-CN" dirty="0"/>
              <a:t>CRC</a:t>
            </a:r>
            <a:r>
              <a:rPr lang="zh-CN" altLang="en-US" dirty="0"/>
              <a:t>：一个好的生成多项式</a:t>
            </a:r>
          </a:p>
        </p:txBody>
      </p:sp>
      <p:sp>
        <p:nvSpPr>
          <p:cNvPr id="24" name="内容占位符 2">
            <a:extLst>
              <a:ext uri="{FF2B5EF4-FFF2-40B4-BE49-F238E27FC236}">
                <a16:creationId xmlns:a16="http://schemas.microsoft.com/office/drawing/2014/main" id="{809E80AE-E33E-439D-82EF-E2B5FDCE6545}"/>
              </a:ext>
            </a:extLst>
          </p:cNvPr>
          <p:cNvSpPr txBox="1">
            <a:spLocks/>
          </p:cNvSpPr>
          <p:nvPr/>
        </p:nvSpPr>
        <p:spPr>
          <a:xfrm>
            <a:off x="233820" y="685391"/>
            <a:ext cx="11515267" cy="92284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dirty="0"/>
              <a:t>若</a:t>
            </a:r>
            <a:r>
              <a:rPr lang="en-US" altLang="zh-CN" sz="2200" dirty="0"/>
              <a:t>r</a:t>
            </a:r>
            <a:r>
              <a:rPr lang="zh-CN" altLang="en-US" sz="2200" dirty="0"/>
              <a:t>次多项式</a:t>
            </a:r>
            <a:r>
              <a:rPr lang="en-US" altLang="zh-CN" sz="2200" dirty="0"/>
              <a:t>G(x)</a:t>
            </a:r>
            <a:r>
              <a:rPr lang="zh-CN" altLang="en-US" sz="2200" b="1" dirty="0">
                <a:solidFill>
                  <a:schemeClr val="accent6"/>
                </a:solidFill>
              </a:rPr>
              <a:t>含</a:t>
            </a:r>
            <a:r>
              <a:rPr lang="en-US" altLang="zh-CN" sz="2200" b="1" dirty="0">
                <a:solidFill>
                  <a:schemeClr val="accent6"/>
                </a:solidFill>
              </a:rPr>
              <a:t>(x+1)</a:t>
            </a:r>
            <a:r>
              <a:rPr lang="zh-CN" altLang="en-US" sz="2200" b="1" dirty="0">
                <a:solidFill>
                  <a:schemeClr val="accent6"/>
                </a:solidFill>
              </a:rPr>
              <a:t>的因子</a:t>
            </a:r>
            <a:r>
              <a:rPr lang="zh-CN" altLang="en-US" sz="2200" dirty="0"/>
              <a:t>，则能检测出所有</a:t>
            </a:r>
            <a:r>
              <a:rPr lang="zh-CN" altLang="en-US" sz="2200" b="1" dirty="0">
                <a:solidFill>
                  <a:schemeClr val="accent6"/>
                </a:solidFill>
              </a:rPr>
              <a:t>奇数位错</a:t>
            </a:r>
            <a:endParaRPr lang="en-US" altLang="zh-CN" sz="2200" b="1" dirty="0">
              <a:solidFill>
                <a:schemeClr val="accent6"/>
              </a:solidFill>
            </a:endParaRPr>
          </a:p>
          <a:p>
            <a:pPr lvl="1"/>
            <a:r>
              <a:rPr lang="zh-CN" altLang="en-US" sz="2200" dirty="0"/>
              <a:t>反证法：假设无法检测出来，可以推出</a:t>
            </a:r>
            <a:r>
              <a:rPr lang="en-US" altLang="zh-CN" sz="2200" dirty="0"/>
              <a:t>E(1)=0</a:t>
            </a:r>
            <a:r>
              <a:rPr lang="zh-CN" altLang="en-US" sz="2200" dirty="0"/>
              <a:t>，但是奇数位错的特征说明</a:t>
            </a:r>
            <a:r>
              <a:rPr lang="en-US" altLang="zh-CN" sz="2200" dirty="0"/>
              <a:t>E(1)=1</a:t>
            </a:r>
            <a:r>
              <a:rPr lang="zh-CN" altLang="en-US" sz="2200" dirty="0"/>
              <a:t>，矛盾</a:t>
            </a:r>
          </a:p>
        </p:txBody>
      </p:sp>
      <p:graphicFrame>
        <p:nvGraphicFramePr>
          <p:cNvPr id="25" name="Object 2">
            <a:extLst>
              <a:ext uri="{FF2B5EF4-FFF2-40B4-BE49-F238E27FC236}">
                <a16:creationId xmlns:a16="http://schemas.microsoft.com/office/drawing/2014/main" id="{9D0714D6-3BF3-4A1F-B41F-50D26038E819}"/>
              </a:ext>
            </a:extLst>
          </p:cNvPr>
          <p:cNvGraphicFramePr>
            <a:graphicFrameLocks noChangeAspect="1"/>
          </p:cNvGraphicFramePr>
          <p:nvPr/>
        </p:nvGraphicFramePr>
        <p:xfrm>
          <a:off x="1014867" y="1654626"/>
          <a:ext cx="5918200" cy="925512"/>
        </p:xfrm>
        <a:graphic>
          <a:graphicData uri="http://schemas.openxmlformats.org/presentationml/2006/ole">
            <mc:AlternateContent xmlns:mc="http://schemas.openxmlformats.org/markup-compatibility/2006">
              <mc:Choice xmlns:v="urn:schemas-microsoft-com:vml" Requires="v">
                <p:oleObj name="Equation" r:id="rId3" imgW="4559040" imgH="711000" progId="Equation.3">
                  <p:embed/>
                </p:oleObj>
              </mc:Choice>
              <mc:Fallback>
                <p:oleObj name="Equation" r:id="rId3" imgW="4559040" imgH="711000" progId="Equation.3">
                  <p:embed/>
                  <p:pic>
                    <p:nvPicPr>
                      <p:cNvPr id="25" name="Object 2">
                        <a:extLst>
                          <a:ext uri="{FF2B5EF4-FFF2-40B4-BE49-F238E27FC236}">
                            <a16:creationId xmlns:a16="http://schemas.microsoft.com/office/drawing/2014/main" id="{9D0714D6-3BF3-4A1F-B41F-50D26038E8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4867" y="1654626"/>
                        <a:ext cx="5918200" cy="925512"/>
                      </a:xfrm>
                      <a:prstGeom prst="rect">
                        <a:avLst/>
                      </a:prstGeom>
                      <a:solidFill>
                        <a:srgbClr val="FFFFCC"/>
                      </a:solidFill>
                      <a:ln w="28575">
                        <a:solidFill>
                          <a:srgbClr val="FF3300"/>
                        </a:solidFill>
                        <a:miter lim="800000"/>
                        <a:headEnd/>
                        <a:tailEnd/>
                      </a:ln>
                    </p:spPr>
                  </p:pic>
                </p:oleObj>
              </mc:Fallback>
            </mc:AlternateContent>
          </a:graphicData>
        </a:graphic>
      </p:graphicFrame>
      <p:graphicFrame>
        <p:nvGraphicFramePr>
          <p:cNvPr id="26" name="Object 2">
            <a:extLst>
              <a:ext uri="{FF2B5EF4-FFF2-40B4-BE49-F238E27FC236}">
                <a16:creationId xmlns:a16="http://schemas.microsoft.com/office/drawing/2014/main" id="{B7553BCA-FBEF-48FF-9D12-456DBFA0AED5}"/>
              </a:ext>
            </a:extLst>
          </p:cNvPr>
          <p:cNvGraphicFramePr>
            <a:graphicFrameLocks noChangeAspect="1"/>
          </p:cNvGraphicFramePr>
          <p:nvPr/>
        </p:nvGraphicFramePr>
        <p:xfrm>
          <a:off x="7361598" y="1646221"/>
          <a:ext cx="4090323" cy="458509"/>
        </p:xfrm>
        <a:graphic>
          <a:graphicData uri="http://schemas.openxmlformats.org/presentationml/2006/ole">
            <mc:AlternateContent xmlns:mc="http://schemas.openxmlformats.org/markup-compatibility/2006">
              <mc:Choice xmlns:v="urn:schemas-microsoft-com:vml" Requires="v">
                <p:oleObj name="Equation" r:id="rId5" imgW="1930320" imgH="215640" progId="Equation.3">
                  <p:embed/>
                </p:oleObj>
              </mc:Choice>
              <mc:Fallback>
                <p:oleObj name="Equation" r:id="rId5" imgW="1930320" imgH="215640" progId="Equation.3">
                  <p:embed/>
                  <p:pic>
                    <p:nvPicPr>
                      <p:cNvPr id="26" name="Object 2">
                        <a:extLst>
                          <a:ext uri="{FF2B5EF4-FFF2-40B4-BE49-F238E27FC236}">
                            <a16:creationId xmlns:a16="http://schemas.microsoft.com/office/drawing/2014/main" id="{B7553BCA-FBEF-48FF-9D12-456DBFA0AE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61598" y="1646221"/>
                        <a:ext cx="4090323" cy="458509"/>
                      </a:xfrm>
                      <a:prstGeom prst="rect">
                        <a:avLst/>
                      </a:prstGeom>
                      <a:solidFill>
                        <a:srgbClr val="FFFFCC"/>
                      </a:solidFill>
                      <a:ln w="28575">
                        <a:solidFill>
                          <a:srgbClr val="FF3300"/>
                        </a:solidFill>
                        <a:miter lim="800000"/>
                        <a:headEnd/>
                        <a:tailEnd/>
                      </a:ln>
                    </p:spPr>
                  </p:pic>
                </p:oleObj>
              </mc:Fallback>
            </mc:AlternateContent>
          </a:graphicData>
        </a:graphic>
      </p:graphicFrame>
      <p:sp>
        <p:nvSpPr>
          <p:cNvPr id="27" name="内容占位符 2">
            <a:extLst>
              <a:ext uri="{FF2B5EF4-FFF2-40B4-BE49-F238E27FC236}">
                <a16:creationId xmlns:a16="http://schemas.microsoft.com/office/drawing/2014/main" id="{7733FC8C-F0C5-4777-B939-91E83A256C73}"/>
              </a:ext>
            </a:extLst>
          </p:cNvPr>
          <p:cNvSpPr txBox="1">
            <a:spLocks/>
          </p:cNvSpPr>
          <p:nvPr/>
        </p:nvSpPr>
        <p:spPr>
          <a:xfrm>
            <a:off x="233819" y="2685415"/>
            <a:ext cx="11505287" cy="7816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dirty="0"/>
              <a:t>若</a:t>
            </a:r>
            <a:r>
              <a:rPr lang="en-US" altLang="zh-CN" sz="2200" dirty="0"/>
              <a:t>G(x)</a:t>
            </a:r>
            <a:r>
              <a:rPr lang="zh-CN" altLang="en-US" sz="2200" dirty="0"/>
              <a:t>中</a:t>
            </a:r>
            <a:r>
              <a:rPr lang="zh-CN" altLang="en-US" sz="2200" b="1" dirty="0">
                <a:solidFill>
                  <a:schemeClr val="accent6"/>
                </a:solidFill>
              </a:rPr>
              <a:t>不含</a:t>
            </a:r>
            <a:r>
              <a:rPr lang="en-US" altLang="zh-CN" sz="2200" b="1" dirty="0">
                <a:solidFill>
                  <a:schemeClr val="accent6"/>
                </a:solidFill>
              </a:rPr>
              <a:t>x</a:t>
            </a:r>
            <a:r>
              <a:rPr lang="zh-CN" altLang="en-US" sz="2200" b="1" dirty="0">
                <a:solidFill>
                  <a:schemeClr val="accent6"/>
                </a:solidFill>
              </a:rPr>
              <a:t>的因子</a:t>
            </a:r>
            <a:r>
              <a:rPr lang="en-US" altLang="zh-CN" sz="2200" b="1" dirty="0">
                <a:solidFill>
                  <a:schemeClr val="accent6"/>
                </a:solidFill>
              </a:rPr>
              <a:t>(</a:t>
            </a:r>
            <a:r>
              <a:rPr lang="zh-CN" altLang="en-US" sz="2200" b="1" dirty="0">
                <a:solidFill>
                  <a:schemeClr val="accent6"/>
                </a:solidFill>
              </a:rPr>
              <a:t>常数项为</a:t>
            </a:r>
            <a:r>
              <a:rPr lang="en-US" altLang="zh-CN" sz="2200" b="1" dirty="0">
                <a:solidFill>
                  <a:schemeClr val="accent6"/>
                </a:solidFill>
              </a:rPr>
              <a:t>1)</a:t>
            </a:r>
            <a:r>
              <a:rPr lang="zh-CN" altLang="en-US" sz="2200" dirty="0"/>
              <a:t>，且对任何</a:t>
            </a:r>
            <a:r>
              <a:rPr lang="en-US" altLang="zh-CN" sz="2200" dirty="0"/>
              <a:t>0&lt;e≤n-1</a:t>
            </a:r>
            <a:r>
              <a:rPr lang="zh-CN" altLang="en-US" sz="2200" dirty="0"/>
              <a:t>，除不尽</a:t>
            </a:r>
            <a:r>
              <a:rPr lang="en-US" altLang="zh-CN" sz="2200" dirty="0">
                <a:latin typeface="+mn-ea"/>
                <a:cs typeface="Calibri Light" panose="020F0302020204030204" pitchFamily="34" charset="0"/>
              </a:rPr>
              <a:t>x</a:t>
            </a:r>
            <a:r>
              <a:rPr lang="en-US" altLang="zh-CN" sz="2200" baseline="30000" dirty="0">
                <a:latin typeface="+mn-ea"/>
                <a:cs typeface="Calibri Light" panose="020F0302020204030204" pitchFamily="34" charset="0"/>
              </a:rPr>
              <a:t>e</a:t>
            </a:r>
            <a:r>
              <a:rPr lang="en-US" altLang="zh-CN" sz="2200" dirty="0">
                <a:latin typeface="+mn-ea"/>
                <a:cs typeface="Calibri Light" panose="020F0302020204030204" pitchFamily="34" charset="0"/>
              </a:rPr>
              <a:t>+1</a:t>
            </a:r>
            <a:r>
              <a:rPr lang="zh-CN" altLang="en-US" sz="2200" dirty="0"/>
              <a:t>。则能检测出所有的</a:t>
            </a:r>
            <a:r>
              <a:rPr lang="zh-CN" altLang="en-US" sz="2200" b="1" dirty="0">
                <a:solidFill>
                  <a:schemeClr val="accent6"/>
                </a:solidFill>
              </a:rPr>
              <a:t>双错</a:t>
            </a:r>
            <a:r>
              <a:rPr lang="en-US" altLang="zh-CN" sz="2200" dirty="0"/>
              <a:t>: </a:t>
            </a:r>
            <a:r>
              <a:rPr lang="zh-CN" altLang="en-US" sz="2200" dirty="0"/>
              <a:t>先确定双错的差错多项式</a:t>
            </a:r>
            <a:r>
              <a:rPr lang="en-US" altLang="zh-CN" sz="2200" dirty="0"/>
              <a:t>E(x)</a:t>
            </a:r>
            <a:r>
              <a:rPr lang="zh-CN" altLang="en-US" sz="2200" dirty="0"/>
              <a:t>，然后判断其除以</a:t>
            </a:r>
            <a:r>
              <a:rPr lang="en-US" altLang="zh-CN" sz="2200" dirty="0"/>
              <a:t>G(X)</a:t>
            </a:r>
            <a:r>
              <a:rPr lang="zh-CN" altLang="en-US" sz="2200" dirty="0"/>
              <a:t>的余式不为</a:t>
            </a:r>
            <a:r>
              <a:rPr lang="en-US" altLang="zh-CN" sz="2200" dirty="0"/>
              <a:t>0</a:t>
            </a:r>
            <a:endParaRPr lang="zh-CN" altLang="en-US" sz="2200" dirty="0"/>
          </a:p>
        </p:txBody>
      </p:sp>
      <p:graphicFrame>
        <p:nvGraphicFramePr>
          <p:cNvPr id="28" name="Object 4">
            <a:extLst>
              <a:ext uri="{FF2B5EF4-FFF2-40B4-BE49-F238E27FC236}">
                <a16:creationId xmlns:a16="http://schemas.microsoft.com/office/drawing/2014/main" id="{B04E8FB1-CACF-49CF-B6D8-BDF90273604A}"/>
              </a:ext>
            </a:extLst>
          </p:cNvPr>
          <p:cNvGraphicFramePr>
            <a:graphicFrameLocks noChangeAspect="1"/>
          </p:cNvGraphicFramePr>
          <p:nvPr/>
        </p:nvGraphicFramePr>
        <p:xfrm>
          <a:off x="300555" y="3514253"/>
          <a:ext cx="8379536" cy="376238"/>
        </p:xfrm>
        <a:graphic>
          <a:graphicData uri="http://schemas.openxmlformats.org/presentationml/2006/ole">
            <mc:AlternateContent xmlns:mc="http://schemas.openxmlformats.org/markup-compatibility/2006">
              <mc:Choice xmlns:v="urn:schemas-microsoft-com:vml" Requires="v">
                <p:oleObj r:id="rId7" imgW="4724400" imgH="228600" progId="Equation.3">
                  <p:embed/>
                </p:oleObj>
              </mc:Choice>
              <mc:Fallback>
                <p:oleObj r:id="rId7" imgW="4724400" imgH="228600" progId="Equation.3">
                  <p:embed/>
                  <p:pic>
                    <p:nvPicPr>
                      <p:cNvPr id="28" name="Object 4">
                        <a:extLst>
                          <a:ext uri="{FF2B5EF4-FFF2-40B4-BE49-F238E27FC236}">
                            <a16:creationId xmlns:a16="http://schemas.microsoft.com/office/drawing/2014/main" id="{B04E8FB1-CACF-49CF-B6D8-BDF90273604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555" y="3514253"/>
                        <a:ext cx="8379536" cy="376238"/>
                      </a:xfrm>
                      <a:prstGeom prst="rect">
                        <a:avLst/>
                      </a:prstGeom>
                      <a:solidFill>
                        <a:srgbClr val="FFFFCC"/>
                      </a:solidFill>
                      <a:ln w="28575">
                        <a:solidFill>
                          <a:srgbClr val="FF3300"/>
                        </a:solidFill>
                        <a:miter lim="800000"/>
                        <a:headEnd/>
                        <a:tailEnd/>
                      </a:ln>
                    </p:spPr>
                  </p:pic>
                </p:oleObj>
              </mc:Fallback>
            </mc:AlternateContent>
          </a:graphicData>
        </a:graphic>
      </p:graphicFrame>
      <p:graphicFrame>
        <p:nvGraphicFramePr>
          <p:cNvPr id="29" name="Object 4">
            <a:extLst>
              <a:ext uri="{FF2B5EF4-FFF2-40B4-BE49-F238E27FC236}">
                <a16:creationId xmlns:a16="http://schemas.microsoft.com/office/drawing/2014/main" id="{CA1FFE22-40B7-4188-9360-D901906D84D5}"/>
              </a:ext>
            </a:extLst>
          </p:cNvPr>
          <p:cNvGraphicFramePr>
            <a:graphicFrameLocks noChangeAspect="1"/>
          </p:cNvGraphicFramePr>
          <p:nvPr/>
        </p:nvGraphicFramePr>
        <p:xfrm>
          <a:off x="432256" y="4177896"/>
          <a:ext cx="5522913" cy="398462"/>
        </p:xfrm>
        <a:graphic>
          <a:graphicData uri="http://schemas.openxmlformats.org/presentationml/2006/ole">
            <mc:AlternateContent xmlns:mc="http://schemas.openxmlformats.org/markup-compatibility/2006">
              <mc:Choice xmlns:v="urn:schemas-microsoft-com:vml" Requires="v">
                <p:oleObj name="Equation" r:id="rId9" imgW="3162240" imgH="228600" progId="Equation.3">
                  <p:embed/>
                </p:oleObj>
              </mc:Choice>
              <mc:Fallback>
                <p:oleObj name="Equation" r:id="rId9" imgW="3162240" imgH="228600" progId="Equation.3">
                  <p:embed/>
                  <p:pic>
                    <p:nvPicPr>
                      <p:cNvPr id="29" name="Object 4">
                        <a:extLst>
                          <a:ext uri="{FF2B5EF4-FFF2-40B4-BE49-F238E27FC236}">
                            <a16:creationId xmlns:a16="http://schemas.microsoft.com/office/drawing/2014/main" id="{CA1FFE22-40B7-4188-9360-D901906D84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256" y="4177896"/>
                        <a:ext cx="5522913" cy="398462"/>
                      </a:xfrm>
                      <a:prstGeom prst="rect">
                        <a:avLst/>
                      </a:prstGeom>
                      <a:solidFill>
                        <a:srgbClr val="FFFFCC"/>
                      </a:solidFill>
                      <a:ln w="28575">
                        <a:solidFill>
                          <a:srgbClr val="FF3300"/>
                        </a:solidFill>
                        <a:miter lim="800000"/>
                        <a:headEnd/>
                        <a:tailEnd/>
                      </a:ln>
                    </p:spPr>
                  </p:pic>
                </p:oleObj>
              </mc:Fallback>
            </mc:AlternateContent>
          </a:graphicData>
        </a:graphic>
      </p:graphicFrame>
      <p:graphicFrame>
        <p:nvGraphicFramePr>
          <p:cNvPr id="30" name="表格 29">
            <a:extLst>
              <a:ext uri="{FF2B5EF4-FFF2-40B4-BE49-F238E27FC236}">
                <a16:creationId xmlns:a16="http://schemas.microsoft.com/office/drawing/2014/main" id="{7AEEFA86-9A86-4F79-9939-F9C12783CFFF}"/>
              </a:ext>
            </a:extLst>
          </p:cNvPr>
          <p:cNvGraphicFramePr>
            <a:graphicFrameLocks noGrp="1"/>
          </p:cNvGraphicFramePr>
          <p:nvPr/>
        </p:nvGraphicFramePr>
        <p:xfrm>
          <a:off x="8420522" y="4061118"/>
          <a:ext cx="3540760" cy="3657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646602905"/>
                    </a:ext>
                  </a:extLst>
                </a:gridCol>
                <a:gridCol w="208280">
                  <a:extLst>
                    <a:ext uri="{9D8B030D-6E8A-4147-A177-3AD203B41FA5}">
                      <a16:colId xmlns:a16="http://schemas.microsoft.com/office/drawing/2014/main" val="819902348"/>
                    </a:ext>
                  </a:extLst>
                </a:gridCol>
                <a:gridCol w="208280">
                  <a:extLst>
                    <a:ext uri="{9D8B030D-6E8A-4147-A177-3AD203B41FA5}">
                      <a16:colId xmlns:a16="http://schemas.microsoft.com/office/drawing/2014/main" val="1405077878"/>
                    </a:ext>
                  </a:extLst>
                </a:gridCol>
                <a:gridCol w="208280">
                  <a:extLst>
                    <a:ext uri="{9D8B030D-6E8A-4147-A177-3AD203B41FA5}">
                      <a16:colId xmlns:a16="http://schemas.microsoft.com/office/drawing/2014/main" val="2561255159"/>
                    </a:ext>
                  </a:extLst>
                </a:gridCol>
                <a:gridCol w="208280">
                  <a:extLst>
                    <a:ext uri="{9D8B030D-6E8A-4147-A177-3AD203B41FA5}">
                      <a16:colId xmlns:a16="http://schemas.microsoft.com/office/drawing/2014/main" val="1332465412"/>
                    </a:ext>
                  </a:extLst>
                </a:gridCol>
                <a:gridCol w="208280">
                  <a:extLst>
                    <a:ext uri="{9D8B030D-6E8A-4147-A177-3AD203B41FA5}">
                      <a16:colId xmlns:a16="http://schemas.microsoft.com/office/drawing/2014/main" val="3328951489"/>
                    </a:ext>
                  </a:extLst>
                </a:gridCol>
                <a:gridCol w="208280">
                  <a:extLst>
                    <a:ext uri="{9D8B030D-6E8A-4147-A177-3AD203B41FA5}">
                      <a16:colId xmlns:a16="http://schemas.microsoft.com/office/drawing/2014/main" val="2592691977"/>
                    </a:ext>
                  </a:extLst>
                </a:gridCol>
                <a:gridCol w="208280">
                  <a:extLst>
                    <a:ext uri="{9D8B030D-6E8A-4147-A177-3AD203B41FA5}">
                      <a16:colId xmlns:a16="http://schemas.microsoft.com/office/drawing/2014/main" val="3668721205"/>
                    </a:ext>
                  </a:extLst>
                </a:gridCol>
                <a:gridCol w="208280">
                  <a:extLst>
                    <a:ext uri="{9D8B030D-6E8A-4147-A177-3AD203B41FA5}">
                      <a16:colId xmlns:a16="http://schemas.microsoft.com/office/drawing/2014/main" val="401197580"/>
                    </a:ext>
                  </a:extLst>
                </a:gridCol>
                <a:gridCol w="208280">
                  <a:extLst>
                    <a:ext uri="{9D8B030D-6E8A-4147-A177-3AD203B41FA5}">
                      <a16:colId xmlns:a16="http://schemas.microsoft.com/office/drawing/2014/main" val="2896837407"/>
                    </a:ext>
                  </a:extLst>
                </a:gridCol>
                <a:gridCol w="208280">
                  <a:extLst>
                    <a:ext uri="{9D8B030D-6E8A-4147-A177-3AD203B41FA5}">
                      <a16:colId xmlns:a16="http://schemas.microsoft.com/office/drawing/2014/main" val="401027558"/>
                    </a:ext>
                  </a:extLst>
                </a:gridCol>
                <a:gridCol w="208280">
                  <a:extLst>
                    <a:ext uri="{9D8B030D-6E8A-4147-A177-3AD203B41FA5}">
                      <a16:colId xmlns:a16="http://schemas.microsoft.com/office/drawing/2014/main" val="1799088070"/>
                    </a:ext>
                  </a:extLst>
                </a:gridCol>
                <a:gridCol w="208280">
                  <a:extLst>
                    <a:ext uri="{9D8B030D-6E8A-4147-A177-3AD203B41FA5}">
                      <a16:colId xmlns:a16="http://schemas.microsoft.com/office/drawing/2014/main" val="820845603"/>
                    </a:ext>
                  </a:extLst>
                </a:gridCol>
                <a:gridCol w="208280">
                  <a:extLst>
                    <a:ext uri="{9D8B030D-6E8A-4147-A177-3AD203B41FA5}">
                      <a16:colId xmlns:a16="http://schemas.microsoft.com/office/drawing/2014/main" val="1321882789"/>
                    </a:ext>
                  </a:extLst>
                </a:gridCol>
                <a:gridCol w="208280">
                  <a:extLst>
                    <a:ext uri="{9D8B030D-6E8A-4147-A177-3AD203B41FA5}">
                      <a16:colId xmlns:a16="http://schemas.microsoft.com/office/drawing/2014/main" val="1223340311"/>
                    </a:ext>
                  </a:extLst>
                </a:gridCol>
                <a:gridCol w="208280">
                  <a:extLst>
                    <a:ext uri="{9D8B030D-6E8A-4147-A177-3AD203B41FA5}">
                      <a16:colId xmlns:a16="http://schemas.microsoft.com/office/drawing/2014/main" val="2970633780"/>
                    </a:ext>
                  </a:extLst>
                </a:gridCol>
                <a:gridCol w="208280">
                  <a:extLst>
                    <a:ext uri="{9D8B030D-6E8A-4147-A177-3AD203B41FA5}">
                      <a16:colId xmlns:a16="http://schemas.microsoft.com/office/drawing/2014/main" val="279370757"/>
                    </a:ext>
                  </a:extLst>
                </a:gridCol>
              </a:tblGrid>
              <a:tr h="324000">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6950571"/>
                  </a:ext>
                </a:extLst>
              </a:tr>
            </a:tbl>
          </a:graphicData>
        </a:graphic>
      </p:graphicFrame>
      <p:sp>
        <p:nvSpPr>
          <p:cNvPr id="31" name="文本框 30">
            <a:extLst>
              <a:ext uri="{FF2B5EF4-FFF2-40B4-BE49-F238E27FC236}">
                <a16:creationId xmlns:a16="http://schemas.microsoft.com/office/drawing/2014/main" id="{E5C382D0-E7FF-4642-9762-101442B03D10}"/>
              </a:ext>
            </a:extLst>
          </p:cNvPr>
          <p:cNvSpPr txBox="1"/>
          <p:nvPr/>
        </p:nvSpPr>
        <p:spPr>
          <a:xfrm>
            <a:off x="11739107" y="4410443"/>
            <a:ext cx="149605" cy="369332"/>
          </a:xfrm>
          <a:prstGeom prst="rect">
            <a:avLst/>
          </a:prstGeom>
          <a:noFill/>
        </p:spPr>
        <p:txBody>
          <a:bodyPr wrap="square" rtlCol="0">
            <a:spAutoFit/>
          </a:bodyPr>
          <a:lstStyle/>
          <a:p>
            <a:r>
              <a:rPr lang="en-US" altLang="zh-CN" dirty="0"/>
              <a:t>0</a:t>
            </a:r>
            <a:endParaRPr lang="zh-CN" altLang="en-US" dirty="0"/>
          </a:p>
        </p:txBody>
      </p:sp>
      <p:sp>
        <p:nvSpPr>
          <p:cNvPr id="32" name="文本框 31">
            <a:extLst>
              <a:ext uri="{FF2B5EF4-FFF2-40B4-BE49-F238E27FC236}">
                <a16:creationId xmlns:a16="http://schemas.microsoft.com/office/drawing/2014/main" id="{307030AB-2CBC-472B-A2A0-8BC0CC60D317}"/>
              </a:ext>
            </a:extLst>
          </p:cNvPr>
          <p:cNvSpPr txBox="1"/>
          <p:nvPr/>
        </p:nvSpPr>
        <p:spPr>
          <a:xfrm>
            <a:off x="8219388" y="4412800"/>
            <a:ext cx="776517" cy="369332"/>
          </a:xfrm>
          <a:prstGeom prst="rect">
            <a:avLst/>
          </a:prstGeom>
          <a:noFill/>
        </p:spPr>
        <p:txBody>
          <a:bodyPr wrap="square" rtlCol="0">
            <a:spAutoFit/>
          </a:bodyPr>
          <a:lstStyle/>
          <a:p>
            <a:r>
              <a:rPr lang="en-US" altLang="zh-CN" dirty="0"/>
              <a:t>n-1</a:t>
            </a:r>
            <a:endParaRPr lang="zh-CN" altLang="en-US" dirty="0"/>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AE88E64F-D0A2-4121-B03D-E9F4F6141A20}"/>
                  </a:ext>
                </a:extLst>
              </p:cNvPr>
              <p:cNvSpPr txBox="1"/>
              <p:nvPr/>
            </p:nvSpPr>
            <p:spPr>
              <a:xfrm>
                <a:off x="10715848" y="3744437"/>
                <a:ext cx="297774"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𝑗</m:t>
                          </m:r>
                        </m:sup>
                      </m:sSup>
                    </m:oMath>
                  </m:oMathPara>
                </a14:m>
                <a:endParaRPr lang="zh-CN" altLang="en-US" dirty="0"/>
              </a:p>
            </p:txBody>
          </p:sp>
        </mc:Choice>
        <mc:Fallback xmlns="">
          <p:sp>
            <p:nvSpPr>
              <p:cNvPr id="33" name="文本框 32">
                <a:extLst>
                  <a:ext uri="{FF2B5EF4-FFF2-40B4-BE49-F238E27FC236}">
                    <a16:creationId xmlns:a16="http://schemas.microsoft.com/office/drawing/2014/main" id="{AE88E64F-D0A2-4121-B03D-E9F4F6141A20}"/>
                  </a:ext>
                </a:extLst>
              </p:cNvPr>
              <p:cNvSpPr txBox="1">
                <a:spLocks noRot="1" noChangeAspect="1" noMove="1" noResize="1" noEditPoints="1" noAdjustHandles="1" noChangeArrowheads="1" noChangeShapeType="1" noTextEdit="1"/>
              </p:cNvSpPr>
              <p:nvPr/>
            </p:nvSpPr>
            <p:spPr>
              <a:xfrm>
                <a:off x="10715848" y="3744437"/>
                <a:ext cx="297774" cy="285912"/>
              </a:xfrm>
              <a:prstGeom prst="rect">
                <a:avLst/>
              </a:prstGeom>
              <a:blipFill>
                <a:blip r:embed="rId11"/>
                <a:stretch>
                  <a:fillRect l="-10204" t="-8511" r="-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91213AA-FA79-485A-A501-C6044835B2E7}"/>
                  </a:ext>
                </a:extLst>
              </p:cNvPr>
              <p:cNvSpPr txBox="1"/>
              <p:nvPr/>
            </p:nvSpPr>
            <p:spPr>
              <a:xfrm>
                <a:off x="9233865" y="3729302"/>
                <a:ext cx="273215"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𝑖</m:t>
                          </m:r>
                        </m:sup>
                      </m:sSup>
                    </m:oMath>
                  </m:oMathPara>
                </a14:m>
                <a:endParaRPr lang="zh-CN" altLang="en-US" dirty="0"/>
              </a:p>
            </p:txBody>
          </p:sp>
        </mc:Choice>
        <mc:Fallback xmlns="">
          <p:sp>
            <p:nvSpPr>
              <p:cNvPr id="34" name="文本框 33">
                <a:extLst>
                  <a:ext uri="{FF2B5EF4-FFF2-40B4-BE49-F238E27FC236}">
                    <a16:creationId xmlns:a16="http://schemas.microsoft.com/office/drawing/2014/main" id="{691213AA-FA79-485A-A501-C6044835B2E7}"/>
                  </a:ext>
                </a:extLst>
              </p:cNvPr>
              <p:cNvSpPr txBox="1">
                <a:spLocks noRot="1" noChangeAspect="1" noMove="1" noResize="1" noEditPoints="1" noAdjustHandles="1" noChangeArrowheads="1" noChangeShapeType="1" noTextEdit="1"/>
              </p:cNvSpPr>
              <p:nvPr/>
            </p:nvSpPr>
            <p:spPr>
              <a:xfrm>
                <a:off x="9233865" y="3729302"/>
                <a:ext cx="273215" cy="285912"/>
              </a:xfrm>
              <a:prstGeom prst="rect">
                <a:avLst/>
              </a:prstGeom>
              <a:blipFill>
                <a:blip r:embed="rId12"/>
                <a:stretch>
                  <a:fillRect l="-11111" t="-6383" r="-4444"/>
                </a:stretch>
              </a:blipFill>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90E87E14-5D43-409A-BA9A-A2E42ECF9897}"/>
              </a:ext>
            </a:extLst>
          </p:cNvPr>
          <p:cNvSpPr/>
          <p:nvPr/>
        </p:nvSpPr>
        <p:spPr>
          <a:xfrm>
            <a:off x="233819" y="4823345"/>
            <a:ext cx="7554086" cy="769441"/>
          </a:xfrm>
          <a:prstGeom prst="rect">
            <a:avLst/>
          </a:prstGeom>
        </p:spPr>
        <p:txBody>
          <a:bodyPr wrap="square">
            <a:spAutoFit/>
          </a:bodyPr>
          <a:lstStyle/>
          <a:p>
            <a:pPr marL="285750" indent="-285750">
              <a:buFont typeface="Arial" panose="020B0604020202020204" pitchFamily="34" charset="0"/>
              <a:buChar char="•"/>
            </a:pPr>
            <a:r>
              <a:rPr lang="zh-CN" altLang="en-US" sz="2200" dirty="0"/>
              <a:t>若G(x)中</a:t>
            </a:r>
            <a:r>
              <a:rPr lang="zh-CN" altLang="en-US" sz="2200" b="1" dirty="0">
                <a:solidFill>
                  <a:schemeClr val="accent6"/>
                </a:solidFill>
              </a:rPr>
              <a:t>不含x的因子</a:t>
            </a:r>
            <a:r>
              <a:rPr lang="zh-CN" altLang="en-US" sz="2200" dirty="0"/>
              <a:t>，即G(x)中的常数项为1，则能检测出所有</a:t>
            </a:r>
            <a:r>
              <a:rPr lang="zh-CN" altLang="en-US" sz="2200" b="1" dirty="0">
                <a:solidFill>
                  <a:schemeClr val="accent6"/>
                </a:solidFill>
              </a:rPr>
              <a:t>突发长度</a:t>
            </a:r>
            <a:r>
              <a:rPr lang="en-US" altLang="zh-CN" sz="2200" b="1" dirty="0">
                <a:solidFill>
                  <a:schemeClr val="accent6"/>
                </a:solidFill>
              </a:rPr>
              <a:t>≤ </a:t>
            </a:r>
            <a:r>
              <a:rPr lang="zh-CN" altLang="en-US" sz="2200" b="1" dirty="0">
                <a:solidFill>
                  <a:schemeClr val="accent6"/>
                </a:solidFill>
              </a:rPr>
              <a:t>r的突发错</a:t>
            </a:r>
            <a:r>
              <a:rPr lang="zh-CN" altLang="en-US" sz="2200" dirty="0"/>
              <a:t>：</a:t>
            </a:r>
          </a:p>
        </p:txBody>
      </p:sp>
      <p:graphicFrame>
        <p:nvGraphicFramePr>
          <p:cNvPr id="36" name="Object 3">
            <a:extLst>
              <a:ext uri="{FF2B5EF4-FFF2-40B4-BE49-F238E27FC236}">
                <a16:creationId xmlns:a16="http://schemas.microsoft.com/office/drawing/2014/main" id="{E726125B-194A-44EA-A28C-F864C9E76C9D}"/>
              </a:ext>
            </a:extLst>
          </p:cNvPr>
          <p:cNvGraphicFramePr>
            <a:graphicFrameLocks noChangeAspect="1"/>
          </p:cNvGraphicFramePr>
          <p:nvPr/>
        </p:nvGraphicFramePr>
        <p:xfrm>
          <a:off x="367938" y="5919931"/>
          <a:ext cx="11083983" cy="464952"/>
        </p:xfrm>
        <a:graphic>
          <a:graphicData uri="http://schemas.openxmlformats.org/presentationml/2006/ole">
            <mc:AlternateContent xmlns:mc="http://schemas.openxmlformats.org/markup-compatibility/2006">
              <mc:Choice xmlns:v="urn:schemas-microsoft-com:vml" Requires="v">
                <p:oleObj name="Equation" r:id="rId13" imgW="5422680" imgH="228600" progId="Equation.3">
                  <p:embed/>
                </p:oleObj>
              </mc:Choice>
              <mc:Fallback>
                <p:oleObj name="Equation" r:id="rId13" imgW="5422680" imgH="228600" progId="Equation.3">
                  <p:embed/>
                  <p:pic>
                    <p:nvPicPr>
                      <p:cNvPr id="36" name="Object 3">
                        <a:extLst>
                          <a:ext uri="{FF2B5EF4-FFF2-40B4-BE49-F238E27FC236}">
                            <a16:creationId xmlns:a16="http://schemas.microsoft.com/office/drawing/2014/main" id="{E726125B-194A-44EA-A28C-F864C9E76C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7938" y="5919931"/>
                        <a:ext cx="11083983" cy="464952"/>
                      </a:xfrm>
                      <a:prstGeom prst="rect">
                        <a:avLst/>
                      </a:prstGeom>
                      <a:solidFill>
                        <a:srgbClr val="FFFFCC"/>
                      </a:solidFill>
                      <a:ln w="28575">
                        <a:solidFill>
                          <a:srgbClr val="FF3300"/>
                        </a:solidFill>
                        <a:miter lim="800000"/>
                        <a:headEnd/>
                        <a:tailEnd/>
                      </a:ln>
                    </p:spPr>
                  </p:pic>
                </p:oleObj>
              </mc:Fallback>
            </mc:AlternateContent>
          </a:graphicData>
        </a:graphic>
      </p:graphicFrame>
      <p:sp>
        <p:nvSpPr>
          <p:cNvPr id="37" name="Text Box 11">
            <a:extLst>
              <a:ext uri="{FF2B5EF4-FFF2-40B4-BE49-F238E27FC236}">
                <a16:creationId xmlns:a16="http://schemas.microsoft.com/office/drawing/2014/main" id="{5EAC3746-9ABE-4E55-A650-B1A1E238BB01}"/>
              </a:ext>
            </a:extLst>
          </p:cNvPr>
          <p:cNvSpPr txBox="1">
            <a:spLocks noChangeArrowheads="1"/>
          </p:cNvSpPr>
          <p:nvPr/>
        </p:nvSpPr>
        <p:spPr bwMode="auto">
          <a:xfrm>
            <a:off x="4265748" y="5386988"/>
            <a:ext cx="4341898" cy="371513"/>
          </a:xfrm>
          <a:prstGeom prst="rect">
            <a:avLst/>
          </a:prstGeom>
          <a:noFill/>
          <a:ln w="28575">
            <a:noFill/>
            <a:miter lim="800000"/>
            <a:headEnd/>
            <a:tailEnd/>
          </a:ln>
        </p:spPr>
        <p:txBody>
          <a:bodyPr wrap="square" lIns="90000" tIns="46800" rIns="90000" bIns="46800">
            <a:spAutoFit/>
          </a:bodyPr>
          <a:lstStyle/>
          <a:p>
            <a:pPr>
              <a:spcBef>
                <a:spcPct val="50000"/>
              </a:spcBef>
            </a:pPr>
            <a:r>
              <a:rPr lang="zh-CN" altLang="en-US" b="1" dirty="0">
                <a:solidFill>
                  <a:srgbClr val="FF3300"/>
                </a:solidFill>
              </a:rPr>
              <a:t>注意</a:t>
            </a:r>
            <a:r>
              <a:rPr lang="en-US" altLang="zh-CN" b="1" dirty="0">
                <a:solidFill>
                  <a:srgbClr val="FF3300"/>
                </a:solidFill>
              </a:rPr>
              <a:t>G(x)</a:t>
            </a:r>
            <a:r>
              <a:rPr lang="zh-CN" altLang="en-US" b="1" dirty="0">
                <a:solidFill>
                  <a:srgbClr val="FF3300"/>
                </a:solidFill>
              </a:rPr>
              <a:t>为</a:t>
            </a:r>
            <a:r>
              <a:rPr lang="en-US" altLang="zh-CN" b="1" dirty="0">
                <a:solidFill>
                  <a:srgbClr val="FF3300"/>
                </a:solidFill>
              </a:rPr>
              <a:t>r</a:t>
            </a:r>
            <a:r>
              <a:rPr lang="zh-CN" altLang="en-US" b="1" dirty="0">
                <a:solidFill>
                  <a:srgbClr val="FF3300"/>
                </a:solidFill>
              </a:rPr>
              <a:t>次多项式</a:t>
            </a:r>
            <a:r>
              <a:rPr lang="en-US" altLang="zh-CN" b="1" dirty="0">
                <a:solidFill>
                  <a:srgbClr val="FF3300"/>
                </a:solidFill>
                <a:sym typeface="Wingdings" pitchFamily="2" charset="2"/>
              </a:rPr>
              <a:t> E(x)/G(x) ≠ 0</a:t>
            </a:r>
            <a:endParaRPr lang="en-US" altLang="zh-CN" b="1" dirty="0">
              <a:solidFill>
                <a:srgbClr val="FF3300"/>
              </a:solidFill>
            </a:endParaRPr>
          </a:p>
        </p:txBody>
      </p:sp>
      <p:graphicFrame>
        <p:nvGraphicFramePr>
          <p:cNvPr id="38" name="表格 37">
            <a:extLst>
              <a:ext uri="{FF2B5EF4-FFF2-40B4-BE49-F238E27FC236}">
                <a16:creationId xmlns:a16="http://schemas.microsoft.com/office/drawing/2014/main" id="{93608B2F-5F50-4345-B3DB-1E9F360C0BC2}"/>
              </a:ext>
            </a:extLst>
          </p:cNvPr>
          <p:cNvGraphicFramePr>
            <a:graphicFrameLocks noGrp="1"/>
          </p:cNvGraphicFramePr>
          <p:nvPr/>
        </p:nvGraphicFramePr>
        <p:xfrm>
          <a:off x="8456810" y="4924715"/>
          <a:ext cx="3540760" cy="3657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646602905"/>
                    </a:ext>
                  </a:extLst>
                </a:gridCol>
                <a:gridCol w="208280">
                  <a:extLst>
                    <a:ext uri="{9D8B030D-6E8A-4147-A177-3AD203B41FA5}">
                      <a16:colId xmlns:a16="http://schemas.microsoft.com/office/drawing/2014/main" val="819902348"/>
                    </a:ext>
                  </a:extLst>
                </a:gridCol>
                <a:gridCol w="208280">
                  <a:extLst>
                    <a:ext uri="{9D8B030D-6E8A-4147-A177-3AD203B41FA5}">
                      <a16:colId xmlns:a16="http://schemas.microsoft.com/office/drawing/2014/main" val="1405077878"/>
                    </a:ext>
                  </a:extLst>
                </a:gridCol>
                <a:gridCol w="208280">
                  <a:extLst>
                    <a:ext uri="{9D8B030D-6E8A-4147-A177-3AD203B41FA5}">
                      <a16:colId xmlns:a16="http://schemas.microsoft.com/office/drawing/2014/main" val="2561255159"/>
                    </a:ext>
                  </a:extLst>
                </a:gridCol>
                <a:gridCol w="208280">
                  <a:extLst>
                    <a:ext uri="{9D8B030D-6E8A-4147-A177-3AD203B41FA5}">
                      <a16:colId xmlns:a16="http://schemas.microsoft.com/office/drawing/2014/main" val="1332465412"/>
                    </a:ext>
                  </a:extLst>
                </a:gridCol>
                <a:gridCol w="208280">
                  <a:extLst>
                    <a:ext uri="{9D8B030D-6E8A-4147-A177-3AD203B41FA5}">
                      <a16:colId xmlns:a16="http://schemas.microsoft.com/office/drawing/2014/main" val="3328951489"/>
                    </a:ext>
                  </a:extLst>
                </a:gridCol>
                <a:gridCol w="208280">
                  <a:extLst>
                    <a:ext uri="{9D8B030D-6E8A-4147-A177-3AD203B41FA5}">
                      <a16:colId xmlns:a16="http://schemas.microsoft.com/office/drawing/2014/main" val="2592691977"/>
                    </a:ext>
                  </a:extLst>
                </a:gridCol>
                <a:gridCol w="208280">
                  <a:extLst>
                    <a:ext uri="{9D8B030D-6E8A-4147-A177-3AD203B41FA5}">
                      <a16:colId xmlns:a16="http://schemas.microsoft.com/office/drawing/2014/main" val="3668721205"/>
                    </a:ext>
                  </a:extLst>
                </a:gridCol>
                <a:gridCol w="208280">
                  <a:extLst>
                    <a:ext uri="{9D8B030D-6E8A-4147-A177-3AD203B41FA5}">
                      <a16:colId xmlns:a16="http://schemas.microsoft.com/office/drawing/2014/main" val="401197580"/>
                    </a:ext>
                  </a:extLst>
                </a:gridCol>
                <a:gridCol w="208280">
                  <a:extLst>
                    <a:ext uri="{9D8B030D-6E8A-4147-A177-3AD203B41FA5}">
                      <a16:colId xmlns:a16="http://schemas.microsoft.com/office/drawing/2014/main" val="2896837407"/>
                    </a:ext>
                  </a:extLst>
                </a:gridCol>
                <a:gridCol w="208280">
                  <a:extLst>
                    <a:ext uri="{9D8B030D-6E8A-4147-A177-3AD203B41FA5}">
                      <a16:colId xmlns:a16="http://schemas.microsoft.com/office/drawing/2014/main" val="401027558"/>
                    </a:ext>
                  </a:extLst>
                </a:gridCol>
                <a:gridCol w="208280">
                  <a:extLst>
                    <a:ext uri="{9D8B030D-6E8A-4147-A177-3AD203B41FA5}">
                      <a16:colId xmlns:a16="http://schemas.microsoft.com/office/drawing/2014/main" val="1799088070"/>
                    </a:ext>
                  </a:extLst>
                </a:gridCol>
                <a:gridCol w="208280">
                  <a:extLst>
                    <a:ext uri="{9D8B030D-6E8A-4147-A177-3AD203B41FA5}">
                      <a16:colId xmlns:a16="http://schemas.microsoft.com/office/drawing/2014/main" val="820845603"/>
                    </a:ext>
                  </a:extLst>
                </a:gridCol>
                <a:gridCol w="208280">
                  <a:extLst>
                    <a:ext uri="{9D8B030D-6E8A-4147-A177-3AD203B41FA5}">
                      <a16:colId xmlns:a16="http://schemas.microsoft.com/office/drawing/2014/main" val="1321882789"/>
                    </a:ext>
                  </a:extLst>
                </a:gridCol>
                <a:gridCol w="208280">
                  <a:extLst>
                    <a:ext uri="{9D8B030D-6E8A-4147-A177-3AD203B41FA5}">
                      <a16:colId xmlns:a16="http://schemas.microsoft.com/office/drawing/2014/main" val="1223340311"/>
                    </a:ext>
                  </a:extLst>
                </a:gridCol>
                <a:gridCol w="208280">
                  <a:extLst>
                    <a:ext uri="{9D8B030D-6E8A-4147-A177-3AD203B41FA5}">
                      <a16:colId xmlns:a16="http://schemas.microsoft.com/office/drawing/2014/main" val="2970633780"/>
                    </a:ext>
                  </a:extLst>
                </a:gridCol>
                <a:gridCol w="208280">
                  <a:extLst>
                    <a:ext uri="{9D8B030D-6E8A-4147-A177-3AD203B41FA5}">
                      <a16:colId xmlns:a16="http://schemas.microsoft.com/office/drawing/2014/main" val="279370757"/>
                    </a:ext>
                  </a:extLst>
                </a:gridCol>
              </a:tblGrid>
              <a:tr h="324000">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6950571"/>
                  </a:ext>
                </a:extLst>
              </a:tr>
            </a:tbl>
          </a:graphicData>
        </a:graphic>
      </p:graphicFrame>
      <p:sp>
        <p:nvSpPr>
          <p:cNvPr id="39" name="文本框 38">
            <a:extLst>
              <a:ext uri="{FF2B5EF4-FFF2-40B4-BE49-F238E27FC236}">
                <a16:creationId xmlns:a16="http://schemas.microsoft.com/office/drawing/2014/main" id="{D1F22DDC-0160-43F4-B531-6E0FE721D8A8}"/>
              </a:ext>
            </a:extLst>
          </p:cNvPr>
          <p:cNvSpPr txBox="1"/>
          <p:nvPr/>
        </p:nvSpPr>
        <p:spPr>
          <a:xfrm>
            <a:off x="11775395" y="5274040"/>
            <a:ext cx="149605" cy="369332"/>
          </a:xfrm>
          <a:prstGeom prst="rect">
            <a:avLst/>
          </a:prstGeom>
          <a:noFill/>
        </p:spPr>
        <p:txBody>
          <a:bodyPr wrap="square" rtlCol="0">
            <a:spAutoFit/>
          </a:bodyPr>
          <a:lstStyle/>
          <a:p>
            <a:r>
              <a:rPr lang="en-US" altLang="zh-CN" dirty="0"/>
              <a:t>0</a:t>
            </a:r>
            <a:endParaRPr lang="zh-CN" altLang="en-US" dirty="0"/>
          </a:p>
        </p:txBody>
      </p:sp>
      <p:sp>
        <p:nvSpPr>
          <p:cNvPr id="40" name="文本框 39">
            <a:extLst>
              <a:ext uri="{FF2B5EF4-FFF2-40B4-BE49-F238E27FC236}">
                <a16:creationId xmlns:a16="http://schemas.microsoft.com/office/drawing/2014/main" id="{9E206394-1FB4-4DA5-BD87-4A5505740058}"/>
              </a:ext>
            </a:extLst>
          </p:cNvPr>
          <p:cNvSpPr txBox="1"/>
          <p:nvPr/>
        </p:nvSpPr>
        <p:spPr>
          <a:xfrm>
            <a:off x="8255676" y="5276397"/>
            <a:ext cx="776517" cy="369332"/>
          </a:xfrm>
          <a:prstGeom prst="rect">
            <a:avLst/>
          </a:prstGeom>
          <a:noFill/>
        </p:spPr>
        <p:txBody>
          <a:bodyPr wrap="square" rtlCol="0">
            <a:spAutoFit/>
          </a:bodyPr>
          <a:lstStyle/>
          <a:p>
            <a:r>
              <a:rPr lang="en-US" altLang="zh-CN" dirty="0"/>
              <a:t>n-1</a:t>
            </a:r>
            <a:endParaRPr lang="zh-CN" altLang="en-US" dirty="0"/>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63035E3A-4CC5-4CB7-A2A2-6FF92AE5494E}"/>
                  </a:ext>
                </a:extLst>
              </p:cNvPr>
              <p:cNvSpPr txBox="1"/>
              <p:nvPr/>
            </p:nvSpPr>
            <p:spPr>
              <a:xfrm>
                <a:off x="10752136" y="4608034"/>
                <a:ext cx="297774"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𝑗</m:t>
                          </m:r>
                        </m:sup>
                      </m:sSup>
                    </m:oMath>
                  </m:oMathPara>
                </a14:m>
                <a:endParaRPr lang="zh-CN" altLang="en-US" dirty="0"/>
              </a:p>
            </p:txBody>
          </p:sp>
        </mc:Choice>
        <mc:Fallback xmlns="">
          <p:sp>
            <p:nvSpPr>
              <p:cNvPr id="41" name="文本框 40">
                <a:extLst>
                  <a:ext uri="{FF2B5EF4-FFF2-40B4-BE49-F238E27FC236}">
                    <a16:creationId xmlns:a16="http://schemas.microsoft.com/office/drawing/2014/main" id="{63035E3A-4CC5-4CB7-A2A2-6FF92AE5494E}"/>
                  </a:ext>
                </a:extLst>
              </p:cNvPr>
              <p:cNvSpPr txBox="1">
                <a:spLocks noRot="1" noChangeAspect="1" noMove="1" noResize="1" noEditPoints="1" noAdjustHandles="1" noChangeArrowheads="1" noChangeShapeType="1" noTextEdit="1"/>
              </p:cNvSpPr>
              <p:nvPr/>
            </p:nvSpPr>
            <p:spPr>
              <a:xfrm>
                <a:off x="10752136" y="4608034"/>
                <a:ext cx="297774" cy="285912"/>
              </a:xfrm>
              <a:prstGeom prst="rect">
                <a:avLst/>
              </a:prstGeom>
              <a:blipFill>
                <a:blip r:embed="rId15"/>
                <a:stretch>
                  <a:fillRect l="-10204" t="-8511" r="-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5A0FD7F-83E2-4FFF-8D23-5F45FFF0F3DC}"/>
                  </a:ext>
                </a:extLst>
              </p:cNvPr>
              <p:cNvSpPr txBox="1"/>
              <p:nvPr/>
            </p:nvSpPr>
            <p:spPr>
              <a:xfrm>
                <a:off x="9270153" y="4592899"/>
                <a:ext cx="273215"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𝑖</m:t>
                          </m:r>
                        </m:sup>
                      </m:sSup>
                    </m:oMath>
                  </m:oMathPara>
                </a14:m>
                <a:endParaRPr lang="zh-CN" altLang="en-US" dirty="0"/>
              </a:p>
            </p:txBody>
          </p:sp>
        </mc:Choice>
        <mc:Fallback xmlns="">
          <p:sp>
            <p:nvSpPr>
              <p:cNvPr id="42" name="文本框 41">
                <a:extLst>
                  <a:ext uri="{FF2B5EF4-FFF2-40B4-BE49-F238E27FC236}">
                    <a16:creationId xmlns:a16="http://schemas.microsoft.com/office/drawing/2014/main" id="{05A0FD7F-83E2-4FFF-8D23-5F45FFF0F3DC}"/>
                  </a:ext>
                </a:extLst>
              </p:cNvPr>
              <p:cNvSpPr txBox="1">
                <a:spLocks noRot="1" noChangeAspect="1" noMove="1" noResize="1" noEditPoints="1" noAdjustHandles="1" noChangeArrowheads="1" noChangeShapeType="1" noTextEdit="1"/>
              </p:cNvSpPr>
              <p:nvPr/>
            </p:nvSpPr>
            <p:spPr>
              <a:xfrm>
                <a:off x="9270153" y="4592899"/>
                <a:ext cx="273215" cy="285912"/>
              </a:xfrm>
              <a:prstGeom prst="rect">
                <a:avLst/>
              </a:prstGeom>
              <a:blipFill>
                <a:blip r:embed="rId16"/>
                <a:stretch>
                  <a:fillRect l="-11111" t="-4255" r="-44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31494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E730CE-FE6C-4D65-B1C7-6B44391A75AF}"/>
              </a:ext>
            </a:extLst>
          </p:cNvPr>
          <p:cNvSpPr>
            <a:spLocks noGrp="1"/>
          </p:cNvSpPr>
          <p:nvPr>
            <p:ph type="title"/>
          </p:nvPr>
        </p:nvSpPr>
        <p:spPr/>
        <p:txBody>
          <a:bodyPr/>
          <a:lstStyle/>
          <a:p>
            <a:r>
              <a:rPr lang="zh-CN" altLang="en-US" dirty="0"/>
              <a:t>循环冗余码</a:t>
            </a:r>
            <a:r>
              <a:rPr lang="en-US" altLang="zh-CN" dirty="0"/>
              <a:t>CRC</a:t>
            </a:r>
            <a:r>
              <a:rPr lang="zh-CN" altLang="en-US" dirty="0"/>
              <a:t>：一个好的生成多项式</a:t>
            </a:r>
          </a:p>
        </p:txBody>
      </p:sp>
      <p:sp>
        <p:nvSpPr>
          <p:cNvPr id="3" name="内容占位符 2">
            <a:extLst>
              <a:ext uri="{FF2B5EF4-FFF2-40B4-BE49-F238E27FC236}">
                <a16:creationId xmlns:a16="http://schemas.microsoft.com/office/drawing/2014/main" id="{9AD344D1-0B66-42D9-98C0-1C5643B9F2F2}"/>
              </a:ext>
            </a:extLst>
          </p:cNvPr>
          <p:cNvSpPr>
            <a:spLocks noGrp="1"/>
          </p:cNvSpPr>
          <p:nvPr>
            <p:ph idx="1"/>
          </p:nvPr>
        </p:nvSpPr>
        <p:spPr/>
        <p:txBody>
          <a:bodyPr/>
          <a:lstStyle/>
          <a:p>
            <a:pPr marL="285750" indent="-285750"/>
            <a:r>
              <a:rPr lang="zh-CN" altLang="en-US" sz="2400" dirty="0"/>
              <a:t>若G(x)中不含x的因子，即G(x)中的常数项为1，则</a:t>
            </a:r>
            <a:endParaRPr lang="en-US" altLang="zh-CN" sz="2400" dirty="0"/>
          </a:p>
          <a:p>
            <a:pPr marL="742950" lvl="1" indent="-285750"/>
            <a:r>
              <a:rPr lang="zh-CN" altLang="en-US" sz="2400" dirty="0"/>
              <a:t>对突发长度为</a:t>
            </a:r>
            <a:r>
              <a:rPr lang="en-US" altLang="zh-CN" sz="2400" dirty="0"/>
              <a:t>r+1</a:t>
            </a:r>
            <a:r>
              <a:rPr lang="zh-CN" altLang="en-US" sz="2400" dirty="0"/>
              <a:t>的突发错误的漏检率为</a:t>
            </a:r>
            <a:r>
              <a:rPr lang="en-US" altLang="zh-CN" sz="2400" dirty="0"/>
              <a:t>2</a:t>
            </a:r>
            <a:r>
              <a:rPr lang="en-US" altLang="zh-CN" sz="2400" baseline="30000" dirty="0"/>
              <a:t>-(r-1)</a:t>
            </a:r>
          </a:p>
          <a:p>
            <a:pPr marL="742950" lvl="1" indent="-285750"/>
            <a:r>
              <a:rPr lang="zh-CN" altLang="en-US" sz="2400" dirty="0"/>
              <a:t>对突发长度</a:t>
            </a:r>
            <a:r>
              <a:rPr lang="en-US" altLang="zh-CN" sz="2400" dirty="0"/>
              <a:t>b(b&gt;r+1)</a:t>
            </a:r>
            <a:r>
              <a:rPr lang="zh-CN" altLang="en-US" sz="2400" dirty="0"/>
              <a:t>的突发错误的漏检率为</a:t>
            </a:r>
            <a:r>
              <a:rPr lang="en-US" altLang="zh-CN" sz="2400" dirty="0"/>
              <a:t>2</a:t>
            </a:r>
            <a:r>
              <a:rPr lang="en-US" altLang="zh-CN" sz="2400" baseline="30000" dirty="0"/>
              <a:t>-r</a:t>
            </a:r>
            <a:endParaRPr lang="zh-CN" altLang="en-US" sz="2400" baseline="30000" dirty="0"/>
          </a:p>
          <a:p>
            <a:endParaRPr lang="zh-CN" altLang="en-US" dirty="0"/>
          </a:p>
        </p:txBody>
      </p:sp>
      <mc:AlternateContent xmlns:mc="http://schemas.openxmlformats.org/markup-compatibility/2006" xmlns:a14="http://schemas.microsoft.com/office/drawing/2010/main">
        <mc:Choice Requires="a14">
          <p:sp>
            <p:nvSpPr>
              <p:cNvPr id="25" name="Object 2">
                <a:extLst>
                  <a:ext uri="{FF2B5EF4-FFF2-40B4-BE49-F238E27FC236}">
                    <a16:creationId xmlns:a16="http://schemas.microsoft.com/office/drawing/2014/main" id="{DD24546B-F751-45CA-BD81-C799996D259F}"/>
                  </a:ext>
                </a:extLst>
              </p:cNvPr>
              <p:cNvSpPr txBox="1"/>
              <p:nvPr/>
            </p:nvSpPr>
            <p:spPr bwMode="auto">
              <a:xfrm>
                <a:off x="325434" y="2171381"/>
                <a:ext cx="11407189" cy="1669165"/>
              </a:xfrm>
              <a:prstGeom prst="rect">
                <a:avLst/>
              </a:prstGeom>
              <a:solidFill>
                <a:srgbClr val="FFFFCC"/>
              </a:solidFill>
              <a:ln w="28575">
                <a:solidFill>
                  <a:srgbClr val="FF3300"/>
                </a:solidFill>
                <a:miter lim="800000"/>
                <a:headEnd/>
                <a:tailEnd/>
              </a:ln>
            </p:spPr>
            <p:txBody>
              <a:bodyPr>
                <a:no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突发长度为</m:t>
                      </m:r>
                      <m:r>
                        <m:rPr>
                          <m:sty m:val="p"/>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的突发错误对应的差错多项式</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为</m:t>
                      </m:r>
                      <m:r>
                        <a:rPr lang="zh-CN" altLang="en-US" sz="2400" i="0">
                          <a:solidFill>
                            <a:srgbClr val="000000"/>
                          </a:solidFill>
                          <a:latin typeface="Cambria Math" panose="02040503050406030204" pitchFamily="18" charset="0"/>
                        </a:rPr>
                        <m:t>:</m:t>
                      </m:r>
                    </m:oMath>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𝑖</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𝑟</m:t>
                          </m:r>
                        </m:sup>
                      </m:sSup>
                      <m:r>
                        <a:rPr lang="zh-CN" altLang="en-US" sz="2400" i="1">
                          <a:solidFill>
                            <a:srgbClr val="000000"/>
                          </a:solidFill>
                          <a:latin typeface="Cambria Math" panose="02040503050406030204" pitchFamily="18" charset="0"/>
                        </a:rPr>
                        <m:t>+⋯+1)</m:t>
                      </m:r>
                    </m:oMath>
                    <m:oMath xmlns:m="http://schemas.openxmlformats.org/officeDocument/2006/math">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的唯一可能是</m:t>
                      </m:r>
                      <m:r>
                        <a:rPr lang="zh-CN" altLang="en-US" sz="2400" i="1">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𝑟</m:t>
                          </m:r>
                        </m:sup>
                      </m:sSup>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oMath>
                    <m:oMath xmlns:m="http://schemas.openxmlformats.org/officeDocument/2006/math">
                      <m:r>
                        <a:rPr lang="zh-CN" altLang="en-US" sz="2400" i="1">
                          <a:solidFill>
                            <a:srgbClr val="000000"/>
                          </a:solidFill>
                          <a:latin typeface="Cambria Math" panose="02040503050406030204" pitchFamily="18" charset="0"/>
                        </a:rPr>
                        <m:t>𝑟</m:t>
                      </m:r>
                      <m:r>
                        <a:rPr lang="zh-CN" altLang="en-US" sz="2400" i="1">
                          <a:solidFill>
                            <a:srgbClr val="000000"/>
                          </a:solidFill>
                          <a:latin typeface="Cambria Math" panose="02040503050406030204" pitchFamily="18" charset="0"/>
                        </a:rPr>
                        <m:t>次多项式</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𝑟</m:t>
                          </m:r>
                        </m:sup>
                      </m:sSup>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有</m:t>
                      </m:r>
                      <m:sSup>
                        <m:sSupPr>
                          <m:ctrlPr>
                            <a:rPr lang="zh-CN" altLang="en-US" sz="2400" i="1">
                              <a:solidFill>
                                <a:srgbClr val="000000"/>
                              </a:solidFill>
                              <a:latin typeface="Cambria Math" panose="02040503050406030204" pitchFamily="18" charset="0"/>
                            </a:rPr>
                          </m:ctrlPr>
                        </m:sSupPr>
                        <m:e>
                          <m:r>
                            <a:rPr lang="zh-CN" altLang="en-US" sz="2400" i="0">
                              <a:solidFill>
                                <a:srgbClr val="000000"/>
                              </a:solidFill>
                              <a:latin typeface="Cambria Math" panose="02040503050406030204" pitchFamily="18" charset="0"/>
                            </a:rPr>
                            <m:t>2</m:t>
                          </m:r>
                        </m:e>
                        <m:sup>
                          <m:r>
                            <a:rPr lang="zh-CN" altLang="en-US" sz="2400" i="1">
                              <a:solidFill>
                                <a:srgbClr val="000000"/>
                              </a:solidFill>
                              <a:latin typeface="Cambria Math" panose="02040503050406030204" pitchFamily="18" charset="0"/>
                            </a:rPr>
                            <m:t>𝑟</m:t>
                          </m:r>
                          <m:r>
                            <a:rPr lang="zh-CN" altLang="en-US" sz="2400" i="1">
                              <a:solidFill>
                                <a:srgbClr val="000000"/>
                              </a:solidFill>
                              <a:latin typeface="Cambria Math" panose="02040503050406030204" pitchFamily="18" charset="0"/>
                            </a:rPr>
                            <m:t>−1</m:t>
                          </m:r>
                        </m:sup>
                      </m:sSup>
                      <m:r>
                        <a:rPr lang="zh-CN" altLang="en-US" sz="2400" i="1">
                          <a:solidFill>
                            <a:srgbClr val="000000"/>
                          </a:solidFill>
                          <a:latin typeface="Cambria Math" panose="02040503050406030204" pitchFamily="18" charset="0"/>
                        </a:rPr>
                        <m:t>个，其中只有一个检测不出，所以漏检率</m:t>
                      </m:r>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0">
                              <a:solidFill>
                                <a:srgbClr val="000000"/>
                              </a:solidFill>
                              <a:latin typeface="Cambria Math" panose="02040503050406030204" pitchFamily="18" charset="0"/>
                            </a:rPr>
                            <m:t>2</m:t>
                          </m:r>
                        </m:e>
                        <m:sup>
                          <m:r>
                            <a:rPr lang="zh-CN" altLang="en-US" sz="2400" i="1">
                              <a:solidFill>
                                <a:srgbClr val="000000"/>
                              </a:solidFill>
                              <a:latin typeface="Cambria Math" panose="02040503050406030204" pitchFamily="18" charset="0"/>
                            </a:rPr>
                            <m:t>𝑟</m:t>
                          </m:r>
                          <m:r>
                            <a:rPr lang="zh-CN" altLang="en-US" sz="2400" i="1">
                              <a:solidFill>
                                <a:srgbClr val="000000"/>
                              </a:solidFill>
                              <a:latin typeface="Cambria Math" panose="02040503050406030204" pitchFamily="18" charset="0"/>
                            </a:rPr>
                            <m:t>−1</m:t>
                          </m:r>
                        </m:sup>
                      </m:sSup>
                    </m:oMath>
                  </m:oMathPara>
                </a14:m>
                <a:endParaRPr lang="zh-CN" altLang="en-US" sz="2400" dirty="0"/>
              </a:p>
            </p:txBody>
          </p:sp>
        </mc:Choice>
        <mc:Fallback xmlns="">
          <p:sp>
            <p:nvSpPr>
              <p:cNvPr id="25" name="Object 2">
                <a:extLst>
                  <a:ext uri="{FF2B5EF4-FFF2-40B4-BE49-F238E27FC236}">
                    <a16:creationId xmlns:a16="http://schemas.microsoft.com/office/drawing/2014/main" id="{DD24546B-F751-45CA-BD81-C799996D259F}"/>
                  </a:ext>
                </a:extLst>
              </p:cNvPr>
              <p:cNvSpPr txBox="1">
                <a:spLocks noRot="1" noChangeAspect="1" noMove="1" noResize="1" noEditPoints="1" noAdjustHandles="1" noChangeArrowheads="1" noChangeShapeType="1" noTextEdit="1"/>
              </p:cNvSpPr>
              <p:nvPr/>
            </p:nvSpPr>
            <p:spPr bwMode="auto">
              <a:xfrm>
                <a:off x="325434" y="2171381"/>
                <a:ext cx="11407189" cy="1669165"/>
              </a:xfrm>
              <a:prstGeom prst="rect">
                <a:avLst/>
              </a:prstGeom>
              <a:blipFill>
                <a:blip r:embed="rId2"/>
                <a:stretch>
                  <a:fillRect/>
                </a:stretch>
              </a:blipFill>
              <a:ln w="28575">
                <a:solidFill>
                  <a:srgbClr val="FF3300"/>
                </a:solidFill>
                <a:miter lim="800000"/>
                <a:headEnd/>
                <a:tailEnd/>
              </a:ln>
            </p:spPr>
            <p:txBody>
              <a:bodyPr/>
              <a:lstStyle/>
              <a:p>
                <a:r>
                  <a:rPr lang="zh-CN" altLang="en-US">
                    <a:noFill/>
                  </a:rPr>
                  <a:t> </a:t>
                </a:r>
              </a:p>
            </p:txBody>
          </p:sp>
        </mc:Fallback>
      </mc:AlternateContent>
      <p:sp>
        <p:nvSpPr>
          <p:cNvPr id="26" name="Text Box 8">
            <a:extLst>
              <a:ext uri="{FF2B5EF4-FFF2-40B4-BE49-F238E27FC236}">
                <a16:creationId xmlns:a16="http://schemas.microsoft.com/office/drawing/2014/main" id="{3F129223-C434-42C8-8394-9D7ADA18F96D}"/>
              </a:ext>
            </a:extLst>
          </p:cNvPr>
          <p:cNvSpPr txBox="1">
            <a:spLocks noChangeArrowheads="1"/>
          </p:cNvSpPr>
          <p:nvPr/>
        </p:nvSpPr>
        <p:spPr bwMode="auto">
          <a:xfrm>
            <a:off x="8916987" y="2273028"/>
            <a:ext cx="2832100" cy="371513"/>
          </a:xfrm>
          <a:prstGeom prst="rect">
            <a:avLst/>
          </a:prstGeom>
          <a:noFill/>
          <a:ln w="28575">
            <a:noFill/>
            <a:miter lim="800000"/>
            <a:headEnd/>
            <a:tailEnd/>
          </a:ln>
        </p:spPr>
        <p:txBody>
          <a:bodyPr lIns="90000" tIns="46800" rIns="90000" bIns="46800">
            <a:spAutoFit/>
          </a:bodyPr>
          <a:lstStyle/>
          <a:p>
            <a:pPr>
              <a:spcBef>
                <a:spcPct val="50000"/>
              </a:spcBef>
            </a:pPr>
            <a:r>
              <a:rPr lang="zh-CN" altLang="en-US" b="1" dirty="0">
                <a:solidFill>
                  <a:srgbClr val="FF3300"/>
                </a:solidFill>
              </a:rPr>
              <a:t>注意</a:t>
            </a:r>
            <a:r>
              <a:rPr lang="en-US" altLang="zh-CN" b="1" dirty="0">
                <a:solidFill>
                  <a:srgbClr val="FF3300"/>
                </a:solidFill>
              </a:rPr>
              <a:t>G(x)</a:t>
            </a:r>
            <a:r>
              <a:rPr lang="zh-CN" altLang="en-US" b="1" dirty="0">
                <a:solidFill>
                  <a:srgbClr val="FF3300"/>
                </a:solidFill>
              </a:rPr>
              <a:t>为</a:t>
            </a:r>
            <a:r>
              <a:rPr lang="en-US" altLang="zh-CN" b="1" dirty="0">
                <a:solidFill>
                  <a:srgbClr val="FF3300"/>
                </a:solidFill>
              </a:rPr>
              <a:t>r</a:t>
            </a:r>
            <a:r>
              <a:rPr lang="zh-CN" altLang="en-US" b="1" dirty="0">
                <a:solidFill>
                  <a:srgbClr val="FF3300"/>
                </a:solidFill>
              </a:rPr>
              <a:t>次多项式</a:t>
            </a:r>
            <a:endParaRPr lang="en-US" altLang="zh-CN" b="1" dirty="0">
              <a:solidFill>
                <a:srgbClr val="FF3300"/>
              </a:solidFill>
            </a:endParaRPr>
          </a:p>
        </p:txBody>
      </p:sp>
      <mc:AlternateContent xmlns:mc="http://schemas.openxmlformats.org/markup-compatibility/2006" xmlns:a14="http://schemas.microsoft.com/office/drawing/2010/main">
        <mc:Choice Requires="a14">
          <p:sp>
            <p:nvSpPr>
              <p:cNvPr id="27" name="Object 3">
                <a:extLst>
                  <a:ext uri="{FF2B5EF4-FFF2-40B4-BE49-F238E27FC236}">
                    <a16:creationId xmlns:a16="http://schemas.microsoft.com/office/drawing/2014/main" id="{2261A64E-B385-482A-BCAB-6E355CDB91E6}"/>
                  </a:ext>
                </a:extLst>
              </p:cNvPr>
              <p:cNvSpPr txBox="1"/>
              <p:nvPr/>
            </p:nvSpPr>
            <p:spPr bwMode="auto">
              <a:xfrm>
                <a:off x="325434" y="4065802"/>
                <a:ext cx="9288463" cy="2389562"/>
              </a:xfrm>
              <a:prstGeom prst="rect">
                <a:avLst/>
              </a:prstGeom>
              <a:solidFill>
                <a:srgbClr val="FFFFCC"/>
              </a:solidFill>
              <a:ln w="28575">
                <a:solidFill>
                  <a:srgbClr val="FF3300"/>
                </a:solidFill>
                <a:miter lim="800000"/>
                <a:headEnd/>
                <a:tailEnd/>
              </a:ln>
            </p:spPr>
            <p:txBody>
              <a:bodyPr>
                <a:noAutofit/>
              </a:bodyPr>
              <a:lstStyle/>
              <a:p>
                <a:pPr/>
                <a14:m>
                  <m:oMath xmlns:m="http://schemas.openxmlformats.org/officeDocument/2006/math">
                    <m:r>
                      <a:rPr lang="zh-CN" altLang="en-US" sz="2400" i="1">
                        <a:solidFill>
                          <a:srgbClr val="000000"/>
                        </a:solidFill>
                        <a:latin typeface="Cambria Math" panose="02040503050406030204" pitchFamily="18" charset="0"/>
                      </a:rPr>
                      <m:t>突发长度为</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&gt;</m:t>
                    </m:r>
                    <m:r>
                      <m:rPr>
                        <m:sty m:val="p"/>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的突发错误对应的差错多项式</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为</m:t>
                    </m:r>
                    <m:r>
                      <a:rPr lang="zh-CN" altLang="en-US" sz="2400" i="0">
                        <a:solidFill>
                          <a:srgbClr val="000000"/>
                        </a:solidFill>
                        <a:latin typeface="Cambria Math" panose="02040503050406030204" pitchFamily="18" charset="0"/>
                      </a:rPr>
                      <m:t>:</m:t>
                    </m:r>
                  </m:oMath>
                </a14:m>
                <a:r>
                  <a:rPr lang="zh-CN" altLang="en-US" sz="2400" i="0" dirty="0">
                    <a:solidFill>
                      <a:srgbClr val="000000"/>
                    </a:solidFill>
                    <a:latin typeface="Cambria Math" panose="02040503050406030204" pitchFamily="18" charset="0"/>
                  </a:rPr>
                  <a:t>   </a:t>
                </a:r>
                <a:r>
                  <a:rPr lang="en-US" altLang="zh-CN" sz="2400" i="0" dirty="0">
                    <a:solidFill>
                      <a:srgbClr val="000000"/>
                    </a:solidFill>
                    <a:latin typeface="Cambria Math" panose="02040503050406030204" pitchFamily="18" charset="0"/>
                  </a:rPr>
                  <a:t>b - 1 = </a:t>
                </a:r>
                <a:r>
                  <a:rPr lang="en-US" altLang="zh-CN" sz="2400" i="0" dirty="0" err="1">
                    <a:solidFill>
                      <a:srgbClr val="000000"/>
                    </a:solidFill>
                    <a:latin typeface="Cambria Math" panose="02040503050406030204" pitchFamily="18" charset="0"/>
                  </a:rPr>
                  <a:t>i</a:t>
                </a:r>
                <a:r>
                  <a:rPr lang="en-US" altLang="zh-CN" sz="2400" i="0" dirty="0">
                    <a:solidFill>
                      <a:srgbClr val="000000"/>
                    </a:solidFill>
                    <a:latin typeface="Cambria Math" panose="02040503050406030204" pitchFamily="18" charset="0"/>
                  </a:rPr>
                  <a:t> - j  </a:t>
                </a:r>
                <a:br>
                  <a:rPr lang="zh-CN" altLang="en-US" sz="2400" i="0" dirty="0">
                    <a:solidFill>
                      <a:srgbClr val="000000"/>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𝑖</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−1</m:t>
                          </m:r>
                        </m:sup>
                      </m:sSup>
                      <m:r>
                        <a:rPr lang="zh-CN" altLang="en-US" sz="2400" i="1">
                          <a:solidFill>
                            <a:srgbClr val="000000"/>
                          </a:solidFill>
                          <a:latin typeface="Cambria Math" panose="02040503050406030204" pitchFamily="18" charset="0"/>
                        </a:rPr>
                        <m:t>+⋯+1)</m:t>
                      </m:r>
                    </m:oMath>
                    <m:oMath xmlns:m="http://schemas.openxmlformats.org/officeDocument/2006/math">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，则</m:t>
                      </m:r>
                      <m:r>
                        <a:rPr lang="zh-CN" altLang="en-US" sz="2400" i="1">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𝑄</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−1</m:t>
                          </m:r>
                        </m:sup>
                      </m:sSup>
                      <m:r>
                        <a:rPr lang="zh-CN" altLang="en-US" sz="2400" i="1">
                          <a:solidFill>
                            <a:srgbClr val="000000"/>
                          </a:solidFill>
                          <a:latin typeface="Cambria Math" panose="02040503050406030204" pitchFamily="18" charset="0"/>
                        </a:rPr>
                        <m:t>+⋯+1</m:t>
                      </m:r>
                    </m:oMath>
                    <m:oMath xmlns:m="http://schemas.openxmlformats.org/officeDocument/2006/math">
                      <m:r>
                        <a:rPr lang="zh-CN" altLang="en-US" sz="2400" i="1">
                          <a:solidFill>
                            <a:srgbClr val="000000"/>
                          </a:solidFill>
                          <a:latin typeface="Cambria Math" panose="02040503050406030204" pitchFamily="18" charset="0"/>
                        </a:rPr>
                        <m:t>𝑄</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为</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𝑟</m:t>
                      </m:r>
                      <m:r>
                        <a:rPr lang="zh-CN" altLang="en-US" sz="2400" i="1">
                          <a:solidFill>
                            <a:srgbClr val="000000"/>
                          </a:solidFill>
                          <a:latin typeface="Cambria Math" panose="02040503050406030204" pitchFamily="18" charset="0"/>
                        </a:rPr>
                        <m:t>次多项式，即</m:t>
                      </m:r>
                    </m:oMath>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𝑄</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𝑟</m:t>
                          </m:r>
                          <m:r>
                            <a:rPr lang="zh-CN" altLang="en-US" sz="2400" i="1">
                              <a:solidFill>
                                <a:srgbClr val="000000"/>
                              </a:solidFill>
                              <a:latin typeface="Cambria Math" panose="02040503050406030204" pitchFamily="18" charset="0"/>
                            </a:rPr>
                            <m:t>−1</m:t>
                          </m:r>
                        </m:sup>
                      </m:sSup>
                      <m:r>
                        <a:rPr lang="zh-CN" altLang="en-US" sz="2400" i="1">
                          <a:solidFill>
                            <a:srgbClr val="000000"/>
                          </a:solidFill>
                          <a:latin typeface="Cambria Math" panose="02040503050406030204" pitchFamily="18" charset="0"/>
                        </a:rPr>
                        <m:t>+⋯+1</m:t>
                      </m:r>
                    </m:oMath>
                    <m:oMath xmlns:m="http://schemas.openxmlformats.org/officeDocument/2006/math">
                      <m:r>
                        <a:rPr lang="zh-CN" altLang="en-US" sz="2400" i="1">
                          <a:solidFill>
                            <a:srgbClr val="000000"/>
                          </a:solidFill>
                          <a:latin typeface="Cambria Math" panose="02040503050406030204" pitchFamily="18" charset="0"/>
                        </a:rPr>
                        <m:t>漏检率</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2</m:t>
                          </m:r>
                        </m:e>
                        <m:sup>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𝑟</m:t>
                          </m:r>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0">
                              <a:solidFill>
                                <a:srgbClr val="000000"/>
                              </a:solidFill>
                              <a:latin typeface="Cambria Math" panose="02040503050406030204" pitchFamily="18" charset="0"/>
                            </a:rPr>
                            <m:t>2</m:t>
                          </m:r>
                        </m:e>
                        <m:sup>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2</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𝑟</m:t>
                          </m:r>
                        </m:sup>
                      </m:sSup>
                    </m:oMath>
                  </m:oMathPara>
                </a14:m>
                <a:endParaRPr lang="zh-CN" altLang="en-US" sz="2400" dirty="0"/>
              </a:p>
            </p:txBody>
          </p:sp>
        </mc:Choice>
        <mc:Fallback xmlns="">
          <p:sp>
            <p:nvSpPr>
              <p:cNvPr id="27" name="Object 3">
                <a:extLst>
                  <a:ext uri="{FF2B5EF4-FFF2-40B4-BE49-F238E27FC236}">
                    <a16:creationId xmlns:a16="http://schemas.microsoft.com/office/drawing/2014/main" id="{2261A64E-B385-482A-BCAB-6E355CDB91E6}"/>
                  </a:ext>
                </a:extLst>
              </p:cNvPr>
              <p:cNvSpPr txBox="1">
                <a:spLocks noRot="1" noChangeAspect="1" noMove="1" noResize="1" noEditPoints="1" noAdjustHandles="1" noChangeArrowheads="1" noChangeShapeType="1" noTextEdit="1"/>
              </p:cNvSpPr>
              <p:nvPr/>
            </p:nvSpPr>
            <p:spPr bwMode="auto">
              <a:xfrm>
                <a:off x="325434" y="4065802"/>
                <a:ext cx="9288463" cy="2389562"/>
              </a:xfrm>
              <a:prstGeom prst="rect">
                <a:avLst/>
              </a:prstGeom>
              <a:blipFill>
                <a:blip r:embed="rId3"/>
                <a:stretch>
                  <a:fillRect l="-523" t="-1511"/>
                </a:stretch>
              </a:blipFill>
              <a:ln w="28575">
                <a:solidFill>
                  <a:srgbClr val="FF3300"/>
                </a:solidFill>
                <a:miter lim="800000"/>
                <a:headEnd/>
                <a:tailEnd/>
              </a:ln>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E5B26FC5-053B-4B84-B706-EB3EF323E7CF}"/>
              </a:ext>
            </a:extLst>
          </p:cNvPr>
          <p:cNvSpPr txBox="1"/>
          <p:nvPr/>
        </p:nvSpPr>
        <p:spPr>
          <a:xfrm>
            <a:off x="7811128" y="882234"/>
            <a:ext cx="4038974" cy="101566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Arial" panose="020B0604020202020204" pitchFamily="34" charset="0"/>
              <a:buChar char="•"/>
            </a:pPr>
            <a:r>
              <a:rPr lang="zh-CN" altLang="en-US" sz="2000" dirty="0"/>
              <a:t>首先写出相应的差错多项式</a:t>
            </a:r>
            <a:endParaRPr lang="en-US" altLang="zh-CN" sz="2000" dirty="0"/>
          </a:p>
          <a:p>
            <a:pPr marL="342900" indent="-342900">
              <a:buFont typeface="Arial" panose="020B0604020202020204" pitchFamily="34" charset="0"/>
              <a:buChar char="•"/>
            </a:pPr>
            <a:r>
              <a:rPr lang="zh-CN" altLang="en-US" sz="2000" dirty="0"/>
              <a:t>漏检率 </a:t>
            </a:r>
            <a:r>
              <a:rPr lang="en-US" altLang="zh-CN" sz="2000" dirty="0"/>
              <a:t>= </a:t>
            </a:r>
            <a:r>
              <a:rPr lang="zh-CN" altLang="en-US" sz="2000" dirty="0"/>
              <a:t>漏检事件个数</a:t>
            </a:r>
            <a:r>
              <a:rPr lang="en-US" altLang="zh-CN" sz="2000" dirty="0"/>
              <a:t>/</a:t>
            </a:r>
            <a:r>
              <a:rPr lang="zh-CN" altLang="en-US" sz="2000" dirty="0"/>
              <a:t>总的事件空间个数</a:t>
            </a:r>
            <a:endParaRPr lang="en-US" altLang="zh-CN" sz="2000" dirty="0"/>
          </a:p>
        </p:txBody>
      </p:sp>
      <p:sp>
        <p:nvSpPr>
          <p:cNvPr id="4" name="文本框 3">
            <a:extLst>
              <a:ext uri="{FF2B5EF4-FFF2-40B4-BE49-F238E27FC236}">
                <a16:creationId xmlns:a16="http://schemas.microsoft.com/office/drawing/2014/main" id="{3A58D8F1-701E-106D-166A-EA9382997211}"/>
              </a:ext>
            </a:extLst>
          </p:cNvPr>
          <p:cNvSpPr txBox="1"/>
          <p:nvPr/>
        </p:nvSpPr>
        <p:spPr>
          <a:xfrm>
            <a:off x="10342756" y="5235498"/>
            <a:ext cx="1577898" cy="369332"/>
          </a:xfrm>
          <a:prstGeom prst="rect">
            <a:avLst/>
          </a:prstGeom>
          <a:noFill/>
        </p:spPr>
        <p:txBody>
          <a:bodyPr wrap="square" rtlCol="0">
            <a:spAutoFit/>
          </a:bodyPr>
          <a:lstStyle/>
          <a:p>
            <a:r>
              <a:rPr lang="zh-CN" altLang="en-US" dirty="0">
                <a:hlinkClick r:id="rId4" action="ppaction://hlinksldjump"/>
              </a:rPr>
              <a:t>返回</a:t>
            </a:r>
            <a:r>
              <a:rPr lang="en-US" altLang="zh-CN" dirty="0">
                <a:hlinkClick r:id="rId4" action="ppaction://hlinksldjump"/>
              </a:rPr>
              <a:t>CRC</a:t>
            </a:r>
            <a:r>
              <a:rPr lang="zh-CN" altLang="en-US" dirty="0">
                <a:hlinkClick r:id="rId4" action="ppaction://hlinksldjump"/>
              </a:rPr>
              <a:t>介绍</a:t>
            </a:r>
            <a:endParaRPr lang="zh-CN" altLang="en-US" dirty="0"/>
          </a:p>
        </p:txBody>
      </p:sp>
    </p:spTree>
    <p:extLst>
      <p:ext uri="{BB962C8B-B14F-4D97-AF65-F5344CB8AC3E}">
        <p14:creationId xmlns:p14="http://schemas.microsoft.com/office/powerpoint/2010/main" val="29035050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B2569-0A63-40AA-B07D-30A7C376332B}"/>
              </a:ext>
            </a:extLst>
          </p:cNvPr>
          <p:cNvSpPr>
            <a:spLocks noGrp="1"/>
          </p:cNvSpPr>
          <p:nvPr>
            <p:ph type="title"/>
          </p:nvPr>
        </p:nvSpPr>
        <p:spPr/>
        <p:txBody>
          <a:bodyPr/>
          <a:lstStyle/>
          <a:p>
            <a:r>
              <a:rPr lang="zh-CN" altLang="zh-CN" sz="2400" b="1" dirty="0"/>
              <a:t>地址</a:t>
            </a:r>
            <a:r>
              <a:rPr lang="zh-CN" altLang="zh-CN" b="1" dirty="0"/>
              <a:t>解析协议</a:t>
            </a:r>
            <a:r>
              <a:rPr lang="en-US" altLang="zh-CN" b="1" dirty="0"/>
              <a:t>ARP</a:t>
            </a:r>
            <a:endParaRPr lang="zh-CN" altLang="en-US" dirty="0"/>
          </a:p>
        </p:txBody>
      </p:sp>
      <p:sp>
        <p:nvSpPr>
          <p:cNvPr id="3" name="内容占位符 2">
            <a:extLst>
              <a:ext uri="{FF2B5EF4-FFF2-40B4-BE49-F238E27FC236}">
                <a16:creationId xmlns:a16="http://schemas.microsoft.com/office/drawing/2014/main" id="{2449FB67-3111-489F-9BA8-E49EBF1EE6C8}"/>
              </a:ext>
            </a:extLst>
          </p:cNvPr>
          <p:cNvSpPr>
            <a:spLocks noGrp="1"/>
          </p:cNvSpPr>
          <p:nvPr>
            <p:ph idx="1"/>
          </p:nvPr>
        </p:nvSpPr>
        <p:spPr>
          <a:xfrm>
            <a:off x="442913" y="728663"/>
            <a:ext cx="11289710" cy="462574"/>
          </a:xfrm>
        </p:spPr>
        <p:txBody>
          <a:bodyPr/>
          <a:lstStyle/>
          <a:p>
            <a:r>
              <a:rPr lang="en-US" altLang="zh-CN" sz="2000" dirty="0">
                <a:highlight>
                  <a:srgbClr val="FFFF00"/>
                </a:highlight>
              </a:rPr>
              <a:t>RFC 1122  2.3.2 Unicast Poll </a:t>
            </a:r>
            <a:r>
              <a:rPr lang="zh-CN" altLang="en-US" sz="2000" dirty="0">
                <a:highlight>
                  <a:srgbClr val="FFFF00"/>
                </a:highlight>
              </a:rPr>
              <a:t>：</a:t>
            </a:r>
            <a:r>
              <a:rPr lang="zh-CN" altLang="en-US" sz="2000" dirty="0"/>
              <a:t>可以</a:t>
            </a:r>
            <a:r>
              <a:rPr lang="zh-CN" altLang="en-US" dirty="0"/>
              <a:t>主动</a:t>
            </a:r>
            <a:r>
              <a:rPr lang="zh-CN" altLang="en-US" sz="2000" b="1" dirty="0">
                <a:solidFill>
                  <a:srgbClr val="FF0000"/>
                </a:solidFill>
              </a:rPr>
              <a:t>单播发送</a:t>
            </a:r>
            <a:r>
              <a:rPr lang="en-US" altLang="zh-CN" sz="2000" b="1" dirty="0">
                <a:solidFill>
                  <a:srgbClr val="FF0000"/>
                </a:solidFill>
              </a:rPr>
              <a:t>ARP</a:t>
            </a:r>
            <a:r>
              <a:rPr lang="zh-CN" altLang="en-US" sz="2000" b="1" dirty="0">
                <a:solidFill>
                  <a:srgbClr val="FF0000"/>
                </a:solidFill>
              </a:rPr>
              <a:t>请求</a:t>
            </a:r>
            <a:r>
              <a:rPr lang="zh-CN" altLang="en-US" sz="2000" dirty="0"/>
              <a:t>，确认以前的缓存是否仍然活跃。</a:t>
            </a:r>
            <a:endParaRPr lang="en-US" altLang="zh-CN" sz="2000" dirty="0"/>
          </a:p>
          <a:p>
            <a:endParaRPr lang="zh-CN" altLang="en-US" dirty="0"/>
          </a:p>
        </p:txBody>
      </p:sp>
      <p:pic>
        <p:nvPicPr>
          <p:cNvPr id="5" name="图片 4">
            <a:extLst>
              <a:ext uri="{FF2B5EF4-FFF2-40B4-BE49-F238E27FC236}">
                <a16:creationId xmlns:a16="http://schemas.microsoft.com/office/drawing/2014/main" id="{5EB236DC-325D-4D74-BE37-EB6E3A6DB2AA}"/>
              </a:ext>
            </a:extLst>
          </p:cNvPr>
          <p:cNvPicPr>
            <a:picLocks noChangeAspect="1"/>
          </p:cNvPicPr>
          <p:nvPr/>
        </p:nvPicPr>
        <p:blipFill>
          <a:blip r:embed="rId3"/>
          <a:stretch>
            <a:fillRect/>
          </a:stretch>
        </p:blipFill>
        <p:spPr>
          <a:xfrm>
            <a:off x="857298" y="1234509"/>
            <a:ext cx="9799387" cy="2706177"/>
          </a:xfrm>
          <a:prstGeom prst="rect">
            <a:avLst/>
          </a:prstGeom>
        </p:spPr>
      </p:pic>
      <p:pic>
        <p:nvPicPr>
          <p:cNvPr id="7" name="图片 6">
            <a:extLst>
              <a:ext uri="{FF2B5EF4-FFF2-40B4-BE49-F238E27FC236}">
                <a16:creationId xmlns:a16="http://schemas.microsoft.com/office/drawing/2014/main" id="{50515C1A-4DD1-4536-BBAB-3F6F072CF7A2}"/>
              </a:ext>
            </a:extLst>
          </p:cNvPr>
          <p:cNvPicPr>
            <a:picLocks noChangeAspect="1"/>
          </p:cNvPicPr>
          <p:nvPr/>
        </p:nvPicPr>
        <p:blipFill>
          <a:blip r:embed="rId4"/>
          <a:stretch>
            <a:fillRect/>
          </a:stretch>
        </p:blipFill>
        <p:spPr>
          <a:xfrm>
            <a:off x="857298" y="4052142"/>
            <a:ext cx="9799386" cy="2557093"/>
          </a:xfrm>
          <a:prstGeom prst="rect">
            <a:avLst/>
          </a:prstGeom>
        </p:spPr>
      </p:pic>
    </p:spTree>
    <p:extLst>
      <p:ext uri="{BB962C8B-B14F-4D97-AF65-F5344CB8AC3E}">
        <p14:creationId xmlns:p14="http://schemas.microsoft.com/office/powerpoint/2010/main" val="11208946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4DAC0F-3D03-4E50-AF81-C3A4E282A85D}"/>
              </a:ext>
            </a:extLst>
          </p:cNvPr>
          <p:cNvSpPr>
            <a:spLocks noGrp="1"/>
          </p:cNvSpPr>
          <p:nvPr>
            <p:ph type="title"/>
          </p:nvPr>
        </p:nvSpPr>
        <p:spPr/>
        <p:txBody>
          <a:bodyPr/>
          <a:lstStyle/>
          <a:p>
            <a:r>
              <a:rPr lang="en-US" altLang="zh-CN" dirty="0"/>
              <a:t>ARP</a:t>
            </a:r>
            <a:r>
              <a:rPr lang="zh-CN" altLang="en-US" dirty="0"/>
              <a:t> </a:t>
            </a:r>
            <a:r>
              <a:rPr lang="en-US" altLang="zh-CN" dirty="0"/>
              <a:t>Spoofing Attack(Man-in-the-Middle)</a:t>
            </a:r>
            <a:endParaRPr lang="zh-CN" altLang="en-US" dirty="0"/>
          </a:p>
        </p:txBody>
      </p:sp>
      <p:sp>
        <p:nvSpPr>
          <p:cNvPr id="3" name="内容占位符 2">
            <a:extLst>
              <a:ext uri="{FF2B5EF4-FFF2-40B4-BE49-F238E27FC236}">
                <a16:creationId xmlns:a16="http://schemas.microsoft.com/office/drawing/2014/main" id="{FAE12CDE-F199-42A1-B378-3BE7E3E73DF3}"/>
              </a:ext>
            </a:extLst>
          </p:cNvPr>
          <p:cNvSpPr>
            <a:spLocks noGrp="1"/>
          </p:cNvSpPr>
          <p:nvPr>
            <p:ph idx="1"/>
          </p:nvPr>
        </p:nvSpPr>
        <p:spPr/>
        <p:txBody>
          <a:bodyPr/>
          <a:lstStyle/>
          <a:p>
            <a:r>
              <a:rPr lang="en-US" altLang="zh-CN" dirty="0"/>
              <a:t>A</a:t>
            </a:r>
            <a:r>
              <a:rPr lang="zh-CN" altLang="en-US" dirty="0"/>
              <a:t>要和</a:t>
            </a:r>
            <a:r>
              <a:rPr lang="en-US" altLang="zh-CN" dirty="0"/>
              <a:t>B</a:t>
            </a:r>
            <a:r>
              <a:rPr lang="zh-CN" altLang="en-US" dirty="0"/>
              <a:t>通信，首先</a:t>
            </a:r>
            <a:r>
              <a:rPr lang="en-US" altLang="zh-CN" dirty="0"/>
              <a:t>A</a:t>
            </a:r>
            <a:r>
              <a:rPr lang="zh-CN" altLang="en-US" dirty="0"/>
              <a:t>广播</a:t>
            </a:r>
            <a:r>
              <a:rPr lang="en-US" altLang="zh-CN" dirty="0"/>
              <a:t>ARP</a:t>
            </a:r>
            <a:r>
              <a:rPr lang="zh-CN" altLang="en-US" dirty="0"/>
              <a:t>请求，</a:t>
            </a:r>
            <a:r>
              <a:rPr lang="en-US" altLang="zh-CN" dirty="0"/>
              <a:t>B</a:t>
            </a:r>
            <a:r>
              <a:rPr lang="zh-CN" altLang="en-US" dirty="0"/>
              <a:t>发送响应给</a:t>
            </a:r>
            <a:r>
              <a:rPr lang="en-US" altLang="zh-CN" dirty="0"/>
              <a:t>A</a:t>
            </a:r>
          </a:p>
          <a:p>
            <a:r>
              <a:rPr lang="zh-CN" altLang="en-US" dirty="0"/>
              <a:t>攻击者伪造一个</a:t>
            </a:r>
            <a:r>
              <a:rPr lang="en-US" altLang="zh-CN" dirty="0"/>
              <a:t>ARP</a:t>
            </a:r>
            <a:r>
              <a:rPr lang="zh-CN" altLang="en-US" dirty="0"/>
              <a:t>响应，单播发送给被攻击者</a:t>
            </a:r>
          </a:p>
          <a:p>
            <a:r>
              <a:rPr lang="zh-CN" altLang="en-US" dirty="0"/>
              <a:t>节点收到伪造的响应后会更新缓存，即污染</a:t>
            </a:r>
            <a:r>
              <a:rPr lang="en-US" altLang="zh-CN" dirty="0"/>
              <a:t>ARP</a:t>
            </a:r>
            <a:r>
              <a:rPr lang="zh-CN" altLang="en-US" dirty="0"/>
              <a:t>缓存</a:t>
            </a:r>
            <a:endParaRPr lang="en-US" altLang="zh-CN" dirty="0"/>
          </a:p>
          <a:p>
            <a:endParaRPr lang="zh-CN" altLang="en-US" dirty="0"/>
          </a:p>
          <a:p>
            <a:endParaRPr lang="zh-CN" altLang="en-US" dirty="0"/>
          </a:p>
        </p:txBody>
      </p:sp>
      <p:sp>
        <p:nvSpPr>
          <p:cNvPr id="5" name="Rectangle 4">
            <a:extLst>
              <a:ext uri="{FF2B5EF4-FFF2-40B4-BE49-F238E27FC236}">
                <a16:creationId xmlns:a16="http://schemas.microsoft.com/office/drawing/2014/main" id="{8A151667-3285-476A-BA37-49C63695ED0A}"/>
              </a:ext>
            </a:extLst>
          </p:cNvPr>
          <p:cNvSpPr>
            <a:spLocks noChangeArrowheads="1"/>
          </p:cNvSpPr>
          <p:nvPr/>
        </p:nvSpPr>
        <p:spPr bwMode="auto">
          <a:xfrm>
            <a:off x="2445442" y="2821242"/>
            <a:ext cx="757238" cy="600075"/>
          </a:xfrm>
          <a:prstGeom prst="rect">
            <a:avLst/>
          </a:prstGeom>
          <a:solidFill>
            <a:schemeClr val="bg1"/>
          </a:solidFill>
          <a:ln w="127000">
            <a:solidFill>
              <a:srgbClr val="224568"/>
            </a:solidFill>
            <a:miter lim="800000"/>
            <a:headEnd/>
            <a:tailEnd/>
          </a:ln>
        </p:spPr>
        <p:txBody>
          <a:bodyPr wrap="none" anchor="ctr"/>
          <a:lstStyle/>
          <a:p>
            <a:pPr algn="ctr" eaLnBrk="1" hangingPunct="1"/>
            <a:r>
              <a:rPr lang="en-US" altLang="zh-CN" sz="2000" b="1">
                <a:solidFill>
                  <a:srgbClr val="224568"/>
                </a:solidFill>
                <a:latin typeface="Trebuchet MS" pitchFamily="34" charset="0"/>
              </a:rPr>
              <a:t>A</a:t>
            </a:r>
          </a:p>
        </p:txBody>
      </p:sp>
      <p:sp>
        <p:nvSpPr>
          <p:cNvPr id="6" name="Rectangle 5">
            <a:extLst>
              <a:ext uri="{FF2B5EF4-FFF2-40B4-BE49-F238E27FC236}">
                <a16:creationId xmlns:a16="http://schemas.microsoft.com/office/drawing/2014/main" id="{EC302D15-E7E0-4019-9A0E-0CF6EC016C12}"/>
              </a:ext>
            </a:extLst>
          </p:cNvPr>
          <p:cNvSpPr>
            <a:spLocks noChangeArrowheads="1"/>
          </p:cNvSpPr>
          <p:nvPr/>
        </p:nvSpPr>
        <p:spPr bwMode="auto">
          <a:xfrm>
            <a:off x="2172393" y="3557841"/>
            <a:ext cx="1306513" cy="298450"/>
          </a:xfrm>
          <a:prstGeom prst="rect">
            <a:avLst/>
          </a:prstGeom>
          <a:solidFill>
            <a:srgbClr val="224568"/>
          </a:solidFill>
          <a:ln w="9525">
            <a:noFill/>
            <a:miter lim="800000"/>
            <a:headEnd/>
            <a:tailEnd/>
          </a:ln>
        </p:spPr>
        <p:txBody>
          <a:bodyPr wrap="none" anchor="ctr"/>
          <a:lstStyle/>
          <a:p>
            <a:endParaRPr lang="zh-CN" altLang="en-US"/>
          </a:p>
        </p:txBody>
      </p:sp>
      <p:sp>
        <p:nvSpPr>
          <p:cNvPr id="7" name="Arc 6">
            <a:extLst>
              <a:ext uri="{FF2B5EF4-FFF2-40B4-BE49-F238E27FC236}">
                <a16:creationId xmlns:a16="http://schemas.microsoft.com/office/drawing/2014/main" id="{D98981D0-2B76-4952-B36E-1277B362CEF5}"/>
              </a:ext>
            </a:extLst>
          </p:cNvPr>
          <p:cNvSpPr>
            <a:spLocks/>
          </p:cNvSpPr>
          <p:nvPr/>
        </p:nvSpPr>
        <p:spPr bwMode="auto">
          <a:xfrm>
            <a:off x="3345556" y="3372104"/>
            <a:ext cx="530225" cy="677863"/>
          </a:xfrm>
          <a:custGeom>
            <a:avLst/>
            <a:gdLst>
              <a:gd name="T0" fmla="*/ 0 w 32462"/>
              <a:gd name="T1" fmla="*/ 750491 h 42355"/>
              <a:gd name="T2" fmla="*/ 4493814 w 32462"/>
              <a:gd name="T3" fmla="*/ 10848737 h 42355"/>
              <a:gd name="T4" fmla="*/ 2897879 w 32462"/>
              <a:gd name="T5" fmla="*/ 5532582 h 42355"/>
              <a:gd name="T6" fmla="*/ 0 60000 65536"/>
              <a:gd name="T7" fmla="*/ 0 60000 65536"/>
              <a:gd name="T8" fmla="*/ 0 60000 65536"/>
              <a:gd name="T9" fmla="*/ 0 w 32462"/>
              <a:gd name="T10" fmla="*/ 0 h 42355"/>
              <a:gd name="T11" fmla="*/ 32462 w 32462"/>
              <a:gd name="T12" fmla="*/ 42355 h 42355"/>
            </a:gdLst>
            <a:ahLst/>
            <a:cxnLst>
              <a:cxn ang="T6">
                <a:pos x="T0" y="T1"/>
              </a:cxn>
              <a:cxn ang="T7">
                <a:pos x="T2" y="T3"/>
              </a:cxn>
              <a:cxn ang="T8">
                <a:pos x="T4" y="T5"/>
              </a:cxn>
            </a:cxnLst>
            <a:rect l="T9" t="T10" r="T11" b="T12"/>
            <a:pathLst>
              <a:path w="32462" h="42355" fill="none" extrusionOk="0">
                <a:moveTo>
                  <a:pt x="-1" y="2929"/>
                </a:moveTo>
                <a:cubicBezTo>
                  <a:pt x="3298" y="1010"/>
                  <a:pt x="7046" y="-1"/>
                  <a:pt x="10862" y="0"/>
                </a:cubicBezTo>
                <a:cubicBezTo>
                  <a:pt x="22791" y="0"/>
                  <a:pt x="32462" y="9670"/>
                  <a:pt x="32462" y="21600"/>
                </a:cubicBezTo>
                <a:cubicBezTo>
                  <a:pt x="32462" y="31225"/>
                  <a:pt x="26092" y="39689"/>
                  <a:pt x="16844" y="42355"/>
                </a:cubicBezTo>
              </a:path>
              <a:path w="32462" h="42355" stroke="0" extrusionOk="0">
                <a:moveTo>
                  <a:pt x="-1" y="2929"/>
                </a:moveTo>
                <a:cubicBezTo>
                  <a:pt x="3298" y="1010"/>
                  <a:pt x="7046" y="-1"/>
                  <a:pt x="10862" y="0"/>
                </a:cubicBezTo>
                <a:cubicBezTo>
                  <a:pt x="22791" y="0"/>
                  <a:pt x="32462" y="9670"/>
                  <a:pt x="32462" y="21600"/>
                </a:cubicBezTo>
                <a:cubicBezTo>
                  <a:pt x="32462" y="31225"/>
                  <a:pt x="26092" y="39689"/>
                  <a:pt x="16844" y="42355"/>
                </a:cubicBezTo>
                <a:lnTo>
                  <a:pt x="10862" y="21600"/>
                </a:lnTo>
                <a:close/>
              </a:path>
            </a:pathLst>
          </a:custGeom>
          <a:noFill/>
          <a:ln w="57150">
            <a:solidFill>
              <a:srgbClr val="224568"/>
            </a:solidFill>
            <a:miter lim="800000"/>
            <a:headEnd/>
            <a:tailEnd/>
          </a:ln>
        </p:spPr>
        <p:txBody>
          <a:bodyPr wrap="none" anchor="ctr"/>
          <a:lstStyle/>
          <a:p>
            <a:endParaRPr lang="zh-CN" altLang="en-US"/>
          </a:p>
        </p:txBody>
      </p:sp>
      <p:sp>
        <p:nvSpPr>
          <p:cNvPr id="8" name="Oval 7">
            <a:extLst>
              <a:ext uri="{FF2B5EF4-FFF2-40B4-BE49-F238E27FC236}">
                <a16:creationId xmlns:a16="http://schemas.microsoft.com/office/drawing/2014/main" id="{757A46A5-BC36-4C62-A4CB-3895EFB4086F}"/>
              </a:ext>
            </a:extLst>
          </p:cNvPr>
          <p:cNvSpPr>
            <a:spLocks noChangeArrowheads="1"/>
          </p:cNvSpPr>
          <p:nvPr/>
        </p:nvSpPr>
        <p:spPr bwMode="auto">
          <a:xfrm rot="20539718">
            <a:off x="3259830" y="3975354"/>
            <a:ext cx="385762" cy="265113"/>
          </a:xfrm>
          <a:prstGeom prst="ellipse">
            <a:avLst/>
          </a:prstGeom>
          <a:solidFill>
            <a:srgbClr val="224568"/>
          </a:solidFill>
          <a:ln w="9525">
            <a:noFill/>
            <a:miter lim="800000"/>
            <a:headEnd/>
            <a:tailEnd/>
          </a:ln>
        </p:spPr>
        <p:txBody>
          <a:bodyPr wrap="none" anchor="ctr"/>
          <a:lstStyle/>
          <a:p>
            <a:endParaRPr lang="zh-CN" altLang="en-US"/>
          </a:p>
        </p:txBody>
      </p:sp>
      <p:sp>
        <p:nvSpPr>
          <p:cNvPr id="9" name="Rectangle 8">
            <a:extLst>
              <a:ext uri="{FF2B5EF4-FFF2-40B4-BE49-F238E27FC236}">
                <a16:creationId xmlns:a16="http://schemas.microsoft.com/office/drawing/2014/main" id="{81D1F1EA-F619-4EBF-AB43-65A6FBADB485}"/>
              </a:ext>
            </a:extLst>
          </p:cNvPr>
          <p:cNvSpPr>
            <a:spLocks noChangeArrowheads="1"/>
          </p:cNvSpPr>
          <p:nvPr/>
        </p:nvSpPr>
        <p:spPr bwMode="auto">
          <a:xfrm>
            <a:off x="8108056" y="2819654"/>
            <a:ext cx="757237" cy="600075"/>
          </a:xfrm>
          <a:prstGeom prst="rect">
            <a:avLst/>
          </a:prstGeom>
          <a:solidFill>
            <a:schemeClr val="bg1"/>
          </a:solidFill>
          <a:ln w="127000">
            <a:solidFill>
              <a:srgbClr val="003300"/>
            </a:solidFill>
            <a:miter lim="800000"/>
            <a:headEnd/>
            <a:tailEnd/>
          </a:ln>
        </p:spPr>
        <p:txBody>
          <a:bodyPr wrap="none" anchor="ctr"/>
          <a:lstStyle/>
          <a:p>
            <a:pPr algn="ctr" eaLnBrk="1" hangingPunct="1"/>
            <a:r>
              <a:rPr lang="en-US" altLang="zh-CN" sz="2000" b="1">
                <a:solidFill>
                  <a:srgbClr val="003300"/>
                </a:solidFill>
                <a:latin typeface="Trebuchet MS" pitchFamily="34" charset="0"/>
              </a:rPr>
              <a:t>B</a:t>
            </a:r>
          </a:p>
        </p:txBody>
      </p:sp>
      <p:sp>
        <p:nvSpPr>
          <p:cNvPr id="10" name="Rectangle 9">
            <a:extLst>
              <a:ext uri="{FF2B5EF4-FFF2-40B4-BE49-F238E27FC236}">
                <a16:creationId xmlns:a16="http://schemas.microsoft.com/office/drawing/2014/main" id="{AB55AB71-FEEF-4C34-96D9-FAAB70086103}"/>
              </a:ext>
            </a:extLst>
          </p:cNvPr>
          <p:cNvSpPr>
            <a:spLocks noChangeArrowheads="1"/>
          </p:cNvSpPr>
          <p:nvPr/>
        </p:nvSpPr>
        <p:spPr bwMode="auto">
          <a:xfrm>
            <a:off x="7835005" y="3556253"/>
            <a:ext cx="1306512" cy="298450"/>
          </a:xfrm>
          <a:prstGeom prst="rect">
            <a:avLst/>
          </a:prstGeom>
          <a:solidFill>
            <a:srgbClr val="003300"/>
          </a:solidFill>
          <a:ln w="9525">
            <a:noFill/>
            <a:miter lim="800000"/>
            <a:headEnd/>
            <a:tailEnd/>
          </a:ln>
        </p:spPr>
        <p:txBody>
          <a:bodyPr wrap="none" anchor="ctr"/>
          <a:lstStyle/>
          <a:p>
            <a:endParaRPr lang="zh-CN" altLang="en-US"/>
          </a:p>
        </p:txBody>
      </p:sp>
      <p:sp>
        <p:nvSpPr>
          <p:cNvPr id="11" name="Arc 10">
            <a:extLst>
              <a:ext uri="{FF2B5EF4-FFF2-40B4-BE49-F238E27FC236}">
                <a16:creationId xmlns:a16="http://schemas.microsoft.com/office/drawing/2014/main" id="{77CF34FA-D188-49E0-9AE9-0BBC6365AE3A}"/>
              </a:ext>
            </a:extLst>
          </p:cNvPr>
          <p:cNvSpPr>
            <a:spLocks/>
          </p:cNvSpPr>
          <p:nvPr/>
        </p:nvSpPr>
        <p:spPr bwMode="auto">
          <a:xfrm>
            <a:off x="9008168" y="3370516"/>
            <a:ext cx="530225" cy="677862"/>
          </a:xfrm>
          <a:custGeom>
            <a:avLst/>
            <a:gdLst>
              <a:gd name="T0" fmla="*/ 0 w 32462"/>
              <a:gd name="T1" fmla="*/ 750489 h 42355"/>
              <a:gd name="T2" fmla="*/ 4493814 w 32462"/>
              <a:gd name="T3" fmla="*/ 10848705 h 42355"/>
              <a:gd name="T4" fmla="*/ 2897879 w 32462"/>
              <a:gd name="T5" fmla="*/ 5532573 h 42355"/>
              <a:gd name="T6" fmla="*/ 0 60000 65536"/>
              <a:gd name="T7" fmla="*/ 0 60000 65536"/>
              <a:gd name="T8" fmla="*/ 0 60000 65536"/>
              <a:gd name="T9" fmla="*/ 0 w 32462"/>
              <a:gd name="T10" fmla="*/ 0 h 42355"/>
              <a:gd name="T11" fmla="*/ 32462 w 32462"/>
              <a:gd name="T12" fmla="*/ 42355 h 42355"/>
            </a:gdLst>
            <a:ahLst/>
            <a:cxnLst>
              <a:cxn ang="T6">
                <a:pos x="T0" y="T1"/>
              </a:cxn>
              <a:cxn ang="T7">
                <a:pos x="T2" y="T3"/>
              </a:cxn>
              <a:cxn ang="T8">
                <a:pos x="T4" y="T5"/>
              </a:cxn>
            </a:cxnLst>
            <a:rect l="T9" t="T10" r="T11" b="T12"/>
            <a:pathLst>
              <a:path w="32462" h="42355" fill="none" extrusionOk="0">
                <a:moveTo>
                  <a:pt x="-1" y="2929"/>
                </a:moveTo>
                <a:cubicBezTo>
                  <a:pt x="3298" y="1010"/>
                  <a:pt x="7046" y="-1"/>
                  <a:pt x="10862" y="0"/>
                </a:cubicBezTo>
                <a:cubicBezTo>
                  <a:pt x="22791" y="0"/>
                  <a:pt x="32462" y="9670"/>
                  <a:pt x="32462" y="21600"/>
                </a:cubicBezTo>
                <a:cubicBezTo>
                  <a:pt x="32462" y="31225"/>
                  <a:pt x="26092" y="39689"/>
                  <a:pt x="16844" y="42355"/>
                </a:cubicBezTo>
              </a:path>
              <a:path w="32462" h="42355" stroke="0" extrusionOk="0">
                <a:moveTo>
                  <a:pt x="-1" y="2929"/>
                </a:moveTo>
                <a:cubicBezTo>
                  <a:pt x="3298" y="1010"/>
                  <a:pt x="7046" y="-1"/>
                  <a:pt x="10862" y="0"/>
                </a:cubicBezTo>
                <a:cubicBezTo>
                  <a:pt x="22791" y="0"/>
                  <a:pt x="32462" y="9670"/>
                  <a:pt x="32462" y="21600"/>
                </a:cubicBezTo>
                <a:cubicBezTo>
                  <a:pt x="32462" y="31225"/>
                  <a:pt x="26092" y="39689"/>
                  <a:pt x="16844" y="42355"/>
                </a:cubicBezTo>
                <a:lnTo>
                  <a:pt x="10862" y="21600"/>
                </a:lnTo>
                <a:close/>
              </a:path>
            </a:pathLst>
          </a:custGeom>
          <a:noFill/>
          <a:ln w="57150">
            <a:solidFill>
              <a:srgbClr val="003300"/>
            </a:solidFill>
            <a:miter lim="800000"/>
            <a:headEnd/>
            <a:tailEnd/>
          </a:ln>
        </p:spPr>
        <p:txBody>
          <a:bodyPr wrap="none" anchor="ctr"/>
          <a:lstStyle/>
          <a:p>
            <a:endParaRPr lang="zh-CN" altLang="en-US"/>
          </a:p>
        </p:txBody>
      </p:sp>
      <p:sp>
        <p:nvSpPr>
          <p:cNvPr id="12" name="Oval 11">
            <a:extLst>
              <a:ext uri="{FF2B5EF4-FFF2-40B4-BE49-F238E27FC236}">
                <a16:creationId xmlns:a16="http://schemas.microsoft.com/office/drawing/2014/main" id="{E0A4EAD0-E1AF-4A97-A616-5B70C1DCD86D}"/>
              </a:ext>
            </a:extLst>
          </p:cNvPr>
          <p:cNvSpPr>
            <a:spLocks noChangeArrowheads="1"/>
          </p:cNvSpPr>
          <p:nvPr/>
        </p:nvSpPr>
        <p:spPr bwMode="auto">
          <a:xfrm rot="20539718">
            <a:off x="8922443" y="3973766"/>
            <a:ext cx="385763" cy="265112"/>
          </a:xfrm>
          <a:prstGeom prst="ellipse">
            <a:avLst/>
          </a:prstGeom>
          <a:solidFill>
            <a:srgbClr val="003300"/>
          </a:solidFill>
          <a:ln w="9525">
            <a:noFill/>
            <a:miter lim="800000"/>
            <a:headEnd/>
            <a:tailEnd/>
          </a:ln>
        </p:spPr>
        <p:txBody>
          <a:bodyPr wrap="none" anchor="ctr"/>
          <a:lstStyle/>
          <a:p>
            <a:endParaRPr lang="zh-CN" altLang="en-US"/>
          </a:p>
        </p:txBody>
      </p:sp>
      <p:sp>
        <p:nvSpPr>
          <p:cNvPr id="13" name="Text Box 12">
            <a:extLst>
              <a:ext uri="{FF2B5EF4-FFF2-40B4-BE49-F238E27FC236}">
                <a16:creationId xmlns:a16="http://schemas.microsoft.com/office/drawing/2014/main" id="{C60849A0-A4DB-47C2-903D-E7E65A811A8B}"/>
              </a:ext>
            </a:extLst>
          </p:cNvPr>
          <p:cNvSpPr txBox="1">
            <a:spLocks noChangeArrowheads="1"/>
          </p:cNvSpPr>
          <p:nvPr/>
        </p:nvSpPr>
        <p:spPr bwMode="auto">
          <a:xfrm>
            <a:off x="1926281" y="2262441"/>
            <a:ext cx="1782860" cy="523220"/>
          </a:xfrm>
          <a:prstGeom prst="rect">
            <a:avLst/>
          </a:prstGeom>
          <a:noFill/>
          <a:ln w="9525">
            <a:noFill/>
            <a:miter lim="800000"/>
            <a:headEnd/>
            <a:tailEnd/>
          </a:ln>
        </p:spPr>
        <p:txBody>
          <a:bodyPr wrap="none">
            <a:spAutoFit/>
          </a:bodyPr>
          <a:lstStyle/>
          <a:p>
            <a:pPr algn="ctr" eaLnBrk="1" hangingPunct="1"/>
            <a:r>
              <a:rPr lang="en-US" altLang="zh-CN" sz="1400" b="1">
                <a:solidFill>
                  <a:srgbClr val="224568"/>
                </a:solidFill>
                <a:latin typeface="Trebuchet MS" pitchFamily="34" charset="0"/>
              </a:rPr>
              <a:t>10.0.0.1</a:t>
            </a:r>
          </a:p>
          <a:p>
            <a:pPr algn="ctr" eaLnBrk="1" hangingPunct="1"/>
            <a:r>
              <a:rPr lang="en-US" altLang="zh-CN" sz="1400" b="1">
                <a:solidFill>
                  <a:srgbClr val="224568"/>
                </a:solidFill>
                <a:latin typeface="Trebuchet MS" pitchFamily="34" charset="0"/>
              </a:rPr>
              <a:t>00:00:00:00:00:01</a:t>
            </a:r>
          </a:p>
        </p:txBody>
      </p:sp>
      <p:sp>
        <p:nvSpPr>
          <p:cNvPr id="14" name="Text Box 13">
            <a:extLst>
              <a:ext uri="{FF2B5EF4-FFF2-40B4-BE49-F238E27FC236}">
                <a16:creationId xmlns:a16="http://schemas.microsoft.com/office/drawing/2014/main" id="{EDC4B2D2-D36D-46AE-A339-F4DB94FBFC96}"/>
              </a:ext>
            </a:extLst>
          </p:cNvPr>
          <p:cNvSpPr txBox="1">
            <a:spLocks noChangeArrowheads="1"/>
          </p:cNvSpPr>
          <p:nvPr/>
        </p:nvSpPr>
        <p:spPr bwMode="auto">
          <a:xfrm>
            <a:off x="7593656" y="2270378"/>
            <a:ext cx="1782860" cy="523220"/>
          </a:xfrm>
          <a:prstGeom prst="rect">
            <a:avLst/>
          </a:prstGeom>
          <a:noFill/>
          <a:ln w="9525">
            <a:noFill/>
            <a:miter lim="800000"/>
            <a:headEnd/>
            <a:tailEnd/>
          </a:ln>
        </p:spPr>
        <p:txBody>
          <a:bodyPr wrap="none">
            <a:spAutoFit/>
          </a:bodyPr>
          <a:lstStyle/>
          <a:p>
            <a:pPr algn="ctr" eaLnBrk="1" hangingPunct="1"/>
            <a:r>
              <a:rPr lang="en-US" altLang="zh-CN" sz="1400" b="1">
                <a:solidFill>
                  <a:srgbClr val="003300"/>
                </a:solidFill>
                <a:latin typeface="Trebuchet MS" pitchFamily="34" charset="0"/>
              </a:rPr>
              <a:t>10.0.0.2</a:t>
            </a:r>
          </a:p>
          <a:p>
            <a:pPr algn="ctr" eaLnBrk="1" hangingPunct="1"/>
            <a:r>
              <a:rPr lang="en-US" altLang="zh-CN" sz="1400" b="1">
                <a:solidFill>
                  <a:srgbClr val="003300"/>
                </a:solidFill>
                <a:latin typeface="Trebuchet MS" pitchFamily="34" charset="0"/>
              </a:rPr>
              <a:t>00:00:00:00:00:02</a:t>
            </a:r>
          </a:p>
        </p:txBody>
      </p:sp>
      <p:graphicFrame>
        <p:nvGraphicFramePr>
          <p:cNvPr id="15" name="Group 14">
            <a:extLst>
              <a:ext uri="{FF2B5EF4-FFF2-40B4-BE49-F238E27FC236}">
                <a16:creationId xmlns:a16="http://schemas.microsoft.com/office/drawing/2014/main" id="{A7FEECB5-4A1C-4A81-88B3-E21FB3A0D7CC}"/>
              </a:ext>
            </a:extLst>
          </p:cNvPr>
          <p:cNvGraphicFramePr>
            <a:graphicFrameLocks noGrp="1"/>
          </p:cNvGraphicFramePr>
          <p:nvPr/>
        </p:nvGraphicFramePr>
        <p:xfrm>
          <a:off x="1559617" y="4265867"/>
          <a:ext cx="2565400" cy="631825"/>
        </p:xfrm>
        <a:graphic>
          <a:graphicData uri="http://schemas.openxmlformats.org/drawingml/2006/table">
            <a:tbl>
              <a:tblPr/>
              <a:tblGrid>
                <a:gridCol w="928688">
                  <a:extLst>
                    <a:ext uri="{9D8B030D-6E8A-4147-A177-3AD203B41FA5}">
                      <a16:colId xmlns:a16="http://schemas.microsoft.com/office/drawing/2014/main" val="20000"/>
                    </a:ext>
                  </a:extLst>
                </a:gridCol>
                <a:gridCol w="1636712">
                  <a:extLst>
                    <a:ext uri="{9D8B030D-6E8A-4147-A177-3AD203B41FA5}">
                      <a16:colId xmlns:a16="http://schemas.microsoft.com/office/drawing/2014/main" val="20001"/>
                    </a:ext>
                  </a:extLst>
                </a:gridCol>
              </a:tblGrid>
              <a:tr h="3175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dirty="0">
                          <a:ln>
                            <a:noFill/>
                          </a:ln>
                          <a:solidFill>
                            <a:srgbClr val="224568"/>
                          </a:solidFill>
                          <a:effectLst/>
                          <a:latin typeface="Arial" charset="0"/>
                          <a:ea typeface="宋体" pitchFamily="2" charset="-122"/>
                        </a:rPr>
                        <a:t>IP Address</a:t>
                      </a:r>
                    </a:p>
                  </a:txBody>
                  <a:tcPr marL="0" marR="0" marT="0" marB="0" anchor="ctr" anchorCtr="1" horzOverflow="overflow">
                    <a:lnL cap="flat">
                      <a:noFill/>
                    </a:lnL>
                    <a:lnR w="12700" cap="flat" cmpd="sng" algn="ctr">
                      <a:solidFill>
                        <a:schemeClr val="tx1"/>
                      </a:solidFill>
                      <a:prstDash val="solid"/>
                      <a:miter lim="800000"/>
                      <a:headEnd type="none" w="med" len="med"/>
                      <a:tailEnd type="none" w="med" len="med"/>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a:ln>
                            <a:noFill/>
                          </a:ln>
                          <a:solidFill>
                            <a:srgbClr val="224568"/>
                          </a:solidFill>
                          <a:effectLst/>
                          <a:latin typeface="Arial" charset="0"/>
                          <a:ea typeface="宋体" pitchFamily="2" charset="-122"/>
                        </a:rPr>
                        <a:t>MAC Address</a:t>
                      </a:r>
                    </a:p>
                  </a:txBody>
                  <a:tcPr marL="0" marR="0" marT="0" marB="0" anchor="ctr" anchorCtr="1" horzOverflow="overflow">
                    <a:lnL w="12700" cap="flat" cmpd="sng" algn="ctr">
                      <a:solidFill>
                        <a:schemeClr val="tx1"/>
                      </a:solidFill>
                      <a:prstDash val="solid"/>
                      <a:miter lim="800000"/>
                      <a:headEnd type="none" w="med" len="med"/>
                      <a:tailEnd type="none" w="med" len="med"/>
                    </a:lnL>
                    <a:lnR cap="flat">
                      <a:noFill/>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4325">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dirty="0">
                          <a:ln>
                            <a:noFill/>
                          </a:ln>
                          <a:solidFill>
                            <a:schemeClr val="tx1"/>
                          </a:solidFill>
                          <a:effectLst/>
                          <a:latin typeface="Arial" charset="0"/>
                          <a:ea typeface="宋体" pitchFamily="2" charset="-122"/>
                        </a:rPr>
                        <a:t>10.0.0.2</a:t>
                      </a:r>
                    </a:p>
                  </a:txBody>
                  <a:tcPr marL="0" marR="0" marT="0" marB="0" anchor="ctr" anchorCtr="1"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dirty="0">
                          <a:ln>
                            <a:noFill/>
                          </a:ln>
                          <a:solidFill>
                            <a:schemeClr val="tx1"/>
                          </a:solidFill>
                          <a:effectLst/>
                          <a:latin typeface="Arial" charset="0"/>
                          <a:ea typeface="宋体" pitchFamily="2" charset="-122"/>
                        </a:rPr>
                        <a:t>00:00:00:00:00:02</a:t>
                      </a:r>
                    </a:p>
                  </a:txBody>
                  <a:tcPr marL="0" marR="0" marT="0" marB="0" anchor="ctr" anchorCtr="1"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6" name="Group 29">
            <a:extLst>
              <a:ext uri="{FF2B5EF4-FFF2-40B4-BE49-F238E27FC236}">
                <a16:creationId xmlns:a16="http://schemas.microsoft.com/office/drawing/2014/main" id="{0F66B02C-1C9E-4854-9B52-6F34E99AF92D}"/>
              </a:ext>
            </a:extLst>
          </p:cNvPr>
          <p:cNvGraphicFramePr>
            <a:graphicFrameLocks noGrp="1"/>
          </p:cNvGraphicFramePr>
          <p:nvPr/>
        </p:nvGraphicFramePr>
        <p:xfrm>
          <a:off x="7419080" y="4269042"/>
          <a:ext cx="2565400" cy="631825"/>
        </p:xfrm>
        <a:graphic>
          <a:graphicData uri="http://schemas.openxmlformats.org/drawingml/2006/table">
            <a:tbl>
              <a:tblPr/>
              <a:tblGrid>
                <a:gridCol w="928687">
                  <a:extLst>
                    <a:ext uri="{9D8B030D-6E8A-4147-A177-3AD203B41FA5}">
                      <a16:colId xmlns:a16="http://schemas.microsoft.com/office/drawing/2014/main" val="20000"/>
                    </a:ext>
                  </a:extLst>
                </a:gridCol>
                <a:gridCol w="1636713">
                  <a:extLst>
                    <a:ext uri="{9D8B030D-6E8A-4147-A177-3AD203B41FA5}">
                      <a16:colId xmlns:a16="http://schemas.microsoft.com/office/drawing/2014/main" val="20001"/>
                    </a:ext>
                  </a:extLst>
                </a:gridCol>
              </a:tblGrid>
              <a:tr h="3175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dirty="0">
                          <a:ln>
                            <a:noFill/>
                          </a:ln>
                          <a:solidFill>
                            <a:srgbClr val="003300"/>
                          </a:solidFill>
                          <a:effectLst/>
                          <a:latin typeface="Arial" charset="0"/>
                          <a:ea typeface="宋体" pitchFamily="2" charset="-122"/>
                        </a:rPr>
                        <a:t>IP Address</a:t>
                      </a:r>
                    </a:p>
                  </a:txBody>
                  <a:tcPr marL="0" marR="0" marT="0" marB="0" anchor="ctr" anchorCtr="1" horzOverflow="overflow">
                    <a:lnL cap="flat">
                      <a:noFill/>
                    </a:lnL>
                    <a:lnR w="12700" cap="flat" cmpd="sng" algn="ctr">
                      <a:solidFill>
                        <a:schemeClr val="tx1"/>
                      </a:solidFill>
                      <a:prstDash val="solid"/>
                      <a:miter lim="800000"/>
                      <a:headEnd type="none" w="med" len="med"/>
                      <a:tailEnd type="none" w="med" len="med"/>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a:ln>
                            <a:noFill/>
                          </a:ln>
                          <a:solidFill>
                            <a:srgbClr val="003300"/>
                          </a:solidFill>
                          <a:effectLst/>
                          <a:latin typeface="Arial" charset="0"/>
                          <a:ea typeface="宋体" pitchFamily="2" charset="-122"/>
                        </a:rPr>
                        <a:t>MAC Address</a:t>
                      </a:r>
                    </a:p>
                  </a:txBody>
                  <a:tcPr marL="0" marR="0" marT="0" marB="0" anchor="ctr" anchorCtr="1" horzOverflow="overflow">
                    <a:lnL w="12700" cap="flat" cmpd="sng" algn="ctr">
                      <a:solidFill>
                        <a:schemeClr val="tx1"/>
                      </a:solidFill>
                      <a:prstDash val="solid"/>
                      <a:miter lim="800000"/>
                      <a:headEnd type="none" w="med" len="med"/>
                      <a:tailEnd type="none" w="med" len="med"/>
                    </a:lnL>
                    <a:lnR cap="flat">
                      <a:noFill/>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4325">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dirty="0">
                          <a:ln>
                            <a:noFill/>
                          </a:ln>
                          <a:solidFill>
                            <a:schemeClr val="tx1"/>
                          </a:solidFill>
                          <a:effectLst/>
                          <a:latin typeface="Arial" charset="0"/>
                          <a:ea typeface="宋体" pitchFamily="2" charset="-122"/>
                        </a:rPr>
                        <a:t>10.0.0.1</a:t>
                      </a:r>
                    </a:p>
                  </a:txBody>
                  <a:tcPr marL="0" marR="0" marT="0" marB="0" anchor="ctr" anchorCtr="1"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1400" b="1" i="0" u="none" strike="noStrike" cap="none" normalizeH="0" baseline="0" dirty="0">
                          <a:ln>
                            <a:noFill/>
                          </a:ln>
                          <a:solidFill>
                            <a:schemeClr val="tx1"/>
                          </a:solidFill>
                          <a:effectLst/>
                          <a:latin typeface="Arial" charset="0"/>
                          <a:ea typeface="宋体" pitchFamily="2" charset="-122"/>
                        </a:rPr>
                        <a:t>00:00:00:00:00:01</a:t>
                      </a:r>
                    </a:p>
                  </a:txBody>
                  <a:tcPr marL="0" marR="0" marT="0" marB="0" anchor="ctr" anchorCtr="1"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7" name="Rectangle 45">
            <a:extLst>
              <a:ext uri="{FF2B5EF4-FFF2-40B4-BE49-F238E27FC236}">
                <a16:creationId xmlns:a16="http://schemas.microsoft.com/office/drawing/2014/main" id="{BF6F6507-5C39-4B31-B6E1-D0E595EEF6F1}"/>
              </a:ext>
            </a:extLst>
          </p:cNvPr>
          <p:cNvSpPr>
            <a:spLocks noChangeArrowheads="1"/>
          </p:cNvSpPr>
          <p:nvPr/>
        </p:nvSpPr>
        <p:spPr bwMode="auto">
          <a:xfrm>
            <a:off x="5275956" y="2819654"/>
            <a:ext cx="757237" cy="600075"/>
          </a:xfrm>
          <a:prstGeom prst="rect">
            <a:avLst/>
          </a:prstGeom>
          <a:noFill/>
          <a:ln w="127000">
            <a:solidFill>
              <a:srgbClr val="800000"/>
            </a:solidFill>
            <a:miter lim="800000"/>
            <a:headEnd/>
            <a:tailEnd/>
          </a:ln>
        </p:spPr>
        <p:txBody>
          <a:bodyPr wrap="none" anchor="ctr"/>
          <a:lstStyle/>
          <a:p>
            <a:pPr algn="ctr" eaLnBrk="1" hangingPunct="1"/>
            <a:r>
              <a:rPr lang="en-US" altLang="zh-CN" sz="2000" b="1">
                <a:solidFill>
                  <a:srgbClr val="800000"/>
                </a:solidFill>
                <a:latin typeface="Trebuchet MS" pitchFamily="34" charset="0"/>
              </a:rPr>
              <a:t>X</a:t>
            </a:r>
          </a:p>
        </p:txBody>
      </p:sp>
      <p:sp>
        <p:nvSpPr>
          <p:cNvPr id="18" name="Rectangle 46">
            <a:extLst>
              <a:ext uri="{FF2B5EF4-FFF2-40B4-BE49-F238E27FC236}">
                <a16:creationId xmlns:a16="http://schemas.microsoft.com/office/drawing/2014/main" id="{7276FD90-801B-471D-A753-A7A423C29BD7}"/>
              </a:ext>
            </a:extLst>
          </p:cNvPr>
          <p:cNvSpPr>
            <a:spLocks noChangeArrowheads="1"/>
          </p:cNvSpPr>
          <p:nvPr/>
        </p:nvSpPr>
        <p:spPr bwMode="auto">
          <a:xfrm>
            <a:off x="5002905" y="3556253"/>
            <a:ext cx="1306512" cy="298450"/>
          </a:xfrm>
          <a:prstGeom prst="rect">
            <a:avLst/>
          </a:prstGeom>
          <a:solidFill>
            <a:srgbClr val="800000"/>
          </a:solidFill>
          <a:ln w="9525">
            <a:noFill/>
            <a:miter lim="800000"/>
            <a:headEnd/>
            <a:tailEnd/>
          </a:ln>
        </p:spPr>
        <p:txBody>
          <a:bodyPr wrap="none" anchor="ctr"/>
          <a:lstStyle/>
          <a:p>
            <a:endParaRPr lang="zh-CN" altLang="en-US"/>
          </a:p>
        </p:txBody>
      </p:sp>
      <p:sp>
        <p:nvSpPr>
          <p:cNvPr id="19" name="Arc 47">
            <a:extLst>
              <a:ext uri="{FF2B5EF4-FFF2-40B4-BE49-F238E27FC236}">
                <a16:creationId xmlns:a16="http://schemas.microsoft.com/office/drawing/2014/main" id="{1ACDB38B-07AB-4FDF-BF4B-70C38748070D}"/>
              </a:ext>
            </a:extLst>
          </p:cNvPr>
          <p:cNvSpPr>
            <a:spLocks/>
          </p:cNvSpPr>
          <p:nvPr/>
        </p:nvSpPr>
        <p:spPr bwMode="auto">
          <a:xfrm>
            <a:off x="6176068" y="3370516"/>
            <a:ext cx="530225" cy="677862"/>
          </a:xfrm>
          <a:custGeom>
            <a:avLst/>
            <a:gdLst>
              <a:gd name="T0" fmla="*/ 0 w 32462"/>
              <a:gd name="T1" fmla="*/ 750489 h 42355"/>
              <a:gd name="T2" fmla="*/ 4493814 w 32462"/>
              <a:gd name="T3" fmla="*/ 10848705 h 42355"/>
              <a:gd name="T4" fmla="*/ 2897879 w 32462"/>
              <a:gd name="T5" fmla="*/ 5532573 h 42355"/>
              <a:gd name="T6" fmla="*/ 0 60000 65536"/>
              <a:gd name="T7" fmla="*/ 0 60000 65536"/>
              <a:gd name="T8" fmla="*/ 0 60000 65536"/>
              <a:gd name="T9" fmla="*/ 0 w 32462"/>
              <a:gd name="T10" fmla="*/ 0 h 42355"/>
              <a:gd name="T11" fmla="*/ 32462 w 32462"/>
              <a:gd name="T12" fmla="*/ 42355 h 42355"/>
            </a:gdLst>
            <a:ahLst/>
            <a:cxnLst>
              <a:cxn ang="T6">
                <a:pos x="T0" y="T1"/>
              </a:cxn>
              <a:cxn ang="T7">
                <a:pos x="T2" y="T3"/>
              </a:cxn>
              <a:cxn ang="T8">
                <a:pos x="T4" y="T5"/>
              </a:cxn>
            </a:cxnLst>
            <a:rect l="T9" t="T10" r="T11" b="T12"/>
            <a:pathLst>
              <a:path w="32462" h="42355" fill="none" extrusionOk="0">
                <a:moveTo>
                  <a:pt x="-1" y="2929"/>
                </a:moveTo>
                <a:cubicBezTo>
                  <a:pt x="3298" y="1010"/>
                  <a:pt x="7046" y="-1"/>
                  <a:pt x="10862" y="0"/>
                </a:cubicBezTo>
                <a:cubicBezTo>
                  <a:pt x="22791" y="0"/>
                  <a:pt x="32462" y="9670"/>
                  <a:pt x="32462" y="21600"/>
                </a:cubicBezTo>
                <a:cubicBezTo>
                  <a:pt x="32462" y="31225"/>
                  <a:pt x="26092" y="39689"/>
                  <a:pt x="16844" y="42355"/>
                </a:cubicBezTo>
              </a:path>
              <a:path w="32462" h="42355" stroke="0" extrusionOk="0">
                <a:moveTo>
                  <a:pt x="-1" y="2929"/>
                </a:moveTo>
                <a:cubicBezTo>
                  <a:pt x="3298" y="1010"/>
                  <a:pt x="7046" y="-1"/>
                  <a:pt x="10862" y="0"/>
                </a:cubicBezTo>
                <a:cubicBezTo>
                  <a:pt x="22791" y="0"/>
                  <a:pt x="32462" y="9670"/>
                  <a:pt x="32462" y="21600"/>
                </a:cubicBezTo>
                <a:cubicBezTo>
                  <a:pt x="32462" y="31225"/>
                  <a:pt x="26092" y="39689"/>
                  <a:pt x="16844" y="42355"/>
                </a:cubicBezTo>
                <a:lnTo>
                  <a:pt x="10862" y="21600"/>
                </a:lnTo>
                <a:close/>
              </a:path>
            </a:pathLst>
          </a:custGeom>
          <a:noFill/>
          <a:ln w="57150">
            <a:solidFill>
              <a:srgbClr val="800000"/>
            </a:solidFill>
            <a:miter lim="800000"/>
            <a:headEnd/>
            <a:tailEnd/>
          </a:ln>
        </p:spPr>
        <p:txBody>
          <a:bodyPr wrap="none" anchor="ctr"/>
          <a:lstStyle/>
          <a:p>
            <a:endParaRPr lang="zh-CN" altLang="en-US"/>
          </a:p>
        </p:txBody>
      </p:sp>
      <p:sp>
        <p:nvSpPr>
          <p:cNvPr id="20" name="Oval 48">
            <a:extLst>
              <a:ext uri="{FF2B5EF4-FFF2-40B4-BE49-F238E27FC236}">
                <a16:creationId xmlns:a16="http://schemas.microsoft.com/office/drawing/2014/main" id="{8B44515B-0250-446C-9E87-D61E478597CF}"/>
              </a:ext>
            </a:extLst>
          </p:cNvPr>
          <p:cNvSpPr>
            <a:spLocks noChangeArrowheads="1"/>
          </p:cNvSpPr>
          <p:nvPr/>
        </p:nvSpPr>
        <p:spPr bwMode="auto">
          <a:xfrm rot="20539718">
            <a:off x="6090343" y="3973766"/>
            <a:ext cx="385763" cy="265112"/>
          </a:xfrm>
          <a:prstGeom prst="ellipse">
            <a:avLst/>
          </a:prstGeom>
          <a:solidFill>
            <a:srgbClr val="800000"/>
          </a:solidFill>
          <a:ln w="9525">
            <a:noFill/>
            <a:miter lim="800000"/>
            <a:headEnd/>
            <a:tailEnd/>
          </a:ln>
        </p:spPr>
        <p:txBody>
          <a:bodyPr wrap="none" anchor="ctr"/>
          <a:lstStyle/>
          <a:p>
            <a:endParaRPr lang="zh-CN" altLang="en-US"/>
          </a:p>
        </p:txBody>
      </p:sp>
      <p:sp>
        <p:nvSpPr>
          <p:cNvPr id="21" name="Text Box 49">
            <a:extLst>
              <a:ext uri="{FF2B5EF4-FFF2-40B4-BE49-F238E27FC236}">
                <a16:creationId xmlns:a16="http://schemas.microsoft.com/office/drawing/2014/main" id="{CC0B0CAF-5035-46FD-B927-FA42596B57A6}"/>
              </a:ext>
            </a:extLst>
          </p:cNvPr>
          <p:cNvSpPr txBox="1">
            <a:spLocks noChangeArrowheads="1"/>
          </p:cNvSpPr>
          <p:nvPr/>
        </p:nvSpPr>
        <p:spPr bwMode="auto">
          <a:xfrm>
            <a:off x="4787328" y="2268791"/>
            <a:ext cx="1705916" cy="523220"/>
          </a:xfrm>
          <a:prstGeom prst="rect">
            <a:avLst/>
          </a:prstGeom>
          <a:noFill/>
          <a:ln w="9525">
            <a:noFill/>
            <a:miter lim="800000"/>
            <a:headEnd/>
            <a:tailEnd/>
          </a:ln>
        </p:spPr>
        <p:txBody>
          <a:bodyPr wrap="none">
            <a:spAutoFit/>
          </a:bodyPr>
          <a:lstStyle/>
          <a:p>
            <a:pPr algn="ctr" eaLnBrk="1" hangingPunct="1"/>
            <a:r>
              <a:rPr lang="en-US" altLang="zh-CN" sz="1400" b="1">
                <a:solidFill>
                  <a:srgbClr val="800000"/>
                </a:solidFill>
                <a:latin typeface="Trebuchet MS" pitchFamily="34" charset="0"/>
              </a:rPr>
              <a:t>xx.xx.xx.xx</a:t>
            </a:r>
          </a:p>
          <a:p>
            <a:pPr algn="ctr" eaLnBrk="1" hangingPunct="1"/>
            <a:r>
              <a:rPr lang="en-US" altLang="zh-CN" sz="1400" b="1">
                <a:solidFill>
                  <a:srgbClr val="800000"/>
                </a:solidFill>
                <a:latin typeface="Trebuchet MS" pitchFamily="34" charset="0"/>
              </a:rPr>
              <a:t>xx:xx:xx:xx:xx:xx</a:t>
            </a:r>
          </a:p>
        </p:txBody>
      </p:sp>
      <p:sp>
        <p:nvSpPr>
          <p:cNvPr id="22" name="Rectangle 50">
            <a:extLst>
              <a:ext uri="{FF2B5EF4-FFF2-40B4-BE49-F238E27FC236}">
                <a16:creationId xmlns:a16="http://schemas.microsoft.com/office/drawing/2014/main" id="{54479A6B-194D-41A5-B749-A6886BFA8E32}"/>
              </a:ext>
            </a:extLst>
          </p:cNvPr>
          <p:cNvSpPr>
            <a:spLocks noChangeArrowheads="1"/>
          </p:cNvSpPr>
          <p:nvPr/>
        </p:nvSpPr>
        <p:spPr bwMode="auto">
          <a:xfrm>
            <a:off x="3682105" y="2941891"/>
            <a:ext cx="1071562" cy="273050"/>
          </a:xfrm>
          <a:prstGeom prst="rect">
            <a:avLst/>
          </a:prstGeom>
          <a:solidFill>
            <a:srgbClr val="003300"/>
          </a:solidFill>
          <a:ln w="9525">
            <a:noFill/>
            <a:miter lim="800000"/>
            <a:headEnd/>
            <a:tailEnd/>
          </a:ln>
        </p:spPr>
        <p:txBody>
          <a:bodyPr wrap="none" anchor="ctr"/>
          <a:lstStyle/>
          <a:p>
            <a:pPr algn="ctr" eaLnBrk="1" hangingPunct="1"/>
            <a:r>
              <a:rPr lang="en-US" altLang="zh-CN" sz="1400">
                <a:solidFill>
                  <a:schemeClr val="bg1"/>
                </a:solidFill>
                <a:latin typeface="Trebuchet MS" pitchFamily="34" charset="0"/>
              </a:rPr>
              <a:t>&lt;- ARP Reply</a:t>
            </a:r>
          </a:p>
        </p:txBody>
      </p:sp>
      <p:sp>
        <p:nvSpPr>
          <p:cNvPr id="23" name="Rectangle 51">
            <a:extLst>
              <a:ext uri="{FF2B5EF4-FFF2-40B4-BE49-F238E27FC236}">
                <a16:creationId xmlns:a16="http://schemas.microsoft.com/office/drawing/2014/main" id="{7BEF32FB-B186-4924-B4AB-D43C7D6B0CDE}"/>
              </a:ext>
            </a:extLst>
          </p:cNvPr>
          <p:cNvSpPr>
            <a:spLocks noChangeArrowheads="1"/>
          </p:cNvSpPr>
          <p:nvPr/>
        </p:nvSpPr>
        <p:spPr bwMode="auto">
          <a:xfrm>
            <a:off x="2525983" y="4619648"/>
            <a:ext cx="1593850" cy="241300"/>
          </a:xfrm>
          <a:prstGeom prst="rect">
            <a:avLst/>
          </a:prstGeom>
          <a:solidFill>
            <a:schemeClr val="bg1"/>
          </a:solidFill>
          <a:ln w="9525">
            <a:noFill/>
            <a:miter lim="800000"/>
            <a:headEnd/>
            <a:tailEnd/>
          </a:ln>
        </p:spPr>
        <p:txBody>
          <a:bodyPr wrap="none" lIns="0" tIns="0" rIns="0" bIns="0" anchor="ctr" anchorCtr="1"/>
          <a:lstStyle/>
          <a:p>
            <a:pPr algn="ctr" eaLnBrk="1" hangingPunct="1"/>
            <a:r>
              <a:rPr lang="en-US" altLang="zh-CN" sz="1400" b="1" dirty="0" err="1">
                <a:solidFill>
                  <a:srgbClr val="FF0000"/>
                </a:solidFill>
                <a:latin typeface="Trebuchet MS" pitchFamily="34" charset="0"/>
              </a:rPr>
              <a:t>xx:xx:xx:xx:xx:xx</a:t>
            </a:r>
            <a:endParaRPr lang="en-US" altLang="zh-CN" sz="1400" b="1" dirty="0">
              <a:solidFill>
                <a:srgbClr val="FF0000"/>
              </a:solidFill>
              <a:latin typeface="Trebuchet MS" pitchFamily="34" charset="0"/>
            </a:endParaRPr>
          </a:p>
        </p:txBody>
      </p:sp>
      <p:sp>
        <p:nvSpPr>
          <p:cNvPr id="24" name="Rectangle 51">
            <a:extLst>
              <a:ext uri="{FF2B5EF4-FFF2-40B4-BE49-F238E27FC236}">
                <a16:creationId xmlns:a16="http://schemas.microsoft.com/office/drawing/2014/main" id="{4F8E85BD-4538-48E3-AC34-5AAFB652ECF8}"/>
              </a:ext>
            </a:extLst>
          </p:cNvPr>
          <p:cNvSpPr>
            <a:spLocks noChangeArrowheads="1"/>
          </p:cNvSpPr>
          <p:nvPr/>
        </p:nvSpPr>
        <p:spPr bwMode="auto">
          <a:xfrm>
            <a:off x="8344592" y="4619648"/>
            <a:ext cx="1593850" cy="241300"/>
          </a:xfrm>
          <a:prstGeom prst="rect">
            <a:avLst/>
          </a:prstGeom>
          <a:solidFill>
            <a:schemeClr val="bg1"/>
          </a:solidFill>
          <a:ln w="9525">
            <a:noFill/>
            <a:miter lim="800000"/>
            <a:headEnd/>
            <a:tailEnd/>
          </a:ln>
        </p:spPr>
        <p:txBody>
          <a:bodyPr wrap="none" lIns="0" tIns="0" rIns="0" bIns="0" anchor="ctr" anchorCtr="1"/>
          <a:lstStyle/>
          <a:p>
            <a:pPr algn="ctr" eaLnBrk="1" hangingPunct="1"/>
            <a:r>
              <a:rPr lang="en-US" altLang="zh-CN" sz="1400" b="1" dirty="0" err="1">
                <a:solidFill>
                  <a:srgbClr val="FF0000"/>
                </a:solidFill>
                <a:latin typeface="Trebuchet MS" pitchFamily="34" charset="0"/>
              </a:rPr>
              <a:t>xx:xx:xx:xx:xx:xx</a:t>
            </a:r>
            <a:endParaRPr lang="en-US" altLang="zh-CN" sz="1400" b="1" dirty="0">
              <a:solidFill>
                <a:srgbClr val="FF0000"/>
              </a:solidFill>
              <a:latin typeface="Trebuchet MS" pitchFamily="34" charset="0"/>
            </a:endParaRPr>
          </a:p>
        </p:txBody>
      </p:sp>
      <p:sp>
        <p:nvSpPr>
          <p:cNvPr id="25" name="Rectangle 50">
            <a:extLst>
              <a:ext uri="{FF2B5EF4-FFF2-40B4-BE49-F238E27FC236}">
                <a16:creationId xmlns:a16="http://schemas.microsoft.com/office/drawing/2014/main" id="{564BD2FC-5A0B-4158-8C1E-EBF811E082E2}"/>
              </a:ext>
            </a:extLst>
          </p:cNvPr>
          <p:cNvSpPr>
            <a:spLocks noChangeArrowheads="1"/>
          </p:cNvSpPr>
          <p:nvPr/>
        </p:nvSpPr>
        <p:spPr bwMode="auto">
          <a:xfrm>
            <a:off x="6504655" y="2925495"/>
            <a:ext cx="1071563" cy="273050"/>
          </a:xfrm>
          <a:prstGeom prst="rect">
            <a:avLst/>
          </a:prstGeom>
          <a:solidFill>
            <a:srgbClr val="003300"/>
          </a:solidFill>
          <a:ln w="9525">
            <a:noFill/>
            <a:miter lim="800000"/>
            <a:headEnd/>
            <a:tailEnd/>
          </a:ln>
        </p:spPr>
        <p:txBody>
          <a:bodyPr wrap="none" anchor="ctr"/>
          <a:lstStyle/>
          <a:p>
            <a:pPr algn="ctr" eaLnBrk="1" hangingPunct="1"/>
            <a:r>
              <a:rPr lang="en-US" altLang="zh-CN" sz="1400">
                <a:solidFill>
                  <a:schemeClr val="bg1"/>
                </a:solidFill>
                <a:latin typeface="Trebuchet MS" pitchFamily="34" charset="0"/>
              </a:rPr>
              <a:t>ARP Reply -&gt;</a:t>
            </a:r>
          </a:p>
        </p:txBody>
      </p:sp>
      <p:sp>
        <p:nvSpPr>
          <p:cNvPr id="26" name="TextBox 25">
            <a:extLst>
              <a:ext uri="{FF2B5EF4-FFF2-40B4-BE49-F238E27FC236}">
                <a16:creationId xmlns:a16="http://schemas.microsoft.com/office/drawing/2014/main" id="{7787DC48-5965-4ED4-B8C4-785C1FB32033}"/>
              </a:ext>
            </a:extLst>
          </p:cNvPr>
          <p:cNvSpPr txBox="1"/>
          <p:nvPr/>
        </p:nvSpPr>
        <p:spPr>
          <a:xfrm>
            <a:off x="2889764" y="4993328"/>
            <a:ext cx="5664301" cy="707886"/>
          </a:xfrm>
          <a:prstGeom prst="rect">
            <a:avLst/>
          </a:prstGeom>
          <a:noFill/>
        </p:spPr>
        <p:txBody>
          <a:bodyPr wrap="square" rtlCol="0">
            <a:spAutoFit/>
          </a:bodyPr>
          <a:lstStyle/>
          <a:p>
            <a:r>
              <a:rPr lang="en-US" altLang="zh-CN" sz="2000" dirty="0"/>
              <a:t>X</a:t>
            </a:r>
            <a:r>
              <a:rPr lang="zh-CN" altLang="en-US" sz="2000" dirty="0"/>
              <a:t>将收到的来自于</a:t>
            </a:r>
            <a:r>
              <a:rPr lang="en-US" altLang="zh-CN" sz="2000" dirty="0"/>
              <a:t>A</a:t>
            </a:r>
            <a:r>
              <a:rPr lang="zh-CN" altLang="en-US" sz="2000" dirty="0"/>
              <a:t>（或</a:t>
            </a:r>
            <a:r>
              <a:rPr lang="en-US" altLang="zh-CN" sz="2000" dirty="0"/>
              <a:t>B</a:t>
            </a:r>
            <a:r>
              <a:rPr lang="zh-CN" altLang="en-US" sz="2000" dirty="0"/>
              <a:t>）的分组转发给</a:t>
            </a:r>
            <a:r>
              <a:rPr lang="en-US" altLang="zh-CN" sz="2000" dirty="0"/>
              <a:t>B</a:t>
            </a:r>
            <a:r>
              <a:rPr lang="zh-CN" altLang="en-US" sz="2000" dirty="0"/>
              <a:t>（或</a:t>
            </a:r>
            <a:r>
              <a:rPr lang="en-US" altLang="zh-CN" sz="2000" dirty="0"/>
              <a:t>A</a:t>
            </a:r>
            <a:r>
              <a:rPr lang="zh-CN" altLang="en-US" sz="2000" dirty="0"/>
              <a:t>）</a:t>
            </a:r>
            <a:endParaRPr lang="en-US" altLang="zh-CN" sz="2000" dirty="0"/>
          </a:p>
          <a:p>
            <a:r>
              <a:rPr lang="en-US" altLang="zh-CN" sz="2000" dirty="0"/>
              <a:t>A</a:t>
            </a:r>
            <a:r>
              <a:rPr lang="zh-CN" altLang="en-US" sz="2000" dirty="0"/>
              <a:t>和</a:t>
            </a:r>
            <a:r>
              <a:rPr lang="en-US" altLang="zh-CN" sz="2000" dirty="0"/>
              <a:t>B</a:t>
            </a:r>
            <a:r>
              <a:rPr lang="zh-CN" altLang="en-US" sz="2000" dirty="0"/>
              <a:t>并没有觉察到中间人</a:t>
            </a:r>
            <a:r>
              <a:rPr lang="en-US" altLang="zh-CN" sz="2000" dirty="0"/>
              <a:t>X</a:t>
            </a:r>
            <a:r>
              <a:rPr lang="zh-CN" altLang="en-US" sz="2000" dirty="0"/>
              <a:t>的存在</a:t>
            </a:r>
          </a:p>
        </p:txBody>
      </p:sp>
      <p:sp>
        <p:nvSpPr>
          <p:cNvPr id="27" name="文本框 26">
            <a:extLst>
              <a:ext uri="{FF2B5EF4-FFF2-40B4-BE49-F238E27FC236}">
                <a16:creationId xmlns:a16="http://schemas.microsoft.com/office/drawing/2014/main" id="{8FF6FE09-18B8-4FB5-A9AB-AB910B3BFEFF}"/>
              </a:ext>
            </a:extLst>
          </p:cNvPr>
          <p:cNvSpPr txBox="1"/>
          <p:nvPr/>
        </p:nvSpPr>
        <p:spPr>
          <a:xfrm>
            <a:off x="529046" y="5746961"/>
            <a:ext cx="10648141" cy="784830"/>
          </a:xfrm>
          <a:prstGeom prst="rect">
            <a:avLst/>
          </a:prstGeom>
          <a:noFill/>
        </p:spPr>
        <p:txBody>
          <a:bodyPr wrap="square">
            <a:spAutoFit/>
          </a:bodyPr>
          <a:lstStyle/>
          <a:p>
            <a:pPr marL="285750" indent="-285750">
              <a:spcAft>
                <a:spcPts val="600"/>
              </a:spcAft>
              <a:buFont typeface="Arial" panose="020B0604020202020204" pitchFamily="34" charset="0"/>
              <a:buChar char="•"/>
            </a:pPr>
            <a:r>
              <a:rPr lang="zh-CN" altLang="en-US" sz="2000" dirty="0"/>
              <a:t>可监测网段上的</a:t>
            </a:r>
            <a:r>
              <a:rPr lang="en-US" altLang="zh-CN" sz="2000" dirty="0"/>
              <a:t>ARP</a:t>
            </a:r>
            <a:r>
              <a:rPr lang="zh-CN" altLang="en-US" sz="2000" dirty="0"/>
              <a:t>分组，找出潜在的</a:t>
            </a:r>
            <a:r>
              <a:rPr lang="en-US" altLang="zh-CN" sz="2000" dirty="0"/>
              <a:t>ARP</a:t>
            </a:r>
            <a:r>
              <a:rPr lang="zh-CN" altLang="en-US" sz="2000" dirty="0"/>
              <a:t>攻击者</a:t>
            </a:r>
            <a:endParaRPr lang="en-US" altLang="zh-CN" sz="2000" dirty="0"/>
          </a:p>
          <a:p>
            <a:pPr marL="285750" indent="-285750">
              <a:spcAft>
                <a:spcPts val="600"/>
              </a:spcAft>
              <a:buFont typeface="Arial" panose="020B0604020202020204" pitchFamily="34" charset="0"/>
              <a:buChar char="•"/>
            </a:pPr>
            <a:r>
              <a:rPr lang="zh-CN" altLang="en-US" sz="2000" dirty="0"/>
              <a:t>静态</a:t>
            </a:r>
            <a:r>
              <a:rPr lang="en-US" altLang="zh-CN" sz="2000" dirty="0"/>
              <a:t>ARP</a:t>
            </a:r>
            <a:r>
              <a:rPr lang="zh-CN" altLang="en-US" sz="2000" dirty="0"/>
              <a:t>映射可避免解析过程带来响应延迟，也可避免</a:t>
            </a:r>
            <a:r>
              <a:rPr lang="en-US" altLang="zh-CN" sz="2000" dirty="0"/>
              <a:t>ARP</a:t>
            </a:r>
            <a:r>
              <a:rPr lang="zh-CN" altLang="en-US" sz="2000" dirty="0"/>
              <a:t>攻击带来的安全威胁</a:t>
            </a:r>
          </a:p>
        </p:txBody>
      </p:sp>
      <p:sp>
        <p:nvSpPr>
          <p:cNvPr id="4" name="文本框 3">
            <a:extLst>
              <a:ext uri="{FF2B5EF4-FFF2-40B4-BE49-F238E27FC236}">
                <a16:creationId xmlns:a16="http://schemas.microsoft.com/office/drawing/2014/main" id="{508A019A-B5A7-1E16-30C4-82DA11C225E3}"/>
              </a:ext>
            </a:extLst>
          </p:cNvPr>
          <p:cNvSpPr txBox="1"/>
          <p:nvPr/>
        </p:nvSpPr>
        <p:spPr>
          <a:xfrm>
            <a:off x="10784851" y="5543404"/>
            <a:ext cx="1225490" cy="369332"/>
          </a:xfrm>
          <a:prstGeom prst="rect">
            <a:avLst/>
          </a:prstGeom>
          <a:noFill/>
        </p:spPr>
        <p:txBody>
          <a:bodyPr wrap="square" rtlCol="0">
            <a:spAutoFit/>
          </a:bodyPr>
          <a:lstStyle/>
          <a:p>
            <a:r>
              <a:rPr lang="en-US" altLang="zh-CN" dirty="0">
                <a:hlinkClick r:id="rId2" action="ppaction://hlinksldjump"/>
              </a:rPr>
              <a:t>ARP</a:t>
            </a:r>
            <a:r>
              <a:rPr lang="zh-CN" altLang="en-US" dirty="0">
                <a:hlinkClick r:id="rId2" action="ppaction://hlinksldjump"/>
              </a:rPr>
              <a:t>协议</a:t>
            </a:r>
            <a:endParaRPr lang="zh-CN" altLang="en-US" dirty="0"/>
          </a:p>
        </p:txBody>
      </p:sp>
    </p:spTree>
    <p:extLst>
      <p:ext uri="{BB962C8B-B14F-4D97-AF65-F5344CB8AC3E}">
        <p14:creationId xmlns:p14="http://schemas.microsoft.com/office/powerpoint/2010/main" val="1172660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Right)">
                                      <p:cBhvr>
                                        <p:cTn id="7" dur="500"/>
                                        <p:tgtEl>
                                          <p:spTgt spid="22"/>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lide(fromRight)">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slide(fromLeft)">
                                      <p:cBhvr>
                                        <p:cTn id="16" dur="500"/>
                                        <p:tgtEl>
                                          <p:spTgt spid="25"/>
                                        </p:tgtEl>
                                      </p:cBhvr>
                                    </p:animEffect>
                                  </p:childTnLst>
                                </p:cTn>
                              </p:par>
                            </p:childTnLst>
                          </p:cTn>
                        </p:par>
                        <p:par>
                          <p:cTn id="17" fill="hold">
                            <p:stCondLst>
                              <p:cond delay="500"/>
                            </p:stCondLst>
                            <p:childTnLst>
                              <p:par>
                                <p:cTn id="18" presetID="12" presetClass="entr" presetSubtype="2"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slide(fromRight)">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P spid="23" grpId="0" animBg="1" autoUpdateAnimBg="0"/>
      <p:bldP spid="24" grpId="0" animBg="1" autoUpdateAnimBg="0"/>
      <p:bldP spid="25" grpId="0" animBg="1" autoUpdateAnimBg="0"/>
      <p:bldP spid="26" grpId="0"/>
    </p:bldLst>
  </p:timing>
</p:sld>
</file>

<file path=ppt/theme/theme1.xml><?xml version="1.0" encoding="utf-8"?>
<a:theme xmlns:a="http://schemas.openxmlformats.org/drawingml/2006/main" name="Office 主题​​">
  <a:themeElements>
    <a:clrScheme name="自定义 2">
      <a:dk1>
        <a:srgbClr val="1E1E1E"/>
      </a:dk1>
      <a:lt1>
        <a:sysClr val="window" lastClr="FFFFFF"/>
      </a:lt1>
      <a:dk2>
        <a:srgbClr val="0F1E3C"/>
      </a:dk2>
      <a:lt2>
        <a:srgbClr val="F0F0F0"/>
      </a:lt2>
      <a:accent1>
        <a:srgbClr val="0066CC"/>
      </a:accent1>
      <a:accent2>
        <a:srgbClr val="009999"/>
      </a:accent2>
      <a:accent3>
        <a:srgbClr val="00CC66"/>
      </a:accent3>
      <a:accent4>
        <a:srgbClr val="FF6600"/>
      </a:accent4>
      <a:accent5>
        <a:srgbClr val="9933CC"/>
      </a:accent5>
      <a:accent6>
        <a:srgbClr val="666666"/>
      </a:accent6>
      <a:hlink>
        <a:srgbClr val="0066CC"/>
      </a:hlink>
      <a:folHlink>
        <a:srgbClr val="663399"/>
      </a:folHlink>
    </a:clrScheme>
    <a:fontScheme name="主题字体">
      <a:majorFont>
        <a:latin typeface="Consolas"/>
        <a:ea typeface="华文楷体"/>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93255</TotalTime>
  <Words>11926</Words>
  <Application>Microsoft Office PowerPoint</Application>
  <PresentationFormat>宽屏</PresentationFormat>
  <Paragraphs>1689</Paragraphs>
  <Slides>76</Slides>
  <Notes>36</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vt:i4>
      </vt:variant>
      <vt:variant>
        <vt:lpstr>幻灯片标题</vt:lpstr>
      </vt:variant>
      <vt:variant>
        <vt:i4>76</vt:i4>
      </vt:variant>
    </vt:vector>
  </HeadingPairs>
  <TitlesOfParts>
    <vt:vector size="98" baseType="lpstr">
      <vt:lpstr>-apple-system</vt:lpstr>
      <vt:lpstr>ＭＳ Ｐゴシック</vt:lpstr>
      <vt:lpstr>等线</vt:lpstr>
      <vt:lpstr>黑体</vt:lpstr>
      <vt:lpstr>宋体</vt:lpstr>
      <vt:lpstr>Microsoft YaHei</vt:lpstr>
      <vt:lpstr>Microsoft YaHei</vt:lpstr>
      <vt:lpstr>Arial</vt:lpstr>
      <vt:lpstr>Calibri</vt:lpstr>
      <vt:lpstr>Cambria Math</vt:lpstr>
      <vt:lpstr>Comic Sans MS</vt:lpstr>
      <vt:lpstr>Consolas</vt:lpstr>
      <vt:lpstr>Courier New</vt:lpstr>
      <vt:lpstr>Symbol</vt:lpstr>
      <vt:lpstr>Times New Roman</vt:lpstr>
      <vt:lpstr>Trebuchet MS</vt:lpstr>
      <vt:lpstr>Wingdings</vt:lpstr>
      <vt:lpstr>Office 主题​​</vt:lpstr>
      <vt:lpstr>Equation.3</vt:lpstr>
      <vt:lpstr>Picture</vt:lpstr>
      <vt:lpstr>Visio</vt:lpstr>
      <vt:lpstr>Equation</vt:lpstr>
      <vt:lpstr>第6章 链路层和局域网</vt:lpstr>
      <vt:lpstr>主要内容</vt:lpstr>
      <vt:lpstr>链路层概述</vt:lpstr>
      <vt:lpstr>链路层提供的服务</vt:lpstr>
      <vt:lpstr>链路层提供的服务</vt:lpstr>
      <vt:lpstr>主机的链路层在何处实现</vt:lpstr>
      <vt:lpstr>【补充】帧定界(同步）机制</vt:lpstr>
      <vt:lpstr>面向字符的同步协议：异步PPP</vt:lpstr>
      <vt:lpstr>面向字符的同步协议：异步PPP</vt:lpstr>
      <vt:lpstr>面向比特的同步协议：同步PPP</vt:lpstr>
      <vt:lpstr>主要内容</vt:lpstr>
      <vt:lpstr>差错的特性</vt:lpstr>
      <vt:lpstr>差错检测</vt:lpstr>
      <vt:lpstr>奇偶校验</vt:lpstr>
      <vt:lpstr>循环冗余码CRC(Cyclic Redundancy Check)</vt:lpstr>
      <vt:lpstr>循环冗余码CRC</vt:lpstr>
      <vt:lpstr>循环冗余码CRC：多项式码</vt:lpstr>
      <vt:lpstr>循环冗余码CRC：生成多项式</vt:lpstr>
      <vt:lpstr>主要内容</vt:lpstr>
      <vt:lpstr>多路访问链路和协议</vt:lpstr>
      <vt:lpstr>多路访问协议</vt:lpstr>
      <vt:lpstr>信道分割协议</vt:lpstr>
      <vt:lpstr>信道分割协议：TDMA以及FDMA</vt:lpstr>
      <vt:lpstr>随机访问/接入协议</vt:lpstr>
      <vt:lpstr>时隙/分槽ALOHA(Slotted ALOHA)</vt:lpstr>
      <vt:lpstr>Slotted ALOHA</vt:lpstr>
      <vt:lpstr>ALOHA</vt:lpstr>
      <vt:lpstr>载波监听多路访问（Carrier Sense Multiple Access，CSMA）：先听后说</vt:lpstr>
      <vt:lpstr>载波监听多路访问/冲突检测（CSMA/CD）：边说边听</vt:lpstr>
      <vt:lpstr>CSMA/CD</vt:lpstr>
      <vt:lpstr>CSMA/CD</vt:lpstr>
      <vt:lpstr>CSMA/CD：冲突检测的最坏时间</vt:lpstr>
      <vt:lpstr>CSMA/CD：二进制指数退避</vt:lpstr>
      <vt:lpstr>CSMA/CD的性能</vt:lpstr>
      <vt:lpstr>全双工以太网（教材P321)</vt:lpstr>
      <vt:lpstr>轮流(Taking Turns)协议</vt:lpstr>
      <vt:lpstr>轮流(Taking Turns)协议</vt:lpstr>
      <vt:lpstr>轮流(Taking Turns)协议</vt:lpstr>
      <vt:lpstr>【不介绍】DOCSIS(data over cable service interface specification)</vt:lpstr>
      <vt:lpstr>主要内容</vt:lpstr>
      <vt:lpstr>交换局域网</vt:lpstr>
      <vt:lpstr>IEEE802 MAC地址</vt:lpstr>
      <vt:lpstr>MAC地址：帧的发送和接收</vt:lpstr>
      <vt:lpstr>地址解析协议ARP（Address Resolution Protocol）</vt:lpstr>
      <vt:lpstr>地址解析协议ARP: ARP分组格式</vt:lpstr>
      <vt:lpstr>地址解析协议ARP</vt:lpstr>
      <vt:lpstr>主要内容</vt:lpstr>
      <vt:lpstr>以太网(Ethernet)</vt:lpstr>
      <vt:lpstr>以太网: 转发器和集线器</vt:lpstr>
      <vt:lpstr>以太网: 转发器和集线器</vt:lpstr>
      <vt:lpstr>以太网：媒体选项</vt:lpstr>
      <vt:lpstr>以太网的发展</vt:lpstr>
      <vt:lpstr>以太网帧格式</vt:lpstr>
      <vt:lpstr>以太网帧格式</vt:lpstr>
      <vt:lpstr>以太网帧格式</vt:lpstr>
      <vt:lpstr>主要内容</vt:lpstr>
      <vt:lpstr>物理层互连设备:转发器和集线器</vt:lpstr>
      <vt:lpstr>链路层互连设备：交换机</vt:lpstr>
      <vt:lpstr>透明网桥(Transparent Bridge)</vt:lpstr>
      <vt:lpstr>网桥的基本工作原理</vt:lpstr>
      <vt:lpstr>网桥工作过程示例</vt:lpstr>
      <vt:lpstr>网桥</vt:lpstr>
      <vt:lpstr>交换机和路由器</vt:lpstr>
      <vt:lpstr>主要内容</vt:lpstr>
      <vt:lpstr>虚拟局域网（Virtual LAN）</vt:lpstr>
      <vt:lpstr>VLAN：逻辑上的分割</vt:lpstr>
      <vt:lpstr>虚拟局域网：干线链路(Trunk Link)</vt:lpstr>
      <vt:lpstr>虚拟局域网：</vt:lpstr>
      <vt:lpstr>主要内容</vt:lpstr>
      <vt:lpstr>Web请求的历程</vt:lpstr>
      <vt:lpstr>PowerPoint 演示文稿</vt:lpstr>
      <vt:lpstr>海明距离(Hamming Distance)</vt:lpstr>
      <vt:lpstr>循环冗余码CRC：一个好的生成多项式</vt:lpstr>
      <vt:lpstr>循环冗余码CRC：一个好的生成多项式</vt:lpstr>
      <vt:lpstr>地址解析协议ARP</vt:lpstr>
      <vt:lpstr>ARP Spoofing Attack(Man-in-the-Middle)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Mao Dilin</dc:creator>
  <cp:lastModifiedBy>Dilin Mao</cp:lastModifiedBy>
  <cp:revision>717</cp:revision>
  <dcterms:created xsi:type="dcterms:W3CDTF">2021-07-08T12:06:32Z</dcterms:created>
  <dcterms:modified xsi:type="dcterms:W3CDTF">2025-12-04T15:06:02Z</dcterms:modified>
</cp:coreProperties>
</file>